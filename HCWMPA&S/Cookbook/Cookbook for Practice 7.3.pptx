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5"/>
  </p:notesMasterIdLst>
  <p:handoutMasterIdLst>
    <p:handoutMasterId r:id="rId16"/>
  </p:handoutMasterIdLst>
  <p:sldIdLst>
    <p:sldId id="286" r:id="rId2"/>
    <p:sldId id="438" r:id="rId3"/>
    <p:sldId id="443" r:id="rId4"/>
    <p:sldId id="442" r:id="rId5"/>
    <p:sldId id="444" r:id="rId6"/>
    <p:sldId id="459" r:id="rId7"/>
    <p:sldId id="447" r:id="rId8"/>
    <p:sldId id="460" r:id="rId9"/>
    <p:sldId id="462" r:id="rId10"/>
    <p:sldId id="461" r:id="rId11"/>
    <p:sldId id="458" r:id="rId12"/>
    <p:sldId id="463" r:id="rId13"/>
    <p:sldId id="353" r:id="rId14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C1E0A6-BE85-4859-BF44-46A4102D66CE}" v="1078" dt="2026-09-26T02:36:41.131"/>
    <p1510:client id="{95BDE694-B8B0-4E19-AB00-E047543309D8}" v="584" dt="2026-09-25T09:30:51.411"/>
    <p1510:client id="{DB293644-18C9-4114-8433-F3A1DD3958D3}" v="896" dt="2026-09-26T04:41:05.1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 varScale="1">
        <p:scale>
          <a:sx n="58" d="100"/>
          <a:sy n="58" d="100"/>
        </p:scale>
        <p:origin x="1147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 sldOrd">
      <pc:chgData name="Li, Cong" userId="025630f4-267e-4cb3-8cd5-8795177f99f4" providerId="ADAL" clId="{929A2CC8-B112-421C-81E2-D5D63B23E300}" dt="2026-09-26T04:41:05.106" v="21024"/>
      <pc:docMkLst>
        <pc:docMk/>
      </pc:docMkLst>
      <pc:sldChg chg="addSp delSp modSp mod">
        <pc:chgData name="Li, Cong" userId="025630f4-267e-4cb3-8cd5-8795177f99f4" providerId="ADAL" clId="{929A2CC8-B112-421C-81E2-D5D63B23E300}" dt="2026-09-26T03:05:51.591" v="17771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9-26T03:05:51.591" v="17771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9-26T03:05:49.592" v="17769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">
        <pc:chgData name="Li, Cong" userId="025630f4-267e-4cb3-8cd5-8795177f99f4" providerId="ADAL" clId="{929A2CC8-B112-421C-81E2-D5D63B23E300}" dt="2026-09-25T09:27:53.972" v="13444" actId="478"/>
        <pc:sldMkLst>
          <pc:docMk/>
          <pc:sldMk cId="0" sldId="353"/>
        </pc:sldMkLst>
        <pc:picChg chg="add del mod">
          <ac:chgData name="Li, Cong" userId="025630f4-267e-4cb3-8cd5-8795177f99f4" providerId="ADAL" clId="{929A2CC8-B112-421C-81E2-D5D63B23E300}" dt="2026-09-25T08:59:18.995" v="12066" actId="21"/>
          <ac:picMkLst>
            <pc:docMk/>
            <pc:sldMk cId="0" sldId="353"/>
            <ac:picMk id="3" creationId="{28925F58-9F23-E314-B904-90BEAD878E39}"/>
          </ac:picMkLst>
        </pc:picChg>
        <pc:picChg chg="add del">
          <ac:chgData name="Li, Cong" userId="025630f4-267e-4cb3-8cd5-8795177f99f4" providerId="ADAL" clId="{929A2CC8-B112-421C-81E2-D5D63B23E300}" dt="2026-09-25T09:27:53.972" v="13444" actId="478"/>
          <ac:picMkLst>
            <pc:docMk/>
            <pc:sldMk cId="0" sldId="353"/>
            <ac:picMk id="5" creationId="{23E4CAAD-6FB4-68EC-B201-DA31402026E1}"/>
          </ac:picMkLst>
        </pc:picChg>
      </pc:sldChg>
      <pc:sldChg chg="addSp delSp modSp del mod delAnim modAnim">
        <pc:chgData name="Li, Cong" userId="025630f4-267e-4cb3-8cd5-8795177f99f4" providerId="ADAL" clId="{929A2CC8-B112-421C-81E2-D5D63B23E300}" dt="2026-09-26T03:05:58.118" v="17772" actId="47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9-26T00:41:55.837" v="13524" actId="20577"/>
          <ac:spMkLst>
            <pc:docMk/>
            <pc:sldMk cId="796492521" sldId="415"/>
            <ac:spMk id="2" creationId="{ADE6B920-28FE-41F4-B19E-AF72E4D6D2C6}"/>
          </ac:spMkLst>
        </pc:spChg>
        <pc:spChg chg="add del mod">
          <ac:chgData name="Li, Cong" userId="025630f4-267e-4cb3-8cd5-8795177f99f4" providerId="ADAL" clId="{929A2CC8-B112-421C-81E2-D5D63B23E300}" dt="2026-09-26T00:42:08.763" v="13525" actId="478"/>
          <ac:spMkLst>
            <pc:docMk/>
            <pc:sldMk cId="796492521" sldId="415"/>
            <ac:spMk id="8" creationId="{E3FE15A8-B328-559B-D8E6-A06BE931DF18}"/>
          </ac:spMkLst>
        </pc:spChg>
        <pc:spChg chg="add mod">
          <ac:chgData name="Li, Cong" userId="025630f4-267e-4cb3-8cd5-8795177f99f4" providerId="ADAL" clId="{929A2CC8-B112-421C-81E2-D5D63B23E300}" dt="2026-09-26T00:51:21.181" v="13728" actId="20577"/>
          <ac:spMkLst>
            <pc:docMk/>
            <pc:sldMk cId="796492521" sldId="415"/>
            <ac:spMk id="10" creationId="{7A1E7842-4875-8CD7-B0BA-4A6DEC5DC312}"/>
          </ac:spMkLst>
        </pc:spChg>
        <pc:spChg chg="mod">
          <ac:chgData name="Li, Cong" userId="025630f4-267e-4cb3-8cd5-8795177f99f4" providerId="ADAL" clId="{929A2CC8-B112-421C-81E2-D5D63B23E300}" dt="2026-09-26T00:51:19.630" v="13727" actId="20577"/>
          <ac:spMkLst>
            <pc:docMk/>
            <pc:sldMk cId="796492521" sldId="415"/>
            <ac:spMk id="11" creationId="{A3DE4361-0528-9A32-9B49-B6D88AD36DAC}"/>
          </ac:spMkLst>
        </pc:spChg>
        <pc:spChg chg="add del mod">
          <ac:chgData name="Li, Cong" userId="025630f4-267e-4cb3-8cd5-8795177f99f4" providerId="ADAL" clId="{929A2CC8-B112-421C-81E2-D5D63B23E300}" dt="2026-09-25T07:55:13.128" v="9735" actId="478"/>
          <ac:spMkLst>
            <pc:docMk/>
            <pc:sldMk cId="796492521" sldId="415"/>
            <ac:spMk id="14" creationId="{42C2BE69-4257-C7A1-DC25-62A400691817}"/>
          </ac:spMkLst>
        </pc:spChg>
        <pc:spChg chg="add mod">
          <ac:chgData name="Li, Cong" userId="025630f4-267e-4cb3-8cd5-8795177f99f4" providerId="ADAL" clId="{929A2CC8-B112-421C-81E2-D5D63B23E300}" dt="2026-09-26T00:51:22.326" v="13729" actId="20577"/>
          <ac:spMkLst>
            <pc:docMk/>
            <pc:sldMk cId="796492521" sldId="415"/>
            <ac:spMk id="14" creationId="{CB544120-44CD-399B-F131-BFE01E1BCF9F}"/>
          </ac:spMkLst>
        </pc:spChg>
        <pc:spChg chg="add del mod">
          <ac:chgData name="Li, Cong" userId="025630f4-267e-4cb3-8cd5-8795177f99f4" providerId="ADAL" clId="{929A2CC8-B112-421C-81E2-D5D63B23E300}" dt="2026-09-25T07:55:13.128" v="9735" actId="478"/>
          <ac:spMkLst>
            <pc:docMk/>
            <pc:sldMk cId="796492521" sldId="415"/>
            <ac:spMk id="15" creationId="{0B5914A4-CC03-8209-4B6D-85C03F2567DA}"/>
          </ac:spMkLst>
        </pc:spChg>
        <pc:spChg chg="mod">
          <ac:chgData name="Li, Cong" userId="025630f4-267e-4cb3-8cd5-8795177f99f4" providerId="ADAL" clId="{929A2CC8-B112-421C-81E2-D5D63B23E300}" dt="2026-09-25T07:54:48.513" v="9676" actId="20577"/>
          <ac:spMkLst>
            <pc:docMk/>
            <pc:sldMk cId="796492521" sldId="415"/>
            <ac:spMk id="19" creationId="{23CD657D-BF24-8236-C712-84C3BC6A85FC}"/>
          </ac:spMkLst>
        </pc:spChg>
        <pc:picChg chg="add del mod">
          <ac:chgData name="Li, Cong" userId="025630f4-267e-4cb3-8cd5-8795177f99f4" providerId="ADAL" clId="{929A2CC8-B112-421C-81E2-D5D63B23E300}" dt="2026-09-26T00:42:08.763" v="13525" actId="478"/>
          <ac:picMkLst>
            <pc:docMk/>
            <pc:sldMk cId="796492521" sldId="415"/>
            <ac:picMk id="4" creationId="{720D85FE-CD8E-CD11-7DDE-81181309092F}"/>
          </ac:picMkLst>
        </pc:picChg>
        <pc:picChg chg="add del mod">
          <ac:chgData name="Li, Cong" userId="025630f4-267e-4cb3-8cd5-8795177f99f4" providerId="ADAL" clId="{929A2CC8-B112-421C-81E2-D5D63B23E300}" dt="2026-09-25T07:55:13.128" v="9735" actId="478"/>
          <ac:picMkLst>
            <pc:docMk/>
            <pc:sldMk cId="796492521" sldId="415"/>
            <ac:picMk id="5" creationId="{D460CFC5-E516-9C3C-EE9D-C5A6DA275606}"/>
          </ac:picMkLst>
        </pc:picChg>
        <pc:picChg chg="add mod">
          <ac:chgData name="Li, Cong" userId="025630f4-267e-4cb3-8cd5-8795177f99f4" providerId="ADAL" clId="{929A2CC8-B112-421C-81E2-D5D63B23E300}" dt="2026-09-26T00:42:42.205" v="13529" actId="1076"/>
          <ac:picMkLst>
            <pc:docMk/>
            <pc:sldMk cId="796492521" sldId="415"/>
            <ac:picMk id="5" creationId="{DC0807EC-FFE8-E1F0-A6E4-636EF7444DB8}"/>
          </ac:picMkLst>
        </pc:picChg>
        <pc:picChg chg="add del mod">
          <ac:chgData name="Li, Cong" userId="025630f4-267e-4cb3-8cd5-8795177f99f4" providerId="ADAL" clId="{929A2CC8-B112-421C-81E2-D5D63B23E300}" dt="2026-09-25T07:55:13.128" v="9735" actId="478"/>
          <ac:picMkLst>
            <pc:docMk/>
            <pc:sldMk cId="796492521" sldId="415"/>
            <ac:picMk id="7" creationId="{DA8616C9-DA5F-6399-D25D-73CC42C6633C}"/>
          </ac:picMkLst>
        </pc:picChg>
        <pc:picChg chg="add mod">
          <ac:chgData name="Li, Cong" userId="025630f4-267e-4cb3-8cd5-8795177f99f4" providerId="ADAL" clId="{929A2CC8-B112-421C-81E2-D5D63B23E300}" dt="2026-09-26T01:07:14.274" v="13872" actId="1036"/>
          <ac:picMkLst>
            <pc:docMk/>
            <pc:sldMk cId="796492521" sldId="415"/>
            <ac:picMk id="9" creationId="{A3F6078C-056A-28FC-2685-6DC67425E4F5}"/>
          </ac:picMkLst>
        </pc:picChg>
        <pc:picChg chg="add mod">
          <ac:chgData name="Li, Cong" userId="025630f4-267e-4cb3-8cd5-8795177f99f4" providerId="ADAL" clId="{929A2CC8-B112-421C-81E2-D5D63B23E300}" dt="2026-09-26T01:07:18.539" v="13877" actId="1035"/>
          <ac:picMkLst>
            <pc:docMk/>
            <pc:sldMk cId="796492521" sldId="415"/>
            <ac:picMk id="13" creationId="{7D040863-D02A-0231-4485-297FC67D5A6D}"/>
          </ac:picMkLst>
        </pc:picChg>
        <pc:cxnChg chg="add del mod">
          <ac:chgData name="Li, Cong" userId="025630f4-267e-4cb3-8cd5-8795177f99f4" providerId="ADAL" clId="{929A2CC8-B112-421C-81E2-D5D63B23E300}" dt="2026-09-26T00:42:08.763" v="13525" actId="478"/>
          <ac:cxnSpMkLst>
            <pc:docMk/>
            <pc:sldMk cId="796492521" sldId="415"/>
            <ac:cxnSpMk id="6" creationId="{052D68D4-4CEA-E120-5952-A5E1F5E52A69}"/>
          </ac:cxnSpMkLst>
        </pc:cxnChg>
        <pc:cxnChg chg="add del mod">
          <ac:chgData name="Li, Cong" userId="025630f4-267e-4cb3-8cd5-8795177f99f4" providerId="ADAL" clId="{929A2CC8-B112-421C-81E2-D5D63B23E300}" dt="2026-09-25T07:55:13.128" v="9735" actId="478"/>
          <ac:cxnSpMkLst>
            <pc:docMk/>
            <pc:sldMk cId="796492521" sldId="415"/>
            <ac:cxnSpMk id="9" creationId="{DDFAB97E-C477-02EB-9392-8D917AC11FB8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09-26T03:05:58.118" v="17772" actId="47"/>
        <pc:sldMkLst>
          <pc:docMk/>
          <pc:sldMk cId="3553648521" sldId="435"/>
        </pc:sldMkLst>
        <pc:spChg chg="mod">
          <ac:chgData name="Li, Cong" userId="025630f4-267e-4cb3-8cd5-8795177f99f4" providerId="ADAL" clId="{929A2CC8-B112-421C-81E2-D5D63B23E300}" dt="2026-09-26T01:20:05.578" v="14393" actId="20577"/>
          <ac:spMkLst>
            <pc:docMk/>
            <pc:sldMk cId="3553648521" sldId="435"/>
            <ac:spMk id="2" creationId="{4CE32745-8FBC-5E24-87AD-6CCA0AD31545}"/>
          </ac:spMkLst>
        </pc:spChg>
        <pc:spChg chg="add mod">
          <ac:chgData name="Li, Cong" userId="025630f4-267e-4cb3-8cd5-8795177f99f4" providerId="ADAL" clId="{929A2CC8-B112-421C-81E2-D5D63B23E300}" dt="2026-09-26T01:16:59.303" v="14132" actId="20577"/>
          <ac:spMkLst>
            <pc:docMk/>
            <pc:sldMk cId="3553648521" sldId="435"/>
            <ac:spMk id="8" creationId="{1368A2D7-D553-1AE0-5B88-6CB1EF2D829A}"/>
          </ac:spMkLst>
        </pc:spChg>
        <pc:spChg chg="add del mod">
          <ac:chgData name="Li, Cong" userId="025630f4-267e-4cb3-8cd5-8795177f99f4" providerId="ADAL" clId="{929A2CC8-B112-421C-81E2-D5D63B23E300}" dt="2026-09-25T08:09:19.896" v="10035" actId="478"/>
          <ac:spMkLst>
            <pc:docMk/>
            <pc:sldMk cId="3553648521" sldId="435"/>
            <ac:spMk id="10" creationId="{71A66BE4-C61E-1E91-DEFB-99EEBCE8D95D}"/>
          </ac:spMkLst>
        </pc:spChg>
        <pc:spChg chg="add del mod">
          <ac:chgData name="Li, Cong" userId="025630f4-267e-4cb3-8cd5-8795177f99f4" providerId="ADAL" clId="{929A2CC8-B112-421C-81E2-D5D63B23E300}" dt="2026-09-25T08:09:19.896" v="10035" actId="478"/>
          <ac:spMkLst>
            <pc:docMk/>
            <pc:sldMk cId="3553648521" sldId="435"/>
            <ac:spMk id="15" creationId="{B585EB72-04D1-86ED-F8FA-34C65F6BCBC5}"/>
          </ac:spMkLst>
        </pc:spChg>
        <pc:spChg chg="add mod">
          <ac:chgData name="Li, Cong" userId="025630f4-267e-4cb3-8cd5-8795177f99f4" providerId="ADAL" clId="{929A2CC8-B112-421C-81E2-D5D63B23E300}" dt="2026-09-26T01:19:16.143" v="14332" actId="20577"/>
          <ac:spMkLst>
            <pc:docMk/>
            <pc:sldMk cId="3553648521" sldId="435"/>
            <ac:spMk id="17" creationId="{39593BF9-5314-511B-9124-4A3F05ED6EF6}"/>
          </ac:spMkLst>
        </pc:spChg>
        <pc:picChg chg="add del mod">
          <ac:chgData name="Li, Cong" userId="025630f4-267e-4cb3-8cd5-8795177f99f4" providerId="ADAL" clId="{929A2CC8-B112-421C-81E2-D5D63B23E300}" dt="2026-09-26T01:16:19.692" v="14027" actId="478"/>
          <ac:picMkLst>
            <pc:docMk/>
            <pc:sldMk cId="3553648521" sldId="435"/>
            <ac:picMk id="4" creationId="{907FEECA-1960-AD27-9A07-872BDFFC33E7}"/>
          </ac:picMkLst>
        </pc:picChg>
        <pc:picChg chg="add del mod">
          <ac:chgData name="Li, Cong" userId="025630f4-267e-4cb3-8cd5-8795177f99f4" providerId="ADAL" clId="{929A2CC8-B112-421C-81E2-D5D63B23E300}" dt="2026-09-25T08:09:19.896" v="10035" actId="478"/>
          <ac:picMkLst>
            <pc:docMk/>
            <pc:sldMk cId="3553648521" sldId="435"/>
            <ac:picMk id="5" creationId="{6A1D7861-A5C0-7BE7-B08E-7359B110397E}"/>
          </ac:picMkLst>
        </pc:picChg>
        <pc:picChg chg="add mod">
          <ac:chgData name="Li, Cong" userId="025630f4-267e-4cb3-8cd5-8795177f99f4" providerId="ADAL" clId="{929A2CC8-B112-421C-81E2-D5D63B23E300}" dt="2026-09-26T01:17:11.307" v="14135" actId="1035"/>
          <ac:picMkLst>
            <pc:docMk/>
            <pc:sldMk cId="3553648521" sldId="435"/>
            <ac:picMk id="5" creationId="{DC385834-FB7C-21C4-4218-437EE95860DB}"/>
          </ac:picMkLst>
        </pc:picChg>
        <pc:picChg chg="add mod">
          <ac:chgData name="Li, Cong" userId="025630f4-267e-4cb3-8cd5-8795177f99f4" providerId="ADAL" clId="{929A2CC8-B112-421C-81E2-D5D63B23E300}" dt="2026-09-26T01:21:41.622" v="14444" actId="1035"/>
          <ac:picMkLst>
            <pc:docMk/>
            <pc:sldMk cId="3553648521" sldId="435"/>
            <ac:picMk id="7" creationId="{8B5025E4-F427-2F12-5788-FCD26E23897A}"/>
          </ac:picMkLst>
        </pc:picChg>
        <pc:picChg chg="add del mod">
          <ac:chgData name="Li, Cong" userId="025630f4-267e-4cb3-8cd5-8795177f99f4" providerId="ADAL" clId="{929A2CC8-B112-421C-81E2-D5D63B23E300}" dt="2026-09-25T08:09:19.896" v="10035" actId="478"/>
          <ac:picMkLst>
            <pc:docMk/>
            <pc:sldMk cId="3553648521" sldId="435"/>
            <ac:picMk id="7" creationId="{FE2CF4E1-8C34-2047-FD25-E58AFFC91750}"/>
          </ac:picMkLst>
        </pc:picChg>
        <pc:picChg chg="add del mod">
          <ac:chgData name="Li, Cong" userId="025630f4-267e-4cb3-8cd5-8795177f99f4" providerId="ADAL" clId="{929A2CC8-B112-421C-81E2-D5D63B23E300}" dt="2026-09-26T01:18:38.464" v="14264" actId="478"/>
          <ac:picMkLst>
            <pc:docMk/>
            <pc:sldMk cId="3553648521" sldId="435"/>
            <ac:picMk id="12" creationId="{812DE013-3E8D-B0DE-2091-166D1D843600}"/>
          </ac:picMkLst>
        </pc:picChg>
        <pc:cxnChg chg="add del mod">
          <ac:chgData name="Li, Cong" userId="025630f4-267e-4cb3-8cd5-8795177f99f4" providerId="ADAL" clId="{929A2CC8-B112-421C-81E2-D5D63B23E300}" dt="2026-09-25T08:09:19.896" v="10035" actId="478"/>
          <ac:cxnSpMkLst>
            <pc:docMk/>
            <pc:sldMk cId="3553648521" sldId="435"/>
            <ac:cxnSpMk id="11" creationId="{38AC7CCE-246B-3AEE-0626-387DF1A7C01A}"/>
          </ac:cxnSpMkLst>
        </pc:cxnChg>
        <pc:cxnChg chg="add del mod">
          <ac:chgData name="Li, Cong" userId="025630f4-267e-4cb3-8cd5-8795177f99f4" providerId="ADAL" clId="{929A2CC8-B112-421C-81E2-D5D63B23E300}" dt="2026-09-25T08:09:19.896" v="10035" actId="478"/>
          <ac:cxnSpMkLst>
            <pc:docMk/>
            <pc:sldMk cId="3553648521" sldId="435"/>
            <ac:cxnSpMk id="13" creationId="{E210CA93-D70A-7EAC-82CD-143930788D0A}"/>
          </ac:cxnSpMkLst>
        </pc:cxnChg>
        <pc:cxnChg chg="add del mod">
          <ac:chgData name="Li, Cong" userId="025630f4-267e-4cb3-8cd5-8795177f99f4" providerId="ADAL" clId="{929A2CC8-B112-421C-81E2-D5D63B23E300}" dt="2026-09-25T08:09:19.896" v="10035" actId="478"/>
          <ac:cxnSpMkLst>
            <pc:docMk/>
            <pc:sldMk cId="3553648521" sldId="435"/>
            <ac:cxnSpMk id="14" creationId="{682D7645-D21A-BE3B-BFC1-0695F9C8ADA9}"/>
          </ac:cxnSpMkLst>
        </pc:cxnChg>
      </pc:sldChg>
      <pc:sldChg chg="addSp delSp modSp mod delAnim modAnim">
        <pc:chgData name="Li, Cong" userId="025630f4-267e-4cb3-8cd5-8795177f99f4" providerId="ADAL" clId="{929A2CC8-B112-421C-81E2-D5D63B23E300}" dt="2026-09-26T03:22:52.088" v="18137" actId="20577"/>
        <pc:sldMkLst>
          <pc:docMk/>
          <pc:sldMk cId="975484450" sldId="438"/>
        </pc:sldMkLst>
        <pc:spChg chg="mod">
          <ac:chgData name="Li, Cong" userId="025630f4-267e-4cb3-8cd5-8795177f99f4" providerId="ADAL" clId="{929A2CC8-B112-421C-81E2-D5D63B23E300}" dt="2026-09-26T03:22:52.088" v="18137" actId="20577"/>
          <ac:spMkLst>
            <pc:docMk/>
            <pc:sldMk cId="975484450" sldId="438"/>
            <ac:spMk id="2" creationId="{24937EA1-21B3-FC9D-AE71-78D906CE5B9E}"/>
          </ac:spMkLst>
        </pc:spChg>
        <pc:spChg chg="add mod">
          <ac:chgData name="Li, Cong" userId="025630f4-267e-4cb3-8cd5-8795177f99f4" providerId="ADAL" clId="{929A2CC8-B112-421C-81E2-D5D63B23E300}" dt="2026-09-26T03:06:07.785" v="17787" actId="20577"/>
          <ac:spMkLst>
            <pc:docMk/>
            <pc:sldMk cId="975484450" sldId="438"/>
            <ac:spMk id="9" creationId="{A1E7D695-FC3B-5FBA-796D-3D64178BF99E}"/>
          </ac:spMkLst>
        </pc:spChg>
        <pc:spChg chg="add del mod">
          <ac:chgData name="Li, Cong" userId="025630f4-267e-4cb3-8cd5-8795177f99f4" providerId="ADAL" clId="{929A2CC8-B112-421C-81E2-D5D63B23E300}" dt="2026-09-26T02:11:46.812" v="16757" actId="478"/>
          <ac:spMkLst>
            <pc:docMk/>
            <pc:sldMk cId="975484450" sldId="438"/>
            <ac:spMk id="13" creationId="{696F72C1-91D5-2968-E858-15F265813F97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16" creationId="{C1D7CC9B-F13D-E773-C656-8777AA04D772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17" creationId="{12CCFE9D-863B-6807-CB4C-EAC5AAE74923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22" creationId="{E308B6AA-933A-7383-C705-91F47D5929AC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25" creationId="{AD211A3C-1416-CC6E-667D-C7A061E6DD98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26" creationId="{75AF0827-1322-B033-F266-F496DBF56746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27" creationId="{A5916D3A-8D0F-53E5-B8A8-8B03779E2790}"/>
          </ac:spMkLst>
        </pc:spChg>
        <pc:spChg chg="add mod">
          <ac:chgData name="Li, Cong" userId="025630f4-267e-4cb3-8cd5-8795177f99f4" providerId="ADAL" clId="{929A2CC8-B112-421C-81E2-D5D63B23E300}" dt="2026-09-26T03:06:47.960" v="17937" actId="20577"/>
          <ac:spMkLst>
            <pc:docMk/>
            <pc:sldMk cId="975484450" sldId="438"/>
            <ac:spMk id="30" creationId="{73A8BE58-047E-1516-F1CC-7D11BA2BADE5}"/>
          </ac:spMkLst>
        </pc:spChg>
        <pc:picChg chg="add mod">
          <ac:chgData name="Li, Cong" userId="025630f4-267e-4cb3-8cd5-8795177f99f4" providerId="ADAL" clId="{929A2CC8-B112-421C-81E2-D5D63B23E300}" dt="2026-09-26T03:07:20.670" v="17948" actId="1035"/>
          <ac:picMkLst>
            <pc:docMk/>
            <pc:sldMk cId="975484450" sldId="438"/>
            <ac:picMk id="4" creationId="{BA056474-9914-107B-ABEE-4C7DDD77812A}"/>
          </ac:picMkLst>
        </pc:picChg>
        <pc:picChg chg="add del">
          <ac:chgData name="Li, Cong" userId="025630f4-267e-4cb3-8cd5-8795177f99f4" providerId="ADAL" clId="{929A2CC8-B112-421C-81E2-D5D63B23E300}" dt="2026-09-26T01:36:42.222" v="15029" actId="21"/>
          <ac:picMkLst>
            <pc:docMk/>
            <pc:sldMk cId="975484450" sldId="438"/>
            <ac:picMk id="4" creationId="{DF7AD94D-7924-512C-EAD2-C25CB288E5E4}"/>
          </ac:picMkLst>
        </pc:picChg>
        <pc:picChg chg="add del mod">
          <ac:chgData name="Li, Cong" userId="025630f4-267e-4cb3-8cd5-8795177f99f4" providerId="ADAL" clId="{929A2CC8-B112-421C-81E2-D5D63B23E300}" dt="2026-09-25T08:24:10.752" v="10590" actId="478"/>
          <ac:picMkLst>
            <pc:docMk/>
            <pc:sldMk cId="975484450" sldId="438"/>
            <ac:picMk id="4" creationId="{ED51BCEA-2814-CDCB-7E8F-72D26F89D3FC}"/>
          </ac:picMkLst>
        </pc:picChg>
        <pc:picChg chg="add del mod">
          <ac:chgData name="Li, Cong" userId="025630f4-267e-4cb3-8cd5-8795177f99f4" providerId="ADAL" clId="{929A2CC8-B112-421C-81E2-D5D63B23E300}" dt="2026-09-26T02:11:31.815" v="16750" actId="478"/>
          <ac:picMkLst>
            <pc:docMk/>
            <pc:sldMk cId="975484450" sldId="438"/>
            <ac:picMk id="5" creationId="{91B6EC98-CC9D-815F-656A-28461060A9B4}"/>
          </ac:picMkLst>
        </pc:picChg>
        <pc:picChg chg="add mod">
          <ac:chgData name="Li, Cong" userId="025630f4-267e-4cb3-8cd5-8795177f99f4" providerId="ADAL" clId="{929A2CC8-B112-421C-81E2-D5D63B23E300}" dt="2026-09-26T02:16:02.627" v="16857" actId="1036"/>
          <ac:picMkLst>
            <pc:docMk/>
            <pc:sldMk cId="975484450" sldId="438"/>
            <ac:picMk id="7" creationId="{8EB33E97-3DE9-5324-6D70-0F3CD5F39ABA}"/>
          </ac:picMkLst>
        </pc:picChg>
        <pc:picChg chg="add del">
          <ac:chgData name="Li, Cong" userId="025630f4-267e-4cb3-8cd5-8795177f99f4" providerId="ADAL" clId="{929A2CC8-B112-421C-81E2-D5D63B23E300}" dt="2026-09-25T08:25:50.522" v="10643" actId="22"/>
          <ac:picMkLst>
            <pc:docMk/>
            <pc:sldMk cId="975484450" sldId="438"/>
            <ac:picMk id="7" creationId="{AED28391-7608-56C2-ED62-7C02EE125669}"/>
          </ac:picMkLst>
        </pc:picChg>
        <pc:picChg chg="add del mod">
          <ac:chgData name="Li, Cong" userId="025630f4-267e-4cb3-8cd5-8795177f99f4" providerId="ADAL" clId="{929A2CC8-B112-421C-81E2-D5D63B23E300}" dt="2026-09-25T08:24:07.312" v="10589" actId="478"/>
          <ac:picMkLst>
            <pc:docMk/>
            <pc:sldMk cId="975484450" sldId="438"/>
            <ac:picMk id="10" creationId="{9115E3E9-9DA7-0006-98C7-2F767E5D9F2A}"/>
          </ac:picMkLst>
        </pc:picChg>
        <pc:picChg chg="add del mod">
          <ac:chgData name="Li, Cong" userId="025630f4-267e-4cb3-8cd5-8795177f99f4" providerId="ADAL" clId="{929A2CC8-B112-421C-81E2-D5D63B23E300}" dt="2026-09-26T03:06:50.319" v="17938" actId="478"/>
          <ac:picMkLst>
            <pc:docMk/>
            <pc:sldMk cId="975484450" sldId="438"/>
            <ac:picMk id="10" creationId="{9F8A4285-648A-C86B-30CC-B13395FD6ABE}"/>
          </ac:picMkLst>
        </pc:picChg>
        <pc:picChg chg="add del mod">
          <ac:chgData name="Li, Cong" userId="025630f4-267e-4cb3-8cd5-8795177f99f4" providerId="ADAL" clId="{929A2CC8-B112-421C-81E2-D5D63B23E300}" dt="2026-09-25T08:24:07.312" v="10589" actId="478"/>
          <ac:picMkLst>
            <pc:docMk/>
            <pc:sldMk cId="975484450" sldId="438"/>
            <ac:picMk id="12" creationId="{96838669-B5DC-DF23-6931-0E6C398252F0}"/>
          </ac:picMkLst>
        </pc:picChg>
        <pc:picChg chg="add del mod">
          <ac:chgData name="Li, Cong" userId="025630f4-267e-4cb3-8cd5-8795177f99f4" providerId="ADAL" clId="{929A2CC8-B112-421C-81E2-D5D63B23E300}" dt="2026-09-25T08:24:07.312" v="10589" actId="478"/>
          <ac:picMkLst>
            <pc:docMk/>
            <pc:sldMk cId="975484450" sldId="438"/>
            <ac:picMk id="14" creationId="{FFE7C574-675B-1F6C-DC05-C461B651A0DF}"/>
          </ac:picMkLst>
        </pc:picChg>
        <pc:picChg chg="add del mod">
          <ac:chgData name="Li, Cong" userId="025630f4-267e-4cb3-8cd5-8795177f99f4" providerId="ADAL" clId="{929A2CC8-B112-421C-81E2-D5D63B23E300}" dt="2026-09-25T08:29:04.206" v="10904" actId="478"/>
          <ac:picMkLst>
            <pc:docMk/>
            <pc:sldMk cId="975484450" sldId="438"/>
            <ac:picMk id="23" creationId="{A5B289F6-7B4C-D7C0-884F-80B5EB6FFD24}"/>
          </ac:picMkLst>
        </pc:picChg>
        <pc:picChg chg="add del mod">
          <ac:chgData name="Li, Cong" userId="025630f4-267e-4cb3-8cd5-8795177f99f4" providerId="ADAL" clId="{929A2CC8-B112-421C-81E2-D5D63B23E300}" dt="2026-09-26T02:11:47.906" v="16758" actId="478"/>
          <ac:picMkLst>
            <pc:docMk/>
            <pc:sldMk cId="975484450" sldId="438"/>
            <ac:picMk id="28" creationId="{6C31591C-72B2-0BA6-E0F2-7EB17E02ABDB}"/>
          </ac:picMkLst>
        </pc:picChg>
        <pc:picChg chg="add del mod">
          <ac:chgData name="Li, Cong" userId="025630f4-267e-4cb3-8cd5-8795177f99f4" providerId="ADAL" clId="{929A2CC8-B112-421C-81E2-D5D63B23E300}" dt="2026-09-25T08:34:38.262" v="11017" actId="478"/>
          <ac:picMkLst>
            <pc:docMk/>
            <pc:sldMk cId="975484450" sldId="438"/>
            <ac:picMk id="32" creationId="{A2E29D39-45AB-4222-FE06-D2C193C09FEE}"/>
          </ac:picMkLst>
        </pc:picChg>
        <pc:picChg chg="add del mod">
          <ac:chgData name="Li, Cong" userId="025630f4-267e-4cb3-8cd5-8795177f99f4" providerId="ADAL" clId="{929A2CC8-B112-421C-81E2-D5D63B23E300}" dt="2026-09-26T02:15:15.892" v="16759" actId="478"/>
          <ac:picMkLst>
            <pc:docMk/>
            <pc:sldMk cId="975484450" sldId="438"/>
            <ac:picMk id="34" creationId="{06E9A295-7911-8A7E-6FC4-F4F7E1BFC3D9}"/>
          </ac:picMkLst>
        </pc:picChg>
        <pc:cxnChg chg="add del mod">
          <ac:chgData name="Li, Cong" userId="025630f4-267e-4cb3-8cd5-8795177f99f4" providerId="ADAL" clId="{929A2CC8-B112-421C-81E2-D5D63B23E300}" dt="2026-09-25T08:24:07.312" v="10589" actId="478"/>
          <ac:cxnSpMkLst>
            <pc:docMk/>
            <pc:sldMk cId="975484450" sldId="438"/>
            <ac:cxnSpMk id="18" creationId="{7B20F697-CF31-BD30-583D-EFF8A00B01D0}"/>
          </ac:cxnSpMkLst>
        </pc:cxnChg>
      </pc:sldChg>
      <pc:sldChg chg="addSp delSp modSp del mod ord delAnim modAnim">
        <pc:chgData name="Li, Cong" userId="025630f4-267e-4cb3-8cd5-8795177f99f4" providerId="ADAL" clId="{929A2CC8-B112-421C-81E2-D5D63B23E300}" dt="2026-09-25T08:16:22.600" v="10586" actId="47"/>
        <pc:sldMkLst>
          <pc:docMk/>
          <pc:sldMk cId="1836001582" sldId="439"/>
        </pc:sldMkLst>
      </pc:sldChg>
      <pc:sldChg chg="addSp delSp modSp add del mod modAnim">
        <pc:chgData name="Li, Cong" userId="025630f4-267e-4cb3-8cd5-8795177f99f4" providerId="ADAL" clId="{929A2CC8-B112-421C-81E2-D5D63B23E300}" dt="2026-09-26T03:05:58.118" v="17772" actId="47"/>
        <pc:sldMkLst>
          <pc:docMk/>
          <pc:sldMk cId="1838751765" sldId="440"/>
        </pc:sldMkLst>
        <pc:spChg chg="mod">
          <ac:chgData name="Li, Cong" userId="025630f4-267e-4cb3-8cd5-8795177f99f4" providerId="ADAL" clId="{929A2CC8-B112-421C-81E2-D5D63B23E300}" dt="2026-09-26T00:58:49.947" v="13789" actId="20577"/>
          <ac:spMkLst>
            <pc:docMk/>
            <pc:sldMk cId="1838751765" sldId="440"/>
            <ac:spMk id="2" creationId="{966242FA-52C8-72D4-C191-D70EE8B6F736}"/>
          </ac:spMkLst>
        </pc:spChg>
        <pc:spChg chg="del mod">
          <ac:chgData name="Li, Cong" userId="025630f4-267e-4cb3-8cd5-8795177f99f4" providerId="ADAL" clId="{929A2CC8-B112-421C-81E2-D5D63B23E300}" dt="2026-09-26T01:02:40.702" v="13819" actId="478"/>
          <ac:spMkLst>
            <pc:docMk/>
            <pc:sldMk cId="1838751765" sldId="440"/>
            <ac:spMk id="8" creationId="{1CDF5E3F-4438-3F4D-6BCD-B0E3AF4E6FD2}"/>
          </ac:spMkLst>
        </pc:spChg>
        <pc:spChg chg="add mod">
          <ac:chgData name="Li, Cong" userId="025630f4-267e-4cb3-8cd5-8795177f99f4" providerId="ADAL" clId="{929A2CC8-B112-421C-81E2-D5D63B23E300}" dt="2026-09-26T01:03:42.658" v="13866" actId="20577"/>
          <ac:spMkLst>
            <pc:docMk/>
            <pc:sldMk cId="1838751765" sldId="440"/>
            <ac:spMk id="9" creationId="{F5DAA8C5-CEA9-BF21-AE45-93514996F791}"/>
          </ac:spMkLst>
        </pc:spChg>
        <pc:spChg chg="add mod">
          <ac:chgData name="Li, Cong" userId="025630f4-267e-4cb3-8cd5-8795177f99f4" providerId="ADAL" clId="{929A2CC8-B112-421C-81E2-D5D63B23E300}" dt="2026-09-26T01:03:22.835" v="13827" actId="1035"/>
          <ac:spMkLst>
            <pc:docMk/>
            <pc:sldMk cId="1838751765" sldId="440"/>
            <ac:spMk id="10" creationId="{FF2BB047-BBEC-3752-228D-757DB4B5BC1E}"/>
          </ac:spMkLst>
        </pc:spChg>
        <pc:spChg chg="mod">
          <ac:chgData name="Li, Cong" userId="025630f4-267e-4cb3-8cd5-8795177f99f4" providerId="ADAL" clId="{929A2CC8-B112-421C-81E2-D5D63B23E300}" dt="2026-09-26T00:59:06.278" v="13818" actId="1035"/>
          <ac:spMkLst>
            <pc:docMk/>
            <pc:sldMk cId="1838751765" sldId="440"/>
            <ac:spMk id="11" creationId="{79483580-5AF0-B501-13C8-E6EC11AF9D8B}"/>
          </ac:spMkLst>
        </pc:spChg>
        <pc:spChg chg="del">
          <ac:chgData name="Li, Cong" userId="025630f4-267e-4cb3-8cd5-8795177f99f4" providerId="ADAL" clId="{929A2CC8-B112-421C-81E2-D5D63B23E300}" dt="2026-09-26T00:58:53.641" v="13790" actId="478"/>
          <ac:spMkLst>
            <pc:docMk/>
            <pc:sldMk cId="1838751765" sldId="440"/>
            <ac:spMk id="19" creationId="{CB0347E0-2AD8-0338-50C6-DBC6772FD5B5}"/>
          </ac:spMkLst>
        </pc:spChg>
        <pc:picChg chg="del">
          <ac:chgData name="Li, Cong" userId="025630f4-267e-4cb3-8cd5-8795177f99f4" providerId="ADAL" clId="{929A2CC8-B112-421C-81E2-D5D63B23E300}" dt="2026-09-26T00:58:05.332" v="13730" actId="478"/>
          <ac:picMkLst>
            <pc:docMk/>
            <pc:sldMk cId="1838751765" sldId="440"/>
            <ac:picMk id="4" creationId="{5784458E-741B-A4CB-5CC4-4BC81B1136C4}"/>
          </ac:picMkLst>
        </pc:picChg>
        <pc:picChg chg="add mod">
          <ac:chgData name="Li, Cong" userId="025630f4-267e-4cb3-8cd5-8795177f99f4" providerId="ADAL" clId="{929A2CC8-B112-421C-81E2-D5D63B23E300}" dt="2026-09-26T00:59:03.633" v="13817" actId="1036"/>
          <ac:picMkLst>
            <pc:docMk/>
            <pc:sldMk cId="1838751765" sldId="440"/>
            <ac:picMk id="5" creationId="{B5FCF194-F852-77B5-6CF6-64590325D7E9}"/>
          </ac:picMkLst>
        </pc:picChg>
        <pc:cxnChg chg="mod">
          <ac:chgData name="Li, Cong" userId="025630f4-267e-4cb3-8cd5-8795177f99f4" providerId="ADAL" clId="{929A2CC8-B112-421C-81E2-D5D63B23E300}" dt="2026-09-26T01:02:40.702" v="13819" actId="478"/>
          <ac:cxnSpMkLst>
            <pc:docMk/>
            <pc:sldMk cId="1838751765" sldId="440"/>
            <ac:cxnSpMk id="6" creationId="{DA53A391-0A0A-5972-ED48-F2FA1D352D72}"/>
          </ac:cxnSpMkLst>
        </pc:cxnChg>
        <pc:cxnChg chg="add mod">
          <ac:chgData name="Li, Cong" userId="025630f4-267e-4cb3-8cd5-8795177f99f4" providerId="ADAL" clId="{929A2CC8-B112-421C-81E2-D5D63B23E300}" dt="2026-09-26T01:03:31.763" v="13828" actId="1076"/>
          <ac:cxnSpMkLst>
            <pc:docMk/>
            <pc:sldMk cId="1838751765" sldId="440"/>
            <ac:cxnSpMk id="7" creationId="{5057F73A-A9DF-BE1C-09AD-06B196F3D30A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09-26T03:05:58.118" v="17772" actId="47"/>
        <pc:sldMkLst>
          <pc:docMk/>
          <pc:sldMk cId="3238252005" sldId="441"/>
        </pc:sldMkLst>
        <pc:spChg chg="mod">
          <ac:chgData name="Li, Cong" userId="025630f4-267e-4cb3-8cd5-8795177f99f4" providerId="ADAL" clId="{929A2CC8-B112-421C-81E2-D5D63B23E300}" dt="2026-09-26T01:37:12.351" v="15072" actId="20577"/>
          <ac:spMkLst>
            <pc:docMk/>
            <pc:sldMk cId="3238252005" sldId="441"/>
            <ac:spMk id="2" creationId="{02C1E15A-C3A4-DD17-09D3-CC2A14B46EEA}"/>
          </ac:spMkLst>
        </pc:spChg>
        <pc:spChg chg="mod">
          <ac:chgData name="Li, Cong" userId="025630f4-267e-4cb3-8cd5-8795177f99f4" providerId="ADAL" clId="{929A2CC8-B112-421C-81E2-D5D63B23E300}" dt="2026-09-26T01:38:20.437" v="15290" actId="20577"/>
          <ac:spMkLst>
            <pc:docMk/>
            <pc:sldMk cId="3238252005" sldId="441"/>
            <ac:spMk id="8" creationId="{D0892C1A-7306-FB4D-B748-FC267A9A8141}"/>
          </ac:spMkLst>
        </pc:spChg>
        <pc:spChg chg="add del mod">
          <ac:chgData name="Li, Cong" userId="025630f4-267e-4cb3-8cd5-8795177f99f4" providerId="ADAL" clId="{929A2CC8-B112-421C-81E2-D5D63B23E300}" dt="2026-09-26T01:37:35.192" v="15092" actId="478"/>
          <ac:spMkLst>
            <pc:docMk/>
            <pc:sldMk cId="3238252005" sldId="441"/>
            <ac:spMk id="12" creationId="{78C2E8A6-6D15-44D4-780E-9A5A2D7D4022}"/>
          </ac:spMkLst>
        </pc:spChg>
        <pc:spChg chg="add mod">
          <ac:chgData name="Li, Cong" userId="025630f4-267e-4cb3-8cd5-8795177f99f4" providerId="ADAL" clId="{929A2CC8-B112-421C-81E2-D5D63B23E300}" dt="2026-09-26T01:39:45.105" v="15373" actId="1076"/>
          <ac:spMkLst>
            <pc:docMk/>
            <pc:sldMk cId="3238252005" sldId="441"/>
            <ac:spMk id="16" creationId="{113A2E29-7AD8-504F-755C-2733FBFDD3AD}"/>
          </ac:spMkLst>
        </pc:spChg>
        <pc:spChg chg="del mod">
          <ac:chgData name="Li, Cong" userId="025630f4-267e-4cb3-8cd5-8795177f99f4" providerId="ADAL" clId="{929A2CC8-B112-421C-81E2-D5D63B23E300}" dt="2026-09-26T01:38:41.720" v="15294" actId="478"/>
          <ac:spMkLst>
            <pc:docMk/>
            <pc:sldMk cId="3238252005" sldId="441"/>
            <ac:spMk id="17" creationId="{E253A969-0EC5-AEF1-B68C-E45772DE417B}"/>
          </ac:spMkLst>
        </pc:spChg>
        <pc:spChg chg="add mod">
          <ac:chgData name="Li, Cong" userId="025630f4-267e-4cb3-8cd5-8795177f99f4" providerId="ADAL" clId="{929A2CC8-B112-421C-81E2-D5D63B23E300}" dt="2026-09-26T01:39:10.801" v="15299" actId="1076"/>
          <ac:spMkLst>
            <pc:docMk/>
            <pc:sldMk cId="3238252005" sldId="441"/>
            <ac:spMk id="18" creationId="{AD9A2166-5FC5-BF5E-5B70-5F88FE0A2474}"/>
          </ac:spMkLst>
        </pc:spChg>
        <pc:picChg chg="del">
          <ac:chgData name="Li, Cong" userId="025630f4-267e-4cb3-8cd5-8795177f99f4" providerId="ADAL" clId="{929A2CC8-B112-421C-81E2-D5D63B23E300}" dt="2026-09-25T08:13:41.203" v="10329" actId="478"/>
          <ac:picMkLst>
            <pc:docMk/>
            <pc:sldMk cId="3238252005" sldId="441"/>
            <ac:picMk id="4" creationId="{03FD2A2F-06E4-F7D8-8998-200AAB3156E2}"/>
          </ac:picMkLst>
        </pc:picChg>
        <pc:picChg chg="add del mod">
          <ac:chgData name="Li, Cong" userId="025630f4-267e-4cb3-8cd5-8795177f99f4" providerId="ADAL" clId="{929A2CC8-B112-421C-81E2-D5D63B23E300}" dt="2026-09-26T01:36:55.059" v="15032" actId="478"/>
          <ac:picMkLst>
            <pc:docMk/>
            <pc:sldMk cId="3238252005" sldId="441"/>
            <ac:picMk id="4" creationId="{CAE46E1D-E8DB-A7E7-4832-5F4F38077970}"/>
          </ac:picMkLst>
        </pc:picChg>
        <pc:picChg chg="add del mod">
          <ac:chgData name="Li, Cong" userId="025630f4-267e-4cb3-8cd5-8795177f99f4" providerId="ADAL" clId="{929A2CC8-B112-421C-81E2-D5D63B23E300}" dt="2026-09-26T01:21:49.144" v="14445" actId="478"/>
          <ac:picMkLst>
            <pc:docMk/>
            <pc:sldMk cId="3238252005" sldId="441"/>
            <ac:picMk id="5" creationId="{82FD2361-5F2D-EEB3-7A18-511CD525533E}"/>
          </ac:picMkLst>
        </pc:picChg>
        <pc:picChg chg="add del mod">
          <ac:chgData name="Li, Cong" userId="025630f4-267e-4cb3-8cd5-8795177f99f4" providerId="ADAL" clId="{929A2CC8-B112-421C-81E2-D5D63B23E300}" dt="2026-09-26T01:25:08.350" v="14604" actId="478"/>
          <ac:picMkLst>
            <pc:docMk/>
            <pc:sldMk cId="3238252005" sldId="441"/>
            <ac:picMk id="7" creationId="{65D40C05-92D2-3940-7BA1-4AB1B8F22271}"/>
          </ac:picMkLst>
        </pc:picChg>
        <pc:picChg chg="add del mod">
          <ac:chgData name="Li, Cong" userId="025630f4-267e-4cb3-8cd5-8795177f99f4" providerId="ADAL" clId="{929A2CC8-B112-421C-81E2-D5D63B23E300}" dt="2026-09-26T01:37:35.192" v="15092" actId="478"/>
          <ac:picMkLst>
            <pc:docMk/>
            <pc:sldMk cId="3238252005" sldId="441"/>
            <ac:picMk id="9" creationId="{08994D03-4F6D-38A1-1756-12D15731099C}"/>
          </ac:picMkLst>
        </pc:picChg>
        <pc:picChg chg="add del mod">
          <ac:chgData name="Li, Cong" userId="025630f4-267e-4cb3-8cd5-8795177f99f4" providerId="ADAL" clId="{929A2CC8-B112-421C-81E2-D5D63B23E300}" dt="2026-09-26T01:37:35.192" v="15092" actId="478"/>
          <ac:picMkLst>
            <pc:docMk/>
            <pc:sldMk cId="3238252005" sldId="441"/>
            <ac:picMk id="11" creationId="{410B6897-B642-ADFB-AD3D-0DE5993C456D}"/>
          </ac:picMkLst>
        </pc:picChg>
        <pc:picChg chg="del">
          <ac:chgData name="Li, Cong" userId="025630f4-267e-4cb3-8cd5-8795177f99f4" providerId="ADAL" clId="{929A2CC8-B112-421C-81E2-D5D63B23E300}" dt="2026-09-25T08:14:57.444" v="10408" actId="478"/>
          <ac:picMkLst>
            <pc:docMk/>
            <pc:sldMk cId="3238252005" sldId="441"/>
            <ac:picMk id="12" creationId="{96603F87-04AF-BEE5-A930-8E547B441249}"/>
          </ac:picMkLst>
        </pc:picChg>
        <pc:picChg chg="add mod">
          <ac:chgData name="Li, Cong" userId="025630f4-267e-4cb3-8cd5-8795177f99f4" providerId="ADAL" clId="{929A2CC8-B112-421C-81E2-D5D63B23E300}" dt="2026-09-26T01:38:25.269" v="15293" actId="1035"/>
          <ac:picMkLst>
            <pc:docMk/>
            <pc:sldMk cId="3238252005" sldId="441"/>
            <ac:picMk id="14" creationId="{488350E3-B2B5-04C2-063D-0BC517EEBBE6}"/>
          </ac:picMkLst>
        </pc:picChg>
        <pc:cxnChg chg="add mod">
          <ac:chgData name="Li, Cong" userId="025630f4-267e-4cb3-8cd5-8795177f99f4" providerId="ADAL" clId="{929A2CC8-B112-421C-81E2-D5D63B23E300}" dt="2026-09-26T01:39:45.105" v="15373" actId="1076"/>
          <ac:cxnSpMkLst>
            <pc:docMk/>
            <pc:sldMk cId="3238252005" sldId="441"/>
            <ac:cxnSpMk id="15" creationId="{124316DB-16A8-E4F5-D01C-01E1DA64292B}"/>
          </ac:cxnSpMkLst>
        </pc:cxnChg>
      </pc:sldChg>
      <pc:sldChg chg="addSp modSp add mod modAnim">
        <pc:chgData name="Li, Cong" userId="025630f4-267e-4cb3-8cd5-8795177f99f4" providerId="ADAL" clId="{929A2CC8-B112-421C-81E2-D5D63B23E300}" dt="2026-09-26T03:24:09.132" v="18200"/>
        <pc:sldMkLst>
          <pc:docMk/>
          <pc:sldMk cId="485119384" sldId="442"/>
        </pc:sldMkLst>
        <pc:spChg chg="mod">
          <ac:chgData name="Li, Cong" userId="025630f4-267e-4cb3-8cd5-8795177f99f4" providerId="ADAL" clId="{929A2CC8-B112-421C-81E2-D5D63B23E300}" dt="2026-09-26T03:23:10.965" v="18185" actId="20577"/>
          <ac:spMkLst>
            <pc:docMk/>
            <pc:sldMk cId="485119384" sldId="442"/>
            <ac:spMk id="2" creationId="{E06EB9F4-D452-45BE-05FE-3051CAD8C599}"/>
          </ac:spMkLst>
        </pc:spChg>
        <pc:spChg chg="add mod">
          <ac:chgData name="Li, Cong" userId="025630f4-267e-4cb3-8cd5-8795177f99f4" providerId="ADAL" clId="{929A2CC8-B112-421C-81E2-D5D63B23E300}" dt="2026-09-26T03:24:02.106" v="18199" actId="1035"/>
          <ac:spMkLst>
            <pc:docMk/>
            <pc:sldMk cId="485119384" sldId="442"/>
            <ac:spMk id="7" creationId="{65CD3722-D490-05BC-2DB6-399A6EB88E8B}"/>
          </ac:spMkLst>
        </pc:spChg>
        <pc:picChg chg="add mod">
          <ac:chgData name="Li, Cong" userId="025630f4-267e-4cb3-8cd5-8795177f99f4" providerId="ADAL" clId="{929A2CC8-B112-421C-81E2-D5D63B23E300}" dt="2026-09-26T03:23:55.779" v="18196" actId="1036"/>
          <ac:picMkLst>
            <pc:docMk/>
            <pc:sldMk cId="485119384" sldId="442"/>
            <ac:picMk id="5" creationId="{7A52E20A-050F-F363-8B3C-5A8BF4FA9BA4}"/>
          </ac:picMkLst>
        </pc:picChg>
      </pc:sldChg>
      <pc:sldChg chg="addSp delSp modSp add del mod delAnim modAnim">
        <pc:chgData name="Li, Cong" userId="025630f4-267e-4cb3-8cd5-8795177f99f4" providerId="ADAL" clId="{929A2CC8-B112-421C-81E2-D5D63B23E300}" dt="2026-09-26T03:22:54.445" v="18138" actId="2696"/>
        <pc:sldMkLst>
          <pc:docMk/>
          <pc:sldMk cId="3225962670" sldId="442"/>
        </pc:sldMkLst>
        <pc:spChg chg="mod">
          <ac:chgData name="Li, Cong" userId="025630f4-267e-4cb3-8cd5-8795177f99f4" providerId="ADAL" clId="{929A2CC8-B112-421C-81E2-D5D63B23E300}" dt="2026-09-25T08:34:18.983" v="10975" actId="20577"/>
          <ac:spMkLst>
            <pc:docMk/>
            <pc:sldMk cId="3225962670" sldId="442"/>
            <ac:spMk id="2" creationId="{E06EB9F4-D452-45BE-05FE-3051CAD8C599}"/>
          </ac:spMkLst>
        </pc:spChg>
        <pc:spChg chg="add del mod">
          <ac:chgData name="Li, Cong" userId="025630f4-267e-4cb3-8cd5-8795177f99f4" providerId="ADAL" clId="{929A2CC8-B112-421C-81E2-D5D63B23E300}" dt="2026-09-26T02:20:11.171" v="16983" actId="478"/>
          <ac:spMkLst>
            <pc:docMk/>
            <pc:sldMk cId="3225962670" sldId="442"/>
            <ac:spMk id="7" creationId="{4BD079F1-0FD9-83DA-F66E-FD0AC56C4663}"/>
          </ac:spMkLst>
        </pc:spChg>
        <pc:spChg chg="del">
          <ac:chgData name="Li, Cong" userId="025630f4-267e-4cb3-8cd5-8795177f99f4" providerId="ADAL" clId="{929A2CC8-B112-421C-81E2-D5D63B23E300}" dt="2026-09-25T08:34:30.542" v="10977" actId="478"/>
          <ac:spMkLst>
            <pc:docMk/>
            <pc:sldMk cId="3225962670" sldId="442"/>
            <ac:spMk id="9" creationId="{D39ACC97-B76B-1CDD-6571-BE742853395B}"/>
          </ac:spMkLst>
        </pc:spChg>
        <pc:spChg chg="del">
          <ac:chgData name="Li, Cong" userId="025630f4-267e-4cb3-8cd5-8795177f99f4" providerId="ADAL" clId="{929A2CC8-B112-421C-81E2-D5D63B23E300}" dt="2026-09-25T08:34:30.542" v="10977" actId="478"/>
          <ac:spMkLst>
            <pc:docMk/>
            <pc:sldMk cId="3225962670" sldId="442"/>
            <ac:spMk id="13" creationId="{F79143E1-4B84-1638-A9A3-A81C362BC6B2}"/>
          </ac:spMkLst>
        </pc:spChg>
        <pc:spChg chg="mod">
          <ac:chgData name="Li, Cong" userId="025630f4-267e-4cb3-8cd5-8795177f99f4" providerId="ADAL" clId="{929A2CC8-B112-421C-81E2-D5D63B23E300}" dt="2026-09-26T03:12:53.752" v="18039" actId="20577"/>
          <ac:spMkLst>
            <pc:docMk/>
            <pc:sldMk cId="3225962670" sldId="442"/>
            <ac:spMk id="30" creationId="{023AE913-03C5-0FDE-05D2-F35469DD88C5}"/>
          </ac:spMkLst>
        </pc:spChg>
        <pc:picChg chg="add mod">
          <ac:chgData name="Li, Cong" userId="025630f4-267e-4cb3-8cd5-8795177f99f4" providerId="ADAL" clId="{929A2CC8-B112-421C-81E2-D5D63B23E300}" dt="2026-09-26T03:12:58.327" v="18043" actId="1035"/>
          <ac:picMkLst>
            <pc:docMk/>
            <pc:sldMk cId="3225962670" sldId="442"/>
            <ac:picMk id="4" creationId="{61FE3C89-CAC8-1D82-5F2E-7BE14E8CC6A7}"/>
          </ac:picMkLst>
        </pc:picChg>
        <pc:picChg chg="add del mod">
          <ac:chgData name="Li, Cong" userId="025630f4-267e-4cb3-8cd5-8795177f99f4" providerId="ADAL" clId="{929A2CC8-B112-421C-81E2-D5D63B23E300}" dt="2026-09-26T02:19:43.704" v="16904" actId="478"/>
          <ac:picMkLst>
            <pc:docMk/>
            <pc:sldMk cId="3225962670" sldId="442"/>
            <ac:picMk id="4" creationId="{85A630A8-9AD1-5095-46E0-952DCE33B65A}"/>
          </ac:picMkLst>
        </pc:picChg>
        <pc:picChg chg="add del mod">
          <ac:chgData name="Li, Cong" userId="025630f4-267e-4cb3-8cd5-8795177f99f4" providerId="ADAL" clId="{929A2CC8-B112-421C-81E2-D5D63B23E300}" dt="2026-09-26T02:19:18.766" v="16903" actId="478"/>
          <ac:picMkLst>
            <pc:docMk/>
            <pc:sldMk cId="3225962670" sldId="442"/>
            <ac:picMk id="5" creationId="{2BDD84E2-C8FC-A0D9-D8EA-C6ABABC7E70A}"/>
          </ac:picMkLst>
        </pc:picChg>
        <pc:picChg chg="del">
          <ac:chgData name="Li, Cong" userId="025630f4-267e-4cb3-8cd5-8795177f99f4" providerId="ADAL" clId="{929A2CC8-B112-421C-81E2-D5D63B23E300}" dt="2026-09-25T08:34:30.542" v="10977" actId="478"/>
          <ac:picMkLst>
            <pc:docMk/>
            <pc:sldMk cId="3225962670" sldId="442"/>
            <ac:picMk id="5" creationId="{B65B441B-E647-5F93-D0B7-53EBF3F522BF}"/>
          </ac:picMkLst>
        </pc:picChg>
        <pc:picChg chg="add del mod">
          <ac:chgData name="Li, Cong" userId="025630f4-267e-4cb3-8cd5-8795177f99f4" providerId="ADAL" clId="{929A2CC8-B112-421C-81E2-D5D63B23E300}" dt="2026-09-26T03:12:21.045" v="17949" actId="478"/>
          <ac:picMkLst>
            <pc:docMk/>
            <pc:sldMk cId="3225962670" sldId="442"/>
            <ac:picMk id="8" creationId="{7618F25D-C027-ED40-695C-D4CC61ECE644}"/>
          </ac:picMkLst>
        </pc:picChg>
        <pc:picChg chg="del">
          <ac:chgData name="Li, Cong" userId="025630f4-267e-4cb3-8cd5-8795177f99f4" providerId="ADAL" clId="{929A2CC8-B112-421C-81E2-D5D63B23E300}" dt="2026-09-25T08:34:30.542" v="10977" actId="478"/>
          <ac:picMkLst>
            <pc:docMk/>
            <pc:sldMk cId="3225962670" sldId="442"/>
            <ac:picMk id="28" creationId="{0F23E136-1EF3-5636-8D41-AF728D19D608}"/>
          </ac:picMkLst>
        </pc:picChg>
        <pc:picChg chg="del mod">
          <ac:chgData name="Li, Cong" userId="025630f4-267e-4cb3-8cd5-8795177f99f4" providerId="ADAL" clId="{929A2CC8-B112-421C-81E2-D5D63B23E300}" dt="2026-09-26T02:18:55.896" v="16898" actId="478"/>
          <ac:picMkLst>
            <pc:docMk/>
            <pc:sldMk cId="3225962670" sldId="442"/>
            <ac:picMk id="32" creationId="{59DA7D4D-78ED-E599-6BBD-5F6C26BDEE31}"/>
          </ac:picMkLst>
        </pc:picChg>
        <pc:picChg chg="del">
          <ac:chgData name="Li, Cong" userId="025630f4-267e-4cb3-8cd5-8795177f99f4" providerId="ADAL" clId="{929A2CC8-B112-421C-81E2-D5D63B23E300}" dt="2026-09-25T08:34:27.734" v="10976" actId="478"/>
          <ac:picMkLst>
            <pc:docMk/>
            <pc:sldMk cId="3225962670" sldId="442"/>
            <ac:picMk id="34" creationId="{844384EC-34BF-637A-CAEB-9F1A6FA3005B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9-26T03:16:56.640" v="18132"/>
        <pc:sldMkLst>
          <pc:docMk/>
          <pc:sldMk cId="1908927989" sldId="443"/>
        </pc:sldMkLst>
        <pc:spChg chg="mod">
          <ac:chgData name="Li, Cong" userId="025630f4-267e-4cb3-8cd5-8795177f99f4" providerId="ADAL" clId="{929A2CC8-B112-421C-81E2-D5D63B23E300}" dt="2026-09-25T08:57:30.246" v="11993" actId="20577"/>
          <ac:spMkLst>
            <pc:docMk/>
            <pc:sldMk cId="1908927989" sldId="443"/>
            <ac:spMk id="2" creationId="{3254D8A8-4E72-6A6A-EB06-106D88F820E2}"/>
          </ac:spMkLst>
        </pc:spChg>
        <pc:spChg chg="add mod">
          <ac:chgData name="Li, Cong" userId="025630f4-267e-4cb3-8cd5-8795177f99f4" providerId="ADAL" clId="{929A2CC8-B112-421C-81E2-D5D63B23E300}" dt="2026-09-26T03:16:46.668" v="18128" actId="1035"/>
          <ac:spMkLst>
            <pc:docMk/>
            <pc:sldMk cId="1908927989" sldId="443"/>
            <ac:spMk id="6" creationId="{E1E0E9C9-3D74-A174-AD19-D5AB1C94B88E}"/>
          </ac:spMkLst>
        </pc:spChg>
        <pc:spChg chg="del mod">
          <ac:chgData name="Li, Cong" userId="025630f4-267e-4cb3-8cd5-8795177f99f4" providerId="ADAL" clId="{929A2CC8-B112-421C-81E2-D5D63B23E300}" dt="2026-09-26T02:22:08.020" v="17132" actId="478"/>
          <ac:spMkLst>
            <pc:docMk/>
            <pc:sldMk cId="1908927989" sldId="443"/>
            <ac:spMk id="7" creationId="{10C5AE4D-421A-A339-47D5-48E9400B3688}"/>
          </ac:spMkLst>
        </pc:spChg>
        <pc:spChg chg="add mod">
          <ac:chgData name="Li, Cong" userId="025630f4-267e-4cb3-8cd5-8795177f99f4" providerId="ADAL" clId="{929A2CC8-B112-421C-81E2-D5D63B23E300}" dt="2026-09-26T03:16:05.701" v="18052" actId="1035"/>
          <ac:spMkLst>
            <pc:docMk/>
            <pc:sldMk cId="1908927989" sldId="443"/>
            <ac:spMk id="11" creationId="{B13CDD41-0417-962B-3012-E1C341E367DC}"/>
          </ac:spMkLst>
        </pc:spChg>
        <pc:spChg chg="mod">
          <ac:chgData name="Li, Cong" userId="025630f4-267e-4cb3-8cd5-8795177f99f4" providerId="ADAL" clId="{929A2CC8-B112-421C-81E2-D5D63B23E300}" dt="2026-09-26T02:22:14.734" v="17141" actId="1035"/>
          <ac:spMkLst>
            <pc:docMk/>
            <pc:sldMk cId="1908927989" sldId="443"/>
            <ac:spMk id="30" creationId="{176C6F40-9B00-9663-BA5C-0D5893923734}"/>
          </ac:spMkLst>
        </pc:spChg>
        <pc:picChg chg="del">
          <ac:chgData name="Li, Cong" userId="025630f4-267e-4cb3-8cd5-8795177f99f4" providerId="ADAL" clId="{929A2CC8-B112-421C-81E2-D5D63B23E300}" dt="2026-09-25T08:48:20.402" v="11486" actId="478"/>
          <ac:picMkLst>
            <pc:docMk/>
            <pc:sldMk cId="1908927989" sldId="443"/>
            <ac:picMk id="4" creationId="{4221D307-E7DF-F80D-9ABE-5BF2E16D5158}"/>
          </ac:picMkLst>
        </pc:picChg>
        <pc:picChg chg="add mod">
          <ac:chgData name="Li, Cong" userId="025630f4-267e-4cb3-8cd5-8795177f99f4" providerId="ADAL" clId="{929A2CC8-B112-421C-81E2-D5D63B23E300}" dt="2026-09-26T02:22:25.122" v="17150" actId="1035"/>
          <ac:picMkLst>
            <pc:docMk/>
            <pc:sldMk cId="1908927989" sldId="443"/>
            <ac:picMk id="4" creationId="{B34A9382-52C1-19C6-ED25-820D705CF29C}"/>
          </ac:picMkLst>
        </pc:picChg>
        <pc:picChg chg="add del mod">
          <ac:chgData name="Li, Cong" userId="025630f4-267e-4cb3-8cd5-8795177f99f4" providerId="ADAL" clId="{929A2CC8-B112-421C-81E2-D5D63B23E300}" dt="2026-09-26T02:21:22.091" v="17020" actId="478"/>
          <ac:picMkLst>
            <pc:docMk/>
            <pc:sldMk cId="1908927989" sldId="443"/>
            <ac:picMk id="5" creationId="{C5B9DEDC-9330-6E53-223C-003CCA004737}"/>
          </ac:picMkLst>
        </pc:picChg>
        <pc:picChg chg="add mod">
          <ac:chgData name="Li, Cong" userId="025630f4-267e-4cb3-8cd5-8795177f99f4" providerId="ADAL" clId="{929A2CC8-B112-421C-81E2-D5D63B23E300}" dt="2026-09-26T03:16:46.668" v="18128" actId="1035"/>
          <ac:picMkLst>
            <pc:docMk/>
            <pc:sldMk cId="1908927989" sldId="443"/>
            <ac:picMk id="5" creationId="{E8FD3B70-9950-DCCC-4F42-B344E83C7512}"/>
          </ac:picMkLst>
        </pc:picChg>
        <pc:picChg chg="add del mod">
          <ac:chgData name="Li, Cong" userId="025630f4-267e-4cb3-8cd5-8795177f99f4" providerId="ADAL" clId="{929A2CC8-B112-421C-81E2-D5D63B23E300}" dt="2026-09-26T02:21:32.709" v="17024" actId="478"/>
          <ac:picMkLst>
            <pc:docMk/>
            <pc:sldMk cId="1908927989" sldId="443"/>
            <ac:picMk id="8" creationId="{D1E85743-7A81-337E-0EA0-B906FB2001C5}"/>
          </ac:picMkLst>
        </pc:picChg>
        <pc:picChg chg="add del mod">
          <ac:chgData name="Li, Cong" userId="025630f4-267e-4cb3-8cd5-8795177f99f4" providerId="ADAL" clId="{929A2CC8-B112-421C-81E2-D5D63B23E300}" dt="2026-09-25T08:54:55.315" v="11832" actId="478"/>
          <ac:picMkLst>
            <pc:docMk/>
            <pc:sldMk cId="1908927989" sldId="443"/>
            <ac:picMk id="10" creationId="{97396EAC-F4A3-8A17-2B88-86F2012B66C0}"/>
          </ac:picMkLst>
        </pc:picChg>
        <pc:picChg chg="add mod">
          <ac:chgData name="Li, Cong" userId="025630f4-267e-4cb3-8cd5-8795177f99f4" providerId="ADAL" clId="{929A2CC8-B112-421C-81E2-D5D63B23E300}" dt="2026-09-26T03:16:05.701" v="18052" actId="1035"/>
          <ac:picMkLst>
            <pc:docMk/>
            <pc:sldMk cId="1908927989" sldId="443"/>
            <ac:picMk id="13" creationId="{C23C398D-06B1-27DD-9365-80E5A1E39E66}"/>
          </ac:picMkLst>
        </pc:picChg>
        <pc:picChg chg="del">
          <ac:chgData name="Li, Cong" userId="025630f4-267e-4cb3-8cd5-8795177f99f4" providerId="ADAL" clId="{929A2CC8-B112-421C-81E2-D5D63B23E300}" dt="2026-09-25T08:48:19.646" v="11485" actId="478"/>
          <ac:picMkLst>
            <pc:docMk/>
            <pc:sldMk cId="1908927989" sldId="443"/>
            <ac:picMk id="32" creationId="{F714F61C-CBF3-FFC3-A03F-625E7F4B271F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9-26T03:36:30.705" v="18801"/>
        <pc:sldMkLst>
          <pc:docMk/>
          <pc:sldMk cId="2237640282" sldId="444"/>
        </pc:sldMkLst>
        <pc:spChg chg="mod">
          <ac:chgData name="Li, Cong" userId="025630f4-267e-4cb3-8cd5-8795177f99f4" providerId="ADAL" clId="{929A2CC8-B112-421C-81E2-D5D63B23E300}" dt="2026-09-26T03:26:21.232" v="18231" actId="20577"/>
          <ac:spMkLst>
            <pc:docMk/>
            <pc:sldMk cId="2237640282" sldId="444"/>
            <ac:spMk id="2" creationId="{82E6C604-253E-F7AF-6354-3C5D06F4C503}"/>
          </ac:spMkLst>
        </pc:spChg>
        <pc:spChg chg="del">
          <ac:chgData name="Li, Cong" userId="025630f4-267e-4cb3-8cd5-8795177f99f4" providerId="ADAL" clId="{929A2CC8-B112-421C-81E2-D5D63B23E300}" dt="2026-09-25T08:59:15.594" v="12065" actId="478"/>
          <ac:spMkLst>
            <pc:docMk/>
            <pc:sldMk cId="2237640282" sldId="444"/>
            <ac:spMk id="7" creationId="{F9D1028C-F1B6-6CDA-CC41-4AC214223430}"/>
          </ac:spMkLst>
        </pc:spChg>
        <pc:spChg chg="add mod">
          <ac:chgData name="Li, Cong" userId="025630f4-267e-4cb3-8cd5-8795177f99f4" providerId="ADAL" clId="{929A2CC8-B112-421C-81E2-D5D63B23E300}" dt="2026-09-26T03:32:46.584" v="18615" actId="1076"/>
          <ac:spMkLst>
            <pc:docMk/>
            <pc:sldMk cId="2237640282" sldId="444"/>
            <ac:spMk id="11" creationId="{126EBE89-68CC-A2E8-EE47-6EDB6C3E45A4}"/>
          </ac:spMkLst>
        </pc:spChg>
        <pc:spChg chg="del">
          <ac:chgData name="Li, Cong" userId="025630f4-267e-4cb3-8cd5-8795177f99f4" providerId="ADAL" clId="{929A2CC8-B112-421C-81E2-D5D63B23E300}" dt="2026-09-25T08:59:15.594" v="12065" actId="478"/>
          <ac:spMkLst>
            <pc:docMk/>
            <pc:sldMk cId="2237640282" sldId="444"/>
            <ac:spMk id="11" creationId="{79E79649-6549-FEAA-202A-CE9FCB0534F1}"/>
          </ac:spMkLst>
        </pc:spChg>
        <pc:spChg chg="add mod">
          <ac:chgData name="Li, Cong" userId="025630f4-267e-4cb3-8cd5-8795177f99f4" providerId="ADAL" clId="{929A2CC8-B112-421C-81E2-D5D63B23E300}" dt="2026-09-26T03:36:26.605" v="18800" actId="1036"/>
          <ac:spMkLst>
            <pc:docMk/>
            <pc:sldMk cId="2237640282" sldId="444"/>
            <ac:spMk id="13" creationId="{1CA3C19F-B011-BF27-162C-03F90D1D73BD}"/>
          </ac:spMkLst>
        </pc:spChg>
        <pc:spChg chg="mod">
          <ac:chgData name="Li, Cong" userId="025630f4-267e-4cb3-8cd5-8795177f99f4" providerId="ADAL" clId="{929A2CC8-B112-421C-81E2-D5D63B23E300}" dt="2026-09-26T03:31:34.026" v="18407" actId="1035"/>
          <ac:spMkLst>
            <pc:docMk/>
            <pc:sldMk cId="2237640282" sldId="444"/>
            <ac:spMk id="30" creationId="{99654046-1030-952A-9A82-CC0797C799D4}"/>
          </ac:spMkLst>
        </pc:spChg>
        <pc:picChg chg="add mod">
          <ac:chgData name="Li, Cong" userId="025630f4-267e-4cb3-8cd5-8795177f99f4" providerId="ADAL" clId="{929A2CC8-B112-421C-81E2-D5D63B23E300}" dt="2026-09-26T03:31:34.026" v="18407" actId="1035"/>
          <ac:picMkLst>
            <pc:docMk/>
            <pc:sldMk cId="2237640282" sldId="444"/>
            <ac:picMk id="4" creationId="{784ACF81-6167-4132-0161-2E6FA5BD3601}"/>
          </ac:picMkLst>
        </pc:picChg>
        <pc:picChg chg="add del mod">
          <ac:chgData name="Li, Cong" userId="025630f4-267e-4cb3-8cd5-8795177f99f4" providerId="ADAL" clId="{929A2CC8-B112-421C-81E2-D5D63B23E300}" dt="2026-09-26T02:24:46.404" v="17171" actId="478"/>
          <ac:picMkLst>
            <pc:docMk/>
            <pc:sldMk cId="2237640282" sldId="444"/>
            <ac:picMk id="4" creationId="{9D3F61F2-C6A1-ADC7-9E75-0947B4166B02}"/>
          </ac:picMkLst>
        </pc:picChg>
        <pc:picChg chg="add del mod">
          <ac:chgData name="Li, Cong" userId="025630f4-267e-4cb3-8cd5-8795177f99f4" providerId="ADAL" clId="{929A2CC8-B112-421C-81E2-D5D63B23E300}" dt="2026-09-26T03:27:26.425" v="18346" actId="478"/>
          <ac:picMkLst>
            <pc:docMk/>
            <pc:sldMk cId="2237640282" sldId="444"/>
            <ac:picMk id="5" creationId="{16766033-39E7-7E24-ED2C-A51812860A53}"/>
          </ac:picMkLst>
        </pc:picChg>
        <pc:picChg chg="del">
          <ac:chgData name="Li, Cong" userId="025630f4-267e-4cb3-8cd5-8795177f99f4" providerId="ADAL" clId="{929A2CC8-B112-421C-81E2-D5D63B23E300}" dt="2026-09-25T08:59:15.594" v="12065" actId="478"/>
          <ac:picMkLst>
            <pc:docMk/>
            <pc:sldMk cId="2237640282" sldId="444"/>
            <ac:picMk id="5" creationId="{3F32806B-E115-84A1-5D90-E5C0667AFF4F}"/>
          </ac:picMkLst>
        </pc:picChg>
        <pc:picChg chg="add mod">
          <ac:chgData name="Li, Cong" userId="025630f4-267e-4cb3-8cd5-8795177f99f4" providerId="ADAL" clId="{929A2CC8-B112-421C-81E2-D5D63B23E300}" dt="2026-09-26T03:31:06.574" v="18398" actId="1076"/>
          <ac:picMkLst>
            <pc:docMk/>
            <pc:sldMk cId="2237640282" sldId="444"/>
            <ac:picMk id="7" creationId="{A8D9B7D7-56F3-D17F-D311-3B7F88D0741F}"/>
          </ac:picMkLst>
        </pc:picChg>
        <pc:picChg chg="del">
          <ac:chgData name="Li, Cong" userId="025630f4-267e-4cb3-8cd5-8795177f99f4" providerId="ADAL" clId="{929A2CC8-B112-421C-81E2-D5D63B23E300}" dt="2026-09-25T08:59:15.594" v="12065" actId="478"/>
          <ac:picMkLst>
            <pc:docMk/>
            <pc:sldMk cId="2237640282" sldId="444"/>
            <ac:picMk id="8" creationId="{87D9A958-D1AA-5C83-7DB2-D7810151A165}"/>
          </ac:picMkLst>
        </pc:picChg>
        <pc:picChg chg="add mod">
          <ac:chgData name="Li, Cong" userId="025630f4-267e-4cb3-8cd5-8795177f99f4" providerId="ADAL" clId="{929A2CC8-B112-421C-81E2-D5D63B23E300}" dt="2026-09-26T03:36:26.605" v="18800" actId="1036"/>
          <ac:picMkLst>
            <pc:docMk/>
            <pc:sldMk cId="2237640282" sldId="444"/>
            <ac:picMk id="9" creationId="{DF6FB707-7CAB-1E0E-BC88-AD6C38FC4A6F}"/>
          </ac:picMkLst>
        </pc:picChg>
        <pc:picChg chg="del">
          <ac:chgData name="Li, Cong" userId="025630f4-267e-4cb3-8cd5-8795177f99f4" providerId="ADAL" clId="{929A2CC8-B112-421C-81E2-D5D63B23E300}" dt="2026-09-25T08:59:15.594" v="12065" actId="478"/>
          <ac:picMkLst>
            <pc:docMk/>
            <pc:sldMk cId="2237640282" sldId="444"/>
            <ac:picMk id="13" creationId="{DE63CCDC-5071-AE65-CF50-41C8F052AB42}"/>
          </ac:picMkLst>
        </pc:picChg>
      </pc:sldChg>
      <pc:sldChg chg="addSp delSp modSp add del mod modAnim">
        <pc:chgData name="Li, Cong" userId="025630f4-267e-4cb3-8cd5-8795177f99f4" providerId="ADAL" clId="{929A2CC8-B112-421C-81E2-D5D63B23E300}" dt="2026-09-26T02:37:53.622" v="17647" actId="47"/>
        <pc:sldMkLst>
          <pc:docMk/>
          <pc:sldMk cId="777704818" sldId="445"/>
        </pc:sldMkLst>
        <pc:spChg chg="mod">
          <ac:chgData name="Li, Cong" userId="025630f4-267e-4cb3-8cd5-8795177f99f4" providerId="ADAL" clId="{929A2CC8-B112-421C-81E2-D5D63B23E300}" dt="2026-09-25T09:09:19.317" v="12766" actId="313"/>
          <ac:spMkLst>
            <pc:docMk/>
            <pc:sldMk cId="777704818" sldId="445"/>
            <ac:spMk id="2" creationId="{0E297844-361F-EDF3-A948-27278B30F841}"/>
          </ac:spMkLst>
        </pc:spChg>
        <pc:spChg chg="add mod">
          <ac:chgData name="Li, Cong" userId="025630f4-267e-4cb3-8cd5-8795177f99f4" providerId="ADAL" clId="{929A2CC8-B112-421C-81E2-D5D63B23E300}" dt="2026-09-25T09:06:18.491" v="12499" actId="1036"/>
          <ac:spMkLst>
            <pc:docMk/>
            <pc:sldMk cId="777704818" sldId="445"/>
            <ac:spMk id="9" creationId="{DFF06B1E-81BF-F786-5FBE-A8E7F1F62F22}"/>
          </ac:spMkLst>
        </pc:spChg>
        <pc:spChg chg="add mod">
          <ac:chgData name="Li, Cong" userId="025630f4-267e-4cb3-8cd5-8795177f99f4" providerId="ADAL" clId="{929A2CC8-B112-421C-81E2-D5D63B23E300}" dt="2026-09-25T09:07:39.341" v="12625" actId="20577"/>
          <ac:spMkLst>
            <pc:docMk/>
            <pc:sldMk cId="777704818" sldId="445"/>
            <ac:spMk id="13" creationId="{F65B906D-9DF1-32D3-653E-87B1CC0E711B}"/>
          </ac:spMkLst>
        </pc:spChg>
        <pc:spChg chg="add mod">
          <ac:chgData name="Li, Cong" userId="025630f4-267e-4cb3-8cd5-8795177f99f4" providerId="ADAL" clId="{929A2CC8-B112-421C-81E2-D5D63B23E300}" dt="2026-09-25T09:09:14.573" v="12765" actId="20577"/>
          <ac:spMkLst>
            <pc:docMk/>
            <pc:sldMk cId="777704818" sldId="445"/>
            <ac:spMk id="15" creationId="{2F8CEEB6-1F5A-88AA-DB81-67960B4A4C34}"/>
          </ac:spMkLst>
        </pc:spChg>
        <pc:spChg chg="mod">
          <ac:chgData name="Li, Cong" userId="025630f4-267e-4cb3-8cd5-8795177f99f4" providerId="ADAL" clId="{929A2CC8-B112-421C-81E2-D5D63B23E300}" dt="2026-09-25T09:04:03.196" v="12378" actId="6549"/>
          <ac:spMkLst>
            <pc:docMk/>
            <pc:sldMk cId="777704818" sldId="445"/>
            <ac:spMk id="30" creationId="{86D90F2E-B16E-ABF9-14DB-590593C2374A}"/>
          </ac:spMkLst>
        </pc:spChg>
        <pc:picChg chg="del">
          <ac:chgData name="Li, Cong" userId="025630f4-267e-4cb3-8cd5-8795177f99f4" providerId="ADAL" clId="{929A2CC8-B112-421C-81E2-D5D63B23E300}" dt="2026-09-25T09:03:41.788" v="12347" actId="478"/>
          <ac:picMkLst>
            <pc:docMk/>
            <pc:sldMk cId="777704818" sldId="445"/>
            <ac:picMk id="4" creationId="{E185D82B-6974-C0EF-F8DF-BC3AD3DC6598}"/>
          </ac:picMkLst>
        </pc:picChg>
        <pc:picChg chg="add mod">
          <ac:chgData name="Li, Cong" userId="025630f4-267e-4cb3-8cd5-8795177f99f4" providerId="ADAL" clId="{929A2CC8-B112-421C-81E2-D5D63B23E300}" dt="2026-09-25T09:04:08.140" v="12398" actId="1036"/>
          <ac:picMkLst>
            <pc:docMk/>
            <pc:sldMk cId="777704818" sldId="445"/>
            <ac:picMk id="5" creationId="{40F204D5-FB3C-747A-3774-39FBAEBF1DE5}"/>
          </ac:picMkLst>
        </pc:picChg>
        <pc:picChg chg="add mod">
          <ac:chgData name="Li, Cong" userId="025630f4-267e-4cb3-8cd5-8795177f99f4" providerId="ADAL" clId="{929A2CC8-B112-421C-81E2-D5D63B23E300}" dt="2026-09-25T09:06:18.491" v="12499" actId="1036"/>
          <ac:picMkLst>
            <pc:docMk/>
            <pc:sldMk cId="777704818" sldId="445"/>
            <ac:picMk id="7" creationId="{CC1A73D4-D90D-30AA-A82D-141D00A7D86C}"/>
          </ac:picMkLst>
        </pc:picChg>
        <pc:picChg chg="add mod">
          <ac:chgData name="Li, Cong" userId="025630f4-267e-4cb3-8cd5-8795177f99f4" providerId="ADAL" clId="{929A2CC8-B112-421C-81E2-D5D63B23E300}" dt="2026-09-25T09:07:42.598" v="12628" actId="1035"/>
          <ac:picMkLst>
            <pc:docMk/>
            <pc:sldMk cId="777704818" sldId="445"/>
            <ac:picMk id="11" creationId="{54071B78-55D1-3F65-32D3-2197D351408B}"/>
          </ac:picMkLst>
        </pc:picChg>
        <pc:picChg chg="add mod">
          <ac:chgData name="Li, Cong" userId="025630f4-267e-4cb3-8cd5-8795177f99f4" providerId="ADAL" clId="{929A2CC8-B112-421C-81E2-D5D63B23E300}" dt="2026-09-25T09:08:28.034" v="12636" actId="1035"/>
          <ac:picMkLst>
            <pc:docMk/>
            <pc:sldMk cId="777704818" sldId="445"/>
            <ac:picMk id="17" creationId="{AB07DBA2-323A-583C-D533-94B8C63207A3}"/>
          </ac:picMkLst>
        </pc:picChg>
      </pc:sldChg>
      <pc:sldChg chg="addSp delSp modSp add del mod delAnim modAnim">
        <pc:chgData name="Li, Cong" userId="025630f4-267e-4cb3-8cd5-8795177f99f4" providerId="ADAL" clId="{929A2CC8-B112-421C-81E2-D5D63B23E300}" dt="2026-09-26T02:37:57.811" v="17648" actId="47"/>
        <pc:sldMkLst>
          <pc:docMk/>
          <pc:sldMk cId="606210494" sldId="446"/>
        </pc:sldMkLst>
        <pc:spChg chg="add del">
          <ac:chgData name="Li, Cong" userId="025630f4-267e-4cb3-8cd5-8795177f99f4" providerId="ADAL" clId="{929A2CC8-B112-421C-81E2-D5D63B23E300}" dt="2026-09-25T09:18:03.321" v="12972" actId="478"/>
          <ac:spMkLst>
            <pc:docMk/>
            <pc:sldMk cId="606210494" sldId="446"/>
            <ac:spMk id="2" creationId="{FC4B135D-EC61-1E98-3E58-F304462C1523}"/>
          </ac:spMkLst>
        </pc:spChg>
        <pc:spChg chg="add del mod">
          <ac:chgData name="Li, Cong" userId="025630f4-267e-4cb3-8cd5-8795177f99f4" providerId="ADAL" clId="{929A2CC8-B112-421C-81E2-D5D63B23E300}" dt="2026-09-25T09:17:59.284" v="12970" actId="478"/>
          <ac:spMkLst>
            <pc:docMk/>
            <pc:sldMk cId="606210494" sldId="446"/>
            <ac:spMk id="4" creationId="{6BBF10FA-F2C0-6F0D-2887-4758589B9F7D}"/>
          </ac:spMkLst>
        </pc:spChg>
        <pc:spChg chg="add del">
          <ac:chgData name="Li, Cong" userId="025630f4-267e-4cb3-8cd5-8795177f99f4" providerId="ADAL" clId="{929A2CC8-B112-421C-81E2-D5D63B23E300}" dt="2026-09-25T09:18:03.321" v="12972" actId="478"/>
          <ac:spMkLst>
            <pc:docMk/>
            <pc:sldMk cId="606210494" sldId="446"/>
            <ac:spMk id="9" creationId="{7863405A-3780-802E-C295-442D6A63E325}"/>
          </ac:spMkLst>
        </pc:spChg>
        <pc:spChg chg="add del mod">
          <ac:chgData name="Li, Cong" userId="025630f4-267e-4cb3-8cd5-8795177f99f4" providerId="ADAL" clId="{929A2CC8-B112-421C-81E2-D5D63B23E300}" dt="2026-09-25T09:17:56.965" v="12968" actId="478"/>
          <ac:spMkLst>
            <pc:docMk/>
            <pc:sldMk cId="606210494" sldId="446"/>
            <ac:spMk id="12" creationId="{615DE615-5819-820C-4024-F2C03F05FCC3}"/>
          </ac:spMkLst>
        </pc:spChg>
        <pc:spChg chg="del">
          <ac:chgData name="Li, Cong" userId="025630f4-267e-4cb3-8cd5-8795177f99f4" providerId="ADAL" clId="{929A2CC8-B112-421C-81E2-D5D63B23E300}" dt="2026-09-25T09:11:05.167" v="12768" actId="478"/>
          <ac:spMkLst>
            <pc:docMk/>
            <pc:sldMk cId="606210494" sldId="446"/>
            <ac:spMk id="13" creationId="{E48EB862-F6F4-6B8D-8CA0-2470688F4384}"/>
          </ac:spMkLst>
        </pc:spChg>
        <pc:spChg chg="del">
          <ac:chgData name="Li, Cong" userId="025630f4-267e-4cb3-8cd5-8795177f99f4" providerId="ADAL" clId="{929A2CC8-B112-421C-81E2-D5D63B23E300}" dt="2026-09-25T09:11:05.167" v="12768" actId="478"/>
          <ac:spMkLst>
            <pc:docMk/>
            <pc:sldMk cId="606210494" sldId="446"/>
            <ac:spMk id="15" creationId="{F65235C1-F906-6383-AA1B-445CCC3891F1}"/>
          </ac:spMkLst>
        </pc:spChg>
        <pc:spChg chg="add mod">
          <ac:chgData name="Li, Cong" userId="025630f4-267e-4cb3-8cd5-8795177f99f4" providerId="ADAL" clId="{929A2CC8-B112-421C-81E2-D5D63B23E300}" dt="2026-09-25T09:16:22.512" v="12900" actId="1038"/>
          <ac:spMkLst>
            <pc:docMk/>
            <pc:sldMk cId="606210494" sldId="446"/>
            <ac:spMk id="18" creationId="{562F66DB-3F8C-1294-707D-6244DAF89B03}"/>
          </ac:spMkLst>
        </pc:spChg>
        <pc:spChg chg="add mod">
          <ac:chgData name="Li, Cong" userId="025630f4-267e-4cb3-8cd5-8795177f99f4" providerId="ADAL" clId="{929A2CC8-B112-421C-81E2-D5D63B23E300}" dt="2026-09-25T09:16:22.512" v="12900" actId="1038"/>
          <ac:spMkLst>
            <pc:docMk/>
            <pc:sldMk cId="606210494" sldId="446"/>
            <ac:spMk id="19" creationId="{74EBE263-B7CA-4C62-B999-46DB4E5545F1}"/>
          </ac:spMkLst>
        </pc:spChg>
        <pc:spChg chg="add del mod">
          <ac:chgData name="Li, Cong" userId="025630f4-267e-4cb3-8cd5-8795177f99f4" providerId="ADAL" clId="{929A2CC8-B112-421C-81E2-D5D63B23E300}" dt="2026-09-25T09:19:09.346" v="13047" actId="20577"/>
          <ac:spMkLst>
            <pc:docMk/>
            <pc:sldMk cId="606210494" sldId="446"/>
            <ac:spMk id="21" creationId="{C907D6FA-E27C-F357-6B23-718683325DAE}"/>
          </ac:spMkLst>
        </pc:spChg>
        <pc:spChg chg="add del mod">
          <ac:chgData name="Li, Cong" userId="025630f4-267e-4cb3-8cd5-8795177f99f4" providerId="ADAL" clId="{929A2CC8-B112-421C-81E2-D5D63B23E300}" dt="2026-09-25T09:18:27.817" v="12977" actId="14100"/>
          <ac:spMkLst>
            <pc:docMk/>
            <pc:sldMk cId="606210494" sldId="446"/>
            <ac:spMk id="22" creationId="{A0C63779-4FEA-6753-7C8B-AC3605AD7182}"/>
          </ac:spMkLst>
        </pc:spChg>
        <pc:spChg chg="add mod">
          <ac:chgData name="Li, Cong" userId="025630f4-267e-4cb3-8cd5-8795177f99f4" providerId="ADAL" clId="{929A2CC8-B112-421C-81E2-D5D63B23E300}" dt="2026-09-25T09:18:02.070" v="12971" actId="478"/>
          <ac:spMkLst>
            <pc:docMk/>
            <pc:sldMk cId="606210494" sldId="446"/>
            <ac:spMk id="28" creationId="{D9464893-40D6-467F-FB4B-B13EDBD86282}"/>
          </ac:spMkLst>
        </pc:spChg>
        <pc:spChg chg="add del">
          <ac:chgData name="Li, Cong" userId="025630f4-267e-4cb3-8cd5-8795177f99f4" providerId="ADAL" clId="{929A2CC8-B112-421C-81E2-D5D63B23E300}" dt="2026-09-25T09:18:03.321" v="12972" actId="478"/>
          <ac:spMkLst>
            <pc:docMk/>
            <pc:sldMk cId="606210494" sldId="446"/>
            <ac:spMk id="30" creationId="{AC1C9DF6-DABF-7866-54DA-4880F86E916A}"/>
          </ac:spMkLst>
        </pc:spChg>
        <pc:picChg chg="add del">
          <ac:chgData name="Li, Cong" userId="025630f4-267e-4cb3-8cd5-8795177f99f4" providerId="ADAL" clId="{929A2CC8-B112-421C-81E2-D5D63B23E300}" dt="2026-09-25T09:18:03.321" v="12972" actId="478"/>
          <ac:picMkLst>
            <pc:docMk/>
            <pc:sldMk cId="606210494" sldId="446"/>
            <ac:picMk id="5" creationId="{045835F2-7876-9B68-59CB-5D1547F8917F}"/>
          </ac:picMkLst>
        </pc:picChg>
        <pc:picChg chg="add del mod">
          <ac:chgData name="Li, Cong" userId="025630f4-267e-4cb3-8cd5-8795177f99f4" providerId="ADAL" clId="{929A2CC8-B112-421C-81E2-D5D63B23E300}" dt="2026-09-25T09:18:09" v="12975" actId="1076"/>
          <ac:picMkLst>
            <pc:docMk/>
            <pc:sldMk cId="606210494" sldId="446"/>
            <ac:picMk id="7" creationId="{5EC379A9-0E2B-4127-12AC-51D451DAB903}"/>
          </ac:picMkLst>
        </pc:picChg>
        <pc:picChg chg="del">
          <ac:chgData name="Li, Cong" userId="025630f4-267e-4cb3-8cd5-8795177f99f4" providerId="ADAL" clId="{929A2CC8-B112-421C-81E2-D5D63B23E300}" dt="2026-09-25T09:11:05.167" v="12768" actId="478"/>
          <ac:picMkLst>
            <pc:docMk/>
            <pc:sldMk cId="606210494" sldId="446"/>
            <ac:picMk id="11" creationId="{90679C10-7C94-62B5-6F96-2EEAD93FB2AA}"/>
          </ac:picMkLst>
        </pc:picChg>
        <pc:picChg chg="del">
          <ac:chgData name="Li, Cong" userId="025630f4-267e-4cb3-8cd5-8795177f99f4" providerId="ADAL" clId="{929A2CC8-B112-421C-81E2-D5D63B23E300}" dt="2026-09-25T09:11:05.167" v="12768" actId="478"/>
          <ac:picMkLst>
            <pc:docMk/>
            <pc:sldMk cId="606210494" sldId="446"/>
            <ac:picMk id="17" creationId="{6A6A2D12-EE53-CBF5-9A02-CC07E29A6C8B}"/>
          </ac:picMkLst>
        </pc:picChg>
        <pc:cxnChg chg="add del mod">
          <ac:chgData name="Li, Cong" userId="025630f4-267e-4cb3-8cd5-8795177f99f4" providerId="ADAL" clId="{929A2CC8-B112-421C-81E2-D5D63B23E300}" dt="2026-09-25T09:17:58.129" v="12969" actId="478"/>
          <ac:cxnSpMkLst>
            <pc:docMk/>
            <pc:sldMk cId="606210494" sldId="446"/>
            <ac:cxnSpMk id="3" creationId="{C9D6959C-6084-712A-DD00-A93D55FD32F5}"/>
          </ac:cxnSpMkLst>
        </pc:cxnChg>
        <pc:cxnChg chg="add del mod">
          <ac:chgData name="Li, Cong" userId="025630f4-267e-4cb3-8cd5-8795177f99f4" providerId="ADAL" clId="{929A2CC8-B112-421C-81E2-D5D63B23E300}" dt="2026-09-25T09:19:01.632" v="13024" actId="14100"/>
          <ac:cxnSpMkLst>
            <pc:docMk/>
            <pc:sldMk cId="606210494" sldId="446"/>
            <ac:cxnSpMk id="20" creationId="{14F7D547-D2D5-1C1C-B143-BE2099D33976}"/>
          </ac:cxnSpMkLst>
        </pc:cxnChg>
      </pc:sldChg>
      <pc:sldChg chg="addSp delSp modSp add mod ord delAnim modAnim">
        <pc:chgData name="Li, Cong" userId="025630f4-267e-4cb3-8cd5-8795177f99f4" providerId="ADAL" clId="{929A2CC8-B112-421C-81E2-D5D63B23E300}" dt="2026-09-26T04:08:56.382" v="19873"/>
        <pc:sldMkLst>
          <pc:docMk/>
          <pc:sldMk cId="163395324" sldId="447"/>
        </pc:sldMkLst>
        <pc:spChg chg="mod">
          <ac:chgData name="Li, Cong" userId="025630f4-267e-4cb3-8cd5-8795177f99f4" providerId="ADAL" clId="{929A2CC8-B112-421C-81E2-D5D63B23E300}" dt="2026-09-26T03:46:46.100" v="19471" actId="20577"/>
          <ac:spMkLst>
            <pc:docMk/>
            <pc:sldMk cId="163395324" sldId="447"/>
            <ac:spMk id="2" creationId="{DC65EDCC-F338-BD50-12EB-269BC9244958}"/>
          </ac:spMkLst>
        </pc:spChg>
        <pc:spChg chg="del">
          <ac:chgData name="Li, Cong" userId="025630f4-267e-4cb3-8cd5-8795177f99f4" providerId="ADAL" clId="{929A2CC8-B112-421C-81E2-D5D63B23E300}" dt="2026-09-26T02:26:34.045" v="17193" actId="478"/>
          <ac:spMkLst>
            <pc:docMk/>
            <pc:sldMk cId="163395324" sldId="447"/>
            <ac:spMk id="4" creationId="{C1541C27-18EC-F270-7B1C-3EF080F722AD}"/>
          </ac:spMkLst>
        </pc:spChg>
        <pc:spChg chg="del">
          <ac:chgData name="Li, Cong" userId="025630f4-267e-4cb3-8cd5-8795177f99f4" providerId="ADAL" clId="{929A2CC8-B112-421C-81E2-D5D63B23E300}" dt="2026-09-26T02:26:34.045" v="17193" actId="478"/>
          <ac:spMkLst>
            <pc:docMk/>
            <pc:sldMk cId="163395324" sldId="447"/>
            <ac:spMk id="9" creationId="{A94A2881-AF43-7A88-FAD6-897BFC26D36F}"/>
          </ac:spMkLst>
        </pc:spChg>
        <pc:spChg chg="del">
          <ac:chgData name="Li, Cong" userId="025630f4-267e-4cb3-8cd5-8795177f99f4" providerId="ADAL" clId="{929A2CC8-B112-421C-81E2-D5D63B23E300}" dt="2026-09-26T02:26:34.045" v="17193" actId="478"/>
          <ac:spMkLst>
            <pc:docMk/>
            <pc:sldMk cId="163395324" sldId="447"/>
            <ac:spMk id="12" creationId="{CE3DB3A0-7F49-076F-2AAC-BABE5E80CD57}"/>
          </ac:spMkLst>
        </pc:spChg>
        <pc:spChg chg="add mod">
          <ac:chgData name="Li, Cong" userId="025630f4-267e-4cb3-8cd5-8795177f99f4" providerId="ADAL" clId="{929A2CC8-B112-421C-81E2-D5D63B23E300}" dt="2026-09-26T03:48:10.447" v="19639" actId="20577"/>
          <ac:spMkLst>
            <pc:docMk/>
            <pc:sldMk cId="163395324" sldId="447"/>
            <ac:spMk id="14" creationId="{EA731C06-2811-A1C5-28AD-9A7F7FD53B0E}"/>
          </ac:spMkLst>
        </pc:spChg>
        <pc:spChg chg="add del mod">
          <ac:chgData name="Li, Cong" userId="025630f4-267e-4cb3-8cd5-8795177f99f4" providerId="ADAL" clId="{929A2CC8-B112-421C-81E2-D5D63B23E300}" dt="2026-09-26T03:42:52.515" v="19304" actId="478"/>
          <ac:spMkLst>
            <pc:docMk/>
            <pc:sldMk cId="163395324" sldId="447"/>
            <ac:spMk id="16" creationId="{08A08E22-28E1-FBD9-78C0-978AD8879973}"/>
          </ac:spMkLst>
        </pc:spChg>
        <pc:spChg chg="add del mod">
          <ac:chgData name="Li, Cong" userId="025630f4-267e-4cb3-8cd5-8795177f99f4" providerId="ADAL" clId="{929A2CC8-B112-421C-81E2-D5D63B23E300}" dt="2026-09-26T03:42:52.515" v="19304" actId="478"/>
          <ac:spMkLst>
            <pc:docMk/>
            <pc:sldMk cId="163395324" sldId="447"/>
            <ac:spMk id="17" creationId="{49BAF511-3C3A-4EC1-EED8-E3B566433758}"/>
          </ac:spMkLst>
        </pc:spChg>
        <pc:spChg chg="del">
          <ac:chgData name="Li, Cong" userId="025630f4-267e-4cb3-8cd5-8795177f99f4" providerId="ADAL" clId="{929A2CC8-B112-421C-81E2-D5D63B23E300}" dt="2026-09-26T02:26:34.045" v="17193" actId="478"/>
          <ac:spMkLst>
            <pc:docMk/>
            <pc:sldMk cId="163395324" sldId="447"/>
            <ac:spMk id="21" creationId="{35E3E3E8-D991-B4D1-EE55-8E7AF5C3AF71}"/>
          </ac:spMkLst>
        </pc:spChg>
        <pc:spChg chg="del">
          <ac:chgData name="Li, Cong" userId="025630f4-267e-4cb3-8cd5-8795177f99f4" providerId="ADAL" clId="{929A2CC8-B112-421C-81E2-D5D63B23E300}" dt="2026-09-26T02:26:34.045" v="17193" actId="478"/>
          <ac:spMkLst>
            <pc:docMk/>
            <pc:sldMk cId="163395324" sldId="447"/>
            <ac:spMk id="22" creationId="{1BDFE453-D581-19AC-62DA-28F191BD3805}"/>
          </ac:spMkLst>
        </pc:spChg>
        <pc:spChg chg="mod">
          <ac:chgData name="Li, Cong" userId="025630f4-267e-4cb3-8cd5-8795177f99f4" providerId="ADAL" clId="{929A2CC8-B112-421C-81E2-D5D63B23E300}" dt="2026-09-26T03:46:33.475" v="19461" actId="20577"/>
          <ac:spMkLst>
            <pc:docMk/>
            <pc:sldMk cId="163395324" sldId="447"/>
            <ac:spMk id="30" creationId="{AF4AC3D9-9C1E-CAC8-35FF-55B80D20B854}"/>
          </ac:spMkLst>
        </pc:spChg>
        <pc:picChg chg="add del mod">
          <ac:chgData name="Li, Cong" userId="025630f4-267e-4cb3-8cd5-8795177f99f4" providerId="ADAL" clId="{929A2CC8-B112-421C-81E2-D5D63B23E300}" dt="2026-09-26T03:43:05.924" v="19309" actId="478"/>
          <ac:picMkLst>
            <pc:docMk/>
            <pc:sldMk cId="163395324" sldId="447"/>
            <ac:picMk id="4" creationId="{514DEDB7-3C36-7A24-E1AD-1DB48B0BC91C}"/>
          </ac:picMkLst>
        </pc:picChg>
        <pc:picChg chg="del">
          <ac:chgData name="Li, Cong" userId="025630f4-267e-4cb3-8cd5-8795177f99f4" providerId="ADAL" clId="{929A2CC8-B112-421C-81E2-D5D63B23E300}" dt="2026-09-26T02:26:37.242" v="17194" actId="478"/>
          <ac:picMkLst>
            <pc:docMk/>
            <pc:sldMk cId="163395324" sldId="447"/>
            <ac:picMk id="5" creationId="{00DC21E2-6DA1-73C8-36D1-85B53D34E95B}"/>
          </ac:picMkLst>
        </pc:picChg>
        <pc:picChg chg="add del">
          <ac:chgData name="Li, Cong" userId="025630f4-267e-4cb3-8cd5-8795177f99f4" providerId="ADAL" clId="{929A2CC8-B112-421C-81E2-D5D63B23E300}" dt="2026-09-26T03:45:29.854" v="19311" actId="22"/>
          <ac:picMkLst>
            <pc:docMk/>
            <pc:sldMk cId="163395324" sldId="447"/>
            <ac:picMk id="6" creationId="{4877444E-FC15-44CF-921E-A797E8E3E32D}"/>
          </ac:picMkLst>
        </pc:picChg>
        <pc:picChg chg="del">
          <ac:chgData name="Li, Cong" userId="025630f4-267e-4cb3-8cd5-8795177f99f4" providerId="ADAL" clId="{929A2CC8-B112-421C-81E2-D5D63B23E300}" dt="2026-09-26T02:26:34.045" v="17193" actId="478"/>
          <ac:picMkLst>
            <pc:docMk/>
            <pc:sldMk cId="163395324" sldId="447"/>
            <ac:picMk id="7" creationId="{30545F33-CF78-41B9-6D83-6A1C302F5E67}"/>
          </ac:picMkLst>
        </pc:picChg>
        <pc:picChg chg="add mod">
          <ac:chgData name="Li, Cong" userId="025630f4-267e-4cb3-8cd5-8795177f99f4" providerId="ADAL" clId="{929A2CC8-B112-421C-81E2-D5D63B23E300}" dt="2026-09-26T03:46:37.687" v="19469" actId="1036"/>
          <ac:picMkLst>
            <pc:docMk/>
            <pc:sldMk cId="163395324" sldId="447"/>
            <ac:picMk id="8" creationId="{494DEFE1-7B02-EC20-2CC1-1AD5112B6696}"/>
          </ac:picMkLst>
        </pc:picChg>
        <pc:picChg chg="add del mod">
          <ac:chgData name="Li, Cong" userId="025630f4-267e-4cb3-8cd5-8795177f99f4" providerId="ADAL" clId="{929A2CC8-B112-421C-81E2-D5D63B23E300}" dt="2026-09-26T02:28:45.635" v="17372" actId="478"/>
          <ac:picMkLst>
            <pc:docMk/>
            <pc:sldMk cId="163395324" sldId="447"/>
            <ac:picMk id="8" creationId="{97D1938F-81E6-A316-F35B-ED94C9FE46F7}"/>
          </ac:picMkLst>
        </pc:picChg>
        <pc:picChg chg="add mod">
          <ac:chgData name="Li, Cong" userId="025630f4-267e-4cb3-8cd5-8795177f99f4" providerId="ADAL" clId="{929A2CC8-B112-421C-81E2-D5D63B23E300}" dt="2026-09-26T03:48:17.825" v="19642" actId="1035"/>
          <ac:picMkLst>
            <pc:docMk/>
            <pc:sldMk cId="163395324" sldId="447"/>
            <ac:picMk id="10" creationId="{448227EF-D9FB-EB75-2443-58A3B42C0175}"/>
          </ac:picMkLst>
        </pc:picChg>
        <pc:picChg chg="add del mod">
          <ac:chgData name="Li, Cong" userId="025630f4-267e-4cb3-8cd5-8795177f99f4" providerId="ADAL" clId="{929A2CC8-B112-421C-81E2-D5D63B23E300}" dt="2026-09-26T03:42:52.515" v="19304" actId="478"/>
          <ac:picMkLst>
            <pc:docMk/>
            <pc:sldMk cId="163395324" sldId="447"/>
            <ac:picMk id="11" creationId="{650DB985-96DE-8F6B-87FB-D39660AFEDF7}"/>
          </ac:picMkLst>
        </pc:picChg>
        <pc:picChg chg="add del">
          <ac:chgData name="Li, Cong" userId="025630f4-267e-4cb3-8cd5-8795177f99f4" providerId="ADAL" clId="{929A2CC8-B112-421C-81E2-D5D63B23E300}" dt="2026-09-26T03:47:22.984" v="19477" actId="22"/>
          <ac:picMkLst>
            <pc:docMk/>
            <pc:sldMk cId="163395324" sldId="447"/>
            <ac:picMk id="13" creationId="{7CCF93B8-F558-1C32-8BF6-3955F3E69FCE}"/>
          </ac:picMkLst>
        </pc:picChg>
        <pc:picChg chg="add del mod">
          <ac:chgData name="Li, Cong" userId="025630f4-267e-4cb3-8cd5-8795177f99f4" providerId="ADAL" clId="{929A2CC8-B112-421C-81E2-D5D63B23E300}" dt="2026-09-26T02:35:11.772" v="17510" actId="478"/>
          <ac:picMkLst>
            <pc:docMk/>
            <pc:sldMk cId="163395324" sldId="447"/>
            <ac:picMk id="14" creationId="{26266FF7-FDA4-6D2A-FD9E-F6363119D76F}"/>
          </ac:picMkLst>
        </pc:picChg>
        <pc:cxnChg chg="del mod">
          <ac:chgData name="Li, Cong" userId="025630f4-267e-4cb3-8cd5-8795177f99f4" providerId="ADAL" clId="{929A2CC8-B112-421C-81E2-D5D63B23E300}" dt="2026-09-26T02:26:34.045" v="17193" actId="478"/>
          <ac:cxnSpMkLst>
            <pc:docMk/>
            <pc:sldMk cId="163395324" sldId="447"/>
            <ac:cxnSpMk id="3" creationId="{09CAE96D-7520-A226-4DFA-20BDFD3E6EF6}"/>
          </ac:cxnSpMkLst>
        </pc:cxnChg>
        <pc:cxnChg chg="add del mod">
          <ac:chgData name="Li, Cong" userId="025630f4-267e-4cb3-8cd5-8795177f99f4" providerId="ADAL" clId="{929A2CC8-B112-421C-81E2-D5D63B23E300}" dt="2026-09-26T03:42:52.515" v="19304" actId="478"/>
          <ac:cxnSpMkLst>
            <pc:docMk/>
            <pc:sldMk cId="163395324" sldId="447"/>
            <ac:cxnSpMk id="15" creationId="{ABAB4CFB-B2B5-0AF4-F61E-A5247BC556DA}"/>
          </ac:cxnSpMkLst>
        </pc:cxnChg>
        <pc:cxnChg chg="del mod">
          <ac:chgData name="Li, Cong" userId="025630f4-267e-4cb3-8cd5-8795177f99f4" providerId="ADAL" clId="{929A2CC8-B112-421C-81E2-D5D63B23E300}" dt="2026-09-26T02:26:34.045" v="17193" actId="478"/>
          <ac:cxnSpMkLst>
            <pc:docMk/>
            <pc:sldMk cId="163395324" sldId="447"/>
            <ac:cxnSpMk id="20" creationId="{8FBDCC52-B1BE-6E11-1990-733E27F3A15B}"/>
          </ac:cxnSpMkLst>
        </pc:cxnChg>
      </pc:sldChg>
      <pc:sldChg chg="modSp add del mod">
        <pc:chgData name="Li, Cong" userId="025630f4-267e-4cb3-8cd5-8795177f99f4" providerId="ADAL" clId="{929A2CC8-B112-421C-81E2-D5D63B23E300}" dt="2026-09-26T02:37:53.622" v="17647" actId="47"/>
        <pc:sldMkLst>
          <pc:docMk/>
          <pc:sldMk cId="1938494451" sldId="448"/>
        </pc:sldMkLst>
        <pc:spChg chg="mod">
          <ac:chgData name="Li, Cong" userId="025630f4-267e-4cb3-8cd5-8795177f99f4" providerId="ADAL" clId="{929A2CC8-B112-421C-81E2-D5D63B23E300}" dt="2026-09-25T09:20:18.240" v="13086" actId="20577"/>
          <ac:spMkLst>
            <pc:docMk/>
            <pc:sldMk cId="1938494451" sldId="448"/>
            <ac:spMk id="21" creationId="{68CE3DEE-FAB9-33A2-FF4E-79674D5146C6}"/>
          </ac:spMkLst>
        </pc:spChg>
        <pc:spChg chg="mod">
          <ac:chgData name="Li, Cong" userId="025630f4-267e-4cb3-8cd5-8795177f99f4" providerId="ADAL" clId="{929A2CC8-B112-421C-81E2-D5D63B23E300}" dt="2026-09-25T09:21:08.160" v="13088" actId="14100"/>
          <ac:spMkLst>
            <pc:docMk/>
            <pc:sldMk cId="1938494451" sldId="448"/>
            <ac:spMk id="22" creationId="{C0EA625C-6C90-605C-529B-72BC61070E16}"/>
          </ac:spMkLst>
        </pc:spChg>
        <pc:picChg chg="mod">
          <ac:chgData name="Li, Cong" userId="025630f4-267e-4cb3-8cd5-8795177f99f4" providerId="ADAL" clId="{929A2CC8-B112-421C-81E2-D5D63B23E300}" dt="2026-09-25T09:19:38.464" v="13052" actId="1076"/>
          <ac:picMkLst>
            <pc:docMk/>
            <pc:sldMk cId="1938494451" sldId="448"/>
            <ac:picMk id="7" creationId="{853F48DE-E370-43A5-5F5F-8AA01EFD202F}"/>
          </ac:picMkLst>
        </pc:picChg>
        <pc:cxnChg chg="mod">
          <ac:chgData name="Li, Cong" userId="025630f4-267e-4cb3-8cd5-8795177f99f4" providerId="ADAL" clId="{929A2CC8-B112-421C-81E2-D5D63B23E300}" dt="2026-09-25T09:21:08.160" v="13088" actId="14100"/>
          <ac:cxnSpMkLst>
            <pc:docMk/>
            <pc:sldMk cId="1938494451" sldId="448"/>
            <ac:cxnSpMk id="20" creationId="{F4E72876-CCAA-ED23-4132-B5D07DD00CBF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09-26T04:22:00.297" v="20957" actId="47"/>
        <pc:sldMkLst>
          <pc:docMk/>
          <pc:sldMk cId="3244811127" sldId="449"/>
        </pc:sldMkLst>
        <pc:spChg chg="mod">
          <ac:chgData name="Li, Cong" userId="025630f4-267e-4cb3-8cd5-8795177f99f4" providerId="ADAL" clId="{929A2CC8-B112-421C-81E2-D5D63B23E300}" dt="2026-09-25T09:22:22.219" v="13145" actId="20577"/>
          <ac:spMkLst>
            <pc:docMk/>
            <pc:sldMk cId="3244811127" sldId="449"/>
            <ac:spMk id="2" creationId="{9217A11A-9592-8A59-D0DD-D6ACA4881616}"/>
          </ac:spMkLst>
        </pc:spChg>
        <pc:spChg chg="del">
          <ac:chgData name="Li, Cong" userId="025630f4-267e-4cb3-8cd5-8795177f99f4" providerId="ADAL" clId="{929A2CC8-B112-421C-81E2-D5D63B23E300}" dt="2026-09-25T09:25:07.744" v="13258" actId="478"/>
          <ac:spMkLst>
            <pc:docMk/>
            <pc:sldMk cId="3244811127" sldId="449"/>
            <ac:spMk id="9" creationId="{D6F5B656-8A3E-F559-7B45-70806B51557D}"/>
          </ac:spMkLst>
        </pc:spChg>
        <pc:spChg chg="add del mod">
          <ac:chgData name="Li, Cong" userId="025630f4-267e-4cb3-8cd5-8795177f99f4" providerId="ADAL" clId="{929A2CC8-B112-421C-81E2-D5D63B23E300}" dt="2026-09-26T02:38:37.050" v="17652" actId="478"/>
          <ac:spMkLst>
            <pc:docMk/>
            <pc:sldMk cId="3244811127" sldId="449"/>
            <ac:spMk id="12" creationId="{34C21E39-30F6-E3B7-F8FD-0D2F131E987A}"/>
          </ac:spMkLst>
        </pc:spChg>
        <pc:spChg chg="del">
          <ac:chgData name="Li, Cong" userId="025630f4-267e-4cb3-8cd5-8795177f99f4" providerId="ADAL" clId="{929A2CC8-B112-421C-81E2-D5D63B23E300}" dt="2026-09-25T09:24:48.150" v="13237" actId="478"/>
          <ac:spMkLst>
            <pc:docMk/>
            <pc:sldMk cId="3244811127" sldId="449"/>
            <ac:spMk id="13" creationId="{C2F6E4C0-AE5A-29D4-8603-9F8850D8FB6A}"/>
          </ac:spMkLst>
        </pc:spChg>
        <pc:spChg chg="add mod">
          <ac:chgData name="Li, Cong" userId="025630f4-267e-4cb3-8cd5-8795177f99f4" providerId="ADAL" clId="{929A2CC8-B112-421C-81E2-D5D63B23E300}" dt="2026-09-26T02:39:34.586" v="17767" actId="1035"/>
          <ac:spMkLst>
            <pc:docMk/>
            <pc:sldMk cId="3244811127" sldId="449"/>
            <ac:spMk id="14" creationId="{025D27F7-1A0B-C1B9-B1E6-B50988AE8416}"/>
          </ac:spMkLst>
        </pc:spChg>
        <pc:spChg chg="del">
          <ac:chgData name="Li, Cong" userId="025630f4-267e-4cb3-8cd5-8795177f99f4" providerId="ADAL" clId="{929A2CC8-B112-421C-81E2-D5D63B23E300}" dt="2026-09-25T09:24:48.150" v="13237" actId="478"/>
          <ac:spMkLst>
            <pc:docMk/>
            <pc:sldMk cId="3244811127" sldId="449"/>
            <ac:spMk id="15" creationId="{F41D9279-3B6C-2B47-8D4F-27DD68C83BF2}"/>
          </ac:spMkLst>
        </pc:spChg>
        <pc:spChg chg="mod">
          <ac:chgData name="Li, Cong" userId="025630f4-267e-4cb3-8cd5-8795177f99f4" providerId="ADAL" clId="{929A2CC8-B112-421C-81E2-D5D63B23E300}" dt="2026-09-26T02:39:30.167" v="17764" actId="1036"/>
          <ac:spMkLst>
            <pc:docMk/>
            <pc:sldMk cId="3244811127" sldId="449"/>
            <ac:spMk id="30" creationId="{1CE0983A-A407-E2B6-91F9-EDACCA8090C0}"/>
          </ac:spMkLst>
        </pc:spChg>
        <pc:picChg chg="add del mod">
          <ac:chgData name="Li, Cong" userId="025630f4-267e-4cb3-8cd5-8795177f99f4" providerId="ADAL" clId="{929A2CC8-B112-421C-81E2-D5D63B23E300}" dt="2026-09-26T02:38:37.050" v="17652" actId="478"/>
          <ac:picMkLst>
            <pc:docMk/>
            <pc:sldMk cId="3244811127" sldId="449"/>
            <ac:picMk id="4" creationId="{D7006AE2-F4C7-79F5-9791-9CDADE394A7C}"/>
          </ac:picMkLst>
        </pc:picChg>
        <pc:picChg chg="del">
          <ac:chgData name="Li, Cong" userId="025630f4-267e-4cb3-8cd5-8795177f99f4" providerId="ADAL" clId="{929A2CC8-B112-421C-81E2-D5D63B23E300}" dt="2026-09-25T09:22:26.973" v="13146" actId="478"/>
          <ac:picMkLst>
            <pc:docMk/>
            <pc:sldMk cId="3244811127" sldId="449"/>
            <ac:picMk id="5" creationId="{2E7EB4AB-D56F-6366-A835-7A5BEF286361}"/>
          </ac:picMkLst>
        </pc:picChg>
        <pc:picChg chg="add mod">
          <ac:chgData name="Li, Cong" userId="025630f4-267e-4cb3-8cd5-8795177f99f4" providerId="ADAL" clId="{929A2CC8-B112-421C-81E2-D5D63B23E300}" dt="2026-09-26T02:39:30.167" v="17764" actId="1036"/>
          <ac:picMkLst>
            <pc:docMk/>
            <pc:sldMk cId="3244811127" sldId="449"/>
            <ac:picMk id="5" creationId="{92F08B65-F421-9EDA-79A5-52B3EFCB3634}"/>
          </ac:picMkLst>
        </pc:picChg>
        <pc:picChg chg="del">
          <ac:chgData name="Li, Cong" userId="025630f4-267e-4cb3-8cd5-8795177f99f4" providerId="ADAL" clId="{929A2CC8-B112-421C-81E2-D5D63B23E300}" dt="2026-09-25T09:24:48.150" v="13237" actId="478"/>
          <ac:picMkLst>
            <pc:docMk/>
            <pc:sldMk cId="3244811127" sldId="449"/>
            <ac:picMk id="7" creationId="{21BDD911-7CF3-AAFD-56C0-45AC207960AD}"/>
          </ac:picMkLst>
        </pc:picChg>
        <pc:picChg chg="add del mod">
          <ac:chgData name="Li, Cong" userId="025630f4-267e-4cb3-8cd5-8795177f99f4" providerId="ADAL" clId="{929A2CC8-B112-421C-81E2-D5D63B23E300}" dt="2026-09-26T02:38:28.610" v="17649" actId="478"/>
          <ac:picMkLst>
            <pc:docMk/>
            <pc:sldMk cId="3244811127" sldId="449"/>
            <ac:picMk id="8" creationId="{AD80272B-99BB-A4BF-B062-6B87FA622591}"/>
          </ac:picMkLst>
        </pc:picChg>
        <pc:picChg chg="del">
          <ac:chgData name="Li, Cong" userId="025630f4-267e-4cb3-8cd5-8795177f99f4" providerId="ADAL" clId="{929A2CC8-B112-421C-81E2-D5D63B23E300}" dt="2026-09-25T09:24:48.150" v="13237" actId="478"/>
          <ac:picMkLst>
            <pc:docMk/>
            <pc:sldMk cId="3244811127" sldId="449"/>
            <ac:picMk id="11" creationId="{FD1A7F1F-0FF9-FCB6-B122-DFF90D77FFB7}"/>
          </ac:picMkLst>
        </pc:picChg>
        <pc:picChg chg="del">
          <ac:chgData name="Li, Cong" userId="025630f4-267e-4cb3-8cd5-8795177f99f4" providerId="ADAL" clId="{929A2CC8-B112-421C-81E2-D5D63B23E300}" dt="2026-09-25T09:24:48.150" v="13237" actId="478"/>
          <ac:picMkLst>
            <pc:docMk/>
            <pc:sldMk cId="3244811127" sldId="449"/>
            <ac:picMk id="17" creationId="{A691735F-35D8-38B6-A240-218F7B40F499}"/>
          </ac:picMkLst>
        </pc:picChg>
      </pc:sldChg>
      <pc:sldChg chg="modSp add del mod modAnim">
        <pc:chgData name="Li, Cong" userId="025630f4-267e-4cb3-8cd5-8795177f99f4" providerId="ADAL" clId="{929A2CC8-B112-421C-81E2-D5D63B23E300}" dt="2026-09-26T03:05:58.118" v="17772" actId="47"/>
        <pc:sldMkLst>
          <pc:docMk/>
          <pc:sldMk cId="1203392845" sldId="450"/>
        </pc:sldMkLst>
        <pc:spChg chg="mod">
          <ac:chgData name="Li, Cong" userId="025630f4-267e-4cb3-8cd5-8795177f99f4" providerId="ADAL" clId="{929A2CC8-B112-421C-81E2-D5D63B23E300}" dt="2026-09-26T01:09:30.802" v="14023" actId="1076"/>
          <ac:spMkLst>
            <pc:docMk/>
            <pc:sldMk cId="1203392845" sldId="450"/>
            <ac:spMk id="9" creationId="{CDF9A77C-9028-4260-B6B7-2D3F25BB5E0B}"/>
          </ac:spMkLst>
        </pc:spChg>
        <pc:spChg chg="mod">
          <ac:chgData name="Li, Cong" userId="025630f4-267e-4cb3-8cd5-8795177f99f4" providerId="ADAL" clId="{929A2CC8-B112-421C-81E2-D5D63B23E300}" dt="2026-09-26T01:08:09.815" v="13884" actId="14100"/>
          <ac:spMkLst>
            <pc:docMk/>
            <pc:sldMk cId="1203392845" sldId="450"/>
            <ac:spMk id="10" creationId="{1C7F90E6-AD41-8F93-6C72-B4D0AD9C5948}"/>
          </ac:spMkLst>
        </pc:spChg>
        <pc:cxnChg chg="mod">
          <ac:chgData name="Li, Cong" userId="025630f4-267e-4cb3-8cd5-8795177f99f4" providerId="ADAL" clId="{929A2CC8-B112-421C-81E2-D5D63B23E300}" dt="2026-09-26T01:09:30.802" v="14023" actId="1076"/>
          <ac:cxnSpMkLst>
            <pc:docMk/>
            <pc:sldMk cId="1203392845" sldId="450"/>
            <ac:cxnSpMk id="7" creationId="{A7FCC64A-A121-FE44-CFF1-E4FD178E6C43}"/>
          </ac:cxnSpMkLst>
        </pc:cxnChg>
      </pc:sldChg>
      <pc:sldChg chg="add del ord">
        <pc:chgData name="Li, Cong" userId="025630f4-267e-4cb3-8cd5-8795177f99f4" providerId="ADAL" clId="{929A2CC8-B112-421C-81E2-D5D63B23E300}" dt="2026-09-26T03:05:58.118" v="17772" actId="47"/>
        <pc:sldMkLst>
          <pc:docMk/>
          <pc:sldMk cId="3911968738" sldId="451"/>
        </pc:sldMkLst>
      </pc:sldChg>
      <pc:sldChg chg="addSp delSp modSp add del mod delAnim">
        <pc:chgData name="Li, Cong" userId="025630f4-267e-4cb3-8cd5-8795177f99f4" providerId="ADAL" clId="{929A2CC8-B112-421C-81E2-D5D63B23E300}" dt="2026-09-26T03:05:58.118" v="17772" actId="47"/>
        <pc:sldMkLst>
          <pc:docMk/>
          <pc:sldMk cId="2957106664" sldId="452"/>
        </pc:sldMkLst>
        <pc:spChg chg="add mod">
          <ac:chgData name="Li, Cong" userId="025630f4-267e-4cb3-8cd5-8795177f99f4" providerId="ADAL" clId="{929A2CC8-B112-421C-81E2-D5D63B23E300}" dt="2026-09-26T01:41:39.885" v="15476" actId="1036"/>
          <ac:spMkLst>
            <pc:docMk/>
            <pc:sldMk cId="2957106664" sldId="452"/>
            <ac:spMk id="6" creationId="{17DDF0F3-2A02-6331-E97C-5221298D7B25}"/>
          </ac:spMkLst>
        </pc:spChg>
        <pc:spChg chg="del">
          <ac:chgData name="Li, Cong" userId="025630f4-267e-4cb3-8cd5-8795177f99f4" providerId="ADAL" clId="{929A2CC8-B112-421C-81E2-D5D63B23E300}" dt="2026-09-26T01:40:24.008" v="15375" actId="478"/>
          <ac:spMkLst>
            <pc:docMk/>
            <pc:sldMk cId="2957106664" sldId="452"/>
            <ac:spMk id="16" creationId="{D127E430-615F-0AF2-35A2-9C0EBCE5763A}"/>
          </ac:spMkLst>
        </pc:spChg>
        <pc:spChg chg="del">
          <ac:chgData name="Li, Cong" userId="025630f4-267e-4cb3-8cd5-8795177f99f4" providerId="ADAL" clId="{929A2CC8-B112-421C-81E2-D5D63B23E300}" dt="2026-09-26T01:40:24.008" v="15375" actId="478"/>
          <ac:spMkLst>
            <pc:docMk/>
            <pc:sldMk cId="2957106664" sldId="452"/>
            <ac:spMk id="18" creationId="{EF48428F-E36A-8DAC-6D21-66802CF9C6E2}"/>
          </ac:spMkLst>
        </pc:spChg>
        <pc:picChg chg="add mod">
          <ac:chgData name="Li, Cong" userId="025630f4-267e-4cb3-8cd5-8795177f99f4" providerId="ADAL" clId="{929A2CC8-B112-421C-81E2-D5D63B23E300}" dt="2026-09-26T01:41:43.254" v="15477" actId="1035"/>
          <ac:picMkLst>
            <pc:docMk/>
            <pc:sldMk cId="2957106664" sldId="452"/>
            <ac:picMk id="4" creationId="{9DC6CCBD-A465-1BA2-C6FD-31EAD0515A12}"/>
          </ac:picMkLst>
        </pc:picChg>
        <pc:cxnChg chg="del mod">
          <ac:chgData name="Li, Cong" userId="025630f4-267e-4cb3-8cd5-8795177f99f4" providerId="ADAL" clId="{929A2CC8-B112-421C-81E2-D5D63B23E300}" dt="2026-09-26T01:40:24.008" v="15375" actId="478"/>
          <ac:cxnSpMkLst>
            <pc:docMk/>
            <pc:sldMk cId="2957106664" sldId="452"/>
            <ac:cxnSpMk id="15" creationId="{06CE30A4-E9E7-876D-C6AA-EDC91FF3158B}"/>
          </ac:cxnSpMkLst>
        </pc:cxnChg>
      </pc:sldChg>
      <pc:sldChg chg="addSp delSp modSp add del mod modAnim">
        <pc:chgData name="Li, Cong" userId="025630f4-267e-4cb3-8cd5-8795177f99f4" providerId="ADAL" clId="{929A2CC8-B112-421C-81E2-D5D63B23E300}" dt="2026-09-26T03:05:58.118" v="17772" actId="47"/>
        <pc:sldMkLst>
          <pc:docMk/>
          <pc:sldMk cId="3770661473" sldId="453"/>
        </pc:sldMkLst>
        <pc:spChg chg="mod">
          <ac:chgData name="Li, Cong" userId="025630f4-267e-4cb3-8cd5-8795177f99f4" providerId="ADAL" clId="{929A2CC8-B112-421C-81E2-D5D63B23E300}" dt="2026-09-26T01:48:16.412" v="15915" actId="20577"/>
          <ac:spMkLst>
            <pc:docMk/>
            <pc:sldMk cId="3770661473" sldId="453"/>
            <ac:spMk id="2" creationId="{5F04E19D-941A-B272-D408-63C6DC53725C}"/>
          </ac:spMkLst>
        </pc:spChg>
        <pc:spChg chg="del">
          <ac:chgData name="Li, Cong" userId="025630f4-267e-4cb3-8cd5-8795177f99f4" providerId="ADAL" clId="{929A2CC8-B112-421C-81E2-D5D63B23E300}" dt="2026-09-26T01:45:46.788" v="15792" actId="478"/>
          <ac:spMkLst>
            <pc:docMk/>
            <pc:sldMk cId="3770661473" sldId="453"/>
            <ac:spMk id="6" creationId="{F6C25163-11C9-C7DA-B3EA-33836F8A7D7D}"/>
          </ac:spMkLst>
        </pc:spChg>
        <pc:spChg chg="mod">
          <ac:chgData name="Li, Cong" userId="025630f4-267e-4cb3-8cd5-8795177f99f4" providerId="ADAL" clId="{929A2CC8-B112-421C-81E2-D5D63B23E300}" dt="2026-09-26T01:45:44.293" v="15791" actId="20577"/>
          <ac:spMkLst>
            <pc:docMk/>
            <pc:sldMk cId="3770661473" sldId="453"/>
            <ac:spMk id="8" creationId="{6B3D5208-5676-9E62-80E4-338BC713EEC8}"/>
          </ac:spMkLst>
        </pc:spChg>
        <pc:spChg chg="add mod">
          <ac:chgData name="Li, Cong" userId="025630f4-267e-4cb3-8cd5-8795177f99f4" providerId="ADAL" clId="{929A2CC8-B112-421C-81E2-D5D63B23E300}" dt="2026-09-26T01:46:41.465" v="15842" actId="1035"/>
          <ac:spMkLst>
            <pc:docMk/>
            <pc:sldMk cId="3770661473" sldId="453"/>
            <ac:spMk id="9" creationId="{3DEAEFBB-2EE6-C8DB-B40A-F865D479399C}"/>
          </ac:spMkLst>
        </pc:spChg>
        <pc:spChg chg="add mod">
          <ac:chgData name="Li, Cong" userId="025630f4-267e-4cb3-8cd5-8795177f99f4" providerId="ADAL" clId="{929A2CC8-B112-421C-81E2-D5D63B23E300}" dt="2026-09-26T01:46:34.818" v="15831" actId="14100"/>
          <ac:spMkLst>
            <pc:docMk/>
            <pc:sldMk cId="3770661473" sldId="453"/>
            <ac:spMk id="10" creationId="{73F058E1-7939-1242-51FB-C18F6AA426EB}"/>
          </ac:spMkLst>
        </pc:spChg>
        <pc:picChg chg="del">
          <ac:chgData name="Li, Cong" userId="025630f4-267e-4cb3-8cd5-8795177f99f4" providerId="ADAL" clId="{929A2CC8-B112-421C-81E2-D5D63B23E300}" dt="2026-09-26T01:45:47.590" v="15793" actId="478"/>
          <ac:picMkLst>
            <pc:docMk/>
            <pc:sldMk cId="3770661473" sldId="453"/>
            <ac:picMk id="4" creationId="{E0889064-AE87-DF5D-9F13-48836450422B}"/>
          </ac:picMkLst>
        </pc:picChg>
        <pc:picChg chg="add mod">
          <ac:chgData name="Li, Cong" userId="025630f4-267e-4cb3-8cd5-8795177f99f4" providerId="ADAL" clId="{929A2CC8-B112-421C-81E2-D5D63B23E300}" dt="2026-09-26T01:44:10.549" v="15485" actId="1076"/>
          <ac:picMkLst>
            <pc:docMk/>
            <pc:sldMk cId="3770661473" sldId="453"/>
            <ac:picMk id="5" creationId="{54AE574B-1CBD-BACD-9C33-9EEF6707036A}"/>
          </ac:picMkLst>
        </pc:picChg>
        <pc:picChg chg="del">
          <ac:chgData name="Li, Cong" userId="025630f4-267e-4cb3-8cd5-8795177f99f4" providerId="ADAL" clId="{929A2CC8-B112-421C-81E2-D5D63B23E300}" dt="2026-09-26T01:43:58.960" v="15481" actId="478"/>
          <ac:picMkLst>
            <pc:docMk/>
            <pc:sldMk cId="3770661473" sldId="453"/>
            <ac:picMk id="14" creationId="{6B04C393-8508-603B-8935-7C37B588938E}"/>
          </ac:picMkLst>
        </pc:picChg>
        <pc:picChg chg="add del mod">
          <ac:chgData name="Li, Cong" userId="025630f4-267e-4cb3-8cd5-8795177f99f4" providerId="ADAL" clId="{929A2CC8-B112-421C-81E2-D5D63B23E300}" dt="2026-09-26T01:48:28.024" v="15922" actId="21"/>
          <ac:picMkLst>
            <pc:docMk/>
            <pc:sldMk cId="3770661473" sldId="453"/>
            <ac:picMk id="17" creationId="{76D322F4-CC93-D6BF-1462-F1CEBEADB28A}"/>
          </ac:picMkLst>
        </pc:picChg>
        <pc:cxnChg chg="add mod">
          <ac:chgData name="Li, Cong" userId="025630f4-267e-4cb3-8cd5-8795177f99f4" providerId="ADAL" clId="{929A2CC8-B112-421C-81E2-D5D63B23E300}" dt="2026-09-26T01:46:41.465" v="15842" actId="1035"/>
          <ac:cxnSpMkLst>
            <pc:docMk/>
            <pc:sldMk cId="3770661473" sldId="453"/>
            <ac:cxnSpMk id="7" creationId="{52035504-DDD7-734E-BBF7-1FCF9EB13823}"/>
          </ac:cxnSpMkLst>
        </pc:cxnChg>
      </pc:sldChg>
      <pc:sldChg chg="addSp delSp modSp add del mod modAnim">
        <pc:chgData name="Li, Cong" userId="025630f4-267e-4cb3-8cd5-8795177f99f4" providerId="ADAL" clId="{929A2CC8-B112-421C-81E2-D5D63B23E300}" dt="2026-09-26T03:05:58.118" v="17772" actId="47"/>
        <pc:sldMkLst>
          <pc:docMk/>
          <pc:sldMk cId="3607347082" sldId="454"/>
        </pc:sldMkLst>
        <pc:spChg chg="add del mod">
          <ac:chgData name="Li, Cong" userId="025630f4-267e-4cb3-8cd5-8795177f99f4" providerId="ADAL" clId="{929A2CC8-B112-421C-81E2-D5D63B23E300}" dt="2026-09-26T01:48:19.705" v="15918" actId="20577"/>
          <ac:spMkLst>
            <pc:docMk/>
            <pc:sldMk cId="3607347082" sldId="454"/>
            <ac:spMk id="2" creationId="{F55ECCB4-99A3-DA0D-AEA2-4AB03DBE9FE9}"/>
          </ac:spMkLst>
        </pc:spChg>
        <pc:spChg chg="add mod">
          <ac:chgData name="Li, Cong" userId="025630f4-267e-4cb3-8cd5-8795177f99f4" providerId="ADAL" clId="{929A2CC8-B112-421C-81E2-D5D63B23E300}" dt="2026-09-26T01:47:26.692" v="15901" actId="478"/>
          <ac:spMkLst>
            <pc:docMk/>
            <pc:sldMk cId="3607347082" sldId="454"/>
            <ac:spMk id="6" creationId="{BE09DA3F-0848-7B3C-0ACB-F1D5CE8E5F1A}"/>
          </ac:spMkLst>
        </pc:spChg>
        <pc:spChg chg="add del">
          <ac:chgData name="Li, Cong" userId="025630f4-267e-4cb3-8cd5-8795177f99f4" providerId="ADAL" clId="{929A2CC8-B112-421C-81E2-D5D63B23E300}" dt="2026-09-26T01:47:27.570" v="15902" actId="478"/>
          <ac:spMkLst>
            <pc:docMk/>
            <pc:sldMk cId="3607347082" sldId="454"/>
            <ac:spMk id="8" creationId="{93D186D6-EE64-24D8-BEA5-C28D3FB20E12}"/>
          </ac:spMkLst>
        </pc:spChg>
        <pc:spChg chg="add del mod">
          <ac:chgData name="Li, Cong" userId="025630f4-267e-4cb3-8cd5-8795177f99f4" providerId="ADAL" clId="{929A2CC8-B112-421C-81E2-D5D63B23E300}" dt="2026-09-26T01:47:27.570" v="15902" actId="478"/>
          <ac:spMkLst>
            <pc:docMk/>
            <pc:sldMk cId="3607347082" sldId="454"/>
            <ac:spMk id="9" creationId="{76B893EC-0F7F-4312-EC1C-49029C90D14A}"/>
          </ac:spMkLst>
        </pc:spChg>
        <pc:spChg chg="add del mod">
          <ac:chgData name="Li, Cong" userId="025630f4-267e-4cb3-8cd5-8795177f99f4" providerId="ADAL" clId="{929A2CC8-B112-421C-81E2-D5D63B23E300}" dt="2026-09-26T01:47:27.570" v="15902" actId="478"/>
          <ac:spMkLst>
            <pc:docMk/>
            <pc:sldMk cId="3607347082" sldId="454"/>
            <ac:spMk id="10" creationId="{42C77DD8-3467-9A71-B271-475BA202FB3C}"/>
          </ac:spMkLst>
        </pc:spChg>
        <pc:picChg chg="add del">
          <ac:chgData name="Li, Cong" userId="025630f4-267e-4cb3-8cd5-8795177f99f4" providerId="ADAL" clId="{929A2CC8-B112-421C-81E2-D5D63B23E300}" dt="2026-09-26T01:47:27.570" v="15902" actId="478"/>
          <ac:picMkLst>
            <pc:docMk/>
            <pc:sldMk cId="3607347082" sldId="454"/>
            <ac:picMk id="5" creationId="{F0D32306-9257-DB0C-538A-2D4862F31108}"/>
          </ac:picMkLst>
        </pc:picChg>
        <pc:cxnChg chg="add del mod">
          <ac:chgData name="Li, Cong" userId="025630f4-267e-4cb3-8cd5-8795177f99f4" providerId="ADAL" clId="{929A2CC8-B112-421C-81E2-D5D63B23E300}" dt="2026-09-26T01:47:27.570" v="15902" actId="478"/>
          <ac:cxnSpMkLst>
            <pc:docMk/>
            <pc:sldMk cId="3607347082" sldId="454"/>
            <ac:cxnSpMk id="7" creationId="{F6B7B136-A4D1-671D-766C-B8EA6AB9DBE1}"/>
          </ac:cxnSpMkLst>
        </pc:cxnChg>
      </pc:sldChg>
      <pc:sldChg chg="addSp delSp modSp add del mod modAnim">
        <pc:chgData name="Li, Cong" userId="025630f4-267e-4cb3-8cd5-8795177f99f4" providerId="ADAL" clId="{929A2CC8-B112-421C-81E2-D5D63B23E300}" dt="2026-09-26T03:05:58.118" v="17772" actId="47"/>
        <pc:sldMkLst>
          <pc:docMk/>
          <pc:sldMk cId="2802567958" sldId="455"/>
        </pc:sldMkLst>
        <pc:spChg chg="mod">
          <ac:chgData name="Li, Cong" userId="025630f4-267e-4cb3-8cd5-8795177f99f4" providerId="ADAL" clId="{929A2CC8-B112-421C-81E2-D5D63B23E300}" dt="2026-09-26T01:48:22.952" v="15921" actId="20577"/>
          <ac:spMkLst>
            <pc:docMk/>
            <pc:sldMk cId="2802567958" sldId="455"/>
            <ac:spMk id="2" creationId="{8AE65FC2-3092-4AD3-E962-4E192C039535}"/>
          </ac:spMkLst>
        </pc:spChg>
        <pc:spChg chg="del">
          <ac:chgData name="Li, Cong" userId="025630f4-267e-4cb3-8cd5-8795177f99f4" providerId="ADAL" clId="{929A2CC8-B112-421C-81E2-D5D63B23E300}" dt="2026-09-26T01:48:38.062" v="15925" actId="478"/>
          <ac:spMkLst>
            <pc:docMk/>
            <pc:sldMk cId="2802567958" sldId="455"/>
            <ac:spMk id="9" creationId="{5F3578E5-913A-F8C9-3435-13172CE3CF73}"/>
          </ac:spMkLst>
        </pc:spChg>
        <pc:spChg chg="del">
          <ac:chgData name="Li, Cong" userId="025630f4-267e-4cb3-8cd5-8795177f99f4" providerId="ADAL" clId="{929A2CC8-B112-421C-81E2-D5D63B23E300}" dt="2026-09-26T01:48:38.062" v="15925" actId="478"/>
          <ac:spMkLst>
            <pc:docMk/>
            <pc:sldMk cId="2802567958" sldId="455"/>
            <ac:spMk id="10" creationId="{B1766CF5-5F5A-B07C-2A10-681E8C52269B}"/>
          </ac:spMkLst>
        </pc:spChg>
        <pc:spChg chg="add mod">
          <ac:chgData name="Li, Cong" userId="025630f4-267e-4cb3-8cd5-8795177f99f4" providerId="ADAL" clId="{929A2CC8-B112-421C-81E2-D5D63B23E300}" dt="2026-09-26T01:49:01.067" v="15985" actId="20577"/>
          <ac:spMkLst>
            <pc:docMk/>
            <pc:sldMk cId="2802567958" sldId="455"/>
            <ac:spMk id="11" creationId="{0B53787C-2F11-D529-C3F9-1DF6054A97DA}"/>
          </ac:spMkLst>
        </pc:spChg>
        <pc:picChg chg="add mod">
          <ac:chgData name="Li, Cong" userId="025630f4-267e-4cb3-8cd5-8795177f99f4" providerId="ADAL" clId="{929A2CC8-B112-421C-81E2-D5D63B23E300}" dt="2026-09-26T01:50:04.859" v="15996" actId="14100"/>
          <ac:picMkLst>
            <pc:docMk/>
            <pc:sldMk cId="2802567958" sldId="455"/>
            <ac:picMk id="4" creationId="{9948DC76-7CB4-D239-CF12-84FEB3D9DD13}"/>
          </ac:picMkLst>
        </pc:picChg>
        <pc:cxnChg chg="del mod">
          <ac:chgData name="Li, Cong" userId="025630f4-267e-4cb3-8cd5-8795177f99f4" providerId="ADAL" clId="{929A2CC8-B112-421C-81E2-D5D63B23E300}" dt="2026-09-26T01:48:38.062" v="15925" actId="478"/>
          <ac:cxnSpMkLst>
            <pc:docMk/>
            <pc:sldMk cId="2802567958" sldId="455"/>
            <ac:cxnSpMk id="7" creationId="{0D2B3DDE-41D6-096E-76B3-D15A8C2DA930}"/>
          </ac:cxnSpMkLst>
        </pc:cxnChg>
      </pc:sldChg>
      <pc:sldChg chg="addSp delSp modSp add del mod modAnim">
        <pc:chgData name="Li, Cong" userId="025630f4-267e-4cb3-8cd5-8795177f99f4" providerId="ADAL" clId="{929A2CC8-B112-421C-81E2-D5D63B23E300}" dt="2026-09-26T03:05:58.118" v="17772" actId="47"/>
        <pc:sldMkLst>
          <pc:docMk/>
          <pc:sldMk cId="1649411993" sldId="456"/>
        </pc:sldMkLst>
        <pc:spChg chg="mod">
          <ac:chgData name="Li, Cong" userId="025630f4-267e-4cb3-8cd5-8795177f99f4" providerId="ADAL" clId="{929A2CC8-B112-421C-81E2-D5D63B23E300}" dt="2026-09-26T02:02:01.593" v="16591" actId="20577"/>
          <ac:spMkLst>
            <pc:docMk/>
            <pc:sldMk cId="1649411993" sldId="456"/>
            <ac:spMk id="2" creationId="{E9E9D55C-C3F9-47B8-2F22-8F9F229686A6}"/>
          </ac:spMkLst>
        </pc:spChg>
        <pc:spChg chg="mod">
          <ac:chgData name="Li, Cong" userId="025630f4-267e-4cb3-8cd5-8795177f99f4" providerId="ADAL" clId="{929A2CC8-B112-421C-81E2-D5D63B23E300}" dt="2026-09-26T02:03:21.758" v="16716" actId="20577"/>
          <ac:spMkLst>
            <pc:docMk/>
            <pc:sldMk cId="1649411993" sldId="456"/>
            <ac:spMk id="8" creationId="{9BB378B6-7218-BD9F-0327-491DBB15EEF2}"/>
          </ac:spMkLst>
        </pc:spChg>
        <pc:spChg chg="del mod">
          <ac:chgData name="Li, Cong" userId="025630f4-267e-4cb3-8cd5-8795177f99f4" providerId="ADAL" clId="{929A2CC8-B112-421C-81E2-D5D63B23E300}" dt="2026-09-26T02:02:07.410" v="16594" actId="478"/>
          <ac:spMkLst>
            <pc:docMk/>
            <pc:sldMk cId="1649411993" sldId="456"/>
            <ac:spMk id="11" creationId="{2C0F8D5F-03E2-B4E3-BDEC-796E101DB71B}"/>
          </ac:spMkLst>
        </pc:spChg>
        <pc:spChg chg="add mod">
          <ac:chgData name="Li, Cong" userId="025630f4-267e-4cb3-8cd5-8795177f99f4" providerId="ADAL" clId="{929A2CC8-B112-421C-81E2-D5D63B23E300}" dt="2026-09-26T02:03:55.449" v="16749" actId="1035"/>
          <ac:spMkLst>
            <pc:docMk/>
            <pc:sldMk cId="1649411993" sldId="456"/>
            <ac:spMk id="16" creationId="{55731222-32C1-E999-CA6A-A15524F8D9B4}"/>
          </ac:spMkLst>
        </pc:spChg>
        <pc:spChg chg="add mod">
          <ac:chgData name="Li, Cong" userId="025630f4-267e-4cb3-8cd5-8795177f99f4" providerId="ADAL" clId="{929A2CC8-B112-421C-81E2-D5D63B23E300}" dt="2026-09-26T02:03:55.449" v="16749" actId="1035"/>
          <ac:spMkLst>
            <pc:docMk/>
            <pc:sldMk cId="1649411993" sldId="456"/>
            <ac:spMk id="17" creationId="{8D3A16D9-64F9-0459-2932-93B0821276C4}"/>
          </ac:spMkLst>
        </pc:spChg>
        <pc:picChg chg="del">
          <ac:chgData name="Li, Cong" userId="025630f4-267e-4cb3-8cd5-8795177f99f4" providerId="ADAL" clId="{929A2CC8-B112-421C-81E2-D5D63B23E300}" dt="2026-09-26T01:52:32.936" v="16149" actId="478"/>
          <ac:picMkLst>
            <pc:docMk/>
            <pc:sldMk cId="1649411993" sldId="456"/>
            <ac:picMk id="4" creationId="{28A8FA89-FA4A-D654-E918-A4D2CDFEE665}"/>
          </ac:picMkLst>
        </pc:picChg>
        <pc:picChg chg="del">
          <ac:chgData name="Li, Cong" userId="025630f4-267e-4cb3-8cd5-8795177f99f4" providerId="ADAL" clId="{929A2CC8-B112-421C-81E2-D5D63B23E300}" dt="2026-09-26T01:51:42.473" v="16138" actId="478"/>
          <ac:picMkLst>
            <pc:docMk/>
            <pc:sldMk cId="1649411993" sldId="456"/>
            <ac:picMk id="5" creationId="{51C2B3C9-A3ED-ACC9-2B62-547F7D2BB8DD}"/>
          </ac:picMkLst>
        </pc:picChg>
        <pc:picChg chg="add del mod">
          <ac:chgData name="Li, Cong" userId="025630f4-267e-4cb3-8cd5-8795177f99f4" providerId="ADAL" clId="{929A2CC8-B112-421C-81E2-D5D63B23E300}" dt="2026-09-26T02:02:04.788" v="16592" actId="478"/>
          <ac:picMkLst>
            <pc:docMk/>
            <pc:sldMk cId="1649411993" sldId="456"/>
            <ac:picMk id="6" creationId="{DDD51098-9EC4-5319-756E-08CF10596E96}"/>
          </ac:picMkLst>
        </pc:picChg>
        <pc:picChg chg="add del mod">
          <ac:chgData name="Li, Cong" userId="025630f4-267e-4cb3-8cd5-8795177f99f4" providerId="ADAL" clId="{929A2CC8-B112-421C-81E2-D5D63B23E300}" dt="2026-09-26T02:02:08.226" v="16595" actId="478"/>
          <ac:picMkLst>
            <pc:docMk/>
            <pc:sldMk cId="1649411993" sldId="456"/>
            <ac:picMk id="9" creationId="{3216A4DA-6DC3-4098-E815-B347AFA79A3A}"/>
          </ac:picMkLst>
        </pc:picChg>
        <pc:picChg chg="add del mod">
          <ac:chgData name="Li, Cong" userId="025630f4-267e-4cb3-8cd5-8795177f99f4" providerId="ADAL" clId="{929A2CC8-B112-421C-81E2-D5D63B23E300}" dt="2026-09-26T02:02:45.773" v="16598" actId="478"/>
          <ac:picMkLst>
            <pc:docMk/>
            <pc:sldMk cId="1649411993" sldId="456"/>
            <ac:picMk id="12" creationId="{0E1FEB17-094F-0D10-AA98-693F92A7F50C}"/>
          </ac:picMkLst>
        </pc:picChg>
        <pc:picChg chg="add mod">
          <ac:chgData name="Li, Cong" userId="025630f4-267e-4cb3-8cd5-8795177f99f4" providerId="ADAL" clId="{929A2CC8-B112-421C-81E2-D5D63B23E300}" dt="2026-09-26T02:03:28.211" v="16725" actId="1036"/>
          <ac:picMkLst>
            <pc:docMk/>
            <pc:sldMk cId="1649411993" sldId="456"/>
            <ac:picMk id="14" creationId="{91C9B49B-F515-E7DB-DCA7-BE295201DBA2}"/>
          </ac:picMkLst>
        </pc:picChg>
        <pc:cxnChg chg="add mod">
          <ac:chgData name="Li, Cong" userId="025630f4-267e-4cb3-8cd5-8795177f99f4" providerId="ADAL" clId="{929A2CC8-B112-421C-81E2-D5D63B23E300}" dt="2026-09-26T02:03:55.449" v="16749" actId="1035"/>
          <ac:cxnSpMkLst>
            <pc:docMk/>
            <pc:sldMk cId="1649411993" sldId="456"/>
            <ac:cxnSpMk id="15" creationId="{71C1A63F-4BE2-3E87-7D3C-639A0C2C7151}"/>
          </ac:cxnSpMkLst>
        </pc:cxnChg>
      </pc:sldChg>
      <pc:sldChg chg="delSp modSp add del mod modAnim">
        <pc:chgData name="Li, Cong" userId="025630f4-267e-4cb3-8cd5-8795177f99f4" providerId="ADAL" clId="{929A2CC8-B112-421C-81E2-D5D63B23E300}" dt="2026-09-26T03:05:58.118" v="17772" actId="47"/>
        <pc:sldMkLst>
          <pc:docMk/>
          <pc:sldMk cId="3127331094" sldId="457"/>
        </pc:sldMkLst>
        <pc:spChg chg="mod">
          <ac:chgData name="Li, Cong" userId="025630f4-267e-4cb3-8cd5-8795177f99f4" providerId="ADAL" clId="{929A2CC8-B112-421C-81E2-D5D63B23E300}" dt="2026-09-26T02:01:28.953" v="16550" actId="20577"/>
          <ac:spMkLst>
            <pc:docMk/>
            <pc:sldMk cId="3127331094" sldId="457"/>
            <ac:spMk id="11" creationId="{6A55EB9A-0499-26D3-4869-A575D5279604}"/>
          </ac:spMkLst>
        </pc:spChg>
        <pc:picChg chg="del">
          <ac:chgData name="Li, Cong" userId="025630f4-267e-4cb3-8cd5-8795177f99f4" providerId="ADAL" clId="{929A2CC8-B112-421C-81E2-D5D63B23E300}" dt="2026-09-26T01:57:18.505" v="16514" actId="478"/>
          <ac:picMkLst>
            <pc:docMk/>
            <pc:sldMk cId="3127331094" sldId="457"/>
            <ac:picMk id="12" creationId="{34D41996-8393-6353-4C2F-FF7AF9F63C69}"/>
          </ac:picMkLst>
        </pc:picChg>
      </pc:sldChg>
      <pc:sldChg chg="addSp delSp modSp add mod ord modAnim">
        <pc:chgData name="Li, Cong" userId="025630f4-267e-4cb3-8cd5-8795177f99f4" providerId="ADAL" clId="{929A2CC8-B112-421C-81E2-D5D63B23E300}" dt="2026-09-26T04:21:50.869" v="20955"/>
        <pc:sldMkLst>
          <pc:docMk/>
          <pc:sldMk cId="2121157" sldId="458"/>
        </pc:sldMkLst>
        <pc:spChg chg="mod">
          <ac:chgData name="Li, Cong" userId="025630f4-267e-4cb3-8cd5-8795177f99f4" providerId="ADAL" clId="{929A2CC8-B112-421C-81E2-D5D63B23E300}" dt="2026-09-26T04:16:53.450" v="20366" actId="20577"/>
          <ac:spMkLst>
            <pc:docMk/>
            <pc:sldMk cId="2121157" sldId="458"/>
            <ac:spMk id="2" creationId="{A578872E-07CC-8B04-9811-F81DC9527B11}"/>
          </ac:spMkLst>
        </pc:spChg>
        <pc:spChg chg="add mod">
          <ac:chgData name="Li, Cong" userId="025630f4-267e-4cb3-8cd5-8795177f99f4" providerId="ADAL" clId="{929A2CC8-B112-421C-81E2-D5D63B23E300}" dt="2026-09-26T04:21:37.052" v="20951" actId="1035"/>
          <ac:spMkLst>
            <pc:docMk/>
            <pc:sldMk cId="2121157" sldId="458"/>
            <ac:spMk id="4" creationId="{E8530612-E0E1-1E88-DE4C-B7165CC1251E}"/>
          </ac:spMkLst>
        </pc:spChg>
        <pc:spChg chg="add mod">
          <ac:chgData name="Li, Cong" userId="025630f4-267e-4cb3-8cd5-8795177f99f4" providerId="ADAL" clId="{929A2CC8-B112-421C-81E2-D5D63B23E300}" dt="2026-09-26T04:18:16.789" v="20494" actId="6549"/>
          <ac:spMkLst>
            <pc:docMk/>
            <pc:sldMk cId="2121157" sldId="458"/>
            <ac:spMk id="6" creationId="{D6C179D2-F1BD-E1BF-5EAE-09011A4BEE64}"/>
          </ac:spMkLst>
        </pc:spChg>
        <pc:spChg chg="add mod">
          <ac:chgData name="Li, Cong" userId="025630f4-267e-4cb3-8cd5-8795177f99f4" providerId="ADAL" clId="{929A2CC8-B112-421C-81E2-D5D63B23E300}" dt="2026-09-26T04:21:42.957" v="20954" actId="1035"/>
          <ac:spMkLst>
            <pc:docMk/>
            <pc:sldMk cId="2121157" sldId="458"/>
            <ac:spMk id="13" creationId="{253BB157-CB14-BAB8-16CA-3CB8674C9BC4}"/>
          </ac:spMkLst>
        </pc:spChg>
        <pc:spChg chg="add del mod">
          <ac:chgData name="Li, Cong" userId="025630f4-267e-4cb3-8cd5-8795177f99f4" providerId="ADAL" clId="{929A2CC8-B112-421C-81E2-D5D63B23E300}" dt="2026-09-26T02:37:29.467" v="17642" actId="478"/>
          <ac:spMkLst>
            <pc:docMk/>
            <pc:sldMk cId="2121157" sldId="458"/>
            <ac:spMk id="30" creationId="{7D974428-6BF5-4699-856D-7BF8318FAEAE}"/>
          </ac:spMkLst>
        </pc:spChg>
        <pc:picChg chg="add mod">
          <ac:chgData name="Li, Cong" userId="025630f4-267e-4cb3-8cd5-8795177f99f4" providerId="ADAL" clId="{929A2CC8-B112-421C-81E2-D5D63B23E300}" dt="2026-09-26T04:18:47.429" v="20504" actId="1076"/>
          <ac:picMkLst>
            <pc:docMk/>
            <pc:sldMk cId="2121157" sldId="458"/>
            <ac:picMk id="5" creationId="{AB2987B2-3ECC-BB06-6311-06B4D355BFC8}"/>
          </ac:picMkLst>
        </pc:picChg>
        <pc:picChg chg="add del">
          <ac:chgData name="Li, Cong" userId="025630f4-267e-4cb3-8cd5-8795177f99f4" providerId="ADAL" clId="{929A2CC8-B112-421C-81E2-D5D63B23E300}" dt="2026-09-26T04:17:16.380" v="20367" actId="478"/>
          <ac:picMkLst>
            <pc:docMk/>
            <pc:sldMk cId="2121157" sldId="458"/>
            <ac:picMk id="8" creationId="{21B983A2-C407-D8B9-47B4-8E55A66C9729}"/>
          </ac:picMkLst>
        </pc:picChg>
        <pc:picChg chg="add mod">
          <ac:chgData name="Li, Cong" userId="025630f4-267e-4cb3-8cd5-8795177f99f4" providerId="ADAL" clId="{929A2CC8-B112-421C-81E2-D5D63B23E300}" dt="2026-09-26T04:21:37.052" v="20951" actId="1035"/>
          <ac:picMkLst>
            <pc:docMk/>
            <pc:sldMk cId="2121157" sldId="458"/>
            <ac:picMk id="9" creationId="{E250CDF0-8114-1485-3953-DA183059E496}"/>
          </ac:picMkLst>
        </pc:picChg>
        <pc:picChg chg="add mod">
          <ac:chgData name="Li, Cong" userId="025630f4-267e-4cb3-8cd5-8795177f99f4" providerId="ADAL" clId="{929A2CC8-B112-421C-81E2-D5D63B23E300}" dt="2026-09-26T04:21:03.565" v="20874" actId="14100"/>
          <ac:picMkLst>
            <pc:docMk/>
            <pc:sldMk cId="2121157" sldId="458"/>
            <ac:picMk id="11" creationId="{2607A027-C05B-AF7A-EFF3-894E6D318B9E}"/>
          </ac:picMkLst>
        </pc:picChg>
        <pc:picChg chg="add del mod">
          <ac:chgData name="Li, Cong" userId="025630f4-267e-4cb3-8cd5-8795177f99f4" providerId="ADAL" clId="{929A2CC8-B112-421C-81E2-D5D63B23E300}" dt="2026-09-26T02:37:29.467" v="17642" actId="478"/>
          <ac:picMkLst>
            <pc:docMk/>
            <pc:sldMk cId="2121157" sldId="458"/>
            <ac:picMk id="11" creationId="{E0C47F82-B420-3433-F402-757AAACAA8F7}"/>
          </ac:picMkLst>
        </pc:picChg>
        <pc:picChg chg="del mod">
          <ac:chgData name="Li, Cong" userId="025630f4-267e-4cb3-8cd5-8795177f99f4" providerId="ADAL" clId="{929A2CC8-B112-421C-81E2-D5D63B23E300}" dt="2026-09-26T04:18:37.450" v="20501" actId="478"/>
          <ac:picMkLst>
            <pc:docMk/>
            <pc:sldMk cId="2121157" sldId="458"/>
            <ac:picMk id="14" creationId="{60954B73-BCD1-BDFF-0622-135246C85CEE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9-26T04:09:02.125" v="19874"/>
        <pc:sldMkLst>
          <pc:docMk/>
          <pc:sldMk cId="2181598722" sldId="459"/>
        </pc:sldMkLst>
        <pc:spChg chg="mod">
          <ac:chgData name="Li, Cong" userId="025630f4-267e-4cb3-8cd5-8795177f99f4" providerId="ADAL" clId="{929A2CC8-B112-421C-81E2-D5D63B23E300}" dt="2026-09-26T03:37:10.280" v="18827" actId="20577"/>
          <ac:spMkLst>
            <pc:docMk/>
            <pc:sldMk cId="2181598722" sldId="459"/>
            <ac:spMk id="2" creationId="{9C8EF395-74B9-6494-DF4E-B676AFA4799C}"/>
          </ac:spMkLst>
        </pc:spChg>
        <pc:spChg chg="mod">
          <ac:chgData name="Li, Cong" userId="025630f4-267e-4cb3-8cd5-8795177f99f4" providerId="ADAL" clId="{929A2CC8-B112-421C-81E2-D5D63B23E300}" dt="2026-09-26T03:42:00.118" v="19300" actId="20577"/>
          <ac:spMkLst>
            <pc:docMk/>
            <pc:sldMk cId="2181598722" sldId="459"/>
            <ac:spMk id="11" creationId="{9EFA2DE4-4969-913E-3779-A4296D9D9DAC}"/>
          </ac:spMkLst>
        </pc:spChg>
        <pc:spChg chg="del">
          <ac:chgData name="Li, Cong" userId="025630f4-267e-4cb3-8cd5-8795177f99f4" providerId="ADAL" clId="{929A2CC8-B112-421C-81E2-D5D63B23E300}" dt="2026-09-26T03:40:04.161" v="18949" actId="478"/>
          <ac:spMkLst>
            <pc:docMk/>
            <pc:sldMk cId="2181598722" sldId="459"/>
            <ac:spMk id="13" creationId="{D15C51D2-A2A7-9901-C272-4360221E16CF}"/>
          </ac:spMkLst>
        </pc:spChg>
        <pc:spChg chg="mod">
          <ac:chgData name="Li, Cong" userId="025630f4-267e-4cb3-8cd5-8795177f99f4" providerId="ADAL" clId="{929A2CC8-B112-421C-81E2-D5D63B23E300}" dt="2026-09-26T03:38:15.806" v="18944" actId="20577"/>
          <ac:spMkLst>
            <pc:docMk/>
            <pc:sldMk cId="2181598722" sldId="459"/>
            <ac:spMk id="30" creationId="{6334C673-EEA9-A8D6-CD5E-5C582347939E}"/>
          </ac:spMkLst>
        </pc:spChg>
        <pc:picChg chg="del">
          <ac:chgData name="Li, Cong" userId="025630f4-267e-4cb3-8cd5-8795177f99f4" providerId="ADAL" clId="{929A2CC8-B112-421C-81E2-D5D63B23E300}" dt="2026-09-26T03:37:30.222" v="18828" actId="478"/>
          <ac:picMkLst>
            <pc:docMk/>
            <pc:sldMk cId="2181598722" sldId="459"/>
            <ac:picMk id="4" creationId="{FCDB9FD4-552A-1BE1-6CFD-613439305FEB}"/>
          </ac:picMkLst>
        </pc:picChg>
        <pc:picChg chg="add mod">
          <ac:chgData name="Li, Cong" userId="025630f4-267e-4cb3-8cd5-8795177f99f4" providerId="ADAL" clId="{929A2CC8-B112-421C-81E2-D5D63B23E300}" dt="2026-09-26T03:38:19.417" v="18948" actId="1036"/>
          <ac:picMkLst>
            <pc:docMk/>
            <pc:sldMk cId="2181598722" sldId="459"/>
            <ac:picMk id="5" creationId="{926BA3D3-725B-DCE3-484F-AA71EA57FCBE}"/>
          </ac:picMkLst>
        </pc:picChg>
        <pc:picChg chg="del">
          <ac:chgData name="Li, Cong" userId="025630f4-267e-4cb3-8cd5-8795177f99f4" providerId="ADAL" clId="{929A2CC8-B112-421C-81E2-D5D63B23E300}" dt="2026-09-26T03:40:04.161" v="18949" actId="478"/>
          <ac:picMkLst>
            <pc:docMk/>
            <pc:sldMk cId="2181598722" sldId="459"/>
            <ac:picMk id="7" creationId="{EA32D7B3-3672-D290-8492-44306199179D}"/>
          </ac:picMkLst>
        </pc:picChg>
        <pc:picChg chg="add mod">
          <ac:chgData name="Li, Cong" userId="025630f4-267e-4cb3-8cd5-8795177f99f4" providerId="ADAL" clId="{929A2CC8-B112-421C-81E2-D5D63B23E300}" dt="2026-09-26T03:41:49.924" v="19270" actId="1036"/>
          <ac:picMkLst>
            <pc:docMk/>
            <pc:sldMk cId="2181598722" sldId="459"/>
            <ac:picMk id="8" creationId="{1062B5FF-D645-5E4A-4AFB-EFF99F0E25E1}"/>
          </ac:picMkLst>
        </pc:picChg>
        <pc:picChg chg="del">
          <ac:chgData name="Li, Cong" userId="025630f4-267e-4cb3-8cd5-8795177f99f4" providerId="ADAL" clId="{929A2CC8-B112-421C-81E2-D5D63B23E300}" dt="2026-09-26T03:40:04.161" v="18949" actId="478"/>
          <ac:picMkLst>
            <pc:docMk/>
            <pc:sldMk cId="2181598722" sldId="459"/>
            <ac:picMk id="9" creationId="{64AC15DF-41B2-2697-B8E9-4ADC3B194216}"/>
          </ac:picMkLst>
        </pc:picChg>
      </pc:sldChg>
      <pc:sldChg chg="addSp delSp modSp add mod modAnim">
        <pc:chgData name="Li, Cong" userId="025630f4-267e-4cb3-8cd5-8795177f99f4" providerId="ADAL" clId="{929A2CC8-B112-421C-81E2-D5D63B23E300}" dt="2026-09-26T04:13:09.289" v="20051" actId="1035"/>
        <pc:sldMkLst>
          <pc:docMk/>
          <pc:sldMk cId="2643827849" sldId="460"/>
        </pc:sldMkLst>
        <pc:spChg chg="mod">
          <ac:chgData name="Li, Cong" userId="025630f4-267e-4cb3-8cd5-8795177f99f4" providerId="ADAL" clId="{929A2CC8-B112-421C-81E2-D5D63B23E300}" dt="2026-09-26T03:51:40.658" v="19644" actId="20577"/>
          <ac:spMkLst>
            <pc:docMk/>
            <pc:sldMk cId="2643827849" sldId="460"/>
            <ac:spMk id="2" creationId="{1318537C-B141-C7D6-2498-7CBB9C06EEFA}"/>
          </ac:spMkLst>
        </pc:spChg>
        <pc:spChg chg="mod">
          <ac:chgData name="Li, Cong" userId="025630f4-267e-4cb3-8cd5-8795177f99f4" providerId="ADAL" clId="{929A2CC8-B112-421C-81E2-D5D63B23E300}" dt="2026-09-26T04:13:03.550" v="20046" actId="20577"/>
          <ac:spMkLst>
            <pc:docMk/>
            <pc:sldMk cId="2643827849" sldId="460"/>
            <ac:spMk id="14" creationId="{547C5E55-C394-E677-B38F-E8FAD94D1C32}"/>
          </ac:spMkLst>
        </pc:spChg>
        <pc:spChg chg="mod">
          <ac:chgData name="Li, Cong" userId="025630f4-267e-4cb3-8cd5-8795177f99f4" providerId="ADAL" clId="{929A2CC8-B112-421C-81E2-D5D63B23E300}" dt="2026-09-26T04:08:29.820" v="19841" actId="1035"/>
          <ac:spMkLst>
            <pc:docMk/>
            <pc:sldMk cId="2643827849" sldId="460"/>
            <ac:spMk id="30" creationId="{0895C247-8AA2-E627-D58C-5FE009DEA364}"/>
          </ac:spMkLst>
        </pc:spChg>
        <pc:picChg chg="add del mod">
          <ac:chgData name="Li, Cong" userId="025630f4-267e-4cb3-8cd5-8795177f99f4" providerId="ADAL" clId="{929A2CC8-B112-421C-81E2-D5D63B23E300}" dt="2026-09-26T03:58:26.167" v="19649" actId="478"/>
          <ac:picMkLst>
            <pc:docMk/>
            <pc:sldMk cId="2643827849" sldId="460"/>
            <ac:picMk id="4" creationId="{C05DB180-5D99-4DC4-C0C9-A21118BA6424}"/>
          </ac:picMkLst>
        </pc:picChg>
        <pc:picChg chg="add mod">
          <ac:chgData name="Li, Cong" userId="025630f4-267e-4cb3-8cd5-8795177f99f4" providerId="ADAL" clId="{929A2CC8-B112-421C-81E2-D5D63B23E300}" dt="2026-09-26T04:13:09.289" v="20051" actId="1035"/>
          <ac:picMkLst>
            <pc:docMk/>
            <pc:sldMk cId="2643827849" sldId="460"/>
            <ac:picMk id="6" creationId="{3D803EFC-96B8-E824-83C2-7A8DD44B19E8}"/>
          </ac:picMkLst>
        </pc:picChg>
        <pc:picChg chg="del">
          <ac:chgData name="Li, Cong" userId="025630f4-267e-4cb3-8cd5-8795177f99f4" providerId="ADAL" clId="{929A2CC8-B112-421C-81E2-D5D63B23E300}" dt="2026-09-26T03:59:31.136" v="19650" actId="478"/>
          <ac:picMkLst>
            <pc:docMk/>
            <pc:sldMk cId="2643827849" sldId="460"/>
            <ac:picMk id="8" creationId="{715C594F-69B3-F054-EEDF-05FF1E3F82E4}"/>
          </ac:picMkLst>
        </pc:picChg>
        <pc:picChg chg="add mod">
          <ac:chgData name="Li, Cong" userId="025630f4-267e-4cb3-8cd5-8795177f99f4" providerId="ADAL" clId="{929A2CC8-B112-421C-81E2-D5D63B23E300}" dt="2026-09-26T04:13:05.408" v="20047" actId="1036"/>
          <ac:picMkLst>
            <pc:docMk/>
            <pc:sldMk cId="2643827849" sldId="460"/>
            <ac:picMk id="9" creationId="{21E9B4DF-A8D6-BE6C-8ED9-578D832A77E6}"/>
          </ac:picMkLst>
        </pc:picChg>
        <pc:picChg chg="del">
          <ac:chgData name="Li, Cong" userId="025630f4-267e-4cb3-8cd5-8795177f99f4" providerId="ADAL" clId="{929A2CC8-B112-421C-81E2-D5D63B23E300}" dt="2026-09-26T03:59:48.204" v="19654" actId="478"/>
          <ac:picMkLst>
            <pc:docMk/>
            <pc:sldMk cId="2643827849" sldId="460"/>
            <ac:picMk id="10" creationId="{F4BF0ED9-8739-AF74-BD2F-46BF1A8DB248}"/>
          </ac:picMkLst>
        </pc:picChg>
      </pc:sldChg>
      <pc:sldChg chg="addSp delSp modSp add mod addAnim delAnim modAnim">
        <pc:chgData name="Li, Cong" userId="025630f4-267e-4cb3-8cd5-8795177f99f4" providerId="ADAL" clId="{929A2CC8-B112-421C-81E2-D5D63B23E300}" dt="2026-09-26T04:16:07.671" v="20333"/>
        <pc:sldMkLst>
          <pc:docMk/>
          <pc:sldMk cId="1640005046" sldId="461"/>
        </pc:sldMkLst>
        <pc:spChg chg="mod">
          <ac:chgData name="Li, Cong" userId="025630f4-267e-4cb3-8cd5-8795177f99f4" providerId="ADAL" clId="{929A2CC8-B112-421C-81E2-D5D63B23E300}" dt="2026-09-26T04:09:22.096" v="19876" actId="20577"/>
          <ac:spMkLst>
            <pc:docMk/>
            <pc:sldMk cId="1640005046" sldId="461"/>
            <ac:spMk id="2" creationId="{9F6EDCE0-E09A-4143-83D9-A8F9F5EF397E}"/>
          </ac:spMkLst>
        </pc:spChg>
        <pc:spChg chg="add mod">
          <ac:chgData name="Li, Cong" userId="025630f4-267e-4cb3-8cd5-8795177f99f4" providerId="ADAL" clId="{929A2CC8-B112-421C-81E2-D5D63B23E300}" dt="2026-09-26T04:16:04.685" v="20332" actId="1035"/>
          <ac:spMkLst>
            <pc:docMk/>
            <pc:sldMk cId="1640005046" sldId="461"/>
            <ac:spMk id="12" creationId="{DB416AF7-6BF8-4A92-E69E-B1FD0D628DC5}"/>
          </ac:spMkLst>
        </pc:spChg>
        <pc:spChg chg="add del mod">
          <ac:chgData name="Li, Cong" userId="025630f4-267e-4cb3-8cd5-8795177f99f4" providerId="ADAL" clId="{929A2CC8-B112-421C-81E2-D5D63B23E300}" dt="2026-09-26T04:14:13.134" v="20204" actId="20577"/>
          <ac:spMkLst>
            <pc:docMk/>
            <pc:sldMk cId="1640005046" sldId="461"/>
            <ac:spMk id="14" creationId="{D795F6DD-6C4E-FA47-CB11-131BADF7D4C8}"/>
          </ac:spMkLst>
        </pc:spChg>
        <pc:spChg chg="mod">
          <ac:chgData name="Li, Cong" userId="025630f4-267e-4cb3-8cd5-8795177f99f4" providerId="ADAL" clId="{929A2CC8-B112-421C-81E2-D5D63B23E300}" dt="2026-09-26T04:09:33.501" v="19918" actId="20577"/>
          <ac:spMkLst>
            <pc:docMk/>
            <pc:sldMk cId="1640005046" sldId="461"/>
            <ac:spMk id="30" creationId="{EA1D22C4-E84D-AFBE-701E-CFDD97BCB0B8}"/>
          </ac:spMkLst>
        </pc:spChg>
        <pc:picChg chg="add mod">
          <ac:chgData name="Li, Cong" userId="025630f4-267e-4cb3-8cd5-8795177f99f4" providerId="ADAL" clId="{929A2CC8-B112-421C-81E2-D5D63B23E300}" dt="2026-09-26T04:10:29.532" v="19925" actId="1035"/>
          <ac:picMkLst>
            <pc:docMk/>
            <pc:sldMk cId="1640005046" sldId="461"/>
            <ac:picMk id="4" creationId="{5FCF5226-205B-CBDD-CE72-8C773C123B07}"/>
          </ac:picMkLst>
        </pc:picChg>
        <pc:picChg chg="del">
          <ac:chgData name="Li, Cong" userId="025630f4-267e-4cb3-8cd5-8795177f99f4" providerId="ADAL" clId="{929A2CC8-B112-421C-81E2-D5D63B23E300}" dt="2026-09-26T04:10:15.864" v="19919" actId="478"/>
          <ac:picMkLst>
            <pc:docMk/>
            <pc:sldMk cId="1640005046" sldId="461"/>
            <ac:picMk id="6" creationId="{8D9DFD2F-B987-2CF4-47C6-E5DF91C1A1EB}"/>
          </ac:picMkLst>
        </pc:picChg>
        <pc:picChg chg="add mod">
          <ac:chgData name="Li, Cong" userId="025630f4-267e-4cb3-8cd5-8795177f99f4" providerId="ADAL" clId="{929A2CC8-B112-421C-81E2-D5D63B23E300}" dt="2026-09-26T04:14:16.533" v="20207" actId="1035"/>
          <ac:picMkLst>
            <pc:docMk/>
            <pc:sldMk cId="1640005046" sldId="461"/>
            <ac:picMk id="7" creationId="{72B01B5A-6E34-11BB-BA6E-42514595FAB5}"/>
          </ac:picMkLst>
        </pc:picChg>
        <pc:picChg chg="del">
          <ac:chgData name="Li, Cong" userId="025630f4-267e-4cb3-8cd5-8795177f99f4" providerId="ADAL" clId="{929A2CC8-B112-421C-81E2-D5D63B23E300}" dt="2026-09-26T04:12:48.256" v="20041" actId="478"/>
          <ac:picMkLst>
            <pc:docMk/>
            <pc:sldMk cId="1640005046" sldId="461"/>
            <ac:picMk id="9" creationId="{E42D4818-F981-7EF9-AB98-15A69A58BC80}"/>
          </ac:picMkLst>
        </pc:picChg>
        <pc:picChg chg="add mod">
          <ac:chgData name="Li, Cong" userId="025630f4-267e-4cb3-8cd5-8795177f99f4" providerId="ADAL" clId="{929A2CC8-B112-421C-81E2-D5D63B23E300}" dt="2026-09-26T04:16:04.685" v="20332" actId="1035"/>
          <ac:picMkLst>
            <pc:docMk/>
            <pc:sldMk cId="1640005046" sldId="461"/>
            <ac:picMk id="10" creationId="{D29C666D-FAA2-B99C-A9D0-96DF47E28764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9-26T04:12:32.743" v="20038" actId="1035"/>
        <pc:sldMkLst>
          <pc:docMk/>
          <pc:sldMk cId="1288411284" sldId="462"/>
        </pc:sldMkLst>
        <pc:spChg chg="add mod">
          <ac:chgData name="Li, Cong" userId="025630f4-267e-4cb3-8cd5-8795177f99f4" providerId="ADAL" clId="{929A2CC8-B112-421C-81E2-D5D63B23E300}" dt="2026-09-26T04:12:32.743" v="20038" actId="1035"/>
          <ac:spMkLst>
            <pc:docMk/>
            <pc:sldMk cId="1288411284" sldId="462"/>
            <ac:spMk id="5" creationId="{F5C6E53F-2F98-E67A-0709-989D1ACD0747}"/>
          </ac:spMkLst>
        </pc:spChg>
        <pc:spChg chg="add mod">
          <ac:chgData name="Li, Cong" userId="025630f4-267e-4cb3-8cd5-8795177f99f4" providerId="ADAL" clId="{929A2CC8-B112-421C-81E2-D5D63B23E300}" dt="2026-09-26T04:12:22.182" v="20034" actId="14100"/>
          <ac:spMkLst>
            <pc:docMk/>
            <pc:sldMk cId="1288411284" sldId="462"/>
            <ac:spMk id="6" creationId="{BBDC498E-1AC7-7768-317F-B2C7047DB576}"/>
          </ac:spMkLst>
        </pc:spChg>
        <pc:spChg chg="del">
          <ac:chgData name="Li, Cong" userId="025630f4-267e-4cb3-8cd5-8795177f99f4" providerId="ADAL" clId="{929A2CC8-B112-421C-81E2-D5D63B23E300}" dt="2026-09-26T04:10:47.207" v="19927" actId="478"/>
          <ac:spMkLst>
            <pc:docMk/>
            <pc:sldMk cId="1288411284" sldId="462"/>
            <ac:spMk id="14" creationId="{48DD5F53-2DDE-A681-1D63-D98F79086777}"/>
          </ac:spMkLst>
        </pc:spChg>
        <pc:picChg chg="del">
          <ac:chgData name="Li, Cong" userId="025630f4-267e-4cb3-8cd5-8795177f99f4" providerId="ADAL" clId="{929A2CC8-B112-421C-81E2-D5D63B23E300}" dt="2026-09-26T04:10:47.207" v="19927" actId="478"/>
          <ac:picMkLst>
            <pc:docMk/>
            <pc:sldMk cId="1288411284" sldId="462"/>
            <ac:picMk id="9" creationId="{6CCDA474-4456-E57E-825A-1DD89DEFC359}"/>
          </ac:picMkLst>
        </pc:picChg>
        <pc:cxnChg chg="add mod">
          <ac:chgData name="Li, Cong" userId="025630f4-267e-4cb3-8cd5-8795177f99f4" providerId="ADAL" clId="{929A2CC8-B112-421C-81E2-D5D63B23E300}" dt="2026-09-26T04:12:32.743" v="20038" actId="1035"/>
          <ac:cxnSpMkLst>
            <pc:docMk/>
            <pc:sldMk cId="1288411284" sldId="462"/>
            <ac:cxnSpMk id="3" creationId="{C5390133-EFD7-ED16-00A6-7E1EC34885BB}"/>
          </ac:cxnSpMkLst>
        </pc:cxnChg>
      </pc:sldChg>
      <pc:sldChg chg="addSp delSp modSp add mod">
        <pc:chgData name="Li, Cong" userId="025630f4-267e-4cb3-8cd5-8795177f99f4" providerId="ADAL" clId="{929A2CC8-B112-421C-81E2-D5D63B23E300}" dt="2026-09-26T04:41:05.106" v="21024"/>
        <pc:sldMkLst>
          <pc:docMk/>
          <pc:sldMk cId="1226115828" sldId="463"/>
        </pc:sldMkLst>
        <pc:spChg chg="mod">
          <ac:chgData name="Li, Cong" userId="025630f4-267e-4cb3-8cd5-8795177f99f4" providerId="ADAL" clId="{929A2CC8-B112-421C-81E2-D5D63B23E300}" dt="2026-09-26T04:41:05.106" v="21024"/>
          <ac:spMkLst>
            <pc:docMk/>
            <pc:sldMk cId="1226115828" sldId="463"/>
            <ac:spMk id="14" creationId="{68995ACE-0FDD-DF9A-BC96-4D206C700955}"/>
          </ac:spMkLst>
        </pc:spChg>
        <pc:spChg chg="mod">
          <ac:chgData name="Li, Cong" userId="025630f4-267e-4cb3-8cd5-8795177f99f4" providerId="ADAL" clId="{929A2CC8-B112-421C-81E2-D5D63B23E300}" dt="2026-09-26T04:24:07.733" v="21009" actId="20577"/>
          <ac:spMkLst>
            <pc:docMk/>
            <pc:sldMk cId="1226115828" sldId="463"/>
            <ac:spMk id="30" creationId="{8D5C63B5-081C-5624-7230-39F36B5FBEE2}"/>
          </ac:spMkLst>
        </pc:spChg>
        <pc:picChg chg="add mod">
          <ac:chgData name="Li, Cong" userId="025630f4-267e-4cb3-8cd5-8795177f99f4" providerId="ADAL" clId="{929A2CC8-B112-421C-81E2-D5D63B23E300}" dt="2026-09-26T04:24:17.306" v="21017" actId="1036"/>
          <ac:picMkLst>
            <pc:docMk/>
            <pc:sldMk cId="1226115828" sldId="463"/>
            <ac:picMk id="4" creationId="{72C7A75A-760F-D5FE-5E89-B60698ADE171}"/>
          </ac:picMkLst>
        </pc:picChg>
        <pc:picChg chg="del">
          <ac:chgData name="Li, Cong" userId="025630f4-267e-4cb3-8cd5-8795177f99f4" providerId="ADAL" clId="{929A2CC8-B112-421C-81E2-D5D63B23E300}" dt="2026-09-26T04:23:40.334" v="20958" actId="478"/>
          <ac:picMkLst>
            <pc:docMk/>
            <pc:sldMk cId="1226115828" sldId="463"/>
            <ac:picMk id="5" creationId="{CDBD8288-D7D6-6E32-1D60-26B6B9EDF85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7.3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7.3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98583-4B42-0E9F-8804-FDB43742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37EA1-21B3-FC9D-AE71-78D906CE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Basic Settings  </a:t>
            </a:r>
            <a:r>
              <a:rPr lang="zh-CN" altLang="en-US" dirty="0">
                <a:ea typeface="ＭＳ Ｐゴシック" panose="020B0600070205080204" pitchFamily="34" charset="-128"/>
              </a:rPr>
              <a:t>基本设置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7D695-FC3B-5FBA-796D-3D64178BF99E}"/>
              </a:ext>
            </a:extLst>
          </p:cNvPr>
          <p:cNvSpPr txBox="1"/>
          <p:nvPr/>
        </p:nvSpPr>
        <p:spPr>
          <a:xfrm>
            <a:off x="609600" y="1639956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new file ‘idle.py’ &amp; import relevant libraries</a:t>
            </a:r>
          </a:p>
          <a:p>
            <a:pPr algn="ctr"/>
            <a:r>
              <a:rPr lang="zh-CN" altLang="en-US" sz="2200" dirty="0"/>
              <a:t>创建新文件</a:t>
            </a:r>
            <a:r>
              <a:rPr lang="en-US" altLang="zh-CN" sz="2200" dirty="0"/>
              <a:t>’idle.py’</a:t>
            </a:r>
            <a:r>
              <a:rPr lang="zh-CN" altLang="en-US" sz="2200" dirty="0"/>
              <a:t>并导入相关库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A8BE58-047E-1516-F1CC-7D11BA2BADE5}"/>
              </a:ext>
            </a:extLst>
          </p:cNvPr>
          <p:cNvSpPr txBox="1"/>
          <p:nvPr/>
        </p:nvSpPr>
        <p:spPr>
          <a:xfrm>
            <a:off x="314739" y="3739198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Configure the files for runtime warm-up &amp; testing</a:t>
            </a:r>
          </a:p>
          <a:p>
            <a:pPr algn="ctr"/>
            <a:r>
              <a:rPr lang="zh-CN" altLang="en-US" sz="2200" dirty="0"/>
              <a:t>配置运行环境预热和测试用的文件</a:t>
            </a:r>
            <a:endParaRPr lang="en-US" altLang="zh-C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B33E97-3DE9-5324-6D70-0F3CD5F39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00156"/>
            <a:ext cx="3120826" cy="10288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056474-9914-107B-ABEE-4C7DDD778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495800"/>
            <a:ext cx="7236200" cy="108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8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32781-5E82-9073-554D-D8C941FF7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D8A8-4E72-6A6A-EB06-106D88F8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OpenCL Runtime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en-US" altLang="zh-CN" dirty="0">
                <a:ea typeface="ＭＳ Ｐゴシック" panose="020B0600070205080204" pitchFamily="34" charset="-128"/>
              </a:rPr>
              <a:t>OpenCL</a:t>
            </a:r>
            <a:r>
              <a:rPr lang="zh-CN" altLang="en-US" dirty="0">
                <a:ea typeface="ＭＳ Ｐゴシック" panose="020B0600070205080204" pitchFamily="34" charset="-128"/>
              </a:rPr>
              <a:t>运行环境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6C6F40-9B00-9663-BA5C-0D5893923734}"/>
              </a:ext>
            </a:extLst>
          </p:cNvPr>
          <p:cNvSpPr txBox="1"/>
          <p:nvPr/>
        </p:nvSpPr>
        <p:spPr>
          <a:xfrm>
            <a:off x="314739" y="16002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Get the 1</a:t>
            </a:r>
            <a:r>
              <a:rPr lang="en-US" altLang="zh-CN" sz="2200" baseline="30000" dirty="0"/>
              <a:t>st</a:t>
            </a:r>
            <a:r>
              <a:rPr lang="en-US" altLang="zh-CN" sz="2200" dirty="0"/>
              <a:t> device &amp; create the queue</a:t>
            </a:r>
          </a:p>
          <a:p>
            <a:pPr algn="ctr"/>
            <a:r>
              <a:rPr lang="zh-CN" altLang="en-US" sz="2200" dirty="0"/>
              <a:t>获取第一个设备并创建运行队列</a:t>
            </a:r>
            <a:endParaRPr lang="en-US" altLang="zh-CN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3CDD41-0417-962B-3012-E1C341E367DC}"/>
              </a:ext>
            </a:extLst>
          </p:cNvPr>
          <p:cNvSpPr txBox="1"/>
          <p:nvPr/>
        </p:nvSpPr>
        <p:spPr>
          <a:xfrm>
            <a:off x="314739" y="36576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Read the file ‘</a:t>
            </a:r>
            <a:r>
              <a:rPr lang="en-US" altLang="zh-CN" sz="2200" dirty="0" err="1"/>
              <a:t>kernel.c</a:t>
            </a:r>
            <a:r>
              <a:rPr lang="en-US" altLang="zh-CN" sz="2200" dirty="0"/>
              <a:t>’ &amp; compile the kernel</a:t>
            </a:r>
          </a:p>
          <a:p>
            <a:pPr algn="ctr"/>
            <a:r>
              <a:rPr lang="zh-CN" altLang="en-US" sz="2200" dirty="0"/>
              <a:t>读取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kernel.c</a:t>
            </a:r>
            <a:r>
              <a:rPr lang="en-US" altLang="zh-CN" sz="2200" dirty="0"/>
              <a:t>’</a:t>
            </a:r>
            <a:r>
              <a:rPr lang="zh-CN" altLang="en-US" sz="2200" dirty="0"/>
              <a:t>文件并对</a:t>
            </a:r>
            <a:r>
              <a:rPr lang="en-US" altLang="zh-CN" sz="2200" dirty="0"/>
              <a:t>kernel</a:t>
            </a:r>
            <a:r>
              <a:rPr lang="zh-CN" altLang="en-US" sz="2200" dirty="0"/>
              <a:t>进行编译</a:t>
            </a:r>
            <a:endParaRPr lang="en-US" altLang="zh-CN" sz="2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3C398D-06B1-27DD-9365-80E5A1E39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59" y="4450649"/>
            <a:ext cx="6047314" cy="8116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4A9382-52C1-19C6-ED25-820D705CF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2387600"/>
            <a:ext cx="4972744" cy="10631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FD3B70-9950-DCCC-4F42-B344E83C7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267739"/>
            <a:ext cx="2995078" cy="3086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E0E9C9-3D74-A174-AD19-D5AB1C94B88E}"/>
              </a:ext>
            </a:extLst>
          </p:cNvPr>
          <p:cNvSpPr txBox="1"/>
          <p:nvPr/>
        </p:nvSpPr>
        <p:spPr>
          <a:xfrm>
            <a:off x="152400" y="5498298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Get the kernel submission alias</a:t>
            </a:r>
          </a:p>
          <a:p>
            <a:pPr algn="ctr"/>
            <a:r>
              <a:rPr lang="zh-CN" altLang="en-US" sz="2200" dirty="0"/>
              <a:t>获取提交</a:t>
            </a:r>
            <a:r>
              <a:rPr lang="en-US" altLang="zh-CN" sz="2200" dirty="0"/>
              <a:t>kernel</a:t>
            </a:r>
            <a:r>
              <a:rPr lang="zh-CN" altLang="en-US" sz="2200" dirty="0"/>
              <a:t>的别名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190892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57A8-62D5-F4BF-CA4C-987854721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B9F4-D452-45BE-05FE-3051CAD8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Get Training Data Ready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准备训练数据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3AE913-03C5-0FDE-05D2-F35469DD88C5}"/>
              </a:ext>
            </a:extLst>
          </p:cNvPr>
          <p:cNvSpPr txBox="1"/>
          <p:nvPr/>
        </p:nvSpPr>
        <p:spPr>
          <a:xfrm>
            <a:off x="314739" y="1745159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Read the training data &amp; initialize the host-side arrays  </a:t>
            </a:r>
          </a:p>
          <a:p>
            <a:pPr algn="ctr"/>
            <a:r>
              <a:rPr lang="zh-CN" altLang="en-US" sz="2200" dirty="0"/>
              <a:t>读取训练数据并初始化主机端数组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FE3C89-CAC8-1D82-5F2E-7BE14E8CC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90800"/>
            <a:ext cx="7670600" cy="1314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52E20A-050F-F363-8B3C-5A8BF4FA9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215735"/>
            <a:ext cx="7830643" cy="11088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CD3722-D490-05BC-2DB6-399A6EB88E8B}"/>
              </a:ext>
            </a:extLst>
          </p:cNvPr>
          <p:cNvSpPr txBox="1"/>
          <p:nvPr/>
        </p:nvSpPr>
        <p:spPr>
          <a:xfrm>
            <a:off x="314739" y="4114800"/>
            <a:ext cx="85145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Initialize device-side arrays &amp; </a:t>
            </a:r>
          </a:p>
          <a:p>
            <a:pPr algn="ctr"/>
            <a:r>
              <a:rPr lang="en-US" altLang="zh-CN" sz="2200" dirty="0"/>
              <a:t>copy data from the host to the device</a:t>
            </a:r>
          </a:p>
          <a:p>
            <a:pPr algn="ctr"/>
            <a:r>
              <a:rPr lang="zh-CN" altLang="en-US" sz="2200" dirty="0"/>
              <a:t>初始化设备端数组，并将数据从主机复制到设备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48511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5CDB2-86B4-4807-4A39-98E438326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6C604-253E-F7AF-6354-3C5D06F4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Outer Loop  </a:t>
            </a:r>
            <a:r>
              <a:rPr lang="zh-CN" altLang="en-US" dirty="0">
                <a:ea typeface="ＭＳ Ｐゴシック" panose="020B0600070205080204" pitchFamily="34" charset="-128"/>
              </a:rPr>
              <a:t>外重循环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654046-1030-952A-9A82-CC0797C799D4}"/>
              </a:ext>
            </a:extLst>
          </p:cNvPr>
          <p:cNvSpPr txBox="1"/>
          <p:nvPr/>
        </p:nvSpPr>
        <p:spPr>
          <a:xfrm>
            <a:off x="314739" y="16002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Outer loop: loop twice, 1 for warm-up &amp; 1 for testing</a:t>
            </a:r>
          </a:p>
          <a:p>
            <a:pPr algn="ctr"/>
            <a:r>
              <a:rPr lang="zh-CN" altLang="en-US" sz="2200" dirty="0"/>
              <a:t>外重循环：循环两轮，一轮预热，一轮测试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4ACF81-6167-4132-0161-2E6FA5BD3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62200"/>
            <a:ext cx="6047314" cy="571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D9B7D7-56F3-D17F-D311-3B7F88D07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3924222"/>
            <a:ext cx="1783328" cy="5487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6FB707-7CAB-1E0E-BC88-AD6C38FC4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5471052"/>
            <a:ext cx="1314634" cy="7773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6EBE89-68CC-A2E8-EE47-6EDB6C3E45A4}"/>
              </a:ext>
            </a:extLst>
          </p:cNvPr>
          <p:cNvSpPr txBox="1"/>
          <p:nvPr/>
        </p:nvSpPr>
        <p:spPr>
          <a:xfrm>
            <a:off x="314739" y="3203339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 lists: 1 for multiple test data &amp; 1 for classification output</a:t>
            </a:r>
          </a:p>
          <a:p>
            <a:pPr algn="ctr"/>
            <a:r>
              <a:rPr lang="zh-CN" altLang="en-US" sz="2200" dirty="0"/>
              <a:t>两个列表：</a:t>
            </a:r>
            <a:r>
              <a:rPr lang="en-US" altLang="zh-CN" sz="2200" dirty="0"/>
              <a:t>1</a:t>
            </a:r>
            <a:r>
              <a:rPr lang="zh-CN" altLang="en-US" sz="2200" dirty="0"/>
              <a:t>个用于多份测试数据，</a:t>
            </a:r>
            <a:r>
              <a:rPr lang="en-US" altLang="zh-CN" sz="2200" dirty="0"/>
              <a:t>1</a:t>
            </a:r>
            <a:r>
              <a:rPr lang="zh-CN" altLang="en-US" sz="2200" dirty="0"/>
              <a:t>个用于分结果</a:t>
            </a:r>
            <a:endParaRPr lang="en-US" altLang="zh-CN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A3C19F-B011-BF27-162C-03F90D1D73BD}"/>
              </a:ext>
            </a:extLst>
          </p:cNvPr>
          <p:cNvSpPr txBox="1"/>
          <p:nvPr/>
        </p:nvSpPr>
        <p:spPr>
          <a:xfrm>
            <a:off x="314739" y="4701611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 lists to hold 3 timestamps for each test file</a:t>
            </a:r>
          </a:p>
          <a:p>
            <a:pPr algn="ctr"/>
            <a:r>
              <a:rPr lang="zh-CN" altLang="en-US" sz="2200" dirty="0"/>
              <a:t>三个列表：分别为每个测试文件记录</a:t>
            </a:r>
            <a:r>
              <a:rPr lang="en-US" altLang="zh-CN" sz="2200" dirty="0"/>
              <a:t>3</a:t>
            </a:r>
            <a:r>
              <a:rPr lang="zh-CN" altLang="en-US" sz="2200" dirty="0"/>
              <a:t>个时间点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2237640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DB1E7-3F17-D219-17A4-3FA253D0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F395-74B9-6494-DF4E-B676AFA47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Inner Loop  </a:t>
            </a:r>
            <a:r>
              <a:rPr lang="zh-CN" altLang="en-US" dirty="0">
                <a:ea typeface="ＭＳ Ｐゴシック" panose="020B0600070205080204" pitchFamily="34" charset="-128"/>
              </a:rPr>
              <a:t>内重循环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34C673-EEA9-A8D6-CD5E-5C582347939E}"/>
              </a:ext>
            </a:extLst>
          </p:cNvPr>
          <p:cNvSpPr txBox="1"/>
          <p:nvPr/>
        </p:nvSpPr>
        <p:spPr>
          <a:xfrm>
            <a:off x="314739" y="16002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the overall timing &amp; loop over the files</a:t>
            </a:r>
          </a:p>
          <a:p>
            <a:pPr algn="ctr"/>
            <a:r>
              <a:rPr lang="zh-CN" altLang="en-US" sz="2200" dirty="0"/>
              <a:t>开始总体计时，并循环遍历所有文件</a:t>
            </a:r>
            <a:endParaRPr lang="en-US" altLang="zh-CN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FA2DE4-4969-913E-3779-A4296D9D9DAC}"/>
              </a:ext>
            </a:extLst>
          </p:cNvPr>
          <p:cNvSpPr txBox="1"/>
          <p:nvPr/>
        </p:nvSpPr>
        <p:spPr>
          <a:xfrm>
            <a:off x="314739" y="3203339"/>
            <a:ext cx="85145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By the start of the loop body, record the 1</a:t>
            </a:r>
            <a:r>
              <a:rPr lang="en-US" altLang="zh-CN" sz="2200" baseline="30000" dirty="0"/>
              <a:t>st</a:t>
            </a:r>
            <a:r>
              <a:rPr lang="en-US" altLang="zh-CN" sz="2200" dirty="0"/>
              <a:t> timestamp; read the test data, initialize the host-side arrays, &amp; update the lists </a:t>
            </a:r>
            <a:r>
              <a:rPr lang="zh-CN" altLang="en-US" sz="2200" dirty="0"/>
              <a:t>在循环体开始时，记录第一个时间点；读取测试数据，</a:t>
            </a:r>
            <a:endParaRPr lang="en-US" altLang="zh-CN" sz="2200" dirty="0"/>
          </a:p>
          <a:p>
            <a:pPr algn="ctr"/>
            <a:r>
              <a:rPr lang="zh-CN" altLang="en-US" sz="2200" dirty="0"/>
              <a:t>初始化主机端数组，并更新对应列表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6BA3D3-725B-DCE3-484F-AA71EA57F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434516"/>
            <a:ext cx="3921037" cy="5372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62B5FF-D645-5E4A-4AFB-EFF99F0E2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4693672"/>
            <a:ext cx="6767504" cy="178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59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C82E2-F122-AF2F-7730-2129212BE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5EDCC-F338-BD50-12EB-269BC924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Inner Loop  </a:t>
            </a:r>
            <a:r>
              <a:rPr lang="zh-CN" altLang="en-US" dirty="0">
                <a:ea typeface="ＭＳ Ｐゴシック" panose="020B0600070205080204" pitchFamily="34" charset="-128"/>
              </a:rPr>
              <a:t>内重循环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4AC3D9-9C1E-CAC8-35FF-55B80D20B854}"/>
              </a:ext>
            </a:extLst>
          </p:cNvPr>
          <p:cNvSpPr txBox="1"/>
          <p:nvPr/>
        </p:nvSpPr>
        <p:spPr>
          <a:xfrm>
            <a:off x="314739" y="16002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For the 1</a:t>
            </a:r>
            <a:r>
              <a:rPr lang="en-US" altLang="zh-CN" sz="2200" baseline="30000" dirty="0"/>
              <a:t>st</a:t>
            </a:r>
            <a:r>
              <a:rPr lang="en-US" altLang="zh-CN" sz="2200" dirty="0"/>
              <a:t> time running here, initialize the device-side arrays</a:t>
            </a:r>
          </a:p>
          <a:p>
            <a:pPr algn="ctr"/>
            <a:r>
              <a:rPr lang="zh-CN" altLang="en-US" sz="2200" dirty="0"/>
              <a:t>如若首次运行至此，初始化设备端数组</a:t>
            </a:r>
            <a:endParaRPr lang="en-US" altLang="zh-CN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4DEFE1-7B02-EC20-2CC1-1AD5112B6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430598"/>
            <a:ext cx="7407673" cy="13032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8227EF-D9FB-EB75-2443-58A3B42C0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4648200"/>
            <a:ext cx="3795289" cy="3086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1C06-2811-A1C5-28AD-9A7F7FD53B0E}"/>
              </a:ext>
            </a:extLst>
          </p:cNvPr>
          <p:cNvSpPr txBox="1"/>
          <p:nvPr/>
        </p:nvSpPr>
        <p:spPr>
          <a:xfrm>
            <a:off x="314739" y="38862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Preparation finishes for the test file; record the 2</a:t>
            </a:r>
            <a:r>
              <a:rPr lang="en-US" altLang="zh-CN" sz="2200" baseline="30000" dirty="0"/>
              <a:t>nd</a:t>
            </a:r>
            <a:r>
              <a:rPr lang="en-US" altLang="zh-CN" sz="2200" dirty="0"/>
              <a:t> timestamp</a:t>
            </a:r>
            <a:r>
              <a:rPr lang="zh-CN" altLang="en-US" sz="2200" dirty="0"/>
              <a:t>该测试文件的准备结束，记录第二个时间点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16339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9F341-DEAC-FD68-865B-AB867C53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8537C-B141-C7D6-2498-7CBB9C06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Inner Loop  </a:t>
            </a:r>
            <a:r>
              <a:rPr lang="zh-CN" altLang="en-US" dirty="0">
                <a:ea typeface="ＭＳ Ｐゴシック" panose="020B0600070205080204" pitchFamily="34" charset="-128"/>
              </a:rPr>
              <a:t>内重循环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95C247-8AA2-E627-D58C-5FE009DEA364}"/>
              </a:ext>
            </a:extLst>
          </p:cNvPr>
          <p:cNvSpPr txBox="1"/>
          <p:nvPr/>
        </p:nvSpPr>
        <p:spPr>
          <a:xfrm>
            <a:off x="314739" y="16764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Copy the test data from the host to the device</a:t>
            </a:r>
          </a:p>
          <a:p>
            <a:pPr algn="ctr"/>
            <a:r>
              <a:rPr lang="zh-CN" altLang="en-US" sz="2200" dirty="0"/>
              <a:t>将测试数据从主机端复制到设备端</a:t>
            </a:r>
            <a:endParaRPr lang="en-US" altLang="zh-CN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7C5E55-C394-E677-B38F-E8FAD94D1C32}"/>
              </a:ext>
            </a:extLst>
          </p:cNvPr>
          <p:cNvSpPr txBox="1"/>
          <p:nvPr/>
        </p:nvSpPr>
        <p:spPr>
          <a:xfrm>
            <a:off x="314739" y="32004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Submit the kernel  </a:t>
            </a:r>
          </a:p>
          <a:p>
            <a:pPr algn="ctr"/>
            <a:r>
              <a:rPr lang="zh-CN" altLang="en-US" sz="2200" dirty="0"/>
              <a:t>提交</a:t>
            </a:r>
            <a:r>
              <a:rPr lang="en-US" altLang="zh-CN" sz="2200" dirty="0"/>
              <a:t>kernel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803EFC-96B8-E824-83C2-7A8DD44B1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471056"/>
            <a:ext cx="5441440" cy="3086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E9B4DF-A8D6-BE6C-8ED9-578D832A7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3973577"/>
            <a:ext cx="6618894" cy="181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82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E0130-D23D-9FCF-2101-482C412EE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6C76B-B1BC-C683-3D8B-8CB22131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Inner Loop  </a:t>
            </a:r>
            <a:r>
              <a:rPr lang="zh-CN" altLang="en-US" dirty="0">
                <a:ea typeface="ＭＳ Ｐゴシック" panose="020B0600070205080204" pitchFamily="34" charset="-128"/>
              </a:rPr>
              <a:t>内重循环 </a:t>
            </a:r>
            <a:r>
              <a:rPr lang="en-US" altLang="zh-CN" dirty="0">
                <a:ea typeface="ＭＳ Ｐゴシック" panose="020B0600070205080204" pitchFamily="34" charset="-128"/>
              </a:rPr>
              <a:t>(4)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6A5038-74E3-CE44-F889-6B54EF04B2CD}"/>
              </a:ext>
            </a:extLst>
          </p:cNvPr>
          <p:cNvSpPr txBox="1"/>
          <p:nvPr/>
        </p:nvSpPr>
        <p:spPr>
          <a:xfrm>
            <a:off x="314739" y="16764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Copy the classification results back to the host</a:t>
            </a:r>
          </a:p>
          <a:p>
            <a:pPr algn="ctr"/>
            <a:r>
              <a:rPr lang="zh-CN" altLang="en-US" sz="2200" dirty="0"/>
              <a:t>将测试数据从主机端复制到设备端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7EBBA4-588A-4533-1CEC-A513C42AB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438400"/>
            <a:ext cx="5795819" cy="50299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5390133-EFD7-ED16-00A6-7E1EC34885BB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 bwMode="auto">
          <a:xfrm flipV="1">
            <a:off x="3479800" y="2926080"/>
            <a:ext cx="0" cy="65532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5C6E53F-2F98-E67A-0709-989D1ACD0747}"/>
              </a:ext>
            </a:extLst>
          </p:cNvPr>
          <p:cNvSpPr txBox="1"/>
          <p:nvPr/>
        </p:nvSpPr>
        <p:spPr>
          <a:xfrm>
            <a:off x="2070100" y="3581400"/>
            <a:ext cx="2819400" cy="1107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Wait for completion on the host</a:t>
            </a:r>
          </a:p>
          <a:p>
            <a:pPr algn="ctr"/>
            <a:r>
              <a:rPr lang="zh-CN" altLang="en-US" sz="2200" dirty="0"/>
              <a:t>主机端等待完成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DC498E-1AC7-7768-317F-B2C7047DB576}"/>
              </a:ext>
            </a:extLst>
          </p:cNvPr>
          <p:cNvSpPr/>
          <p:nvPr/>
        </p:nvSpPr>
        <p:spPr bwMode="auto">
          <a:xfrm>
            <a:off x="2514600" y="2689895"/>
            <a:ext cx="1930400" cy="236185"/>
          </a:xfrm>
          <a:prstGeom prst="rect">
            <a:avLst/>
          </a:prstGeom>
          <a:noFill/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841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E612-08BB-D62E-F4CA-B8D02B86A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DCE0-E09A-4143-83D9-A8F9F5EF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Inner Loop  </a:t>
            </a:r>
            <a:r>
              <a:rPr lang="zh-CN" altLang="en-US" dirty="0">
                <a:ea typeface="ＭＳ Ｐゴシック" panose="020B0600070205080204" pitchFamily="34" charset="-128"/>
              </a:rPr>
              <a:t>内重循环 </a:t>
            </a:r>
            <a:r>
              <a:rPr lang="en-US" altLang="zh-CN" dirty="0">
                <a:ea typeface="ＭＳ Ｐゴシック" panose="020B0600070205080204" pitchFamily="34" charset="-128"/>
              </a:rPr>
              <a:t>(4)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1D22C4-E84D-AFBE-701E-CFDD97BCB0B8}"/>
              </a:ext>
            </a:extLst>
          </p:cNvPr>
          <p:cNvSpPr txBox="1"/>
          <p:nvPr/>
        </p:nvSpPr>
        <p:spPr>
          <a:xfrm>
            <a:off x="314739" y="16764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Copy the classification results back to the host</a:t>
            </a:r>
          </a:p>
          <a:p>
            <a:pPr algn="ctr"/>
            <a:r>
              <a:rPr lang="zh-CN" altLang="en-US" sz="2200" dirty="0"/>
              <a:t>将测试数据从主机端复制到设备端</a:t>
            </a:r>
            <a:endParaRPr lang="en-US" altLang="zh-CN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95F6DD-6C4E-FA47-CB11-131BADF7D4C8}"/>
              </a:ext>
            </a:extLst>
          </p:cNvPr>
          <p:cNvSpPr txBox="1"/>
          <p:nvPr/>
        </p:nvSpPr>
        <p:spPr>
          <a:xfrm>
            <a:off x="314739" y="32004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Before ending the inner loop body, record the 3</a:t>
            </a:r>
            <a:r>
              <a:rPr lang="en-US" altLang="zh-CN" sz="2200" baseline="30000" dirty="0"/>
              <a:t>rd</a:t>
            </a:r>
            <a:r>
              <a:rPr lang="en-US" altLang="zh-CN" sz="2200" dirty="0"/>
              <a:t> timestamp</a:t>
            </a:r>
          </a:p>
          <a:p>
            <a:pPr algn="ctr"/>
            <a:r>
              <a:rPr lang="zh-CN" altLang="en-US" sz="2200" dirty="0"/>
              <a:t>在结束内重循环体之前记录第三个时间点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CF5226-205B-CBDD-CE72-8C773C123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438400"/>
            <a:ext cx="5795819" cy="502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B01B5A-6E34-11BB-BA6E-42514595F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3962400"/>
            <a:ext cx="3772427" cy="2400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9C666D-FAA2-B99C-A9D0-96DF47E28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5271825"/>
            <a:ext cx="3680974" cy="2972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416AF7-6BF8-4A92-E69E-B1FD0D628DC5}"/>
              </a:ext>
            </a:extLst>
          </p:cNvPr>
          <p:cNvSpPr txBox="1"/>
          <p:nvPr/>
        </p:nvSpPr>
        <p:spPr>
          <a:xfrm>
            <a:off x="213416" y="4474028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Back to the outer loop, stop the overall timing</a:t>
            </a:r>
          </a:p>
          <a:p>
            <a:pPr algn="ctr"/>
            <a:r>
              <a:rPr lang="zh-CN" altLang="en-US" sz="2200" dirty="0"/>
              <a:t>回到外重循环，结束总体计时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164000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B38D3-60A9-2AB8-452C-AC43B5682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8872E-07CC-8B04-9811-F81DC9527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Output Timing  </a:t>
            </a:r>
            <a:r>
              <a:rPr lang="zh-CN" altLang="en-US" dirty="0">
                <a:ea typeface="ＭＳ Ｐゴシック" panose="020B0600070205080204" pitchFamily="34" charset="-128"/>
              </a:rPr>
              <a:t>输出计时结果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30612-E0E1-1E88-DE4C-B7165CC1251E}"/>
              </a:ext>
            </a:extLst>
          </p:cNvPr>
          <p:cNvSpPr txBox="1"/>
          <p:nvPr/>
        </p:nvSpPr>
        <p:spPr>
          <a:xfrm>
            <a:off x="314739" y="3048000"/>
            <a:ext cx="85145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For each test file, get the preparation time from the 1</a:t>
            </a:r>
            <a:r>
              <a:rPr lang="en-US" altLang="zh-CN" sz="2200" baseline="30000" dirty="0"/>
              <a:t>st</a:t>
            </a:r>
            <a:r>
              <a:rPr lang="en-US" altLang="zh-CN" sz="2200" dirty="0"/>
              <a:t> &amp; 2</a:t>
            </a:r>
            <a:r>
              <a:rPr lang="en-US" altLang="zh-CN" sz="2200" baseline="30000" dirty="0"/>
              <a:t>nd</a:t>
            </a:r>
            <a:r>
              <a:rPr lang="en-US" altLang="zh-CN" sz="2200" dirty="0"/>
              <a:t> timestamps &amp; the execution time from the 2</a:t>
            </a:r>
            <a:r>
              <a:rPr lang="en-US" altLang="zh-CN" sz="2200" baseline="30000" dirty="0"/>
              <a:t>nd</a:t>
            </a:r>
            <a:r>
              <a:rPr lang="en-US" altLang="zh-CN" sz="2200" dirty="0"/>
              <a:t> &amp; 3</a:t>
            </a:r>
            <a:r>
              <a:rPr lang="en-US" altLang="zh-CN" sz="2200" baseline="30000" dirty="0"/>
              <a:t>rd</a:t>
            </a:r>
            <a:r>
              <a:rPr lang="en-US" altLang="zh-CN" sz="2200" dirty="0"/>
              <a:t> timestamps</a:t>
            </a:r>
          </a:p>
          <a:p>
            <a:pPr algn="ctr"/>
            <a:r>
              <a:rPr lang="zh-CN" altLang="en-US" sz="2200" dirty="0"/>
              <a:t>对每个测试文件，用第一和第二个时间点获取准备时间、</a:t>
            </a:r>
            <a:endParaRPr lang="en-US" altLang="zh-CN" sz="2200" dirty="0"/>
          </a:p>
          <a:p>
            <a:pPr algn="ctr"/>
            <a:r>
              <a:rPr lang="zh-CN" altLang="en-US" sz="2200" dirty="0"/>
              <a:t>第二和第三个时间点获取执行时间</a:t>
            </a:r>
            <a:endParaRPr lang="en-US" altLang="zh-CN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179D2-F1BD-E1BF-5EAE-09011A4BEE64}"/>
              </a:ext>
            </a:extLst>
          </p:cNvPr>
          <p:cNvSpPr txBox="1"/>
          <p:nvPr/>
        </p:nvSpPr>
        <p:spPr>
          <a:xfrm>
            <a:off x="314739" y="1600200"/>
            <a:ext cx="85145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Skip that for the warm-up run  </a:t>
            </a:r>
            <a:r>
              <a:rPr lang="zh-CN" altLang="en-US" sz="2200" dirty="0"/>
              <a:t>若是预热，直接跳过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2987B2-3ECC-BB06-6311-06B4D355B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057400"/>
            <a:ext cx="3555226" cy="7659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50CDF0-8114-1485-3953-DA183059E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495704"/>
            <a:ext cx="6858958" cy="8230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07A027-C05B-AF7A-EFF3-894E6D318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6286484"/>
            <a:ext cx="6173062" cy="2743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3BB157-CB14-BAB8-16CA-3CB8674C9BC4}"/>
              </a:ext>
            </a:extLst>
          </p:cNvPr>
          <p:cNvSpPr txBox="1"/>
          <p:nvPr/>
        </p:nvSpPr>
        <p:spPr>
          <a:xfrm>
            <a:off x="385638" y="55626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Also output the total time</a:t>
            </a:r>
          </a:p>
          <a:p>
            <a:pPr algn="ctr"/>
            <a:r>
              <a:rPr lang="zh-CN" altLang="en-US" sz="2200" dirty="0"/>
              <a:t>并输出总耗时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212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42220-563D-F3B7-EBE4-57781A912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5BAEE-7D52-0BBA-88A2-E4B751EB8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Output Results  </a:t>
            </a:r>
            <a:r>
              <a:rPr lang="zh-CN" altLang="en-US" dirty="0">
                <a:ea typeface="ＭＳ Ｐゴシック" panose="020B0600070205080204" pitchFamily="34" charset="-128"/>
              </a:rPr>
              <a:t>输出结果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5C63B5-081C-5624-7230-39F36B5FBEE2}"/>
              </a:ext>
            </a:extLst>
          </p:cNvPr>
          <p:cNvSpPr txBox="1"/>
          <p:nvPr/>
        </p:nvSpPr>
        <p:spPr>
          <a:xfrm>
            <a:off x="314739" y="16764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Check the accuracy for each file </a:t>
            </a:r>
          </a:p>
          <a:p>
            <a:pPr algn="ctr"/>
            <a:r>
              <a:rPr lang="zh-CN" altLang="en-US" sz="2200" dirty="0"/>
              <a:t>为每个文件检查准确率</a:t>
            </a:r>
            <a:endParaRPr lang="en-US" altLang="zh-CN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995ACE-0FDD-DF9A-BC96-4D206C700955}"/>
              </a:ext>
            </a:extLst>
          </p:cNvPr>
          <p:cNvSpPr txBox="1"/>
          <p:nvPr/>
        </p:nvSpPr>
        <p:spPr>
          <a:xfrm>
            <a:off x="609600" y="48768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python idle.py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C7A75A-760F-D5FE-5E89-B60698ADE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468618"/>
            <a:ext cx="7076158" cy="187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1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16265</TotalTime>
  <Words>784</Words>
  <Application>Microsoft Office PowerPoint</Application>
  <PresentationFormat>On-screen Show (4:3)</PresentationFormat>
  <Paragraphs>69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7.3</vt:lpstr>
      <vt:lpstr>Basic Settings  基本设置</vt:lpstr>
      <vt:lpstr>OpenCL Runtime   OpenCL运行环境</vt:lpstr>
      <vt:lpstr>Get Training Data Ready 准备训练数据</vt:lpstr>
      <vt:lpstr>Outer Loop  外重循环</vt:lpstr>
      <vt:lpstr>Inner Loop  内重循环 (1)</vt:lpstr>
      <vt:lpstr>Inner Loop  内重循环 (2)</vt:lpstr>
      <vt:lpstr>Inner Loop  内重循环 (3)</vt:lpstr>
      <vt:lpstr>Inner Loop  内重循环 (4)</vt:lpstr>
      <vt:lpstr>Inner Loop  内重循环 (4)</vt:lpstr>
      <vt:lpstr>Output Timing  输出计时结果</vt:lpstr>
      <vt:lpstr>Output Results  输出结果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1149</cp:revision>
  <dcterms:created xsi:type="dcterms:W3CDTF">2003-03-13T01:36:43Z</dcterms:created>
  <dcterms:modified xsi:type="dcterms:W3CDTF">2026-09-26T04:41:06Z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