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18"/>
  </p:notesMasterIdLst>
  <p:handoutMasterIdLst>
    <p:handoutMasterId r:id="rId19"/>
  </p:handoutMasterIdLst>
  <p:sldIdLst>
    <p:sldId id="286" r:id="rId2"/>
    <p:sldId id="415" r:id="rId3"/>
    <p:sldId id="438" r:id="rId4"/>
    <p:sldId id="435" r:id="rId5"/>
    <p:sldId id="446" r:id="rId6"/>
    <p:sldId id="452" r:id="rId7"/>
    <p:sldId id="447" r:id="rId8"/>
    <p:sldId id="448" r:id="rId9"/>
    <p:sldId id="453" r:id="rId10"/>
    <p:sldId id="454" r:id="rId11"/>
    <p:sldId id="455" r:id="rId12"/>
    <p:sldId id="449" r:id="rId13"/>
    <p:sldId id="442" r:id="rId14"/>
    <p:sldId id="456" r:id="rId15"/>
    <p:sldId id="436" r:id="rId16"/>
    <p:sldId id="353" r:id="rId17"/>
  </p:sldIdLst>
  <p:sldSz cx="9144000" cy="6858000" type="screen4x3"/>
  <p:notesSz cx="7010400" cy="9296400"/>
  <p:defaultTextStyle>
    <a:defPPr>
      <a:defRPr lang="zh-CN"/>
    </a:defPPr>
    <a:lvl1pPr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SimSun" panose="02010600030101010101" pitchFamily="2" charset="-122"/>
        <a:cs typeface="+mn-cs"/>
      </a:defRPr>
    </a:lvl5pPr>
    <a:lvl6pPr marL="22860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6pPr>
    <a:lvl7pPr marL="27432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7pPr>
    <a:lvl8pPr marL="32004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8pPr>
    <a:lvl9pPr marL="3657600" algn="l" defTabSz="914400" rtl="0" eaLnBrk="1" latinLnBrk="0" hangingPunct="1">
      <a:defRPr kern="1200">
        <a:solidFill>
          <a:schemeClr val="tx1"/>
        </a:solidFill>
        <a:latin typeface="Comic Sans MS" panose="030F0702030302020204" pitchFamily="66"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B2B2B2"/>
    <a:srgbClr val="993366"/>
    <a:srgbClr val="339933"/>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63" autoAdjust="0"/>
    <p:restoredTop sz="80897" autoAdjust="0"/>
  </p:normalViewPr>
  <p:slideViewPr>
    <p:cSldViewPr>
      <p:cViewPr varScale="1">
        <p:scale>
          <a:sx n="58" d="100"/>
          <a:sy n="58" d="100"/>
        </p:scale>
        <p:origin x="114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275" y="6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Cong" userId="025630f4-267e-4cb3-8cd5-8795177f99f4" providerId="ADAL" clId="{929A2CC8-B112-421C-81E2-D5D63B23E300}"/>
    <pc:docChg chg="undo redo custSel addSld delSld modSld sldOrd">
      <pc:chgData name="Li, Cong" userId="025630f4-267e-4cb3-8cd5-8795177f99f4" providerId="ADAL" clId="{929A2CC8-B112-421C-81E2-D5D63B23E300}" dt="2026-09-04T23:15:47.162" v="11895" actId="20577"/>
      <pc:docMkLst>
        <pc:docMk/>
      </pc:docMkLst>
      <pc:sldChg chg="modSp mod">
        <pc:chgData name="Li, Cong" userId="025630f4-267e-4cb3-8cd5-8795177f99f4" providerId="ADAL" clId="{929A2CC8-B112-421C-81E2-D5D63B23E300}" dt="2026-09-04T23:15:47.162" v="11895" actId="20577"/>
        <pc:sldMkLst>
          <pc:docMk/>
          <pc:sldMk cId="0" sldId="286"/>
        </pc:sldMkLst>
        <pc:spChg chg="mod">
          <ac:chgData name="Li, Cong" userId="025630f4-267e-4cb3-8cd5-8795177f99f4" providerId="ADAL" clId="{929A2CC8-B112-421C-81E2-D5D63B23E300}" dt="2026-09-04T23:15:47.162" v="11895" actId="20577"/>
          <ac:spMkLst>
            <pc:docMk/>
            <pc:sldMk cId="0" sldId="286"/>
            <ac:spMk id="4" creationId="{D050F980-1D76-4E39-94EB-A1B939407DEF}"/>
          </ac:spMkLst>
        </pc:spChg>
        <pc:spChg chg="mod">
          <ac:chgData name="Li, Cong" userId="025630f4-267e-4cb3-8cd5-8795177f99f4" providerId="ADAL" clId="{929A2CC8-B112-421C-81E2-D5D63B23E300}" dt="2026-09-04T23:15:45.134" v="11894" actId="20577"/>
          <ac:spMkLst>
            <pc:docMk/>
            <pc:sldMk cId="0" sldId="286"/>
            <ac:spMk id="5122" creationId="{00000000-0000-0000-0000-000000000000}"/>
          </ac:spMkLst>
        </pc:spChg>
      </pc:sldChg>
      <pc:sldChg chg="addSp delSp modSp mod addAnim delAnim modAnim">
        <pc:chgData name="Li, Cong" userId="025630f4-267e-4cb3-8cd5-8795177f99f4" providerId="ADAL" clId="{929A2CC8-B112-421C-81E2-D5D63B23E300}" dt="2026-08-30T02:27:43.537" v="8151"/>
        <pc:sldMkLst>
          <pc:docMk/>
          <pc:sldMk cId="796492521" sldId="415"/>
        </pc:sldMkLst>
        <pc:spChg chg="mod">
          <ac:chgData name="Li, Cong" userId="025630f4-267e-4cb3-8cd5-8795177f99f4" providerId="ADAL" clId="{929A2CC8-B112-421C-81E2-D5D63B23E300}" dt="2026-08-30T02:24:29.043" v="8091" actId="20577"/>
          <ac:spMkLst>
            <pc:docMk/>
            <pc:sldMk cId="796492521" sldId="415"/>
            <ac:spMk id="8" creationId="{C252EF86-4E88-FACA-C2D1-D1EAEC87B449}"/>
          </ac:spMkLst>
        </pc:spChg>
        <pc:spChg chg="mod">
          <ac:chgData name="Li, Cong" userId="025630f4-267e-4cb3-8cd5-8795177f99f4" providerId="ADAL" clId="{929A2CC8-B112-421C-81E2-D5D63B23E300}" dt="2026-08-30T02:22:03.913" v="7944" actId="20577"/>
          <ac:spMkLst>
            <pc:docMk/>
            <pc:sldMk cId="796492521" sldId="415"/>
            <ac:spMk id="19" creationId="{23CD657D-BF24-8236-C712-84C3BC6A85FC}"/>
          </ac:spMkLst>
        </pc:spChg>
        <pc:picChg chg="add del mod">
          <ac:chgData name="Li, Cong" userId="025630f4-267e-4cb3-8cd5-8795177f99f4" providerId="ADAL" clId="{929A2CC8-B112-421C-81E2-D5D63B23E300}" dt="2026-08-30T02:23:11.341" v="7968" actId="1035"/>
          <ac:picMkLst>
            <pc:docMk/>
            <pc:sldMk cId="796492521" sldId="415"/>
            <ac:picMk id="5" creationId="{56204E20-DAA0-094C-307B-524DA287C0DE}"/>
          </ac:picMkLst>
        </pc:picChg>
      </pc:sldChg>
      <pc:sldChg chg="addSp delSp modSp mod modAnim">
        <pc:chgData name="Li, Cong" userId="025630f4-267e-4cb3-8cd5-8795177f99f4" providerId="ADAL" clId="{929A2CC8-B112-421C-81E2-D5D63B23E300}" dt="2026-08-30T08:07:35.298" v="11892"/>
        <pc:sldMkLst>
          <pc:docMk/>
          <pc:sldMk cId="2500736471" sldId="436"/>
        </pc:sldMkLst>
        <pc:spChg chg="mod">
          <ac:chgData name="Li, Cong" userId="025630f4-267e-4cb3-8cd5-8795177f99f4" providerId="ADAL" clId="{929A2CC8-B112-421C-81E2-D5D63B23E300}" dt="2026-08-30T06:26:22.979" v="11415" actId="20577"/>
          <ac:spMkLst>
            <pc:docMk/>
            <pc:sldMk cId="2500736471" sldId="436"/>
            <ac:spMk id="2" creationId="{C9CC3D3E-1583-4606-7428-6D7DA64F886E}"/>
          </ac:spMkLst>
        </pc:spChg>
        <pc:spChg chg="add mod">
          <ac:chgData name="Li, Cong" userId="025630f4-267e-4cb3-8cd5-8795177f99f4" providerId="ADAL" clId="{929A2CC8-B112-421C-81E2-D5D63B23E300}" dt="2026-08-30T08:03:10.023" v="11891" actId="6549"/>
          <ac:spMkLst>
            <pc:docMk/>
            <pc:sldMk cId="2500736471" sldId="436"/>
            <ac:spMk id="3" creationId="{9AA3AE69-9555-771C-1E69-538C9CBB58CB}"/>
          </ac:spMkLst>
        </pc:spChg>
        <pc:spChg chg="mod">
          <ac:chgData name="Li, Cong" userId="025630f4-267e-4cb3-8cd5-8795177f99f4" providerId="ADAL" clId="{929A2CC8-B112-421C-81E2-D5D63B23E300}" dt="2026-08-30T06:29:37.103" v="11549" actId="20577"/>
          <ac:spMkLst>
            <pc:docMk/>
            <pc:sldMk cId="2500736471" sldId="436"/>
            <ac:spMk id="9" creationId="{669D48EE-ADFA-F533-C68C-3F7B9F6A6A27}"/>
          </ac:spMkLst>
        </pc:spChg>
      </pc:sldChg>
      <pc:sldChg chg="addSp delSp modSp mod delAnim">
        <pc:chgData name="Li, Cong" userId="025630f4-267e-4cb3-8cd5-8795177f99f4" providerId="ADAL" clId="{929A2CC8-B112-421C-81E2-D5D63B23E300}" dt="2026-08-30T02:30:44.424" v="8566" actId="20577"/>
        <pc:sldMkLst>
          <pc:docMk/>
          <pc:sldMk cId="975484450" sldId="438"/>
        </pc:sldMkLst>
        <pc:spChg chg="mod">
          <ac:chgData name="Li, Cong" userId="025630f4-267e-4cb3-8cd5-8795177f99f4" providerId="ADAL" clId="{929A2CC8-B112-421C-81E2-D5D63B23E300}" dt="2026-08-30T02:27:31.954" v="8148" actId="20577"/>
          <ac:spMkLst>
            <pc:docMk/>
            <pc:sldMk cId="975484450" sldId="438"/>
            <ac:spMk id="2" creationId="{24937EA1-21B3-FC9D-AE71-78D906CE5B9E}"/>
          </ac:spMkLst>
        </pc:spChg>
        <pc:spChg chg="mod">
          <ac:chgData name="Li, Cong" userId="025630f4-267e-4cb3-8cd5-8795177f99f4" providerId="ADAL" clId="{929A2CC8-B112-421C-81E2-D5D63B23E300}" dt="2026-08-30T02:30:44.424" v="8566" actId="20577"/>
          <ac:spMkLst>
            <pc:docMk/>
            <pc:sldMk cId="975484450" sldId="438"/>
            <ac:spMk id="8" creationId="{8018E688-5B9D-3631-BF5E-0841744C57C9}"/>
          </ac:spMkLst>
        </pc:spChg>
        <pc:spChg chg="mod">
          <ac:chgData name="Li, Cong" userId="025630f4-267e-4cb3-8cd5-8795177f99f4" providerId="ADAL" clId="{929A2CC8-B112-421C-81E2-D5D63B23E300}" dt="2026-08-30T02:28:38.465" v="8336" actId="20577"/>
          <ac:spMkLst>
            <pc:docMk/>
            <pc:sldMk cId="975484450" sldId="438"/>
            <ac:spMk id="15" creationId="{A247C956-4414-AE2A-0FD1-C654D0368FF5}"/>
          </ac:spMkLst>
        </pc:spChg>
        <pc:picChg chg="add mod">
          <ac:chgData name="Li, Cong" userId="025630f4-267e-4cb3-8cd5-8795177f99f4" providerId="ADAL" clId="{929A2CC8-B112-421C-81E2-D5D63B23E300}" dt="2026-08-30T02:29:34.686" v="8348" actId="1035"/>
          <ac:picMkLst>
            <pc:docMk/>
            <pc:sldMk cId="975484450" sldId="438"/>
            <ac:picMk id="4" creationId="{8EE03E84-B1CE-A13D-A194-A22A0C6E043A}"/>
          </ac:picMkLst>
        </pc:picChg>
      </pc:sldChg>
      <pc:sldChg chg="addSp delSp modSp mod">
        <pc:chgData name="Li, Cong" userId="025630f4-267e-4cb3-8cd5-8795177f99f4" providerId="ADAL" clId="{929A2CC8-B112-421C-81E2-D5D63B23E300}" dt="2026-08-30T06:23:27.023" v="11229" actId="20577"/>
        <pc:sldMkLst>
          <pc:docMk/>
          <pc:sldMk cId="3427262128" sldId="442"/>
        </pc:sldMkLst>
        <pc:spChg chg="mod">
          <ac:chgData name="Li, Cong" userId="025630f4-267e-4cb3-8cd5-8795177f99f4" providerId="ADAL" clId="{929A2CC8-B112-421C-81E2-D5D63B23E300}" dt="2026-08-30T06:23:27.023" v="11229" actId="20577"/>
          <ac:spMkLst>
            <pc:docMk/>
            <pc:sldMk cId="3427262128" sldId="442"/>
            <ac:spMk id="2" creationId="{10F4189D-6874-E411-CCEA-8DAB171A3692}"/>
          </ac:spMkLst>
        </pc:spChg>
        <pc:spChg chg="mod">
          <ac:chgData name="Li, Cong" userId="025630f4-267e-4cb3-8cd5-8795177f99f4" providerId="ADAL" clId="{929A2CC8-B112-421C-81E2-D5D63B23E300}" dt="2026-08-30T06:23:20.776" v="11221" actId="1035"/>
          <ac:spMkLst>
            <pc:docMk/>
            <pc:sldMk cId="3427262128" sldId="442"/>
            <ac:spMk id="19" creationId="{80C72135-BA3A-11B9-754E-A290B1EE2134}"/>
          </ac:spMkLst>
        </pc:spChg>
        <pc:picChg chg="add mod">
          <ac:chgData name="Li, Cong" userId="025630f4-267e-4cb3-8cd5-8795177f99f4" providerId="ADAL" clId="{929A2CC8-B112-421C-81E2-D5D63B23E300}" dt="2026-08-30T06:23:13.891" v="11217" actId="1036"/>
          <ac:picMkLst>
            <pc:docMk/>
            <pc:sldMk cId="3427262128" sldId="442"/>
            <ac:picMk id="4" creationId="{B0FA78C4-2DA5-85E1-9DDE-2BE67DED7CA0}"/>
          </ac:picMkLst>
        </pc:picChg>
      </pc:sldChg>
      <pc:sldChg chg="addSp delSp modSp mod modAnim">
        <pc:chgData name="Li, Cong" userId="025630f4-267e-4cb3-8cd5-8795177f99f4" providerId="ADAL" clId="{929A2CC8-B112-421C-81E2-D5D63B23E300}" dt="2026-08-30T05:59:28.717" v="9646"/>
        <pc:sldMkLst>
          <pc:docMk/>
          <pc:sldMk cId="2073764086" sldId="446"/>
        </pc:sldMkLst>
        <pc:spChg chg="mod">
          <ac:chgData name="Li, Cong" userId="025630f4-267e-4cb3-8cd5-8795177f99f4" providerId="ADAL" clId="{929A2CC8-B112-421C-81E2-D5D63B23E300}" dt="2026-08-30T02:36:11.876" v="8906" actId="20577"/>
          <ac:spMkLst>
            <pc:docMk/>
            <pc:sldMk cId="2073764086" sldId="446"/>
            <ac:spMk id="2" creationId="{9528C0EB-B02C-84C2-ACD9-F5ABD80602E1}"/>
          </ac:spMkLst>
        </pc:spChg>
        <pc:spChg chg="mod">
          <ac:chgData name="Li, Cong" userId="025630f4-267e-4cb3-8cd5-8795177f99f4" providerId="ADAL" clId="{929A2CC8-B112-421C-81E2-D5D63B23E300}" dt="2026-08-30T02:34:32.820" v="8747" actId="20577"/>
          <ac:spMkLst>
            <pc:docMk/>
            <pc:sldMk cId="2073764086" sldId="446"/>
            <ac:spMk id="8" creationId="{5B2A3219-E5A4-EAD1-0A2D-D72FD0BF131D}"/>
          </ac:spMkLst>
        </pc:spChg>
        <pc:spChg chg="add mod">
          <ac:chgData name="Li, Cong" userId="025630f4-267e-4cb3-8cd5-8795177f99f4" providerId="ADAL" clId="{929A2CC8-B112-421C-81E2-D5D63B23E300}" dt="2026-08-30T02:36:01.737" v="8900" actId="20577"/>
          <ac:spMkLst>
            <pc:docMk/>
            <pc:sldMk cId="2073764086" sldId="446"/>
            <ac:spMk id="10" creationId="{5DCD88F7-373A-906D-885A-26739BE47E58}"/>
          </ac:spMkLst>
        </pc:spChg>
        <pc:picChg chg="add mod">
          <ac:chgData name="Li, Cong" userId="025630f4-267e-4cb3-8cd5-8795177f99f4" providerId="ADAL" clId="{929A2CC8-B112-421C-81E2-D5D63B23E300}" dt="2026-08-30T02:34:48.584" v="8759" actId="1036"/>
          <ac:picMkLst>
            <pc:docMk/>
            <pc:sldMk cId="2073764086" sldId="446"/>
            <ac:picMk id="4" creationId="{E8F08936-DA9F-7E34-D6CC-57CFA99A083E}"/>
          </ac:picMkLst>
        </pc:picChg>
        <pc:picChg chg="add mod">
          <ac:chgData name="Li, Cong" userId="025630f4-267e-4cb3-8cd5-8795177f99f4" providerId="ADAL" clId="{929A2CC8-B112-421C-81E2-D5D63B23E300}" dt="2026-08-30T02:35:21.550" v="8783" actId="1036"/>
          <ac:picMkLst>
            <pc:docMk/>
            <pc:sldMk cId="2073764086" sldId="446"/>
            <ac:picMk id="6" creationId="{B2499891-271D-2605-7B07-42CC2744662E}"/>
          </ac:picMkLst>
        </pc:picChg>
      </pc:sldChg>
      <pc:sldChg chg="addSp delSp modSp mod modAnim">
        <pc:chgData name="Li, Cong" userId="025630f4-267e-4cb3-8cd5-8795177f99f4" providerId="ADAL" clId="{929A2CC8-B112-421C-81E2-D5D63B23E300}" dt="2026-08-30T06:01:45.304" v="9860" actId="313"/>
        <pc:sldMkLst>
          <pc:docMk/>
          <pc:sldMk cId="2000301255" sldId="447"/>
        </pc:sldMkLst>
        <pc:spChg chg="mod">
          <ac:chgData name="Li, Cong" userId="025630f4-267e-4cb3-8cd5-8795177f99f4" providerId="ADAL" clId="{929A2CC8-B112-421C-81E2-D5D63B23E300}" dt="2026-08-30T05:55:34.651" v="9272" actId="20577"/>
          <ac:spMkLst>
            <pc:docMk/>
            <pc:sldMk cId="2000301255" sldId="447"/>
            <ac:spMk id="2" creationId="{AACE5493-A102-73C3-7E3A-5C1BD7026D6E}"/>
          </ac:spMkLst>
        </pc:spChg>
        <pc:spChg chg="mod">
          <ac:chgData name="Li, Cong" userId="025630f4-267e-4cb3-8cd5-8795177f99f4" providerId="ADAL" clId="{929A2CC8-B112-421C-81E2-D5D63B23E300}" dt="2026-08-30T05:59:12.750" v="9620" actId="1035"/>
          <ac:spMkLst>
            <pc:docMk/>
            <pc:sldMk cId="2000301255" sldId="447"/>
            <ac:spMk id="8" creationId="{AB394E92-40FD-9E15-6C3D-64B6DDF9ACD8}"/>
          </ac:spMkLst>
        </pc:spChg>
        <pc:spChg chg="add mod">
          <ac:chgData name="Li, Cong" userId="025630f4-267e-4cb3-8cd5-8795177f99f4" providerId="ADAL" clId="{929A2CC8-B112-421C-81E2-D5D63B23E300}" dt="2026-08-30T06:00:49.064" v="9699" actId="1035"/>
          <ac:spMkLst>
            <pc:docMk/>
            <pc:sldMk cId="2000301255" sldId="447"/>
            <ac:spMk id="9" creationId="{C1AF6C58-A2FB-1A1E-8E0D-A79566F2C130}"/>
          </ac:spMkLst>
        </pc:spChg>
        <pc:spChg chg="add mod">
          <ac:chgData name="Li, Cong" userId="025630f4-267e-4cb3-8cd5-8795177f99f4" providerId="ADAL" clId="{929A2CC8-B112-421C-81E2-D5D63B23E300}" dt="2026-08-30T06:01:45.304" v="9860" actId="313"/>
          <ac:spMkLst>
            <pc:docMk/>
            <pc:sldMk cId="2000301255" sldId="447"/>
            <ac:spMk id="10" creationId="{B35980EC-AE59-C5BE-ACD3-04F20653A639}"/>
          </ac:spMkLst>
        </pc:spChg>
        <pc:picChg chg="add mod">
          <ac:chgData name="Li, Cong" userId="025630f4-267e-4cb3-8cd5-8795177f99f4" providerId="ADAL" clId="{929A2CC8-B112-421C-81E2-D5D63B23E300}" dt="2026-08-30T05:59:08.733" v="9616" actId="1035"/>
          <ac:picMkLst>
            <pc:docMk/>
            <pc:sldMk cId="2000301255" sldId="447"/>
            <ac:picMk id="4" creationId="{680D4130-376D-6F83-2899-55A5EE92BCA5}"/>
          </ac:picMkLst>
        </pc:picChg>
        <pc:picChg chg="add mod">
          <ac:chgData name="Li, Cong" userId="025630f4-267e-4cb3-8cd5-8795177f99f4" providerId="ADAL" clId="{929A2CC8-B112-421C-81E2-D5D63B23E300}" dt="2026-08-30T06:00:49.064" v="9699" actId="1035"/>
          <ac:picMkLst>
            <pc:docMk/>
            <pc:sldMk cId="2000301255" sldId="447"/>
            <ac:picMk id="6" creationId="{673BAAE6-5E8C-C404-A020-5190C4414602}"/>
          </ac:picMkLst>
        </pc:picChg>
      </pc:sldChg>
      <pc:sldChg chg="addSp delSp modSp mod">
        <pc:chgData name="Li, Cong" userId="025630f4-267e-4cb3-8cd5-8795177f99f4" providerId="ADAL" clId="{929A2CC8-B112-421C-81E2-D5D63B23E300}" dt="2026-08-30T06:09:27.510" v="10149" actId="1035"/>
        <pc:sldMkLst>
          <pc:docMk/>
          <pc:sldMk cId="165270182" sldId="448"/>
        </pc:sldMkLst>
        <pc:spChg chg="mod">
          <ac:chgData name="Li, Cong" userId="025630f4-267e-4cb3-8cd5-8795177f99f4" providerId="ADAL" clId="{929A2CC8-B112-421C-81E2-D5D63B23E300}" dt="2026-08-30T06:08:08.552" v="9997" actId="20577"/>
          <ac:spMkLst>
            <pc:docMk/>
            <pc:sldMk cId="165270182" sldId="448"/>
            <ac:spMk id="2" creationId="{E51590A4-B341-3AD6-B908-CF16EA677231}"/>
          </ac:spMkLst>
        </pc:spChg>
        <pc:spChg chg="mod">
          <ac:chgData name="Li, Cong" userId="025630f4-267e-4cb3-8cd5-8795177f99f4" providerId="ADAL" clId="{929A2CC8-B112-421C-81E2-D5D63B23E300}" dt="2026-08-30T06:09:23.941" v="10145" actId="1035"/>
          <ac:spMkLst>
            <pc:docMk/>
            <pc:sldMk cId="165270182" sldId="448"/>
            <ac:spMk id="8" creationId="{7A1DC6CE-A0FA-0CA3-B66D-9F00F11C521D}"/>
          </ac:spMkLst>
        </pc:spChg>
        <pc:picChg chg="add mod">
          <ac:chgData name="Li, Cong" userId="025630f4-267e-4cb3-8cd5-8795177f99f4" providerId="ADAL" clId="{929A2CC8-B112-421C-81E2-D5D63B23E300}" dt="2026-08-30T06:09:27.510" v="10149" actId="1035"/>
          <ac:picMkLst>
            <pc:docMk/>
            <pc:sldMk cId="165270182" sldId="448"/>
            <ac:picMk id="7" creationId="{6AEDE431-EFA8-61A5-8208-784D3844BD16}"/>
          </ac:picMkLst>
        </pc:picChg>
      </pc:sldChg>
      <pc:sldChg chg="addSp delSp modSp mod delAnim">
        <pc:chgData name="Li, Cong" userId="025630f4-267e-4cb3-8cd5-8795177f99f4" providerId="ADAL" clId="{929A2CC8-B112-421C-81E2-D5D63B23E300}" dt="2026-08-30T06:25:41.643" v="11373" actId="478"/>
        <pc:sldMkLst>
          <pc:docMk/>
          <pc:sldMk cId="17895677" sldId="449"/>
        </pc:sldMkLst>
        <pc:spChg chg="mod">
          <ac:chgData name="Li, Cong" userId="025630f4-267e-4cb3-8cd5-8795177f99f4" providerId="ADAL" clId="{929A2CC8-B112-421C-81E2-D5D63B23E300}" dt="2026-08-30T06:19:11.643" v="10901" actId="20577"/>
          <ac:spMkLst>
            <pc:docMk/>
            <pc:sldMk cId="17895677" sldId="449"/>
            <ac:spMk id="2" creationId="{1B3E3054-2B50-0FD1-1D53-613AF5F3A873}"/>
          </ac:spMkLst>
        </pc:spChg>
        <pc:spChg chg="mod">
          <ac:chgData name="Li, Cong" userId="025630f4-267e-4cb3-8cd5-8795177f99f4" providerId="ADAL" clId="{929A2CC8-B112-421C-81E2-D5D63B23E300}" dt="2026-08-30T06:20:31.090" v="11018" actId="1035"/>
          <ac:spMkLst>
            <pc:docMk/>
            <pc:sldMk cId="17895677" sldId="449"/>
            <ac:spMk id="5" creationId="{4903D584-8327-31FA-9EEA-708D476E42A6}"/>
          </ac:spMkLst>
        </pc:spChg>
        <pc:picChg chg="add mod">
          <ac:chgData name="Li, Cong" userId="025630f4-267e-4cb3-8cd5-8795177f99f4" providerId="ADAL" clId="{929A2CC8-B112-421C-81E2-D5D63B23E300}" dt="2026-08-30T06:20:05.297" v="11015" actId="1036"/>
          <ac:picMkLst>
            <pc:docMk/>
            <pc:sldMk cId="17895677" sldId="449"/>
            <ac:picMk id="6" creationId="{E09AE2B3-FF12-CAF6-1658-A04A21555347}"/>
          </ac:picMkLst>
        </pc:picChg>
      </pc:sldChg>
      <pc:sldChg chg="addSp delSp modSp add mod">
        <pc:chgData name="Li, Cong" userId="025630f4-267e-4cb3-8cd5-8795177f99f4" providerId="ADAL" clId="{929A2CC8-B112-421C-81E2-D5D63B23E300}" dt="2026-08-30T05:53:52.396" v="9216" actId="1035"/>
        <pc:sldMkLst>
          <pc:docMk/>
          <pc:sldMk cId="967071179" sldId="452"/>
        </pc:sldMkLst>
        <pc:spChg chg="mod">
          <ac:chgData name="Li, Cong" userId="025630f4-267e-4cb3-8cd5-8795177f99f4" providerId="ADAL" clId="{929A2CC8-B112-421C-81E2-D5D63B23E300}" dt="2026-08-30T05:46:20.110" v="8914" actId="20577"/>
          <ac:spMkLst>
            <pc:docMk/>
            <pc:sldMk cId="967071179" sldId="452"/>
            <ac:spMk id="2" creationId="{1DCBD09A-D303-6AEA-8AAD-86D7F46F2AC3}"/>
          </ac:spMkLst>
        </pc:spChg>
        <pc:spChg chg="mod">
          <ac:chgData name="Li, Cong" userId="025630f4-267e-4cb3-8cd5-8795177f99f4" providerId="ADAL" clId="{929A2CC8-B112-421C-81E2-D5D63B23E300}" dt="2026-08-30T05:53:52.396" v="9216" actId="1035"/>
          <ac:spMkLst>
            <pc:docMk/>
            <pc:sldMk cId="967071179" sldId="452"/>
            <ac:spMk id="8" creationId="{2E493E7D-35F5-3F9D-D862-4749CD77CE2A}"/>
          </ac:spMkLst>
        </pc:spChg>
        <pc:picChg chg="add mod">
          <ac:chgData name="Li, Cong" userId="025630f4-267e-4cb3-8cd5-8795177f99f4" providerId="ADAL" clId="{929A2CC8-B112-421C-81E2-D5D63B23E300}" dt="2026-08-30T05:53:48.605" v="9213" actId="1036"/>
          <ac:picMkLst>
            <pc:docMk/>
            <pc:sldMk cId="967071179" sldId="452"/>
            <ac:picMk id="5" creationId="{1F5B5262-4C38-BFF4-0E91-A94A3045CFD8}"/>
          </ac:picMkLst>
        </pc:picChg>
      </pc:sldChg>
      <pc:sldChg chg="addSp delSp modSp add mod modAnim">
        <pc:chgData name="Li, Cong" userId="025630f4-267e-4cb3-8cd5-8795177f99f4" providerId="ADAL" clId="{929A2CC8-B112-421C-81E2-D5D63B23E300}" dt="2026-08-30T06:13:49.380" v="10596" actId="20577"/>
        <pc:sldMkLst>
          <pc:docMk/>
          <pc:sldMk cId="1712624468" sldId="453"/>
        </pc:sldMkLst>
        <pc:spChg chg="mod">
          <ac:chgData name="Li, Cong" userId="025630f4-267e-4cb3-8cd5-8795177f99f4" providerId="ADAL" clId="{929A2CC8-B112-421C-81E2-D5D63B23E300}" dt="2026-08-30T06:09:35.984" v="10151" actId="20577"/>
          <ac:spMkLst>
            <pc:docMk/>
            <pc:sldMk cId="1712624468" sldId="453"/>
            <ac:spMk id="2" creationId="{C59E8BBD-18CC-D423-D327-C617A42558D6}"/>
          </ac:spMkLst>
        </pc:spChg>
        <pc:spChg chg="add mod">
          <ac:chgData name="Li, Cong" userId="025630f4-267e-4cb3-8cd5-8795177f99f4" providerId="ADAL" clId="{929A2CC8-B112-421C-81E2-D5D63B23E300}" dt="2026-08-30T06:13:00.956" v="10550" actId="1076"/>
          <ac:spMkLst>
            <pc:docMk/>
            <pc:sldMk cId="1712624468" sldId="453"/>
            <ac:spMk id="6" creationId="{DDCB7D4C-3B9D-1BBD-B098-977C6A74E27F}"/>
          </ac:spMkLst>
        </pc:spChg>
        <pc:spChg chg="mod">
          <ac:chgData name="Li, Cong" userId="025630f4-267e-4cb3-8cd5-8795177f99f4" providerId="ADAL" clId="{929A2CC8-B112-421C-81E2-D5D63B23E300}" dt="2026-08-30T06:13:49.380" v="10596" actId="20577"/>
          <ac:spMkLst>
            <pc:docMk/>
            <pc:sldMk cId="1712624468" sldId="453"/>
            <ac:spMk id="8" creationId="{BAFC972E-5E87-28D1-58EA-BD832F3211F5}"/>
          </ac:spMkLst>
        </pc:spChg>
        <pc:picChg chg="add mod">
          <ac:chgData name="Li, Cong" userId="025630f4-267e-4cb3-8cd5-8795177f99f4" providerId="ADAL" clId="{929A2CC8-B112-421C-81E2-D5D63B23E300}" dt="2026-08-30T06:13:04.410" v="10551" actId="1035"/>
          <ac:picMkLst>
            <pc:docMk/>
            <pc:sldMk cId="1712624468" sldId="453"/>
            <ac:picMk id="4" creationId="{BBE911A7-AF85-E1B9-FF5F-1D39E85C1EF8}"/>
          </ac:picMkLst>
        </pc:picChg>
      </pc:sldChg>
      <pc:sldChg chg="addSp delSp modSp add mod">
        <pc:chgData name="Li, Cong" userId="025630f4-267e-4cb3-8cd5-8795177f99f4" providerId="ADAL" clId="{929A2CC8-B112-421C-81E2-D5D63B23E300}" dt="2026-08-30T06:15:26.520" v="10636" actId="1035"/>
        <pc:sldMkLst>
          <pc:docMk/>
          <pc:sldMk cId="1908053671" sldId="454"/>
        </pc:sldMkLst>
        <pc:spChg chg="mod">
          <ac:chgData name="Li, Cong" userId="025630f4-267e-4cb3-8cd5-8795177f99f4" providerId="ADAL" clId="{929A2CC8-B112-421C-81E2-D5D63B23E300}" dt="2026-08-30T06:13:26.011" v="10554" actId="20577"/>
          <ac:spMkLst>
            <pc:docMk/>
            <pc:sldMk cId="1908053671" sldId="454"/>
            <ac:spMk id="2" creationId="{3D7FF17F-464B-5675-EC76-7ED9AE36642C}"/>
          </ac:spMkLst>
        </pc:spChg>
        <pc:spChg chg="mod">
          <ac:chgData name="Li, Cong" userId="025630f4-267e-4cb3-8cd5-8795177f99f4" providerId="ADAL" clId="{929A2CC8-B112-421C-81E2-D5D63B23E300}" dt="2026-08-30T06:15:26.520" v="10636" actId="1035"/>
          <ac:spMkLst>
            <pc:docMk/>
            <pc:sldMk cId="1908053671" sldId="454"/>
            <ac:spMk id="6" creationId="{DABB631A-475D-12E8-FFB0-7CEE7BA5BFB9}"/>
          </ac:spMkLst>
        </pc:spChg>
        <pc:spChg chg="mod">
          <ac:chgData name="Li, Cong" userId="025630f4-267e-4cb3-8cd5-8795177f99f4" providerId="ADAL" clId="{929A2CC8-B112-421C-81E2-D5D63B23E300}" dt="2026-08-30T06:14:45.426" v="10613" actId="20577"/>
          <ac:spMkLst>
            <pc:docMk/>
            <pc:sldMk cId="1908053671" sldId="454"/>
            <ac:spMk id="8" creationId="{32547A7C-F084-3FCE-7F02-9DCE61E1D566}"/>
          </ac:spMkLst>
        </pc:spChg>
        <pc:picChg chg="add mod">
          <ac:chgData name="Li, Cong" userId="025630f4-267e-4cb3-8cd5-8795177f99f4" providerId="ADAL" clId="{929A2CC8-B112-421C-81E2-D5D63B23E300}" dt="2026-08-30T06:14:38.654" v="10605" actId="1035"/>
          <ac:picMkLst>
            <pc:docMk/>
            <pc:sldMk cId="1908053671" sldId="454"/>
            <ac:picMk id="5" creationId="{7BDA51B6-C66A-568D-DBF9-E1B711911A9A}"/>
          </ac:picMkLst>
        </pc:picChg>
      </pc:sldChg>
      <pc:sldChg chg="addSp delSp modSp add mod delAnim">
        <pc:chgData name="Li, Cong" userId="025630f4-267e-4cb3-8cd5-8795177f99f4" providerId="ADAL" clId="{929A2CC8-B112-421C-81E2-D5D63B23E300}" dt="2026-08-30T06:18:11.777" v="10897" actId="1035"/>
        <pc:sldMkLst>
          <pc:docMk/>
          <pc:sldMk cId="3426574470" sldId="455"/>
        </pc:sldMkLst>
        <pc:spChg chg="mod">
          <ac:chgData name="Li, Cong" userId="025630f4-267e-4cb3-8cd5-8795177f99f4" providerId="ADAL" clId="{929A2CC8-B112-421C-81E2-D5D63B23E300}" dt="2026-08-30T06:15:46.387" v="10638" actId="20577"/>
          <ac:spMkLst>
            <pc:docMk/>
            <pc:sldMk cId="3426574470" sldId="455"/>
            <ac:spMk id="2" creationId="{BA1AA3FF-3234-F258-10CE-430F24794256}"/>
          </ac:spMkLst>
        </pc:spChg>
        <pc:spChg chg="mod">
          <ac:chgData name="Li, Cong" userId="025630f4-267e-4cb3-8cd5-8795177f99f4" providerId="ADAL" clId="{929A2CC8-B112-421C-81E2-D5D63B23E300}" dt="2026-08-30T06:17:55.973" v="10891" actId="20577"/>
          <ac:spMkLst>
            <pc:docMk/>
            <pc:sldMk cId="3426574470" sldId="455"/>
            <ac:spMk id="8" creationId="{F81D6FCB-FE5D-52D8-4686-EAD46F7C1FC2}"/>
          </ac:spMkLst>
        </pc:spChg>
        <pc:picChg chg="add mod">
          <ac:chgData name="Li, Cong" userId="025630f4-267e-4cb3-8cd5-8795177f99f4" providerId="ADAL" clId="{929A2CC8-B112-421C-81E2-D5D63B23E300}" dt="2026-08-30T06:18:11.777" v="10897" actId="1035"/>
          <ac:picMkLst>
            <pc:docMk/>
            <pc:sldMk cId="3426574470" sldId="455"/>
            <ac:picMk id="4" creationId="{617D8D22-CC29-C6F7-1D19-F7DE428F8612}"/>
          </ac:picMkLst>
        </pc:picChg>
      </pc:sldChg>
      <pc:sldChg chg="addSp delSp modSp add mod ord">
        <pc:chgData name="Li, Cong" userId="025630f4-267e-4cb3-8cd5-8795177f99f4" providerId="ADAL" clId="{929A2CC8-B112-421C-81E2-D5D63B23E300}" dt="2026-08-30T06:25:23.327" v="11369"/>
        <pc:sldMkLst>
          <pc:docMk/>
          <pc:sldMk cId="2980560427" sldId="456"/>
        </pc:sldMkLst>
        <pc:spChg chg="mod">
          <ac:chgData name="Li, Cong" userId="025630f4-267e-4cb3-8cd5-8795177f99f4" providerId="ADAL" clId="{929A2CC8-B112-421C-81E2-D5D63B23E300}" dt="2026-08-30T06:23:32.409" v="11231" actId="20577"/>
          <ac:spMkLst>
            <pc:docMk/>
            <pc:sldMk cId="2980560427" sldId="456"/>
            <ac:spMk id="2" creationId="{678AA921-202B-03C3-E59C-047D2D52F896}"/>
          </ac:spMkLst>
        </pc:spChg>
        <pc:spChg chg="mod">
          <ac:chgData name="Li, Cong" userId="025630f4-267e-4cb3-8cd5-8795177f99f4" providerId="ADAL" clId="{929A2CC8-B112-421C-81E2-D5D63B23E300}" dt="2026-08-30T06:25:12.911" v="11367" actId="20577"/>
          <ac:spMkLst>
            <pc:docMk/>
            <pc:sldMk cId="2980560427" sldId="456"/>
            <ac:spMk id="19" creationId="{45766431-D557-E918-B999-884A74ED8DF8}"/>
          </ac:spMkLst>
        </pc:spChg>
        <pc:picChg chg="add mod">
          <ac:chgData name="Li, Cong" userId="025630f4-267e-4cb3-8cd5-8795177f99f4" providerId="ADAL" clId="{929A2CC8-B112-421C-81E2-D5D63B23E300}" dt="2026-08-30T06:24:21.590" v="11243" actId="1035"/>
          <ac:picMkLst>
            <pc:docMk/>
            <pc:sldMk cId="2980560427" sldId="456"/>
            <ac:picMk id="5" creationId="{A9076D9E-365E-7235-745B-4086F607F86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168963" name="Rectangle 3"/>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168964" name="Rectangle 4"/>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168965" name="Rectangle 5"/>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1FF96B3-5193-4D4F-ADAC-C41F873FC327}" type="slidenum">
              <a:rPr lang="en-US" altLang="zh-CN"/>
              <a:pPr>
                <a:defRPr/>
              </a:pPr>
              <a:t>‹#›</a:t>
            </a:fld>
            <a:endParaRPr lang="en-US" altLang="zh-CN"/>
          </a:p>
        </p:txBody>
      </p:sp>
    </p:spTree>
    <p:extLst>
      <p:ext uri="{BB962C8B-B14F-4D97-AF65-F5344CB8AC3E}">
        <p14:creationId xmlns:p14="http://schemas.microsoft.com/office/powerpoint/2010/main" val="11295822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3" name="Rectangle 3"/>
          <p:cNvSpPr>
            <a:spLocks noGrp="1" noChangeArrowheads="1"/>
          </p:cNvSpPr>
          <p:nvPr>
            <p:ph type="dt" idx="1"/>
          </p:nvPr>
        </p:nvSpPr>
        <p:spPr bwMode="auto">
          <a:xfrm>
            <a:off x="3971925" y="0"/>
            <a:ext cx="3036888" cy="465138"/>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defRPr>
            </a:lvl1pPr>
          </a:lstStyle>
          <a:p>
            <a:pPr>
              <a:defRPr/>
            </a:pPr>
            <a:endParaRPr lang="en-US"/>
          </a:p>
        </p:txBody>
      </p:sp>
      <p:sp>
        <p:nvSpPr>
          <p:cNvPr id="15367" name="Rectangle 7"/>
          <p:cNvSpPr>
            <a:spLocks noGrp="1" noChangeArrowheads="1"/>
          </p:cNvSpPr>
          <p:nvPr>
            <p:ph type="sldNum" sz="quarter" idx="5"/>
          </p:nvPr>
        </p:nvSpPr>
        <p:spPr bwMode="auto">
          <a:xfrm>
            <a:off x="3971925" y="8829675"/>
            <a:ext cx="3036888" cy="465138"/>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C806C1B-B03E-46DA-85CD-D90BC0B37545}" type="slidenum">
              <a:rPr lang="en-US" altLang="zh-CN"/>
              <a:pPr>
                <a:defRPr/>
              </a:pPr>
              <a:t>‹#›</a:t>
            </a:fld>
            <a:endParaRPr lang="en-US" altLang="zh-CN"/>
          </a:p>
        </p:txBody>
      </p:sp>
    </p:spTree>
    <p:extLst>
      <p:ext uri="{BB962C8B-B14F-4D97-AF65-F5344CB8AC3E}">
        <p14:creationId xmlns:p14="http://schemas.microsoft.com/office/powerpoint/2010/main" val="108636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SimSun"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SimSun"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SimSun"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SimSun"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SimSun"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7D2CF438-6F28-4EDA-8826-7EA47CD870C5}" type="slidenum">
              <a:rPr lang="en-US" altLang="zh-CN" smtClean="0">
                <a:latin typeface="Arial" panose="020B0604020202020204" pitchFamily="34" charset="0"/>
              </a:rPr>
              <a:pPr/>
              <a:t>1</a:t>
            </a:fld>
            <a:endParaRPr lang="en-US" altLang="zh-CN">
              <a:latin typeface="Arial" panose="020B0604020202020204" pitchFamily="34"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893111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2</a:t>
            </a:fld>
            <a:endParaRPr lang="en-US" altLang="zh-CN"/>
          </a:p>
        </p:txBody>
      </p:sp>
    </p:spTree>
    <p:extLst>
      <p:ext uri="{BB962C8B-B14F-4D97-AF65-F5344CB8AC3E}">
        <p14:creationId xmlns:p14="http://schemas.microsoft.com/office/powerpoint/2010/main" val="3241451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C806C1B-B03E-46DA-85CD-D90BC0B37545}" type="slidenum">
              <a:rPr lang="en-US" altLang="zh-CN" smtClean="0"/>
              <a:pPr>
                <a:defRPr/>
              </a:pPr>
              <a:t>11</a:t>
            </a:fld>
            <a:endParaRPr lang="en-US" altLang="zh-CN"/>
          </a:p>
        </p:txBody>
      </p:sp>
    </p:spTree>
    <p:extLst>
      <p:ext uri="{BB962C8B-B14F-4D97-AF65-F5344CB8AC3E}">
        <p14:creationId xmlns:p14="http://schemas.microsoft.com/office/powerpoint/2010/main" val="88850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CA513-3F22-36BA-B8B4-539C56A80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4B4F0-C885-6728-B5A0-996653342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B1A74-4879-E141-A6C9-9F716B6A65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1932C4-97AE-20D3-5602-EE1CD304D99C}"/>
              </a:ext>
            </a:extLst>
          </p:cNvPr>
          <p:cNvSpPr>
            <a:spLocks noGrp="1"/>
          </p:cNvSpPr>
          <p:nvPr>
            <p:ph type="sldNum" sz="quarter" idx="5"/>
          </p:nvPr>
        </p:nvSpPr>
        <p:spPr/>
        <p:txBody>
          <a:bodyPr/>
          <a:lstStyle/>
          <a:p>
            <a:pPr>
              <a:defRPr/>
            </a:pPr>
            <a:fld id="{5C806C1B-B03E-46DA-85CD-D90BC0B37545}" type="slidenum">
              <a:rPr lang="en-US" altLang="zh-CN" smtClean="0"/>
              <a:pPr>
                <a:defRPr/>
              </a:pPr>
              <a:t>13</a:t>
            </a:fld>
            <a:endParaRPr lang="en-US" altLang="zh-CN"/>
          </a:p>
        </p:txBody>
      </p:sp>
    </p:spTree>
    <p:extLst>
      <p:ext uri="{BB962C8B-B14F-4D97-AF65-F5344CB8AC3E}">
        <p14:creationId xmlns:p14="http://schemas.microsoft.com/office/powerpoint/2010/main" val="788405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3D842-E123-AECD-AA3F-E235DBE85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B822A-7EAC-2DCA-B42A-4C18F251E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1CB35-E9FF-1E82-9636-343AC32DB6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1CF3B6-0BB6-66E7-0DD8-6BFBA59D87C0}"/>
              </a:ext>
            </a:extLst>
          </p:cNvPr>
          <p:cNvSpPr>
            <a:spLocks noGrp="1"/>
          </p:cNvSpPr>
          <p:nvPr>
            <p:ph type="sldNum" sz="quarter" idx="5"/>
          </p:nvPr>
        </p:nvSpPr>
        <p:spPr/>
        <p:txBody>
          <a:bodyPr/>
          <a:lstStyle/>
          <a:p>
            <a:pPr>
              <a:defRPr/>
            </a:pPr>
            <a:fld id="{5C806C1B-B03E-46DA-85CD-D90BC0B37545}" type="slidenum">
              <a:rPr lang="en-US" altLang="zh-CN" smtClean="0"/>
              <a:pPr>
                <a:defRPr/>
              </a:pPr>
              <a:t>14</a:t>
            </a:fld>
            <a:endParaRPr lang="en-US" altLang="zh-CN"/>
          </a:p>
        </p:txBody>
      </p:sp>
    </p:spTree>
    <p:extLst>
      <p:ext uri="{BB962C8B-B14F-4D97-AF65-F5344CB8AC3E}">
        <p14:creationId xmlns:p14="http://schemas.microsoft.com/office/powerpoint/2010/main" val="1593547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defRPr>
                <a:solidFill>
                  <a:schemeClr val="tx1"/>
                </a:solidFill>
                <a:latin typeface="Comic Sans MS" panose="030F0702030302020204" pitchFamily="66" charset="0"/>
                <a:ea typeface="SimSun" panose="02010600030101010101" pitchFamily="2" charset="-122"/>
              </a:defRPr>
            </a:lvl1pPr>
            <a:lvl2pPr marL="742950" indent="-285750" defTabSz="915988">
              <a:defRPr>
                <a:solidFill>
                  <a:schemeClr val="tx1"/>
                </a:solidFill>
                <a:latin typeface="Comic Sans MS" panose="030F0702030302020204" pitchFamily="66" charset="0"/>
                <a:ea typeface="SimSun" panose="02010600030101010101" pitchFamily="2" charset="-122"/>
              </a:defRPr>
            </a:lvl2pPr>
            <a:lvl3pPr marL="1143000" indent="-228600" defTabSz="915988">
              <a:defRPr>
                <a:solidFill>
                  <a:schemeClr val="tx1"/>
                </a:solidFill>
                <a:latin typeface="Comic Sans MS" panose="030F0702030302020204" pitchFamily="66" charset="0"/>
                <a:ea typeface="SimSun" panose="02010600030101010101" pitchFamily="2" charset="-122"/>
              </a:defRPr>
            </a:lvl3pPr>
            <a:lvl4pPr marL="1600200" indent="-228600" defTabSz="915988">
              <a:defRPr>
                <a:solidFill>
                  <a:schemeClr val="tx1"/>
                </a:solidFill>
                <a:latin typeface="Comic Sans MS" panose="030F0702030302020204" pitchFamily="66" charset="0"/>
                <a:ea typeface="SimSun" panose="02010600030101010101" pitchFamily="2" charset="-122"/>
              </a:defRPr>
            </a:lvl4pPr>
            <a:lvl5pPr marL="2057400" indent="-228600" defTabSz="915988">
              <a:defRPr>
                <a:solidFill>
                  <a:schemeClr val="tx1"/>
                </a:solidFill>
                <a:latin typeface="Comic Sans MS" panose="030F0702030302020204" pitchFamily="66" charset="0"/>
                <a:ea typeface="SimSun" panose="02010600030101010101" pitchFamily="2" charset="-122"/>
              </a:defRPr>
            </a:lvl5pPr>
            <a:lvl6pPr marL="25146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defTabSz="915988"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fld id="{57F7688E-3E4A-461B-8D10-9B016CF52F5C}" type="slidenum">
              <a:rPr lang="en-US" altLang="zh-CN" smtClean="0">
                <a:latin typeface="Arial" panose="020B0604020202020204" pitchFamily="34" charset="0"/>
              </a:rPr>
              <a:pPr/>
              <a:t>16</a:t>
            </a:fld>
            <a:endParaRPr lang="en-US" altLang="zh-CN">
              <a:latin typeface="Arial" panose="020B0604020202020204" pitchFamily="34" charset="0"/>
            </a:endParaRPr>
          </a:p>
        </p:txBody>
      </p:sp>
      <p:sp>
        <p:nvSpPr>
          <p:cNvPr id="99331" name="Rectangle 2"/>
          <p:cNvSpPr>
            <a:spLocks noGrp="1" noRot="1" noChangeAspect="1" noChangeArrowheads="1" noTextEdit="1"/>
          </p:cNvSpPr>
          <p:nvPr>
            <p:ph type="sldImg"/>
          </p:nvPr>
        </p:nvSpPr>
        <p:spPr>
          <a:solidFill>
            <a:srgbClr val="FFFFFF"/>
          </a:solidFill>
          <a:ln/>
        </p:spPr>
      </p:sp>
      <p:sp>
        <p:nvSpPr>
          <p:cNvPr id="99332" name="Rectangle 3"/>
          <p:cNvSpPr>
            <a:spLocks noGrp="1" noChangeArrowheads="1"/>
          </p:cNvSpPr>
          <p:nvPr>
            <p:ph type="body" idx="1"/>
          </p:nvPr>
        </p:nvSpPr>
        <p:spPr>
          <a:xfrm>
            <a:off x="933450" y="4416425"/>
            <a:ext cx="5143500" cy="4183063"/>
          </a:xfrm>
          <a:solidFill>
            <a:srgbClr val="FFFFFF"/>
          </a:solidFill>
          <a:ln>
            <a:solidFill>
              <a:srgbClr val="000000"/>
            </a:solidFill>
          </a:ln>
        </p:spPr>
        <p:txBody>
          <a:bodyPr/>
          <a:lstStyle/>
          <a:p>
            <a:pPr eaLnBrk="1" hangingPunct="1"/>
            <a:endParaRPr lang="en-US" altLang="zh-CN">
              <a:latin typeface="Times New Roman" panose="02020603050405020304" pitchFamily="18" charset="0"/>
            </a:endParaRPr>
          </a:p>
        </p:txBody>
      </p:sp>
    </p:spTree>
    <p:extLst>
      <p:ext uri="{BB962C8B-B14F-4D97-AF65-F5344CB8AC3E}">
        <p14:creationId xmlns:p14="http://schemas.microsoft.com/office/powerpoint/2010/main" val="2680143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defRPr/>
              </a:pPr>
              <a:endParaRPr lang="en-US" altLang="zh-CN"/>
            </a:p>
          </p:txBody>
        </p:sp>
      </p:grpSp>
      <p:sp>
        <p:nvSpPr>
          <p:cNvPr id="24588"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2458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a:solidFill>
                  <a:schemeClr val="bg2"/>
                </a:solidFill>
                <a:latin typeface="Tahoma" pitchFamily="34" charset="0"/>
              </a:defRPr>
            </a:lvl1pPr>
          </a:lstStyle>
          <a:p>
            <a:pPr>
              <a:defRPr/>
            </a:pPr>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Machine Learning Basics: 1. General Introduction</a:t>
            </a:r>
          </a:p>
        </p:txBody>
      </p:sp>
      <p:sp>
        <p:nvSpPr>
          <p:cNvPr id="16" name="Rectangle 16"/>
          <p:cNvSpPr>
            <a:spLocks noGrp="1" noChangeArrowheads="1"/>
          </p:cNvSpPr>
          <p:nvPr>
            <p:ph type="sldNum" sz="quarter" idx="12"/>
          </p:nvPr>
        </p:nvSpPr>
        <p:spPr bwMode="auto">
          <a:xfrm>
            <a:off x="68580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400">
                <a:solidFill>
                  <a:schemeClr val="bg2"/>
                </a:solidFill>
                <a:latin typeface="Tahoma" panose="020B0604030504040204" pitchFamily="34" charset="0"/>
              </a:defRPr>
            </a:lvl1pPr>
          </a:lstStyle>
          <a:p>
            <a:pPr>
              <a:defRPr/>
            </a:pPr>
            <a:fld id="{EF41B76D-9336-435E-89FD-3D5A1B77420D}" type="slidenum">
              <a:rPr lang="en-US" altLang="zh-CN"/>
              <a:pPr>
                <a:defRPr/>
              </a:pPr>
              <a:t>‹#›</a:t>
            </a:fld>
            <a:endParaRPr lang="en-US" altLang="zh-CN"/>
          </a:p>
        </p:txBody>
      </p:sp>
    </p:spTree>
    <p:extLst>
      <p:ext uri="{BB962C8B-B14F-4D97-AF65-F5344CB8AC3E}">
        <p14:creationId xmlns:p14="http://schemas.microsoft.com/office/powerpoint/2010/main" val="1899835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ltLang="zh-CN" dirty="0"/>
              <a:t>Machine Learning – Basic Principles &amp; Practice: 2. Rote Learning</a:t>
            </a:r>
          </a:p>
          <a:p>
            <a:pPr>
              <a:defRPr/>
            </a:pPr>
            <a:r>
              <a:rPr lang="zh-CN" altLang="en-US" dirty="0"/>
              <a:t>机器学习 </a:t>
            </a:r>
            <a:r>
              <a:rPr lang="en-US" altLang="zh-CN" dirty="0"/>
              <a:t>– </a:t>
            </a:r>
            <a:r>
              <a:rPr lang="zh-CN" altLang="en-US" dirty="0"/>
              <a:t>基本原理与实践：</a:t>
            </a:r>
            <a:r>
              <a:rPr lang="en-US" altLang="zh-CN" dirty="0"/>
              <a:t>2. </a:t>
            </a:r>
            <a:r>
              <a:rPr lang="zh-CN" altLang="en-US" dirty="0"/>
              <a:t>死记硬背的学习</a:t>
            </a:r>
            <a:endParaRPr lang="en-US" altLang="zh-CN" dirty="0"/>
          </a:p>
        </p:txBody>
      </p:sp>
    </p:spTree>
    <p:extLst>
      <p:ext uri="{BB962C8B-B14F-4D97-AF65-F5344CB8AC3E}">
        <p14:creationId xmlns:p14="http://schemas.microsoft.com/office/powerpoint/2010/main" val="3483801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98536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6002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509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108442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53766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41622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294439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1792849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4694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7050" y="457200"/>
            <a:ext cx="203835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457200"/>
            <a:ext cx="596265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Machine Learning Basics: 1. General Introduction</a:t>
            </a:r>
          </a:p>
        </p:txBody>
      </p:sp>
    </p:spTree>
    <p:extLst>
      <p:ext uri="{BB962C8B-B14F-4D97-AF65-F5344CB8AC3E}">
        <p14:creationId xmlns:p14="http://schemas.microsoft.com/office/powerpoint/2010/main" val="370366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717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7" name="Rectangle 3"/>
          <p:cNvSpPr>
            <a:spLocks noChangeArrowheads="1"/>
          </p:cNvSpPr>
          <p:nvPr/>
        </p:nvSpPr>
        <p:spPr bwMode="ltGray">
          <a:xfrm>
            <a:off x="800100" y="717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8" name="Rectangle 4"/>
          <p:cNvSpPr>
            <a:spLocks noChangeArrowheads="1"/>
          </p:cNvSpPr>
          <p:nvPr/>
        </p:nvSpPr>
        <p:spPr bwMode="ltGray">
          <a:xfrm>
            <a:off x="541338" y="1139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29" name="Rectangle 5"/>
          <p:cNvSpPr>
            <a:spLocks noChangeArrowheads="1"/>
          </p:cNvSpPr>
          <p:nvPr/>
        </p:nvSpPr>
        <p:spPr bwMode="ltGray">
          <a:xfrm>
            <a:off x="911225" y="1139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0" name="Rectangle 6"/>
          <p:cNvSpPr>
            <a:spLocks noChangeArrowheads="1"/>
          </p:cNvSpPr>
          <p:nvPr/>
        </p:nvSpPr>
        <p:spPr bwMode="ltGray">
          <a:xfrm>
            <a:off x="127000" y="1066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1" name="Rectangle 7"/>
          <p:cNvSpPr>
            <a:spLocks noChangeArrowheads="1"/>
          </p:cNvSpPr>
          <p:nvPr/>
        </p:nvSpPr>
        <p:spPr bwMode="gray">
          <a:xfrm>
            <a:off x="762000" y="609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2" name="Rectangle 8"/>
          <p:cNvSpPr>
            <a:spLocks noChangeArrowheads="1"/>
          </p:cNvSpPr>
          <p:nvPr/>
        </p:nvSpPr>
        <p:spPr bwMode="gray">
          <a:xfrm>
            <a:off x="442913" y="1400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omic Sans MS" panose="030F0702030302020204" pitchFamily="66" charset="0"/>
                <a:ea typeface="SimSun" panose="02010600030101010101" pitchFamily="2" charset="-122"/>
              </a:defRPr>
            </a:lvl1pPr>
            <a:lvl2pPr marL="742950" indent="-285750">
              <a:defRPr>
                <a:solidFill>
                  <a:schemeClr val="tx1"/>
                </a:solidFill>
                <a:latin typeface="Comic Sans MS" panose="030F0702030302020204" pitchFamily="66" charset="0"/>
                <a:ea typeface="SimSun" panose="02010600030101010101" pitchFamily="2" charset="-122"/>
              </a:defRPr>
            </a:lvl2pPr>
            <a:lvl3pPr marL="1143000" indent="-228600">
              <a:defRPr>
                <a:solidFill>
                  <a:schemeClr val="tx1"/>
                </a:solidFill>
                <a:latin typeface="Comic Sans MS" panose="030F0702030302020204" pitchFamily="66" charset="0"/>
                <a:ea typeface="SimSun" panose="02010600030101010101" pitchFamily="2" charset="-122"/>
              </a:defRPr>
            </a:lvl3pPr>
            <a:lvl4pPr marL="1600200" indent="-228600">
              <a:defRPr>
                <a:solidFill>
                  <a:schemeClr val="tx1"/>
                </a:solidFill>
                <a:latin typeface="Comic Sans MS" panose="030F0702030302020204" pitchFamily="66" charset="0"/>
                <a:ea typeface="SimSun" panose="02010600030101010101" pitchFamily="2" charset="-122"/>
              </a:defRPr>
            </a:lvl4pPr>
            <a:lvl5pPr marL="2057400" indent="-228600">
              <a:defRPr>
                <a:solidFill>
                  <a:schemeClr val="tx1"/>
                </a:solidFill>
                <a:latin typeface="Comic Sans MS" panose="030F0702030302020204" pitchFamily="66"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SimSun" panose="02010600030101010101" pitchFamily="2" charset="-122"/>
              </a:defRPr>
            </a:lvl9pPr>
          </a:lstStyle>
          <a:p>
            <a:pPr algn="ctr" eaLnBrk="1" hangingPunct="1">
              <a:defRPr/>
            </a:pPr>
            <a:endParaRPr kumimoji="1" lang="en-US" altLang="zh-CN" sz="2400">
              <a:latin typeface="Tahoma" panose="020B0604030504040204" pitchFamily="34" charset="0"/>
            </a:endParaRPr>
          </a:p>
        </p:txBody>
      </p:sp>
      <p:sp>
        <p:nvSpPr>
          <p:cNvPr id="1033" name="Rectangle 9"/>
          <p:cNvSpPr>
            <a:spLocks noGrp="1" noChangeArrowheads="1"/>
          </p:cNvSpPr>
          <p:nvPr>
            <p:ph type="title"/>
          </p:nvPr>
        </p:nvSpPr>
        <p:spPr bwMode="auto">
          <a:xfrm>
            <a:off x="1122363" y="457200"/>
            <a:ext cx="77930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34" name="Rectangle 10"/>
          <p:cNvSpPr>
            <a:spLocks noGrp="1" noChangeArrowheads="1"/>
          </p:cNvSpPr>
          <p:nvPr>
            <p:ph type="body" idx="1"/>
          </p:nvPr>
        </p:nvSpPr>
        <p:spPr bwMode="auto">
          <a:xfrm>
            <a:off x="762000" y="16002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3564" name="Rectangle 12"/>
          <p:cNvSpPr>
            <a:spLocks noGrp="1" noChangeArrowheads="1"/>
          </p:cNvSpPr>
          <p:nvPr>
            <p:ph type="ftr" sz="quarter" idx="3"/>
          </p:nvPr>
        </p:nvSpPr>
        <p:spPr bwMode="auto">
          <a:xfrm>
            <a:off x="762000" y="6243638"/>
            <a:ext cx="7772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Tahoma" pitchFamily="34" charset="0"/>
              </a:defRPr>
            </a:lvl1pPr>
          </a:lstStyle>
          <a:p>
            <a:pPr>
              <a:defRPr/>
            </a:pPr>
            <a:r>
              <a:rPr lang="en-US" altLang="zh-CN" dirty="0"/>
              <a:t>Machine Learning – Basic Principles &amp; Practice: 2. Rote Learning</a:t>
            </a:r>
          </a:p>
          <a:p>
            <a:pPr>
              <a:defRPr/>
            </a:pPr>
            <a:r>
              <a:rPr lang="zh-CN" altLang="en-US" dirty="0"/>
              <a:t>机器学习 </a:t>
            </a:r>
            <a:r>
              <a:rPr lang="en-US" altLang="zh-CN" dirty="0"/>
              <a:t>– </a:t>
            </a:r>
            <a:r>
              <a:rPr lang="zh-CN" altLang="en-US" dirty="0"/>
              <a:t>基本原理与实践：</a:t>
            </a:r>
            <a:r>
              <a:rPr lang="en-US" altLang="zh-CN" dirty="0"/>
              <a:t>2. </a:t>
            </a:r>
            <a:r>
              <a:rPr lang="zh-CN" altLang="en-US" dirty="0"/>
              <a:t>死记硬背的学习</a:t>
            </a:r>
            <a:endParaRPr lang="en-US" altLang="zh-CN" dirty="0"/>
          </a:p>
        </p:txBody>
      </p:sp>
    </p:spTree>
  </p:cSld>
  <p:clrMap bg1="lt1" tx1="dk1" bg2="lt2" tx2="dk2" accent1="accent1" accent2="accent2" accent3="accent3" accent4="accent4" accent5="accent5" accent6="accent6" hlink="hlink" folHlink="folHlink"/>
  <p:sldLayoutIdLst>
    <p:sldLayoutId id="2147483770"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1676400"/>
            <a:ext cx="7772400" cy="1462088"/>
          </a:xfrm>
        </p:spPr>
        <p:txBody>
          <a:bodyPr/>
          <a:lstStyle/>
          <a:p>
            <a:pPr algn="ctr" eaLnBrk="1" hangingPunct="1"/>
            <a:r>
              <a:rPr lang="en-US" altLang="zh-CN" sz="3600" b="1" dirty="0">
                <a:ea typeface="SimSun" panose="02010600030101010101" pitchFamily="2" charset="-122"/>
              </a:rPr>
              <a:t>Cookbook for Practice 5.3</a:t>
            </a:r>
          </a:p>
        </p:txBody>
      </p:sp>
      <p:sp>
        <p:nvSpPr>
          <p:cNvPr id="5123" name="Rectangle 3"/>
          <p:cNvSpPr>
            <a:spLocks noGrp="1" noChangeArrowheads="1"/>
          </p:cNvSpPr>
          <p:nvPr>
            <p:ph type="subTitle" idx="1"/>
          </p:nvPr>
        </p:nvSpPr>
        <p:spPr>
          <a:xfrm>
            <a:off x="1219200" y="4876800"/>
            <a:ext cx="6553200" cy="762000"/>
          </a:xfrm>
        </p:spPr>
        <p:txBody>
          <a:bodyPr/>
          <a:lstStyle/>
          <a:p>
            <a:pPr eaLnBrk="1" hangingPunct="1"/>
            <a:r>
              <a:rPr lang="en-US" altLang="zh-CN" sz="2800" dirty="0">
                <a:ea typeface="SimSun" panose="02010600030101010101" pitchFamily="2" charset="-122"/>
              </a:rPr>
              <a:t>Cong Li </a:t>
            </a:r>
            <a:r>
              <a:rPr lang="zh-CN" altLang="en-US" sz="2800" dirty="0">
                <a:ea typeface="SimSun" panose="02010600030101010101" pitchFamily="2" charset="-122"/>
              </a:rPr>
              <a:t>李聪</a:t>
            </a:r>
            <a:endParaRPr lang="en-US" altLang="zh-CN" sz="2400" dirty="0">
              <a:ea typeface="SimSun" panose="02010600030101010101" pitchFamily="2" charset="-122"/>
            </a:endParaRPr>
          </a:p>
        </p:txBody>
      </p:sp>
      <p:sp>
        <p:nvSpPr>
          <p:cNvPr id="4" name="Rectangle 2">
            <a:extLst>
              <a:ext uri="{FF2B5EF4-FFF2-40B4-BE49-F238E27FC236}">
                <a16:creationId xmlns:a16="http://schemas.microsoft.com/office/drawing/2014/main" id="{D050F980-1D76-4E39-94EB-A1B939407DEF}"/>
              </a:ext>
            </a:extLst>
          </p:cNvPr>
          <p:cNvSpPr txBox="1">
            <a:spLocks noChangeArrowheads="1"/>
          </p:cNvSpPr>
          <p:nvPr/>
        </p:nvSpPr>
        <p:spPr bwMode="auto">
          <a:xfrm>
            <a:off x="609600" y="3477465"/>
            <a:ext cx="777240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omic Sans MS" pitchFamily="66" charset="0"/>
              </a:defRPr>
            </a:lvl2pPr>
            <a:lvl3pPr algn="l" rtl="0" eaLnBrk="0" fontAlgn="base" hangingPunct="0">
              <a:spcBef>
                <a:spcPct val="0"/>
              </a:spcBef>
              <a:spcAft>
                <a:spcPct val="0"/>
              </a:spcAft>
              <a:defRPr sz="4000">
                <a:solidFill>
                  <a:schemeClr val="tx2"/>
                </a:solidFill>
                <a:latin typeface="Comic Sans MS" pitchFamily="66" charset="0"/>
              </a:defRPr>
            </a:lvl3pPr>
            <a:lvl4pPr algn="l" rtl="0" eaLnBrk="0" fontAlgn="base" hangingPunct="0">
              <a:spcBef>
                <a:spcPct val="0"/>
              </a:spcBef>
              <a:spcAft>
                <a:spcPct val="0"/>
              </a:spcAft>
              <a:defRPr sz="4000">
                <a:solidFill>
                  <a:schemeClr val="tx2"/>
                </a:solidFill>
                <a:latin typeface="Comic Sans MS" pitchFamily="66" charset="0"/>
              </a:defRPr>
            </a:lvl4pPr>
            <a:lvl5pPr algn="l" rtl="0" eaLnBrk="0" fontAlgn="base" hangingPunct="0">
              <a:spcBef>
                <a:spcPct val="0"/>
              </a:spcBef>
              <a:spcAft>
                <a:spcPct val="0"/>
              </a:spcAft>
              <a:defRPr sz="4000">
                <a:solidFill>
                  <a:schemeClr val="tx2"/>
                </a:solidFill>
                <a:latin typeface="Comic Sans MS" pitchFamily="66" charset="0"/>
              </a:defRPr>
            </a:lvl5pPr>
            <a:lvl6pPr marL="457200" algn="l" rtl="0" fontAlgn="base">
              <a:spcBef>
                <a:spcPct val="0"/>
              </a:spcBef>
              <a:spcAft>
                <a:spcPct val="0"/>
              </a:spcAft>
              <a:defRPr sz="4000">
                <a:solidFill>
                  <a:schemeClr val="tx2"/>
                </a:solidFill>
                <a:latin typeface="Comic Sans MS" pitchFamily="66" charset="0"/>
              </a:defRPr>
            </a:lvl6pPr>
            <a:lvl7pPr marL="914400" algn="l" rtl="0" fontAlgn="base">
              <a:spcBef>
                <a:spcPct val="0"/>
              </a:spcBef>
              <a:spcAft>
                <a:spcPct val="0"/>
              </a:spcAft>
              <a:defRPr sz="4000">
                <a:solidFill>
                  <a:schemeClr val="tx2"/>
                </a:solidFill>
                <a:latin typeface="Comic Sans MS" pitchFamily="66" charset="0"/>
              </a:defRPr>
            </a:lvl7pPr>
            <a:lvl8pPr marL="1371600" algn="l" rtl="0" fontAlgn="base">
              <a:spcBef>
                <a:spcPct val="0"/>
              </a:spcBef>
              <a:spcAft>
                <a:spcPct val="0"/>
              </a:spcAft>
              <a:defRPr sz="4000">
                <a:solidFill>
                  <a:schemeClr val="tx2"/>
                </a:solidFill>
                <a:latin typeface="Comic Sans MS" pitchFamily="66" charset="0"/>
              </a:defRPr>
            </a:lvl8pPr>
            <a:lvl9pPr marL="1828800" algn="l" rtl="0" fontAlgn="base">
              <a:spcBef>
                <a:spcPct val="0"/>
              </a:spcBef>
              <a:spcAft>
                <a:spcPct val="0"/>
              </a:spcAft>
              <a:defRPr sz="4000">
                <a:solidFill>
                  <a:schemeClr val="tx2"/>
                </a:solidFill>
                <a:latin typeface="Comic Sans MS" pitchFamily="66" charset="0"/>
              </a:defRPr>
            </a:lvl9pPr>
          </a:lstStyle>
          <a:p>
            <a:pPr algn="ctr" eaLnBrk="1" hangingPunct="1"/>
            <a:r>
              <a:rPr lang="zh-CN" altLang="en-US" sz="3600" b="1" kern="0" dirty="0">
                <a:ea typeface="SimSun" panose="02010600030101010101" pitchFamily="2" charset="-122"/>
              </a:rPr>
              <a:t>实践</a:t>
            </a:r>
            <a:r>
              <a:rPr lang="en-US" altLang="zh-CN" sz="3600" b="1" kern="0">
                <a:ea typeface="SimSun" panose="02010600030101010101" pitchFamily="2" charset="-122"/>
              </a:rPr>
              <a:t>5.3</a:t>
            </a:r>
            <a:r>
              <a:rPr lang="zh-CN" altLang="en-US" sz="3600" b="1" kern="0">
                <a:ea typeface="SimSun" panose="02010600030101010101" pitchFamily="2" charset="-122"/>
              </a:rPr>
              <a:t>攻</a:t>
            </a:r>
            <a:r>
              <a:rPr lang="zh-CN" altLang="en-US" sz="3600" b="1" kern="0" dirty="0">
                <a:ea typeface="SimSun" panose="02010600030101010101" pitchFamily="2" charset="-122"/>
              </a:rPr>
              <a:t>略</a:t>
            </a:r>
            <a:endParaRPr lang="en-US" altLang="zh-CN" sz="3600" b="1" kern="0" dirty="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6B920-28FE-41F4-B19E-AF72E4D6D2C6}"/>
              </a:ext>
            </a:extLst>
          </p:cNvPr>
          <p:cNvSpPr>
            <a:spLocks noGrp="1"/>
          </p:cNvSpPr>
          <p:nvPr>
            <p:ph type="title"/>
          </p:nvPr>
        </p:nvSpPr>
        <p:spPr/>
        <p:txBody>
          <a:bodyPr/>
          <a:lstStyle/>
          <a:p>
            <a:r>
              <a:rPr lang="en-US" altLang="zh-CN" dirty="0">
                <a:ea typeface="ＭＳ Ｐゴシック" panose="020B0600070205080204" pitchFamily="34" charset="-128"/>
              </a:rPr>
              <a:t>Basic Settings  </a:t>
            </a:r>
            <a:r>
              <a:rPr lang="zh-CN" altLang="en-US" dirty="0">
                <a:ea typeface="ＭＳ Ｐゴシック" panose="020B0600070205080204" pitchFamily="34" charset="-128"/>
              </a:rPr>
              <a:t>基本设置</a:t>
            </a:r>
            <a:endParaRPr lang="zh-CN" altLang="en-US" dirty="0"/>
          </a:p>
        </p:txBody>
      </p:sp>
      <p:sp>
        <p:nvSpPr>
          <p:cNvPr id="19" name="TextBox 18">
            <a:extLst>
              <a:ext uri="{FF2B5EF4-FFF2-40B4-BE49-F238E27FC236}">
                <a16:creationId xmlns:a16="http://schemas.microsoft.com/office/drawing/2014/main" id="{23CD657D-BF24-8236-C712-84C3BC6A85FC}"/>
              </a:ext>
            </a:extLst>
          </p:cNvPr>
          <p:cNvSpPr txBox="1"/>
          <p:nvPr/>
        </p:nvSpPr>
        <p:spPr>
          <a:xfrm>
            <a:off x="531341" y="1447800"/>
            <a:ext cx="7924800" cy="769441"/>
          </a:xfrm>
          <a:prstGeom prst="rect">
            <a:avLst/>
          </a:prstGeom>
          <a:noFill/>
        </p:spPr>
        <p:txBody>
          <a:bodyPr wrap="square" rtlCol="0">
            <a:spAutoFit/>
          </a:bodyPr>
          <a:lstStyle/>
          <a:p>
            <a:pPr algn="ctr"/>
            <a:r>
              <a:rPr lang="en-US" altLang="zh-CN" sz="2200" dirty="0"/>
              <a:t>Create a new file ‘tile.cpp’</a:t>
            </a:r>
            <a:endParaRPr lang="en-US" altLang="zh-CN" sz="2200" dirty="0">
              <a:solidFill>
                <a:srgbClr val="FF0000"/>
              </a:solidFill>
            </a:endParaRPr>
          </a:p>
          <a:p>
            <a:pPr algn="ctr"/>
            <a:r>
              <a:rPr lang="zh-CN" altLang="en-US" sz="2200" dirty="0"/>
              <a:t>创建一个新文件</a:t>
            </a:r>
            <a:r>
              <a:rPr lang="en-US" altLang="zh-CN" sz="2200" dirty="0"/>
              <a:t>’tile.cpp’</a:t>
            </a:r>
            <a:endParaRPr lang="zh-CN" altLang="en-US" sz="2200" dirty="0"/>
          </a:p>
        </p:txBody>
      </p:sp>
      <p:sp>
        <p:nvSpPr>
          <p:cNvPr id="11" name="TextBox 10">
            <a:extLst>
              <a:ext uri="{FF2B5EF4-FFF2-40B4-BE49-F238E27FC236}">
                <a16:creationId xmlns:a16="http://schemas.microsoft.com/office/drawing/2014/main" id="{A3DE4361-0528-9A32-9B49-B6D88AD36DAC}"/>
              </a:ext>
            </a:extLst>
          </p:cNvPr>
          <p:cNvSpPr txBox="1"/>
          <p:nvPr/>
        </p:nvSpPr>
        <p:spPr>
          <a:xfrm>
            <a:off x="796265" y="2415122"/>
            <a:ext cx="7551469" cy="1107996"/>
          </a:xfrm>
          <a:prstGeom prst="rect">
            <a:avLst/>
          </a:prstGeom>
          <a:noFill/>
        </p:spPr>
        <p:txBody>
          <a:bodyPr wrap="square" rtlCol="0">
            <a:spAutoFit/>
          </a:bodyPr>
          <a:lstStyle/>
          <a:p>
            <a:pPr algn="ctr"/>
            <a:r>
              <a:rPr lang="en-US" altLang="zh-CN" sz="2200" dirty="0"/>
              <a:t>Similar to earlier work, include the header files &amp; define the training &amp; test data files</a:t>
            </a:r>
            <a:endParaRPr lang="en-US" altLang="zh-CN" sz="2200" dirty="0">
              <a:solidFill>
                <a:srgbClr val="FF0000"/>
              </a:solidFill>
            </a:endParaRPr>
          </a:p>
          <a:p>
            <a:pPr algn="ctr"/>
            <a:r>
              <a:rPr lang="zh-CN" altLang="en-US" sz="2200" dirty="0"/>
              <a:t>和以前的做法类似，应用头文件并定义训练和测试数据文件</a:t>
            </a:r>
          </a:p>
        </p:txBody>
      </p:sp>
      <p:sp>
        <p:nvSpPr>
          <p:cNvPr id="8" name="TextBox 7">
            <a:extLst>
              <a:ext uri="{FF2B5EF4-FFF2-40B4-BE49-F238E27FC236}">
                <a16:creationId xmlns:a16="http://schemas.microsoft.com/office/drawing/2014/main" id="{C252EF86-4E88-FACA-C2D1-D1EAEC87B449}"/>
              </a:ext>
            </a:extLst>
          </p:cNvPr>
          <p:cNvSpPr txBox="1"/>
          <p:nvPr/>
        </p:nvSpPr>
        <p:spPr>
          <a:xfrm>
            <a:off x="796264" y="5201532"/>
            <a:ext cx="7551469" cy="769441"/>
          </a:xfrm>
          <a:prstGeom prst="rect">
            <a:avLst/>
          </a:prstGeom>
          <a:noFill/>
        </p:spPr>
        <p:txBody>
          <a:bodyPr wrap="square" rtlCol="0">
            <a:spAutoFit/>
          </a:bodyPr>
          <a:lstStyle/>
          <a:p>
            <a:pPr algn="ctr"/>
            <a:r>
              <a:rPr lang="en-US" altLang="zh-CN" sz="2200" dirty="0"/>
              <a:t>Note that we use a larger training file this time</a:t>
            </a:r>
            <a:endParaRPr lang="en-US" altLang="zh-CN" sz="2200" dirty="0">
              <a:solidFill>
                <a:srgbClr val="FF0000"/>
              </a:solidFill>
            </a:endParaRPr>
          </a:p>
          <a:p>
            <a:pPr algn="ctr"/>
            <a:r>
              <a:rPr lang="zh-CN" altLang="en-US" sz="2200" dirty="0"/>
              <a:t>注意我们这里用了一个更大的训练文件</a:t>
            </a:r>
          </a:p>
        </p:txBody>
      </p:sp>
      <p:pic>
        <p:nvPicPr>
          <p:cNvPr id="5" name="Picture 4">
            <a:extLst>
              <a:ext uri="{FF2B5EF4-FFF2-40B4-BE49-F238E27FC236}">
                <a16:creationId xmlns:a16="http://schemas.microsoft.com/office/drawing/2014/main" id="{56204E20-DAA0-094C-307B-524DA287C0DE}"/>
              </a:ext>
            </a:extLst>
          </p:cNvPr>
          <p:cNvPicPr>
            <a:picLocks noChangeAspect="1"/>
          </p:cNvPicPr>
          <p:nvPr/>
        </p:nvPicPr>
        <p:blipFill>
          <a:blip r:embed="rId3"/>
          <a:stretch>
            <a:fillRect/>
          </a:stretch>
        </p:blipFill>
        <p:spPr>
          <a:xfrm>
            <a:off x="731520" y="3581400"/>
            <a:ext cx="5338555" cy="1303202"/>
          </a:xfrm>
          <a:prstGeom prst="rect">
            <a:avLst/>
          </a:prstGeom>
        </p:spPr>
      </p:pic>
    </p:spTree>
    <p:extLst>
      <p:ext uri="{BB962C8B-B14F-4D97-AF65-F5344CB8AC3E}">
        <p14:creationId xmlns:p14="http://schemas.microsoft.com/office/powerpoint/2010/main" val="79649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98583-4B42-0E9F-8804-FDB437427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37EA1-21B3-FC9D-AE71-78D906CE5B9E}"/>
              </a:ext>
            </a:extLst>
          </p:cNvPr>
          <p:cNvSpPr>
            <a:spLocks noGrp="1"/>
          </p:cNvSpPr>
          <p:nvPr>
            <p:ph type="title"/>
          </p:nvPr>
        </p:nvSpPr>
        <p:spPr/>
        <p:txBody>
          <a:bodyPr/>
          <a:lstStyle/>
          <a:p>
            <a:r>
              <a:rPr lang="en-US" altLang="zh-CN" dirty="0">
                <a:ea typeface="ＭＳ Ｐゴシック" panose="020B0600070205080204" pitchFamily="34" charset="-128"/>
              </a:rPr>
              <a:t>Tile Size Definition  </a:t>
            </a:r>
            <a:br>
              <a:rPr lang="en-US" altLang="zh-CN" dirty="0">
                <a:ea typeface="ＭＳ Ｐゴシック" panose="020B0600070205080204" pitchFamily="34" charset="-128"/>
              </a:rPr>
            </a:br>
            <a:r>
              <a:rPr lang="zh-CN" altLang="en-US" dirty="0">
                <a:ea typeface="ＭＳ Ｐゴシック" panose="020B0600070205080204" pitchFamily="34" charset="-128"/>
              </a:rPr>
              <a:t>分块大小定义</a:t>
            </a:r>
            <a:endParaRPr lang="zh-CN" altLang="en-US" dirty="0"/>
          </a:p>
        </p:txBody>
      </p:sp>
      <p:sp>
        <p:nvSpPr>
          <p:cNvPr id="8" name="TextBox 7">
            <a:extLst>
              <a:ext uri="{FF2B5EF4-FFF2-40B4-BE49-F238E27FC236}">
                <a16:creationId xmlns:a16="http://schemas.microsoft.com/office/drawing/2014/main" id="{8018E688-5B9D-3631-BF5E-0841744C57C9}"/>
              </a:ext>
            </a:extLst>
          </p:cNvPr>
          <p:cNvSpPr txBox="1"/>
          <p:nvPr/>
        </p:nvSpPr>
        <p:spPr>
          <a:xfrm>
            <a:off x="342900" y="4483976"/>
            <a:ext cx="8458200" cy="769441"/>
          </a:xfrm>
          <a:prstGeom prst="rect">
            <a:avLst/>
          </a:prstGeom>
          <a:noFill/>
        </p:spPr>
        <p:txBody>
          <a:bodyPr wrap="square" rtlCol="0">
            <a:spAutoFit/>
          </a:bodyPr>
          <a:lstStyle/>
          <a:p>
            <a:pPr algn="ctr"/>
            <a:r>
              <a:rPr lang="en-US" altLang="zh-CN" sz="2200" dirty="0"/>
              <a:t>‘-1’ here stands for all the training/test data as the only tile</a:t>
            </a:r>
            <a:endParaRPr lang="en-US" altLang="zh-CN" sz="2200" dirty="0">
              <a:solidFill>
                <a:srgbClr val="FF0000"/>
              </a:solidFill>
            </a:endParaRPr>
          </a:p>
          <a:p>
            <a:pPr algn="ctr"/>
            <a:r>
              <a:rPr lang="zh-CN" altLang="en-US" sz="2200" dirty="0"/>
              <a:t>这里的</a:t>
            </a:r>
            <a:r>
              <a:rPr lang="en-US" altLang="zh-CN" sz="2200" dirty="0"/>
              <a:t>’-1’</a:t>
            </a:r>
            <a:r>
              <a:rPr lang="zh-CN" altLang="en-US" sz="2200" dirty="0"/>
              <a:t>表示所有的训练</a:t>
            </a:r>
            <a:r>
              <a:rPr lang="en-US" altLang="zh-CN" sz="2200" dirty="0"/>
              <a:t>/</a:t>
            </a:r>
            <a:r>
              <a:rPr lang="zh-CN" altLang="en-US" sz="2200" dirty="0"/>
              <a:t>测试数据作为唯一的块</a:t>
            </a:r>
          </a:p>
        </p:txBody>
      </p:sp>
      <p:sp>
        <p:nvSpPr>
          <p:cNvPr id="15" name="TextBox 14">
            <a:extLst>
              <a:ext uri="{FF2B5EF4-FFF2-40B4-BE49-F238E27FC236}">
                <a16:creationId xmlns:a16="http://schemas.microsoft.com/office/drawing/2014/main" id="{A247C956-4414-AE2A-0FD1-C654D0368FF5}"/>
              </a:ext>
            </a:extLst>
          </p:cNvPr>
          <p:cNvSpPr txBox="1"/>
          <p:nvPr/>
        </p:nvSpPr>
        <p:spPr>
          <a:xfrm>
            <a:off x="550533" y="1604584"/>
            <a:ext cx="8042934" cy="769441"/>
          </a:xfrm>
          <a:prstGeom prst="rect">
            <a:avLst/>
          </a:prstGeom>
          <a:noFill/>
        </p:spPr>
        <p:txBody>
          <a:bodyPr wrap="square" rtlCol="0">
            <a:spAutoFit/>
          </a:bodyPr>
          <a:lstStyle/>
          <a:p>
            <a:pPr algn="ctr"/>
            <a:r>
              <a:rPr lang="en-US" altLang="zh-CN" sz="2200" dirty="0"/>
              <a:t>Allow configurable tile size definition in compilation</a:t>
            </a:r>
          </a:p>
          <a:p>
            <a:pPr algn="ctr"/>
            <a:r>
              <a:rPr lang="zh-CN" altLang="en-US" sz="2200" dirty="0"/>
              <a:t>允许在编译时定义可变的分块大小</a:t>
            </a:r>
          </a:p>
        </p:txBody>
      </p:sp>
      <p:pic>
        <p:nvPicPr>
          <p:cNvPr id="4" name="Picture 3">
            <a:extLst>
              <a:ext uri="{FF2B5EF4-FFF2-40B4-BE49-F238E27FC236}">
                <a16:creationId xmlns:a16="http://schemas.microsoft.com/office/drawing/2014/main" id="{8EE03E84-B1CE-A13D-A194-A22A0C6E043A}"/>
              </a:ext>
            </a:extLst>
          </p:cNvPr>
          <p:cNvPicPr>
            <a:picLocks noChangeAspect="1"/>
          </p:cNvPicPr>
          <p:nvPr/>
        </p:nvPicPr>
        <p:blipFill>
          <a:blip r:embed="rId2"/>
          <a:stretch>
            <a:fillRect/>
          </a:stretch>
        </p:blipFill>
        <p:spPr>
          <a:xfrm>
            <a:off x="731520" y="2438400"/>
            <a:ext cx="2560678" cy="1851918"/>
          </a:xfrm>
          <a:prstGeom prst="rect">
            <a:avLst/>
          </a:prstGeom>
        </p:spPr>
      </p:pic>
    </p:spTree>
    <p:extLst>
      <p:ext uri="{BB962C8B-B14F-4D97-AF65-F5344CB8AC3E}">
        <p14:creationId xmlns:p14="http://schemas.microsoft.com/office/powerpoint/2010/main" val="97548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0E895-A074-294F-E626-3FCECBB3D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32745-8FBC-5E24-87AD-6CCA0AD31545}"/>
              </a:ext>
            </a:extLst>
          </p:cNvPr>
          <p:cNvSpPr>
            <a:spLocks noGrp="1"/>
          </p:cNvSpPr>
          <p:nvPr>
            <p:ph type="title"/>
          </p:nvPr>
        </p:nvSpPr>
        <p:spPr/>
        <p:txBody>
          <a:bodyPr/>
          <a:lstStyle/>
          <a:p>
            <a:r>
              <a:rPr lang="en-US" altLang="zh-CN" dirty="0">
                <a:ea typeface="ＭＳ Ｐゴシック" panose="020B0600070205080204" pitchFamily="34" charset="-128"/>
              </a:rPr>
              <a:t>Distance Calculation  </a:t>
            </a:r>
            <a:r>
              <a:rPr lang="zh-CN" altLang="en-US" dirty="0">
                <a:ea typeface="ＭＳ Ｐゴシック" panose="020B0600070205080204" pitchFamily="34" charset="-128"/>
              </a:rPr>
              <a:t>距离计算</a:t>
            </a:r>
            <a:endParaRPr lang="zh-CN" altLang="en-US" dirty="0"/>
          </a:p>
        </p:txBody>
      </p:sp>
      <p:sp>
        <p:nvSpPr>
          <p:cNvPr id="8" name="TextBox 7">
            <a:extLst>
              <a:ext uri="{FF2B5EF4-FFF2-40B4-BE49-F238E27FC236}">
                <a16:creationId xmlns:a16="http://schemas.microsoft.com/office/drawing/2014/main" id="{B5E01C2E-BDCB-ECFB-B515-44C5AB2F3678}"/>
              </a:ext>
            </a:extLst>
          </p:cNvPr>
          <p:cNvSpPr txBox="1"/>
          <p:nvPr/>
        </p:nvSpPr>
        <p:spPr>
          <a:xfrm>
            <a:off x="762000" y="1646175"/>
            <a:ext cx="7620000" cy="769441"/>
          </a:xfrm>
          <a:prstGeom prst="rect">
            <a:avLst/>
          </a:prstGeom>
          <a:noFill/>
        </p:spPr>
        <p:txBody>
          <a:bodyPr wrap="square" rtlCol="0">
            <a:spAutoFit/>
          </a:bodyPr>
          <a:lstStyle/>
          <a:p>
            <a:pPr algn="ctr"/>
            <a:r>
              <a:rPr lang="en-US" altLang="zh-CN" sz="2200" dirty="0"/>
              <a:t>Use the same function for Euclidean distance calculation</a:t>
            </a:r>
            <a:endParaRPr lang="en-US" altLang="zh-CN" sz="2200" dirty="0">
              <a:solidFill>
                <a:srgbClr val="FF0000"/>
              </a:solidFill>
            </a:endParaRPr>
          </a:p>
          <a:p>
            <a:pPr algn="ctr"/>
            <a:r>
              <a:rPr lang="zh-CN" altLang="en-US" sz="2200" dirty="0"/>
              <a:t>使用同样的计算欧氏距离的函数</a:t>
            </a:r>
          </a:p>
        </p:txBody>
      </p:sp>
      <p:pic>
        <p:nvPicPr>
          <p:cNvPr id="4" name="Picture 3">
            <a:extLst>
              <a:ext uri="{FF2B5EF4-FFF2-40B4-BE49-F238E27FC236}">
                <a16:creationId xmlns:a16="http://schemas.microsoft.com/office/drawing/2014/main" id="{5F94E19F-3212-072A-6BA6-B1D68B280392}"/>
              </a:ext>
            </a:extLst>
          </p:cNvPr>
          <p:cNvPicPr>
            <a:picLocks noChangeAspect="1"/>
          </p:cNvPicPr>
          <p:nvPr/>
        </p:nvPicPr>
        <p:blipFill>
          <a:blip r:embed="rId2"/>
          <a:stretch>
            <a:fillRect/>
          </a:stretch>
        </p:blipFill>
        <p:spPr>
          <a:xfrm>
            <a:off x="731520" y="2399933"/>
            <a:ext cx="6013019" cy="2629267"/>
          </a:xfrm>
          <a:prstGeom prst="rect">
            <a:avLst/>
          </a:prstGeom>
        </p:spPr>
      </p:pic>
    </p:spTree>
    <p:extLst>
      <p:ext uri="{BB962C8B-B14F-4D97-AF65-F5344CB8AC3E}">
        <p14:creationId xmlns:p14="http://schemas.microsoft.com/office/powerpoint/2010/main" val="3553648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BB32E-E189-72CB-AB72-C0B78656D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8C0EB-B02C-84C2-ACD9-F5ABD80602E1}"/>
              </a:ext>
            </a:extLst>
          </p:cNvPr>
          <p:cNvSpPr>
            <a:spLocks noGrp="1"/>
          </p:cNvSpPr>
          <p:nvPr>
            <p:ph type="title"/>
          </p:nvPr>
        </p:nvSpPr>
        <p:spPr/>
        <p:txBody>
          <a:bodyPr/>
          <a:lstStyle/>
          <a:p>
            <a:r>
              <a:rPr lang="en-US" altLang="zh-CN" dirty="0">
                <a:ea typeface="ＭＳ Ｐゴシック" panose="020B0600070205080204" pitchFamily="34" charset="-128"/>
              </a:rPr>
              <a:t>Start of Main Program</a:t>
            </a:r>
            <a:br>
              <a:rPr lang="en-US" altLang="zh-CN" dirty="0">
                <a:ea typeface="ＭＳ Ｐゴシック" panose="020B0600070205080204" pitchFamily="34" charset="-128"/>
              </a:rPr>
            </a:br>
            <a:r>
              <a:rPr lang="zh-CN" altLang="en-US" dirty="0">
                <a:ea typeface="ＭＳ Ｐゴシック" panose="020B0600070205080204" pitchFamily="34" charset="-128"/>
              </a:rPr>
              <a:t>主程序的开始 </a:t>
            </a:r>
            <a:r>
              <a:rPr lang="en-US" altLang="zh-CN" dirty="0">
                <a:ea typeface="ＭＳ Ｐゴシック" panose="020B0600070205080204" pitchFamily="34" charset="-128"/>
              </a:rPr>
              <a:t>(1)</a:t>
            </a:r>
            <a:endParaRPr lang="zh-CN" altLang="en-US" dirty="0"/>
          </a:p>
        </p:txBody>
      </p:sp>
      <p:sp>
        <p:nvSpPr>
          <p:cNvPr id="8" name="TextBox 7">
            <a:extLst>
              <a:ext uri="{FF2B5EF4-FFF2-40B4-BE49-F238E27FC236}">
                <a16:creationId xmlns:a16="http://schemas.microsoft.com/office/drawing/2014/main" id="{5B2A3219-E5A4-EAD1-0A2D-D72FD0BF131D}"/>
              </a:ext>
            </a:extLst>
          </p:cNvPr>
          <p:cNvSpPr txBox="1"/>
          <p:nvPr/>
        </p:nvSpPr>
        <p:spPr>
          <a:xfrm>
            <a:off x="876300" y="1623517"/>
            <a:ext cx="7391400" cy="769441"/>
          </a:xfrm>
          <a:prstGeom prst="rect">
            <a:avLst/>
          </a:prstGeom>
          <a:noFill/>
        </p:spPr>
        <p:txBody>
          <a:bodyPr wrap="square" rtlCol="0">
            <a:spAutoFit/>
          </a:bodyPr>
          <a:lstStyle/>
          <a:p>
            <a:pPr algn="ctr"/>
            <a:r>
              <a:rPr lang="en-US" altLang="zh-CN" sz="2200" dirty="0"/>
              <a:t>Start the ‘main’ function w/ reading the data</a:t>
            </a:r>
          </a:p>
          <a:p>
            <a:pPr algn="ctr"/>
            <a:r>
              <a:rPr lang="zh-CN" altLang="en-US" sz="2200" dirty="0"/>
              <a:t>以读取数据作为</a:t>
            </a:r>
            <a:r>
              <a:rPr lang="en-US" altLang="zh-CN" sz="2200" dirty="0"/>
              <a:t>’main’</a:t>
            </a:r>
            <a:r>
              <a:rPr lang="zh-CN" altLang="en-US" sz="2200" dirty="0"/>
              <a:t>函数的开始</a:t>
            </a:r>
          </a:p>
        </p:txBody>
      </p:sp>
      <p:pic>
        <p:nvPicPr>
          <p:cNvPr id="4" name="Picture 3">
            <a:extLst>
              <a:ext uri="{FF2B5EF4-FFF2-40B4-BE49-F238E27FC236}">
                <a16:creationId xmlns:a16="http://schemas.microsoft.com/office/drawing/2014/main" id="{E8F08936-DA9F-7E34-D6CC-57CFA99A083E}"/>
              </a:ext>
            </a:extLst>
          </p:cNvPr>
          <p:cNvPicPr>
            <a:picLocks noChangeAspect="1"/>
          </p:cNvPicPr>
          <p:nvPr/>
        </p:nvPicPr>
        <p:blipFill>
          <a:blip r:embed="rId2"/>
          <a:stretch>
            <a:fillRect/>
          </a:stretch>
        </p:blipFill>
        <p:spPr>
          <a:xfrm>
            <a:off x="731520" y="2442061"/>
            <a:ext cx="5910134" cy="1063139"/>
          </a:xfrm>
          <a:prstGeom prst="rect">
            <a:avLst/>
          </a:prstGeom>
        </p:spPr>
      </p:pic>
      <p:pic>
        <p:nvPicPr>
          <p:cNvPr id="6" name="Picture 5">
            <a:extLst>
              <a:ext uri="{FF2B5EF4-FFF2-40B4-BE49-F238E27FC236}">
                <a16:creationId xmlns:a16="http://schemas.microsoft.com/office/drawing/2014/main" id="{B2499891-271D-2605-7B07-42CC2744662E}"/>
              </a:ext>
            </a:extLst>
          </p:cNvPr>
          <p:cNvPicPr>
            <a:picLocks noChangeAspect="1"/>
          </p:cNvPicPr>
          <p:nvPr/>
        </p:nvPicPr>
        <p:blipFill>
          <a:blip r:embed="rId3"/>
          <a:stretch>
            <a:fillRect/>
          </a:stretch>
        </p:blipFill>
        <p:spPr>
          <a:xfrm>
            <a:off x="1152144" y="4556683"/>
            <a:ext cx="7887800" cy="548717"/>
          </a:xfrm>
          <a:prstGeom prst="rect">
            <a:avLst/>
          </a:prstGeom>
        </p:spPr>
      </p:pic>
      <p:sp>
        <p:nvSpPr>
          <p:cNvPr id="10" name="TextBox 9">
            <a:extLst>
              <a:ext uri="{FF2B5EF4-FFF2-40B4-BE49-F238E27FC236}">
                <a16:creationId xmlns:a16="http://schemas.microsoft.com/office/drawing/2014/main" id="{5DCD88F7-373A-906D-885A-26739BE47E58}"/>
              </a:ext>
            </a:extLst>
          </p:cNvPr>
          <p:cNvSpPr txBox="1"/>
          <p:nvPr/>
        </p:nvSpPr>
        <p:spPr>
          <a:xfrm>
            <a:off x="728207" y="3787242"/>
            <a:ext cx="7391400" cy="769441"/>
          </a:xfrm>
          <a:prstGeom prst="rect">
            <a:avLst/>
          </a:prstGeom>
          <a:noFill/>
        </p:spPr>
        <p:txBody>
          <a:bodyPr wrap="square" rtlCol="0">
            <a:spAutoFit/>
          </a:bodyPr>
          <a:lstStyle/>
          <a:p>
            <a:pPr algn="ctr"/>
            <a:r>
              <a:rPr lang="en-US" altLang="zh-CN" sz="2200" dirty="0"/>
              <a:t>Set the right tile size for the ‘-1’ exception</a:t>
            </a:r>
          </a:p>
          <a:p>
            <a:pPr algn="ctr"/>
            <a:r>
              <a:rPr lang="zh-CN" altLang="en-US" sz="2200" dirty="0"/>
              <a:t>处理</a:t>
            </a:r>
            <a:r>
              <a:rPr lang="en-US" altLang="zh-CN" sz="2200" dirty="0"/>
              <a:t>’-1’</a:t>
            </a:r>
            <a:r>
              <a:rPr lang="zh-CN" altLang="en-US" sz="2200" dirty="0"/>
              <a:t>的例外以配置分块大小</a:t>
            </a:r>
          </a:p>
        </p:txBody>
      </p:sp>
    </p:spTree>
    <p:extLst>
      <p:ext uri="{BB962C8B-B14F-4D97-AF65-F5344CB8AC3E}">
        <p14:creationId xmlns:p14="http://schemas.microsoft.com/office/powerpoint/2010/main" val="207376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1D929-00D5-889D-8931-E22FADB9B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BD09A-D303-6AEA-8AAD-86D7F46F2AC3}"/>
              </a:ext>
            </a:extLst>
          </p:cNvPr>
          <p:cNvSpPr>
            <a:spLocks noGrp="1"/>
          </p:cNvSpPr>
          <p:nvPr>
            <p:ph type="title"/>
          </p:nvPr>
        </p:nvSpPr>
        <p:spPr/>
        <p:txBody>
          <a:bodyPr/>
          <a:lstStyle/>
          <a:p>
            <a:r>
              <a:rPr lang="en-US" altLang="zh-CN" dirty="0">
                <a:ea typeface="ＭＳ Ｐゴシック" panose="020B0600070205080204" pitchFamily="34" charset="-128"/>
              </a:rPr>
              <a:t>Start of Main Program</a:t>
            </a:r>
            <a:br>
              <a:rPr lang="en-US" altLang="zh-CN" dirty="0">
                <a:ea typeface="ＭＳ Ｐゴシック" panose="020B0600070205080204" pitchFamily="34" charset="-128"/>
              </a:rPr>
            </a:br>
            <a:r>
              <a:rPr lang="zh-CN" altLang="en-US" dirty="0">
                <a:ea typeface="ＭＳ Ｐゴシック" panose="020B0600070205080204" pitchFamily="34" charset="-128"/>
              </a:rPr>
              <a:t>主程序的开始 </a:t>
            </a:r>
            <a:r>
              <a:rPr lang="en-US" altLang="zh-CN" dirty="0">
                <a:ea typeface="ＭＳ Ｐゴシック" panose="020B0600070205080204" pitchFamily="34" charset="-128"/>
              </a:rPr>
              <a:t>(2)</a:t>
            </a:r>
            <a:endParaRPr lang="zh-CN" altLang="en-US" dirty="0"/>
          </a:p>
        </p:txBody>
      </p:sp>
      <p:sp>
        <p:nvSpPr>
          <p:cNvPr id="8" name="TextBox 7">
            <a:extLst>
              <a:ext uri="{FF2B5EF4-FFF2-40B4-BE49-F238E27FC236}">
                <a16:creationId xmlns:a16="http://schemas.microsoft.com/office/drawing/2014/main" id="{2E493E7D-35F5-3F9D-D862-4749CD77CE2A}"/>
              </a:ext>
            </a:extLst>
          </p:cNvPr>
          <p:cNvSpPr txBox="1"/>
          <p:nvPr/>
        </p:nvSpPr>
        <p:spPr>
          <a:xfrm>
            <a:off x="876300" y="1676400"/>
            <a:ext cx="7391400" cy="1446550"/>
          </a:xfrm>
          <a:prstGeom prst="rect">
            <a:avLst/>
          </a:prstGeom>
          <a:noFill/>
        </p:spPr>
        <p:txBody>
          <a:bodyPr wrap="square" rtlCol="0">
            <a:spAutoFit/>
          </a:bodyPr>
          <a:lstStyle/>
          <a:p>
            <a:pPr algn="ctr"/>
            <a:r>
              <a:rPr lang="en-US" altLang="zh-CN" sz="2200" dirty="0"/>
              <a:t>Initialize 2 arrays to track the minimum distance &amp; nearest neighbor observed so far for each sample</a:t>
            </a:r>
          </a:p>
          <a:p>
            <a:pPr algn="ctr"/>
            <a:r>
              <a:rPr lang="zh-CN" altLang="en-US" sz="2200" dirty="0"/>
              <a:t>初始化两个数组，分别用来记录针对每一条测试数据到目前为止观察到的最近距离和对应的邻居</a:t>
            </a:r>
          </a:p>
        </p:txBody>
      </p:sp>
      <p:pic>
        <p:nvPicPr>
          <p:cNvPr id="5" name="Picture 4">
            <a:extLst>
              <a:ext uri="{FF2B5EF4-FFF2-40B4-BE49-F238E27FC236}">
                <a16:creationId xmlns:a16="http://schemas.microsoft.com/office/drawing/2014/main" id="{1F5B5262-4C38-BFF4-0E91-A94A3045CFD8}"/>
              </a:ext>
            </a:extLst>
          </p:cNvPr>
          <p:cNvPicPr>
            <a:picLocks noChangeAspect="1"/>
          </p:cNvPicPr>
          <p:nvPr/>
        </p:nvPicPr>
        <p:blipFill>
          <a:blip r:embed="rId2"/>
          <a:stretch>
            <a:fillRect/>
          </a:stretch>
        </p:blipFill>
        <p:spPr>
          <a:xfrm>
            <a:off x="1152144" y="3219187"/>
            <a:ext cx="5590050" cy="1886213"/>
          </a:xfrm>
          <a:prstGeom prst="rect">
            <a:avLst/>
          </a:prstGeom>
        </p:spPr>
      </p:pic>
    </p:spTree>
    <p:extLst>
      <p:ext uri="{BB962C8B-B14F-4D97-AF65-F5344CB8AC3E}">
        <p14:creationId xmlns:p14="http://schemas.microsoft.com/office/powerpoint/2010/main" val="967071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9E36C-C483-4B58-55CB-A3B24C00D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E5493-A102-73C3-7E3A-5C1BD7026D6E}"/>
              </a:ext>
            </a:extLst>
          </p:cNvPr>
          <p:cNvSpPr>
            <a:spLocks noGrp="1"/>
          </p:cNvSpPr>
          <p:nvPr>
            <p:ph type="title"/>
          </p:nvPr>
        </p:nvSpPr>
        <p:spPr/>
        <p:txBody>
          <a:bodyPr/>
          <a:lstStyle/>
          <a:p>
            <a:r>
              <a:rPr lang="en-US" altLang="zh-CN" dirty="0">
                <a:ea typeface="ＭＳ Ｐゴシック" panose="020B0600070205080204" pitchFamily="34" charset="-128"/>
              </a:rPr>
              <a:t>Flushing Cache  </a:t>
            </a:r>
            <a:r>
              <a:rPr lang="zh-CN" altLang="en-US" dirty="0">
                <a:ea typeface="ＭＳ Ｐゴシック" panose="020B0600070205080204" pitchFamily="34" charset="-128"/>
              </a:rPr>
              <a:t>清空缓存</a:t>
            </a:r>
            <a:endParaRPr lang="zh-CN" altLang="en-US" dirty="0"/>
          </a:p>
        </p:txBody>
      </p:sp>
      <p:sp>
        <p:nvSpPr>
          <p:cNvPr id="8" name="TextBox 7">
            <a:extLst>
              <a:ext uri="{FF2B5EF4-FFF2-40B4-BE49-F238E27FC236}">
                <a16:creationId xmlns:a16="http://schemas.microsoft.com/office/drawing/2014/main" id="{AB394E92-40FD-9E15-6C3D-64B6DDF9ACD8}"/>
              </a:ext>
            </a:extLst>
          </p:cNvPr>
          <p:cNvSpPr txBox="1"/>
          <p:nvPr/>
        </p:nvSpPr>
        <p:spPr>
          <a:xfrm>
            <a:off x="675481" y="1676400"/>
            <a:ext cx="7793037" cy="769441"/>
          </a:xfrm>
          <a:prstGeom prst="rect">
            <a:avLst/>
          </a:prstGeom>
          <a:noFill/>
        </p:spPr>
        <p:txBody>
          <a:bodyPr wrap="square" rtlCol="0">
            <a:spAutoFit/>
          </a:bodyPr>
          <a:lstStyle/>
          <a:p>
            <a:pPr algn="ctr"/>
            <a:r>
              <a:rPr lang="en-US" altLang="zh-CN" sz="2200" dirty="0"/>
              <a:t>Take a look at ‘</a:t>
            </a:r>
            <a:r>
              <a:rPr lang="en-US" altLang="zh-CN" sz="2200" dirty="0" err="1"/>
              <a:t>data.h</a:t>
            </a:r>
            <a:r>
              <a:rPr lang="en-US" altLang="zh-CN" sz="2200" dirty="0"/>
              <a:t>’ for 2 functions for cache flushing</a:t>
            </a:r>
          </a:p>
          <a:p>
            <a:pPr algn="ctr"/>
            <a:r>
              <a:rPr lang="zh-CN" altLang="en-US" sz="2200" dirty="0"/>
              <a:t>看一眼</a:t>
            </a:r>
            <a:r>
              <a:rPr lang="en-US" altLang="zh-CN" sz="2200" dirty="0"/>
              <a:t>’</a:t>
            </a:r>
            <a:r>
              <a:rPr lang="en-US" altLang="zh-CN" sz="2200" dirty="0" err="1"/>
              <a:t>data.h</a:t>
            </a:r>
            <a:r>
              <a:rPr lang="en-US" altLang="zh-CN" sz="2200" dirty="0"/>
              <a:t>’</a:t>
            </a:r>
            <a:r>
              <a:rPr lang="zh-CN" altLang="en-US" sz="2200" dirty="0"/>
              <a:t>里用来清空缓存的两个函数</a:t>
            </a:r>
          </a:p>
        </p:txBody>
      </p:sp>
      <p:pic>
        <p:nvPicPr>
          <p:cNvPr id="4" name="Picture 3">
            <a:extLst>
              <a:ext uri="{FF2B5EF4-FFF2-40B4-BE49-F238E27FC236}">
                <a16:creationId xmlns:a16="http://schemas.microsoft.com/office/drawing/2014/main" id="{680D4130-376D-6F83-2899-55A5EE92BCA5}"/>
              </a:ext>
            </a:extLst>
          </p:cNvPr>
          <p:cNvPicPr>
            <a:picLocks noChangeAspect="1"/>
          </p:cNvPicPr>
          <p:nvPr/>
        </p:nvPicPr>
        <p:blipFill>
          <a:blip r:embed="rId2"/>
          <a:stretch>
            <a:fillRect/>
          </a:stretch>
        </p:blipFill>
        <p:spPr>
          <a:xfrm>
            <a:off x="731520" y="2514600"/>
            <a:ext cx="4835564" cy="514422"/>
          </a:xfrm>
          <a:prstGeom prst="rect">
            <a:avLst/>
          </a:prstGeom>
        </p:spPr>
      </p:pic>
      <p:pic>
        <p:nvPicPr>
          <p:cNvPr id="6" name="Picture 5">
            <a:extLst>
              <a:ext uri="{FF2B5EF4-FFF2-40B4-BE49-F238E27FC236}">
                <a16:creationId xmlns:a16="http://schemas.microsoft.com/office/drawing/2014/main" id="{673BAAE6-5E8C-C404-A020-5190C4414602}"/>
              </a:ext>
            </a:extLst>
          </p:cNvPr>
          <p:cNvPicPr>
            <a:picLocks noChangeAspect="1"/>
          </p:cNvPicPr>
          <p:nvPr/>
        </p:nvPicPr>
        <p:blipFill>
          <a:blip r:embed="rId3"/>
          <a:stretch>
            <a:fillRect/>
          </a:stretch>
        </p:blipFill>
        <p:spPr>
          <a:xfrm>
            <a:off x="1152144" y="4191815"/>
            <a:ext cx="7430537" cy="1086001"/>
          </a:xfrm>
          <a:prstGeom prst="rect">
            <a:avLst/>
          </a:prstGeom>
        </p:spPr>
      </p:pic>
      <p:sp>
        <p:nvSpPr>
          <p:cNvPr id="9" name="TextBox 8">
            <a:extLst>
              <a:ext uri="{FF2B5EF4-FFF2-40B4-BE49-F238E27FC236}">
                <a16:creationId xmlns:a16="http://schemas.microsoft.com/office/drawing/2014/main" id="{C1AF6C58-A2FB-1A1E-8E0D-A79566F2C130}"/>
              </a:ext>
            </a:extLst>
          </p:cNvPr>
          <p:cNvSpPr txBox="1"/>
          <p:nvPr/>
        </p:nvSpPr>
        <p:spPr>
          <a:xfrm>
            <a:off x="380005" y="3352800"/>
            <a:ext cx="8383987" cy="769441"/>
          </a:xfrm>
          <a:prstGeom prst="rect">
            <a:avLst/>
          </a:prstGeom>
          <a:noFill/>
        </p:spPr>
        <p:txBody>
          <a:bodyPr wrap="square" rtlCol="0">
            <a:spAutoFit/>
          </a:bodyPr>
          <a:lstStyle/>
          <a:p>
            <a:pPr algn="ctr"/>
            <a:r>
              <a:rPr lang="en-US" altLang="zh-CN" sz="2200" dirty="0"/>
              <a:t>Now back to ‘main’ function in ‘tile.cpp’, flush out the ‘hot’ data</a:t>
            </a:r>
          </a:p>
          <a:p>
            <a:pPr algn="ctr"/>
            <a:r>
              <a:rPr lang="zh-CN" altLang="en-US" sz="2200" dirty="0"/>
              <a:t>回到</a:t>
            </a:r>
            <a:r>
              <a:rPr lang="en-US" altLang="zh-CN" sz="2200" dirty="0"/>
              <a:t>’tile.cpp’</a:t>
            </a:r>
            <a:r>
              <a:rPr lang="zh-CN" altLang="en-US" sz="2200" dirty="0"/>
              <a:t>里的</a:t>
            </a:r>
            <a:r>
              <a:rPr lang="en-US" altLang="zh-CN" sz="2200" dirty="0"/>
              <a:t>’main’</a:t>
            </a:r>
            <a:r>
              <a:rPr lang="zh-CN" altLang="en-US" sz="2200" dirty="0"/>
              <a:t>函数，把“热”数据冲刷掉</a:t>
            </a:r>
          </a:p>
        </p:txBody>
      </p:sp>
      <p:sp>
        <p:nvSpPr>
          <p:cNvPr id="10" name="TextBox 9">
            <a:extLst>
              <a:ext uri="{FF2B5EF4-FFF2-40B4-BE49-F238E27FC236}">
                <a16:creationId xmlns:a16="http://schemas.microsoft.com/office/drawing/2014/main" id="{B35980EC-AE59-C5BE-ACD3-04F20653A639}"/>
              </a:ext>
            </a:extLst>
          </p:cNvPr>
          <p:cNvSpPr txBox="1"/>
          <p:nvPr/>
        </p:nvSpPr>
        <p:spPr>
          <a:xfrm>
            <a:off x="380005" y="5575037"/>
            <a:ext cx="8383987" cy="769441"/>
          </a:xfrm>
          <a:prstGeom prst="rect">
            <a:avLst/>
          </a:prstGeom>
          <a:noFill/>
        </p:spPr>
        <p:txBody>
          <a:bodyPr wrap="square" rtlCol="0">
            <a:spAutoFit/>
          </a:bodyPr>
          <a:lstStyle/>
          <a:p>
            <a:pPr algn="ctr"/>
            <a:r>
              <a:rPr lang="en-US" altLang="zh-CN" sz="2200" dirty="0"/>
              <a:t>This prepares a ‘clean’ environment for the run</a:t>
            </a:r>
          </a:p>
          <a:p>
            <a:pPr algn="ctr"/>
            <a:r>
              <a:rPr lang="zh-CN" altLang="en-US" sz="2200" dirty="0"/>
              <a:t>这为后续的运行准备了一个“干净”的环境</a:t>
            </a:r>
          </a:p>
        </p:txBody>
      </p:sp>
    </p:spTree>
    <p:extLst>
      <p:ext uri="{BB962C8B-B14F-4D97-AF65-F5344CB8AC3E}">
        <p14:creationId xmlns:p14="http://schemas.microsoft.com/office/powerpoint/2010/main" val="200030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158A1-27B7-310B-4D87-E09773B4D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590A4-B341-3AD6-B908-CF16EA677231}"/>
              </a:ext>
            </a:extLst>
          </p:cNvPr>
          <p:cNvSpPr>
            <a:spLocks noGrp="1"/>
          </p:cNvSpPr>
          <p:nvPr>
            <p:ph type="title"/>
          </p:nvPr>
        </p:nvSpPr>
        <p:spPr/>
        <p:txBody>
          <a:bodyPr/>
          <a:lstStyle/>
          <a:p>
            <a:r>
              <a:rPr lang="en-US" altLang="zh-CN" dirty="0">
                <a:ea typeface="ＭＳ Ｐゴシック" panose="020B0600070205080204" pitchFamily="34" charset="-128"/>
              </a:rPr>
              <a:t>Tiled Processing  </a:t>
            </a:r>
            <a:r>
              <a:rPr lang="zh-CN" altLang="en-US" dirty="0">
                <a:ea typeface="ＭＳ Ｐゴシック" panose="020B0600070205080204" pitchFamily="34" charset="-128"/>
              </a:rPr>
              <a:t>分块处理 </a:t>
            </a:r>
            <a:r>
              <a:rPr lang="en-US" altLang="zh-CN" dirty="0">
                <a:ea typeface="ＭＳ Ｐゴシック" panose="020B0600070205080204" pitchFamily="34" charset="-128"/>
              </a:rPr>
              <a:t>(1)</a:t>
            </a:r>
            <a:endParaRPr lang="zh-CN" altLang="en-US" dirty="0"/>
          </a:p>
        </p:txBody>
      </p:sp>
      <p:sp>
        <p:nvSpPr>
          <p:cNvPr id="8" name="TextBox 7">
            <a:extLst>
              <a:ext uri="{FF2B5EF4-FFF2-40B4-BE49-F238E27FC236}">
                <a16:creationId xmlns:a16="http://schemas.microsoft.com/office/drawing/2014/main" id="{7A1DC6CE-A0FA-0CA3-B66D-9F00F11C521D}"/>
              </a:ext>
            </a:extLst>
          </p:cNvPr>
          <p:cNvSpPr txBox="1"/>
          <p:nvPr/>
        </p:nvSpPr>
        <p:spPr>
          <a:xfrm>
            <a:off x="190500" y="1676400"/>
            <a:ext cx="8763000" cy="1107996"/>
          </a:xfrm>
          <a:prstGeom prst="rect">
            <a:avLst/>
          </a:prstGeom>
          <a:noFill/>
        </p:spPr>
        <p:txBody>
          <a:bodyPr wrap="square" rtlCol="0">
            <a:spAutoFit/>
          </a:bodyPr>
          <a:lstStyle/>
          <a:p>
            <a:pPr algn="ctr"/>
            <a:r>
              <a:rPr lang="en-US" altLang="zh-CN" sz="2200" dirty="0"/>
              <a:t>Start timing, then a doubled loop over the </a:t>
            </a:r>
          </a:p>
          <a:p>
            <a:pPr algn="ctr"/>
            <a:r>
              <a:rPr lang="en-US" altLang="zh-CN" sz="2200" dirty="0"/>
              <a:t>combination of the test tile &amp; the training tile</a:t>
            </a:r>
          </a:p>
          <a:p>
            <a:pPr algn="ctr"/>
            <a:r>
              <a:rPr lang="zh-CN" altLang="en-US" sz="2200" dirty="0"/>
              <a:t>开始计时，然后是双重循，遍历测试数据分块和训练数据分块的组合</a:t>
            </a:r>
          </a:p>
        </p:txBody>
      </p:sp>
      <p:pic>
        <p:nvPicPr>
          <p:cNvPr id="7" name="Picture 6">
            <a:extLst>
              <a:ext uri="{FF2B5EF4-FFF2-40B4-BE49-F238E27FC236}">
                <a16:creationId xmlns:a16="http://schemas.microsoft.com/office/drawing/2014/main" id="{6AEDE431-EFA8-61A5-8208-784D3844BD16}"/>
              </a:ext>
            </a:extLst>
          </p:cNvPr>
          <p:cNvPicPr>
            <a:picLocks noChangeAspect="1"/>
          </p:cNvPicPr>
          <p:nvPr/>
        </p:nvPicPr>
        <p:blipFill>
          <a:blip r:embed="rId2"/>
          <a:stretch>
            <a:fillRect/>
          </a:stretch>
        </p:blipFill>
        <p:spPr>
          <a:xfrm>
            <a:off x="1152144" y="2819400"/>
            <a:ext cx="7602011" cy="1588992"/>
          </a:xfrm>
          <a:prstGeom prst="rect">
            <a:avLst/>
          </a:prstGeom>
        </p:spPr>
      </p:pic>
    </p:spTree>
    <p:extLst>
      <p:ext uri="{BB962C8B-B14F-4D97-AF65-F5344CB8AC3E}">
        <p14:creationId xmlns:p14="http://schemas.microsoft.com/office/powerpoint/2010/main" val="165270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E9C7E-FAC1-FC8E-E9F3-2AFDBEB3C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E8BBD-18CC-D423-D327-C617A42558D6}"/>
              </a:ext>
            </a:extLst>
          </p:cNvPr>
          <p:cNvSpPr>
            <a:spLocks noGrp="1"/>
          </p:cNvSpPr>
          <p:nvPr>
            <p:ph type="title"/>
          </p:nvPr>
        </p:nvSpPr>
        <p:spPr/>
        <p:txBody>
          <a:bodyPr/>
          <a:lstStyle/>
          <a:p>
            <a:r>
              <a:rPr lang="en-US" altLang="zh-CN" dirty="0">
                <a:ea typeface="ＭＳ Ｐゴシック" panose="020B0600070205080204" pitchFamily="34" charset="-128"/>
              </a:rPr>
              <a:t>Tiled Processing  </a:t>
            </a:r>
            <a:r>
              <a:rPr lang="zh-CN" altLang="en-US" dirty="0">
                <a:ea typeface="ＭＳ Ｐゴシック" panose="020B0600070205080204" pitchFamily="34" charset="-128"/>
              </a:rPr>
              <a:t>分块处理 </a:t>
            </a:r>
            <a:r>
              <a:rPr lang="en-US" altLang="zh-CN" dirty="0">
                <a:ea typeface="ＭＳ Ｐゴシック" panose="020B0600070205080204" pitchFamily="34" charset="-128"/>
              </a:rPr>
              <a:t>(2)</a:t>
            </a:r>
            <a:endParaRPr lang="zh-CN" altLang="en-US" dirty="0"/>
          </a:p>
        </p:txBody>
      </p:sp>
      <p:sp>
        <p:nvSpPr>
          <p:cNvPr id="8" name="TextBox 7">
            <a:extLst>
              <a:ext uri="{FF2B5EF4-FFF2-40B4-BE49-F238E27FC236}">
                <a16:creationId xmlns:a16="http://schemas.microsoft.com/office/drawing/2014/main" id="{BAFC972E-5E87-28D1-58EA-BD832F3211F5}"/>
              </a:ext>
            </a:extLst>
          </p:cNvPr>
          <p:cNvSpPr txBox="1"/>
          <p:nvPr/>
        </p:nvSpPr>
        <p:spPr>
          <a:xfrm>
            <a:off x="190500" y="1676400"/>
            <a:ext cx="8763000" cy="769441"/>
          </a:xfrm>
          <a:prstGeom prst="rect">
            <a:avLst/>
          </a:prstGeom>
          <a:noFill/>
        </p:spPr>
        <p:txBody>
          <a:bodyPr wrap="square" rtlCol="0">
            <a:spAutoFit/>
          </a:bodyPr>
          <a:lstStyle/>
          <a:p>
            <a:pPr algn="ctr"/>
            <a:r>
              <a:rPr lang="en-US" altLang="zh-CN" sz="2200" dirty="0"/>
              <a:t>Then the 3</a:t>
            </a:r>
            <a:r>
              <a:rPr lang="en-US" altLang="zh-CN" sz="2200" baseline="30000" dirty="0"/>
              <a:t>rd</a:t>
            </a:r>
            <a:r>
              <a:rPr lang="en-US" altLang="zh-CN" sz="2200" dirty="0"/>
              <a:t> nested loop for samples in the test tile</a:t>
            </a:r>
          </a:p>
          <a:p>
            <a:pPr algn="ctr"/>
            <a:r>
              <a:rPr lang="zh-CN" altLang="en-US" sz="2200" dirty="0"/>
              <a:t>然后是第三重内嵌循环，遍历测试数据分块中的所有数据</a:t>
            </a:r>
          </a:p>
        </p:txBody>
      </p:sp>
      <p:pic>
        <p:nvPicPr>
          <p:cNvPr id="4" name="Picture 3">
            <a:extLst>
              <a:ext uri="{FF2B5EF4-FFF2-40B4-BE49-F238E27FC236}">
                <a16:creationId xmlns:a16="http://schemas.microsoft.com/office/drawing/2014/main" id="{BBE911A7-AF85-E1B9-FF5F-1D39E85C1EF8}"/>
              </a:ext>
            </a:extLst>
          </p:cNvPr>
          <p:cNvPicPr>
            <a:picLocks noChangeAspect="1"/>
          </p:cNvPicPr>
          <p:nvPr/>
        </p:nvPicPr>
        <p:blipFill>
          <a:blip r:embed="rId2"/>
          <a:stretch>
            <a:fillRect/>
          </a:stretch>
        </p:blipFill>
        <p:spPr>
          <a:xfrm>
            <a:off x="1993392" y="2438400"/>
            <a:ext cx="5921567" cy="1817623"/>
          </a:xfrm>
          <a:prstGeom prst="rect">
            <a:avLst/>
          </a:prstGeom>
        </p:spPr>
      </p:pic>
      <p:sp>
        <p:nvSpPr>
          <p:cNvPr id="6" name="TextBox 5">
            <a:extLst>
              <a:ext uri="{FF2B5EF4-FFF2-40B4-BE49-F238E27FC236}">
                <a16:creationId xmlns:a16="http://schemas.microsoft.com/office/drawing/2014/main" id="{DDCB7D4C-3B9D-1BBD-B098-977C6A74E27F}"/>
              </a:ext>
            </a:extLst>
          </p:cNvPr>
          <p:cNvSpPr txBox="1"/>
          <p:nvPr/>
        </p:nvSpPr>
        <p:spPr>
          <a:xfrm>
            <a:off x="190500" y="4648200"/>
            <a:ext cx="8763000" cy="769441"/>
          </a:xfrm>
          <a:prstGeom prst="rect">
            <a:avLst/>
          </a:prstGeom>
          <a:noFill/>
        </p:spPr>
        <p:txBody>
          <a:bodyPr wrap="square" rtlCol="0">
            <a:spAutoFit/>
          </a:bodyPr>
          <a:lstStyle/>
          <a:p>
            <a:pPr algn="ctr"/>
            <a:r>
              <a:rPr lang="en-US" altLang="zh-CN" sz="2200" dirty="0"/>
              <a:t>The ‘if’ branch to avoid walking across the end of the test data </a:t>
            </a:r>
          </a:p>
          <a:p>
            <a:pPr algn="ctr"/>
            <a:r>
              <a:rPr lang="zh-CN" altLang="en-US" sz="2200" dirty="0"/>
              <a:t>这个</a:t>
            </a:r>
            <a:r>
              <a:rPr lang="en-US" altLang="zh-CN" sz="2200" dirty="0"/>
              <a:t>’if’</a:t>
            </a:r>
            <a:r>
              <a:rPr lang="zh-CN" altLang="en-US" sz="2200" dirty="0"/>
              <a:t>分支是防止越过测试数据的结束边界</a:t>
            </a:r>
          </a:p>
        </p:txBody>
      </p:sp>
    </p:spTree>
    <p:extLst>
      <p:ext uri="{BB962C8B-B14F-4D97-AF65-F5344CB8AC3E}">
        <p14:creationId xmlns:p14="http://schemas.microsoft.com/office/powerpoint/2010/main" val="171262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9A925-D9DC-D142-9343-A820BEDEB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FF17F-464B-5675-EC76-7ED9AE36642C}"/>
              </a:ext>
            </a:extLst>
          </p:cNvPr>
          <p:cNvSpPr>
            <a:spLocks noGrp="1"/>
          </p:cNvSpPr>
          <p:nvPr>
            <p:ph type="title"/>
          </p:nvPr>
        </p:nvSpPr>
        <p:spPr/>
        <p:txBody>
          <a:bodyPr/>
          <a:lstStyle/>
          <a:p>
            <a:r>
              <a:rPr lang="en-US" altLang="zh-CN" dirty="0">
                <a:ea typeface="ＭＳ Ｐゴシック" panose="020B0600070205080204" pitchFamily="34" charset="-128"/>
              </a:rPr>
              <a:t>Tiled Processing  </a:t>
            </a:r>
            <a:r>
              <a:rPr lang="zh-CN" altLang="en-US" dirty="0">
                <a:ea typeface="ＭＳ Ｐゴシック" panose="020B0600070205080204" pitchFamily="34" charset="-128"/>
              </a:rPr>
              <a:t>分块处理 </a:t>
            </a:r>
            <a:r>
              <a:rPr lang="en-US" altLang="zh-CN" dirty="0">
                <a:ea typeface="ＭＳ Ｐゴシック" panose="020B0600070205080204" pitchFamily="34" charset="-128"/>
              </a:rPr>
              <a:t>(3)</a:t>
            </a:r>
            <a:endParaRPr lang="zh-CN" altLang="en-US" dirty="0"/>
          </a:p>
        </p:txBody>
      </p:sp>
      <p:sp>
        <p:nvSpPr>
          <p:cNvPr id="8" name="TextBox 7">
            <a:extLst>
              <a:ext uri="{FF2B5EF4-FFF2-40B4-BE49-F238E27FC236}">
                <a16:creationId xmlns:a16="http://schemas.microsoft.com/office/drawing/2014/main" id="{32547A7C-F084-3FCE-7F02-9DCE61E1D566}"/>
              </a:ext>
            </a:extLst>
          </p:cNvPr>
          <p:cNvSpPr txBox="1"/>
          <p:nvPr/>
        </p:nvSpPr>
        <p:spPr>
          <a:xfrm>
            <a:off x="190500" y="1676400"/>
            <a:ext cx="8763000" cy="769441"/>
          </a:xfrm>
          <a:prstGeom prst="rect">
            <a:avLst/>
          </a:prstGeom>
          <a:noFill/>
        </p:spPr>
        <p:txBody>
          <a:bodyPr wrap="square" rtlCol="0">
            <a:spAutoFit/>
          </a:bodyPr>
          <a:lstStyle/>
          <a:p>
            <a:pPr algn="ctr"/>
            <a:r>
              <a:rPr lang="en-US" altLang="zh-CN" sz="2200" dirty="0"/>
              <a:t>Now the 4</a:t>
            </a:r>
            <a:r>
              <a:rPr lang="en-US" altLang="zh-CN" sz="2200" baseline="30000" dirty="0"/>
              <a:t>th</a:t>
            </a:r>
            <a:r>
              <a:rPr lang="en-US" altLang="zh-CN" sz="2200" dirty="0"/>
              <a:t> nested loop for samples in the training tile</a:t>
            </a:r>
          </a:p>
          <a:p>
            <a:pPr algn="ctr"/>
            <a:r>
              <a:rPr lang="zh-CN" altLang="en-US" sz="2200" dirty="0"/>
              <a:t>然后是第四重内嵌循环，遍历训练数据分块中的所有数据</a:t>
            </a:r>
          </a:p>
        </p:txBody>
      </p:sp>
      <p:sp>
        <p:nvSpPr>
          <p:cNvPr id="6" name="TextBox 5">
            <a:extLst>
              <a:ext uri="{FF2B5EF4-FFF2-40B4-BE49-F238E27FC236}">
                <a16:creationId xmlns:a16="http://schemas.microsoft.com/office/drawing/2014/main" id="{DABB631A-475D-12E8-FFB0-7CEE7BA5BFB9}"/>
              </a:ext>
            </a:extLst>
          </p:cNvPr>
          <p:cNvSpPr txBox="1"/>
          <p:nvPr/>
        </p:nvSpPr>
        <p:spPr>
          <a:xfrm>
            <a:off x="190500" y="4495800"/>
            <a:ext cx="8763000" cy="769441"/>
          </a:xfrm>
          <a:prstGeom prst="rect">
            <a:avLst/>
          </a:prstGeom>
          <a:noFill/>
        </p:spPr>
        <p:txBody>
          <a:bodyPr wrap="square" rtlCol="0">
            <a:spAutoFit/>
          </a:bodyPr>
          <a:lstStyle/>
          <a:p>
            <a:pPr algn="ctr"/>
            <a:r>
              <a:rPr lang="en-US" altLang="zh-CN" sz="2200" dirty="0"/>
              <a:t>Again, the ‘if’ branch to avoid walking across the end</a:t>
            </a:r>
          </a:p>
          <a:p>
            <a:pPr algn="ctr"/>
            <a:r>
              <a:rPr lang="zh-CN" altLang="en-US" sz="2200" dirty="0"/>
              <a:t>这个</a:t>
            </a:r>
            <a:r>
              <a:rPr lang="en-US" altLang="zh-CN" sz="2200" dirty="0"/>
              <a:t>’if’</a:t>
            </a:r>
            <a:r>
              <a:rPr lang="zh-CN" altLang="en-US" sz="2200" dirty="0"/>
              <a:t>分支依然是防止越过结束边界</a:t>
            </a:r>
          </a:p>
        </p:txBody>
      </p:sp>
      <p:pic>
        <p:nvPicPr>
          <p:cNvPr id="5" name="Picture 4">
            <a:extLst>
              <a:ext uri="{FF2B5EF4-FFF2-40B4-BE49-F238E27FC236}">
                <a16:creationId xmlns:a16="http://schemas.microsoft.com/office/drawing/2014/main" id="{7BDA51B6-C66A-568D-DBF9-E1B711911A9A}"/>
              </a:ext>
            </a:extLst>
          </p:cNvPr>
          <p:cNvPicPr>
            <a:picLocks noChangeAspect="1"/>
          </p:cNvPicPr>
          <p:nvPr/>
        </p:nvPicPr>
        <p:blipFill>
          <a:blip r:embed="rId2"/>
          <a:stretch>
            <a:fillRect/>
          </a:stretch>
        </p:blipFill>
        <p:spPr>
          <a:xfrm>
            <a:off x="2414016" y="2438400"/>
            <a:ext cx="6047314" cy="1817623"/>
          </a:xfrm>
          <a:prstGeom prst="rect">
            <a:avLst/>
          </a:prstGeom>
        </p:spPr>
      </p:pic>
    </p:spTree>
    <p:extLst>
      <p:ext uri="{BB962C8B-B14F-4D97-AF65-F5344CB8AC3E}">
        <p14:creationId xmlns:p14="http://schemas.microsoft.com/office/powerpoint/2010/main" val="190805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33247-ED1C-D473-D039-D1B382F82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AA3FF-3234-F258-10CE-430F24794256}"/>
              </a:ext>
            </a:extLst>
          </p:cNvPr>
          <p:cNvSpPr>
            <a:spLocks noGrp="1"/>
          </p:cNvSpPr>
          <p:nvPr>
            <p:ph type="title"/>
          </p:nvPr>
        </p:nvSpPr>
        <p:spPr/>
        <p:txBody>
          <a:bodyPr/>
          <a:lstStyle/>
          <a:p>
            <a:r>
              <a:rPr lang="en-US" altLang="zh-CN" dirty="0">
                <a:ea typeface="ＭＳ Ｐゴシック" panose="020B0600070205080204" pitchFamily="34" charset="-128"/>
              </a:rPr>
              <a:t>Tiled Processing  </a:t>
            </a:r>
            <a:r>
              <a:rPr lang="zh-CN" altLang="en-US" dirty="0">
                <a:ea typeface="ＭＳ Ｐゴシック" panose="020B0600070205080204" pitchFamily="34" charset="-128"/>
              </a:rPr>
              <a:t>分块处理 </a:t>
            </a:r>
            <a:r>
              <a:rPr lang="en-US" altLang="zh-CN" dirty="0">
                <a:ea typeface="ＭＳ Ｐゴシック" panose="020B0600070205080204" pitchFamily="34" charset="-128"/>
              </a:rPr>
              <a:t>(4)</a:t>
            </a:r>
            <a:endParaRPr lang="zh-CN" altLang="en-US" dirty="0"/>
          </a:p>
        </p:txBody>
      </p:sp>
      <p:sp>
        <p:nvSpPr>
          <p:cNvPr id="8" name="TextBox 7">
            <a:extLst>
              <a:ext uri="{FF2B5EF4-FFF2-40B4-BE49-F238E27FC236}">
                <a16:creationId xmlns:a16="http://schemas.microsoft.com/office/drawing/2014/main" id="{F81D6FCB-FE5D-52D8-4686-EAD46F7C1FC2}"/>
              </a:ext>
            </a:extLst>
          </p:cNvPr>
          <p:cNvSpPr txBox="1"/>
          <p:nvPr/>
        </p:nvSpPr>
        <p:spPr>
          <a:xfrm>
            <a:off x="190500" y="1676400"/>
            <a:ext cx="8763000" cy="1107996"/>
          </a:xfrm>
          <a:prstGeom prst="rect">
            <a:avLst/>
          </a:prstGeom>
          <a:noFill/>
        </p:spPr>
        <p:txBody>
          <a:bodyPr wrap="square" rtlCol="0">
            <a:spAutoFit/>
          </a:bodyPr>
          <a:lstStyle/>
          <a:p>
            <a:pPr algn="ctr"/>
            <a:r>
              <a:rPr lang="en-US" altLang="zh-CN" sz="2200" dirty="0"/>
              <a:t>Calculate the distance &amp; update the corresponding </a:t>
            </a:r>
          </a:p>
          <a:p>
            <a:pPr algn="ctr"/>
            <a:r>
              <a:rPr lang="en-US" altLang="zh-CN" sz="2200" dirty="0"/>
              <a:t>trackers if a nearer neighbor is found</a:t>
            </a:r>
          </a:p>
          <a:p>
            <a:pPr algn="ctr"/>
            <a:r>
              <a:rPr lang="zh-CN" altLang="en-US" sz="2200" dirty="0"/>
              <a:t>计算距离，当找到一个更近的邻居时更新对应的记录</a:t>
            </a:r>
          </a:p>
        </p:txBody>
      </p:sp>
      <p:pic>
        <p:nvPicPr>
          <p:cNvPr id="4" name="Picture 3">
            <a:extLst>
              <a:ext uri="{FF2B5EF4-FFF2-40B4-BE49-F238E27FC236}">
                <a16:creationId xmlns:a16="http://schemas.microsoft.com/office/drawing/2014/main" id="{617D8D22-CC29-C6F7-1D19-F7DE428F8612}"/>
              </a:ext>
            </a:extLst>
          </p:cNvPr>
          <p:cNvPicPr>
            <a:picLocks noChangeAspect="1"/>
          </p:cNvPicPr>
          <p:nvPr/>
        </p:nvPicPr>
        <p:blipFill>
          <a:blip r:embed="rId3"/>
          <a:stretch>
            <a:fillRect/>
          </a:stretch>
        </p:blipFill>
        <p:spPr>
          <a:xfrm>
            <a:off x="2834640" y="2819400"/>
            <a:ext cx="5201376" cy="1806192"/>
          </a:xfrm>
          <a:prstGeom prst="rect">
            <a:avLst/>
          </a:prstGeom>
        </p:spPr>
      </p:pic>
    </p:spTree>
    <p:extLst>
      <p:ext uri="{BB962C8B-B14F-4D97-AF65-F5344CB8AC3E}">
        <p14:creationId xmlns:p14="http://schemas.microsoft.com/office/powerpoint/2010/main" val="3426574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7B1B-489F-D6E6-C2DB-D79C246BE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E3054-2B50-0FD1-1D53-613AF5F3A873}"/>
              </a:ext>
            </a:extLst>
          </p:cNvPr>
          <p:cNvSpPr>
            <a:spLocks noGrp="1"/>
          </p:cNvSpPr>
          <p:nvPr>
            <p:ph type="title"/>
          </p:nvPr>
        </p:nvSpPr>
        <p:spPr/>
        <p:txBody>
          <a:bodyPr/>
          <a:lstStyle/>
          <a:p>
            <a:r>
              <a:rPr lang="en-US" altLang="zh-CN" dirty="0">
                <a:ea typeface="ＭＳ Ｐゴシック" panose="020B0600070205080204" pitchFamily="34" charset="-128"/>
              </a:rPr>
              <a:t>Tiled Processing  </a:t>
            </a:r>
            <a:r>
              <a:rPr lang="zh-CN" altLang="en-US" dirty="0">
                <a:ea typeface="ＭＳ Ｐゴシック" panose="020B0600070205080204" pitchFamily="34" charset="-128"/>
              </a:rPr>
              <a:t>分块处理 </a:t>
            </a:r>
            <a:r>
              <a:rPr lang="en-US" altLang="zh-CN" dirty="0">
                <a:ea typeface="ＭＳ Ｐゴシック" panose="020B0600070205080204" pitchFamily="34" charset="-128"/>
              </a:rPr>
              <a:t>(5)</a:t>
            </a:r>
            <a:endParaRPr lang="zh-CN" altLang="en-US" dirty="0"/>
          </a:p>
        </p:txBody>
      </p:sp>
      <p:sp>
        <p:nvSpPr>
          <p:cNvPr id="5" name="TextBox 4">
            <a:extLst>
              <a:ext uri="{FF2B5EF4-FFF2-40B4-BE49-F238E27FC236}">
                <a16:creationId xmlns:a16="http://schemas.microsoft.com/office/drawing/2014/main" id="{4903D584-8327-31FA-9EEA-708D476E42A6}"/>
              </a:ext>
            </a:extLst>
          </p:cNvPr>
          <p:cNvSpPr txBox="1"/>
          <p:nvPr/>
        </p:nvSpPr>
        <p:spPr>
          <a:xfrm>
            <a:off x="675481" y="1600200"/>
            <a:ext cx="7793037" cy="769441"/>
          </a:xfrm>
          <a:prstGeom prst="rect">
            <a:avLst/>
          </a:prstGeom>
          <a:noFill/>
        </p:spPr>
        <p:txBody>
          <a:bodyPr wrap="square" rtlCol="0">
            <a:spAutoFit/>
          </a:bodyPr>
          <a:lstStyle/>
          <a:p>
            <a:pPr algn="ctr"/>
            <a:r>
              <a:rPr lang="en-US" altLang="zh-CN" sz="2200" dirty="0"/>
              <a:t>Close the 4 loops &amp; stop timing</a:t>
            </a:r>
          </a:p>
          <a:p>
            <a:pPr algn="ctr"/>
            <a:r>
              <a:rPr lang="zh-CN" altLang="en-US" sz="2200" dirty="0"/>
              <a:t>结束四重循环，并停止计时</a:t>
            </a:r>
          </a:p>
        </p:txBody>
      </p:sp>
      <p:pic>
        <p:nvPicPr>
          <p:cNvPr id="6" name="Picture 5">
            <a:extLst>
              <a:ext uri="{FF2B5EF4-FFF2-40B4-BE49-F238E27FC236}">
                <a16:creationId xmlns:a16="http://schemas.microsoft.com/office/drawing/2014/main" id="{E09AE2B3-FF12-CAF6-1658-A04A21555347}"/>
              </a:ext>
            </a:extLst>
          </p:cNvPr>
          <p:cNvPicPr>
            <a:picLocks noChangeAspect="1"/>
          </p:cNvPicPr>
          <p:nvPr/>
        </p:nvPicPr>
        <p:blipFill>
          <a:blip r:embed="rId2"/>
          <a:stretch>
            <a:fillRect/>
          </a:stretch>
        </p:blipFill>
        <p:spPr>
          <a:xfrm>
            <a:off x="1152144" y="2377230"/>
            <a:ext cx="2617835" cy="1508970"/>
          </a:xfrm>
          <a:prstGeom prst="rect">
            <a:avLst/>
          </a:prstGeom>
        </p:spPr>
      </p:pic>
    </p:spTree>
    <p:extLst>
      <p:ext uri="{BB962C8B-B14F-4D97-AF65-F5344CB8AC3E}">
        <p14:creationId xmlns:p14="http://schemas.microsoft.com/office/powerpoint/2010/main" val="17895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FCFE6-E405-21CD-B900-64F29722F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4189D-6874-E411-CCEA-8DAB171A3692}"/>
              </a:ext>
            </a:extLst>
          </p:cNvPr>
          <p:cNvSpPr>
            <a:spLocks noGrp="1"/>
          </p:cNvSpPr>
          <p:nvPr>
            <p:ph type="title"/>
          </p:nvPr>
        </p:nvSpPr>
        <p:spPr/>
        <p:txBody>
          <a:bodyPr/>
          <a:lstStyle/>
          <a:p>
            <a:r>
              <a:rPr lang="en-US" altLang="zh-CN" dirty="0">
                <a:ea typeface="ＭＳ Ｐゴシック" panose="020B0600070205080204" pitchFamily="34" charset="-128"/>
              </a:rPr>
              <a:t>Result Output  </a:t>
            </a:r>
            <a:r>
              <a:rPr lang="zh-CN" altLang="en-US" dirty="0">
                <a:ea typeface="ＭＳ Ｐゴシック" panose="020B0600070205080204" pitchFamily="34" charset="-128"/>
              </a:rPr>
              <a:t>结果输出 </a:t>
            </a:r>
            <a:r>
              <a:rPr lang="en-US" altLang="zh-CN" dirty="0">
                <a:ea typeface="ＭＳ Ｐゴシック" panose="020B0600070205080204" pitchFamily="34" charset="-128"/>
              </a:rPr>
              <a:t>(1)</a:t>
            </a:r>
            <a:endParaRPr lang="zh-CN" altLang="en-US" dirty="0"/>
          </a:p>
        </p:txBody>
      </p:sp>
      <p:sp>
        <p:nvSpPr>
          <p:cNvPr id="19" name="TextBox 18">
            <a:extLst>
              <a:ext uri="{FF2B5EF4-FFF2-40B4-BE49-F238E27FC236}">
                <a16:creationId xmlns:a16="http://schemas.microsoft.com/office/drawing/2014/main" id="{80C72135-BA3A-11B9-754E-A290B1EE2134}"/>
              </a:ext>
            </a:extLst>
          </p:cNvPr>
          <p:cNvSpPr txBox="1"/>
          <p:nvPr/>
        </p:nvSpPr>
        <p:spPr>
          <a:xfrm>
            <a:off x="304800" y="1752600"/>
            <a:ext cx="8534400" cy="769441"/>
          </a:xfrm>
          <a:prstGeom prst="rect">
            <a:avLst/>
          </a:prstGeom>
          <a:noFill/>
        </p:spPr>
        <p:txBody>
          <a:bodyPr wrap="square" rtlCol="0">
            <a:spAutoFit/>
          </a:bodyPr>
          <a:lstStyle/>
          <a:p>
            <a:pPr algn="ctr"/>
            <a:r>
              <a:rPr lang="en-US" altLang="zh-CN" sz="2200" dirty="0"/>
              <a:t>Print out the time spent, the average latency, &amp; the throughput</a:t>
            </a:r>
            <a:endParaRPr lang="en-US" altLang="zh-CN" sz="2200" dirty="0">
              <a:solidFill>
                <a:srgbClr val="FF0000"/>
              </a:solidFill>
            </a:endParaRPr>
          </a:p>
          <a:p>
            <a:pPr algn="ctr"/>
            <a:r>
              <a:rPr lang="zh-CN" altLang="en-US" sz="2200" dirty="0"/>
              <a:t>打印总耗时、平均时延和吞吐量</a:t>
            </a:r>
          </a:p>
        </p:txBody>
      </p:sp>
      <p:pic>
        <p:nvPicPr>
          <p:cNvPr id="4" name="Picture 3">
            <a:extLst>
              <a:ext uri="{FF2B5EF4-FFF2-40B4-BE49-F238E27FC236}">
                <a16:creationId xmlns:a16="http://schemas.microsoft.com/office/drawing/2014/main" id="{B0FA78C4-2DA5-85E1-9DDE-2BE67DED7CA0}"/>
              </a:ext>
            </a:extLst>
          </p:cNvPr>
          <p:cNvPicPr>
            <a:picLocks noChangeAspect="1"/>
          </p:cNvPicPr>
          <p:nvPr/>
        </p:nvPicPr>
        <p:blipFill>
          <a:blip r:embed="rId3"/>
          <a:stretch>
            <a:fillRect/>
          </a:stretch>
        </p:blipFill>
        <p:spPr>
          <a:xfrm>
            <a:off x="1152144" y="2582998"/>
            <a:ext cx="7830643" cy="1303202"/>
          </a:xfrm>
          <a:prstGeom prst="rect">
            <a:avLst/>
          </a:prstGeom>
        </p:spPr>
      </p:pic>
    </p:spTree>
    <p:extLst>
      <p:ext uri="{BB962C8B-B14F-4D97-AF65-F5344CB8AC3E}">
        <p14:creationId xmlns:p14="http://schemas.microsoft.com/office/powerpoint/2010/main" val="3427262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4F6A1-9C40-F00F-D757-411B1BFBD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AA921-202B-03C3-E59C-047D2D52F896}"/>
              </a:ext>
            </a:extLst>
          </p:cNvPr>
          <p:cNvSpPr>
            <a:spLocks noGrp="1"/>
          </p:cNvSpPr>
          <p:nvPr>
            <p:ph type="title"/>
          </p:nvPr>
        </p:nvSpPr>
        <p:spPr/>
        <p:txBody>
          <a:bodyPr/>
          <a:lstStyle/>
          <a:p>
            <a:r>
              <a:rPr lang="en-US" altLang="zh-CN" dirty="0">
                <a:ea typeface="ＭＳ Ｐゴシック" panose="020B0600070205080204" pitchFamily="34" charset="-128"/>
              </a:rPr>
              <a:t>Result Output  </a:t>
            </a:r>
            <a:r>
              <a:rPr lang="zh-CN" altLang="en-US" dirty="0">
                <a:ea typeface="ＭＳ Ｐゴシック" panose="020B0600070205080204" pitchFamily="34" charset="-128"/>
              </a:rPr>
              <a:t>结果输出 </a:t>
            </a:r>
            <a:r>
              <a:rPr lang="en-US" altLang="zh-CN" dirty="0">
                <a:ea typeface="ＭＳ Ｐゴシック" panose="020B0600070205080204" pitchFamily="34" charset="-128"/>
              </a:rPr>
              <a:t>(2)</a:t>
            </a:r>
            <a:endParaRPr lang="zh-CN" altLang="en-US" dirty="0"/>
          </a:p>
        </p:txBody>
      </p:sp>
      <p:sp>
        <p:nvSpPr>
          <p:cNvPr id="19" name="TextBox 18">
            <a:extLst>
              <a:ext uri="{FF2B5EF4-FFF2-40B4-BE49-F238E27FC236}">
                <a16:creationId xmlns:a16="http://schemas.microsoft.com/office/drawing/2014/main" id="{45766431-D557-E918-B999-884A74ED8DF8}"/>
              </a:ext>
            </a:extLst>
          </p:cNvPr>
          <p:cNvSpPr txBox="1"/>
          <p:nvPr/>
        </p:nvSpPr>
        <p:spPr>
          <a:xfrm>
            <a:off x="304800" y="1752600"/>
            <a:ext cx="8534400" cy="769441"/>
          </a:xfrm>
          <a:prstGeom prst="rect">
            <a:avLst/>
          </a:prstGeom>
          <a:noFill/>
        </p:spPr>
        <p:txBody>
          <a:bodyPr wrap="square" rtlCol="0">
            <a:spAutoFit/>
          </a:bodyPr>
          <a:lstStyle/>
          <a:p>
            <a:pPr algn="ctr"/>
            <a:r>
              <a:rPr lang="en-US" altLang="zh-CN" sz="2200" dirty="0"/>
              <a:t>Calculate &amp; print the classification accuracy</a:t>
            </a:r>
            <a:endParaRPr lang="en-US" altLang="zh-CN" sz="2200" dirty="0">
              <a:solidFill>
                <a:srgbClr val="FF0000"/>
              </a:solidFill>
            </a:endParaRPr>
          </a:p>
          <a:p>
            <a:pPr algn="ctr"/>
            <a:r>
              <a:rPr lang="zh-CN" altLang="en-US" sz="2200" dirty="0"/>
              <a:t>计算并输出分类准确率</a:t>
            </a:r>
          </a:p>
        </p:txBody>
      </p:sp>
      <p:pic>
        <p:nvPicPr>
          <p:cNvPr id="5" name="Picture 4">
            <a:extLst>
              <a:ext uri="{FF2B5EF4-FFF2-40B4-BE49-F238E27FC236}">
                <a16:creationId xmlns:a16="http://schemas.microsoft.com/office/drawing/2014/main" id="{A9076D9E-365E-7235-745B-4086F607F864}"/>
              </a:ext>
            </a:extLst>
          </p:cNvPr>
          <p:cNvPicPr>
            <a:picLocks noChangeAspect="1"/>
          </p:cNvPicPr>
          <p:nvPr/>
        </p:nvPicPr>
        <p:blipFill>
          <a:blip r:embed="rId3"/>
          <a:stretch>
            <a:fillRect/>
          </a:stretch>
        </p:blipFill>
        <p:spPr>
          <a:xfrm>
            <a:off x="731520" y="2590800"/>
            <a:ext cx="6527441" cy="3143689"/>
          </a:xfrm>
          <a:prstGeom prst="rect">
            <a:avLst/>
          </a:prstGeom>
        </p:spPr>
      </p:pic>
    </p:spTree>
    <p:extLst>
      <p:ext uri="{BB962C8B-B14F-4D97-AF65-F5344CB8AC3E}">
        <p14:creationId xmlns:p14="http://schemas.microsoft.com/office/powerpoint/2010/main" val="2980560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9A97-6702-D0C4-94B0-9C34CB1E4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C3D3E-1583-4606-7428-6D7DA64F886E}"/>
              </a:ext>
            </a:extLst>
          </p:cNvPr>
          <p:cNvSpPr>
            <a:spLocks noGrp="1"/>
          </p:cNvSpPr>
          <p:nvPr>
            <p:ph type="title"/>
          </p:nvPr>
        </p:nvSpPr>
        <p:spPr/>
        <p:txBody>
          <a:bodyPr/>
          <a:lstStyle/>
          <a:p>
            <a:r>
              <a:rPr lang="en-US" altLang="zh-CN" dirty="0">
                <a:ea typeface="ＭＳ Ｐゴシック" panose="020B0600070205080204" pitchFamily="34" charset="-128"/>
              </a:rPr>
              <a:t>Compile &amp; Run It  </a:t>
            </a:r>
            <a:r>
              <a:rPr lang="zh-CN" altLang="en-US" dirty="0">
                <a:ea typeface="ＭＳ Ｐゴシック" panose="020B0600070205080204" pitchFamily="34" charset="-128"/>
              </a:rPr>
              <a:t>编译并运行之</a:t>
            </a:r>
            <a:endParaRPr lang="zh-CN" altLang="en-US" dirty="0"/>
          </a:p>
        </p:txBody>
      </p:sp>
      <p:sp>
        <p:nvSpPr>
          <p:cNvPr id="9" name="TextBox 8">
            <a:extLst>
              <a:ext uri="{FF2B5EF4-FFF2-40B4-BE49-F238E27FC236}">
                <a16:creationId xmlns:a16="http://schemas.microsoft.com/office/drawing/2014/main" id="{669D48EE-ADFA-F533-C68C-3F7B9F6A6A27}"/>
              </a:ext>
            </a:extLst>
          </p:cNvPr>
          <p:cNvSpPr txBox="1"/>
          <p:nvPr/>
        </p:nvSpPr>
        <p:spPr>
          <a:xfrm>
            <a:off x="221974" y="1753850"/>
            <a:ext cx="8686800" cy="1446550"/>
          </a:xfrm>
          <a:prstGeom prst="rect">
            <a:avLst/>
          </a:prstGeom>
          <a:noFill/>
        </p:spPr>
        <p:txBody>
          <a:bodyPr wrap="square" rtlCol="0">
            <a:spAutoFit/>
          </a:bodyPr>
          <a:lstStyle/>
          <a:p>
            <a:pPr algn="ctr"/>
            <a:r>
              <a:rPr lang="en-US" altLang="zh-CN" sz="2200" dirty="0"/>
              <a:t>Compile &amp; run the default run  </a:t>
            </a:r>
          </a:p>
          <a:p>
            <a:pPr algn="ctr"/>
            <a:r>
              <a:rPr lang="zh-CN" altLang="en-US" sz="2200" dirty="0"/>
              <a:t>编译并运行缺省配置</a:t>
            </a:r>
            <a:endParaRPr lang="en-US" altLang="zh-CN" sz="2200" dirty="0"/>
          </a:p>
          <a:p>
            <a:pPr algn="ctr"/>
            <a:r>
              <a:rPr lang="en-US" altLang="zh-CN" sz="2200" dirty="0">
                <a:latin typeface="Consolas" panose="020B0609020204030204" pitchFamily="49" charset="0"/>
              </a:rPr>
              <a:t>mingw32-make SRC=tile.cpp -B</a:t>
            </a:r>
          </a:p>
          <a:p>
            <a:pPr algn="ctr"/>
            <a:r>
              <a:rPr lang="en-US" altLang="zh-CN" sz="2200" dirty="0">
                <a:latin typeface="Consolas" panose="020B0609020204030204" pitchFamily="49" charset="0"/>
              </a:rPr>
              <a:t>run-tile.exe</a:t>
            </a:r>
            <a:endParaRPr lang="zh-CN" altLang="en-US" sz="2200" dirty="0">
              <a:latin typeface="Consolas" panose="020B0609020204030204" pitchFamily="49" charset="0"/>
            </a:endParaRPr>
          </a:p>
        </p:txBody>
      </p:sp>
      <p:sp>
        <p:nvSpPr>
          <p:cNvPr id="3" name="TextBox 2">
            <a:extLst>
              <a:ext uri="{FF2B5EF4-FFF2-40B4-BE49-F238E27FC236}">
                <a16:creationId xmlns:a16="http://schemas.microsoft.com/office/drawing/2014/main" id="{9AA3AE69-9555-771C-1E69-538C9CBB58CB}"/>
              </a:ext>
            </a:extLst>
          </p:cNvPr>
          <p:cNvSpPr txBox="1"/>
          <p:nvPr/>
        </p:nvSpPr>
        <p:spPr>
          <a:xfrm>
            <a:off x="228600" y="3548896"/>
            <a:ext cx="8686800" cy="2462213"/>
          </a:xfrm>
          <a:prstGeom prst="rect">
            <a:avLst/>
          </a:prstGeom>
          <a:noFill/>
        </p:spPr>
        <p:txBody>
          <a:bodyPr wrap="square" rtlCol="0">
            <a:spAutoFit/>
          </a:bodyPr>
          <a:lstStyle/>
          <a:p>
            <a:pPr algn="ctr"/>
            <a:r>
              <a:rPr lang="en-US" altLang="zh-CN" sz="2200" dirty="0"/>
              <a:t>Calculate the training &amp; test tile size based on the CPU L1 cache &amp; L2 cache size, then compile &amp; run w/ the tiling setting.   </a:t>
            </a:r>
          </a:p>
          <a:p>
            <a:pPr algn="ctr"/>
            <a:r>
              <a:rPr lang="zh-CN" altLang="en-US" sz="2200" dirty="0"/>
              <a:t>根据</a:t>
            </a:r>
            <a:r>
              <a:rPr lang="en-US" altLang="zh-CN" sz="2200" dirty="0"/>
              <a:t>CPU</a:t>
            </a:r>
            <a:r>
              <a:rPr lang="zh-CN" altLang="en-US" sz="2200" dirty="0"/>
              <a:t>的</a:t>
            </a:r>
            <a:r>
              <a:rPr lang="en-US" altLang="zh-CN" sz="2200" dirty="0"/>
              <a:t>L1</a:t>
            </a:r>
            <a:r>
              <a:rPr lang="zh-CN" altLang="en-US" sz="2200" dirty="0"/>
              <a:t>、</a:t>
            </a:r>
            <a:r>
              <a:rPr lang="en-US" altLang="zh-CN" sz="2200" dirty="0"/>
              <a:t>L2</a:t>
            </a:r>
            <a:r>
              <a:rPr lang="zh-CN" altLang="en-US" sz="2200" dirty="0"/>
              <a:t>的缓存大小计算训练和</a:t>
            </a:r>
            <a:endParaRPr lang="en-US" altLang="zh-CN" sz="2200" dirty="0"/>
          </a:p>
          <a:p>
            <a:pPr algn="ctr"/>
            <a:r>
              <a:rPr lang="zh-CN" altLang="en-US" sz="2200" dirty="0"/>
              <a:t>测试数据的分块大小，以该配置编译并运行</a:t>
            </a:r>
            <a:endParaRPr lang="en-US" altLang="zh-CN" sz="2200" dirty="0"/>
          </a:p>
          <a:p>
            <a:pPr algn="ctr"/>
            <a:r>
              <a:rPr lang="en-US" altLang="zh-CN" sz="2200" dirty="0">
                <a:latin typeface="Consolas" panose="020B0609020204030204" pitchFamily="49" charset="0"/>
              </a:rPr>
              <a:t>mingw32-make SRC=tile.cpp EXTRA_CXXFLAGS="-DTEST_</a:t>
            </a:r>
            <a:r>
              <a:rPr lang="en-US" altLang="zh-CN" sz="2200">
                <a:latin typeface="Consolas" panose="020B0609020204030204" pitchFamily="49" charset="0"/>
              </a:rPr>
              <a:t>TILE=500 </a:t>
            </a:r>
            <a:r>
              <a:rPr lang="en-US" altLang="zh-CN" sz="2200" dirty="0">
                <a:latin typeface="Consolas" panose="020B0609020204030204" pitchFamily="49" charset="0"/>
              </a:rPr>
              <a:t>-DTRAIN_TILE=20" -B</a:t>
            </a:r>
          </a:p>
          <a:p>
            <a:pPr algn="ctr"/>
            <a:r>
              <a:rPr lang="en-US" altLang="zh-CN" sz="2200" dirty="0">
                <a:latin typeface="Consolas" panose="020B0609020204030204" pitchFamily="49" charset="0"/>
              </a:rPr>
              <a:t>run-tile.exe</a:t>
            </a:r>
            <a:endParaRPr lang="zh-CN" altLang="en-US" sz="2200" dirty="0">
              <a:latin typeface="Consolas" panose="020B0609020204030204" pitchFamily="49" charset="0"/>
            </a:endParaRPr>
          </a:p>
        </p:txBody>
      </p:sp>
    </p:spTree>
    <p:extLst>
      <p:ext uri="{BB962C8B-B14F-4D97-AF65-F5344CB8AC3E}">
        <p14:creationId xmlns:p14="http://schemas.microsoft.com/office/powerpoint/2010/main" val="250073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a:xfrm>
            <a:off x="685800" y="2636838"/>
            <a:ext cx="7772400" cy="1470025"/>
          </a:xfrm>
        </p:spPr>
        <p:txBody>
          <a:bodyPr/>
          <a:lstStyle/>
          <a:p>
            <a:pPr algn="ctr" eaLnBrk="1" hangingPunct="1"/>
            <a:r>
              <a:rPr lang="en-US" altLang="ja-JP" b="1" dirty="0">
                <a:ea typeface="ＭＳ Ｐゴシック" panose="020B0600070205080204" pitchFamily="34" charset="-128"/>
              </a:rPr>
              <a:t>The End </a:t>
            </a:r>
            <a:endParaRPr lang="en-US" altLang="zh-CN" b="1" dirty="0">
              <a:ea typeface="SimSun" panose="02010600030101010101" pitchFamily="2" charset="-122"/>
            </a:endParaRPr>
          </a:p>
        </p:txBody>
      </p:sp>
    </p:spTree>
  </p:cSld>
  <p:clrMapOvr>
    <a:masterClrMapping/>
  </p:clrMapOv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Comic Sans MS" pitchFamily="66"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16495</TotalTime>
  <Words>940</Words>
  <Application>Microsoft Office PowerPoint</Application>
  <PresentationFormat>On-screen Show (4:3)</PresentationFormat>
  <Paragraphs>77</Paragraphs>
  <Slides>16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ＭＳ Ｐゴシック</vt:lpstr>
      <vt:lpstr>SimSun</vt:lpstr>
      <vt:lpstr>Arial</vt:lpstr>
      <vt:lpstr>Comic Sans MS</vt:lpstr>
      <vt:lpstr>Consolas</vt:lpstr>
      <vt:lpstr>Tahoma</vt:lpstr>
      <vt:lpstr>Times New Roman</vt:lpstr>
      <vt:lpstr>Wingdings</vt:lpstr>
      <vt:lpstr>Blends</vt:lpstr>
      <vt:lpstr>Cookbook for Practice 5.3</vt:lpstr>
      <vt:lpstr>Basic Settings  基本设置</vt:lpstr>
      <vt:lpstr>Tile Size Definition   分块大小定义</vt:lpstr>
      <vt:lpstr>Distance Calculation  距离计算</vt:lpstr>
      <vt:lpstr>Start of Main Program 主程序的开始 (1)</vt:lpstr>
      <vt:lpstr>Start of Main Program 主程序的开始 (2)</vt:lpstr>
      <vt:lpstr>Flushing Cache  清空缓存</vt:lpstr>
      <vt:lpstr>Tiled Processing  分块处理 (1)</vt:lpstr>
      <vt:lpstr>Tiled Processing  分块处理 (2)</vt:lpstr>
      <vt:lpstr>Tiled Processing  分块处理 (3)</vt:lpstr>
      <vt:lpstr>Tiled Processing  分块处理 (4)</vt:lpstr>
      <vt:lpstr>Tiled Processing  分块处理 (5)</vt:lpstr>
      <vt:lpstr>Result Output  结果输出 (1)</vt:lpstr>
      <vt:lpstr>Result Output  结果输出 (2)</vt:lpstr>
      <vt:lpstr>Compile &amp; Run It  编译并运行之</vt:lpstr>
      <vt:lpstr>The End </vt:lpstr>
    </vt:vector>
  </TitlesOfParts>
  <Company>Children's Computer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1. General Introduction</dc:title>
  <dc:creator>Cong Li</dc:creator>
  <cp:keywords>CTPClassification=CTP_NT</cp:keywords>
  <cp:lastModifiedBy>Li, Cong</cp:lastModifiedBy>
  <cp:revision>1165</cp:revision>
  <dcterms:created xsi:type="dcterms:W3CDTF">2003-03-13T01:36:43Z</dcterms:created>
  <dcterms:modified xsi:type="dcterms:W3CDTF">2026-09-04T23:15:48Z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bbc1f4d3-c45f-47e7-921d-14370e082f38</vt:lpwstr>
  </property>
  <property fmtid="{D5CDD505-2E9C-101B-9397-08002B2CF9AE}" pid="3" name="CTP_TimeStamp">
    <vt:lpwstr>2019-09-21 01:47:09Z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