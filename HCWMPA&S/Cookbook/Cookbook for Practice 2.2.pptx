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86" r:id="rId2"/>
    <p:sldId id="415" r:id="rId3"/>
    <p:sldId id="435" r:id="rId4"/>
    <p:sldId id="430" r:id="rId5"/>
    <p:sldId id="431" r:id="rId6"/>
    <p:sldId id="432" r:id="rId7"/>
    <p:sldId id="433" r:id="rId8"/>
    <p:sldId id="434" r:id="rId9"/>
    <p:sldId id="436" r:id="rId10"/>
    <p:sldId id="437" r:id="rId11"/>
    <p:sldId id="353" r:id="rId12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42120-0EDB-4D37-BC62-64086F900751}" v="315" dt="2026-07-11T07:21:00.318"/>
    <p1510:client id="{EA64BFD9-A9F4-4FE1-AD69-33551F290B54}" v="1183" dt="2026-07-12T05:53:48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62" d="100"/>
          <a:sy n="62" d="100"/>
        </p:scale>
        <p:origin x="79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12T05:53:48.985" v="3785"/>
      <pc:docMkLst>
        <pc:docMk/>
      </pc:docMkLst>
      <pc:sldChg chg="modSp mod">
        <pc:chgData name="Li, Cong" userId="025630f4-267e-4cb3-8cd5-8795177f99f4" providerId="ADAL" clId="{929A2CC8-B112-421C-81E2-D5D63B23E300}" dt="2026-07-12T04:56:10.620" v="193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12T04:56:10.620" v="193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12T04:56:08.544" v="1930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12T05:42:11.526" v="3539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1T06:38:35.086" v="207" actId="20577"/>
          <ac:spMkLst>
            <pc:docMk/>
            <pc:sldMk cId="796492521" sldId="415"/>
            <ac:spMk id="2" creationId="{ADE6B920-28FE-41F4-B19E-AF72E4D6D2C6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7" creationId="{1C268317-4080-45A4-B02D-99077E586DE5}"/>
          </ac:spMkLst>
        </pc:spChg>
        <pc:spChg chg="add mod">
          <ac:chgData name="Li, Cong" userId="025630f4-267e-4cb3-8cd5-8795177f99f4" providerId="ADAL" clId="{929A2CC8-B112-421C-81E2-D5D63B23E300}" dt="2026-07-11T06:59:38.284" v="943" actId="1036"/>
          <ac:spMkLst>
            <pc:docMk/>
            <pc:sldMk cId="796492521" sldId="415"/>
            <ac:spMk id="8" creationId="{09893ABE-23FF-165D-DDA2-8D0905FDB8F4}"/>
          </ac:spMkLst>
        </pc:spChg>
        <pc:spChg chg="add mod">
          <ac:chgData name="Li, Cong" userId="025630f4-267e-4cb3-8cd5-8795177f99f4" providerId="ADAL" clId="{929A2CC8-B112-421C-81E2-D5D63B23E300}" dt="2026-07-11T06:59:53.972" v="958" actId="1036"/>
          <ac:spMkLst>
            <pc:docMk/>
            <pc:sldMk cId="796492521" sldId="415"/>
            <ac:spMk id="9" creationId="{52E99CE4-F0B2-7EE2-3AD4-F0C8FC773C69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4" creationId="{131DE95C-482F-43CB-B448-12615BEBB370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5" creationId="{D1BD5F01-77FC-49FB-82DC-CA94A4C15085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6" creationId="{B6C01136-8DBE-4D87-9492-FFDD362938AC}"/>
          </ac:spMkLst>
        </pc:spChg>
        <pc:spChg chg="add mod">
          <ac:chgData name="Li, Cong" userId="025630f4-267e-4cb3-8cd5-8795177f99f4" providerId="ADAL" clId="{929A2CC8-B112-421C-81E2-D5D63B23E300}" dt="2026-07-11T06:59:58.576" v="961" actId="1035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12T04:56:17.777" v="1939" actId="2057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12T04:57:41.124" v="1943" actId="1076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11T06:34:16.251" v="5" actId="22"/>
          <ac:picMkLst>
            <pc:docMk/>
            <pc:sldMk cId="796492521" sldId="415"/>
            <ac:picMk id="4" creationId="{C4DD80ED-5904-CA83-CA6D-5AC362ABE4F3}"/>
          </ac:picMkLst>
        </pc:picChg>
        <pc:picChg chg="add del mod">
          <ac:chgData name="Li, Cong" userId="025630f4-267e-4cb3-8cd5-8795177f99f4" providerId="ADAL" clId="{929A2CC8-B112-421C-81E2-D5D63B23E300}" dt="2026-07-12T04:57:26.506" v="1940" actId="478"/>
          <ac:picMkLst>
            <pc:docMk/>
            <pc:sldMk cId="796492521" sldId="415"/>
            <ac:picMk id="6" creationId="{F420A085-B91F-52E1-278D-CC52241D113E}"/>
          </ac:picMkLst>
        </pc:picChg>
        <pc:picChg chg="add mod">
          <ac:chgData name="Li, Cong" userId="025630f4-267e-4cb3-8cd5-8795177f99f4" providerId="ADAL" clId="{929A2CC8-B112-421C-81E2-D5D63B23E300}" dt="2026-07-12T04:58:33.680" v="1951" actId="1035"/>
          <ac:picMkLst>
            <pc:docMk/>
            <pc:sldMk cId="796492521" sldId="415"/>
            <ac:picMk id="7" creationId="{4D58DBCC-9FF3-FFC8-AEF0-753F4027BFCF}"/>
          </ac:picMkLst>
        </pc:picChg>
        <pc:picChg chg="add del mod">
          <ac:chgData name="Li, Cong" userId="025630f4-267e-4cb3-8cd5-8795177f99f4" providerId="ADAL" clId="{929A2CC8-B112-421C-81E2-D5D63B23E300}" dt="2026-07-12T04:58:19.294" v="1945" actId="478"/>
          <ac:picMkLst>
            <pc:docMk/>
            <pc:sldMk cId="796492521" sldId="415"/>
            <ac:picMk id="11" creationId="{4D6DAE7A-ED56-2C7B-BDE2-CC456BCE15C9}"/>
          </ac:picMkLst>
        </pc:picChg>
        <pc:picChg chg="add mod">
          <ac:chgData name="Li, Cong" userId="025630f4-267e-4cb3-8cd5-8795177f99f4" providerId="ADAL" clId="{929A2CC8-B112-421C-81E2-D5D63B23E300}" dt="2026-07-12T05:00:49.053" v="1995" actId="1035"/>
          <ac:picMkLst>
            <pc:docMk/>
            <pc:sldMk cId="796492521" sldId="415"/>
            <ac:picMk id="12" creationId="{00129F49-83E7-075F-1B60-525ADB2D15C1}"/>
          </ac:picMkLst>
        </pc:picChg>
        <pc:picChg chg="del">
          <ac:chgData name="Li, Cong" userId="025630f4-267e-4cb3-8cd5-8795177f99f4" providerId="ADAL" clId="{929A2CC8-B112-421C-81E2-D5D63B23E300}" dt="2026-07-11T06:34:09.483" v="1" actId="478"/>
          <ac:picMkLst>
            <pc:docMk/>
            <pc:sldMk cId="796492521" sldId="415"/>
            <ac:picMk id="13" creationId="{26558886-A59C-4A60-A7CC-8D4136ED1FB3}"/>
          </ac:picMkLst>
        </pc:picChg>
        <pc:picChg chg="add del mod">
          <ac:chgData name="Li, Cong" userId="025630f4-267e-4cb3-8cd5-8795177f99f4" providerId="ADAL" clId="{929A2CC8-B112-421C-81E2-D5D63B23E300}" dt="2026-07-12T05:00:33.108" v="1952" actId="478"/>
          <ac:picMkLst>
            <pc:docMk/>
            <pc:sldMk cId="796492521" sldId="415"/>
            <ac:picMk id="17" creationId="{72A6A6B0-F1F2-7609-3F2F-BA0058E823A5}"/>
          </ac:picMkLst>
        </pc:picChg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642367065" sldId="416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838698991" sldId="417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217611931" sldId="418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950064136" sldId="419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88482214" sldId="420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967449293" sldId="421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905954363" sldId="422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22965510" sldId="423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391834166" sldId="424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037416467" sldId="425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723823544" sldId="426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4081973844" sldId="427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568672941" sldId="428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915577984" sldId="429"/>
        </pc:sldMkLst>
      </pc:sldChg>
      <pc:sldChg chg="del">
        <pc:chgData name="Li, Cong" userId="025630f4-267e-4cb3-8cd5-8795177f99f4" providerId="ADAL" clId="{929A2CC8-B112-421C-81E2-D5D63B23E300}" dt="2026-07-11T06:30:27.467" v="0" actId="47"/>
        <pc:sldMkLst>
          <pc:docMk/>
          <pc:sldMk cId="1410222785" sldId="430"/>
        </pc:sldMkLst>
      </pc:sldChg>
      <pc:sldChg chg="addSp delSp modSp add mod delAnim modAnim">
        <pc:chgData name="Li, Cong" userId="025630f4-267e-4cb3-8cd5-8795177f99f4" providerId="ADAL" clId="{929A2CC8-B112-421C-81E2-D5D63B23E300}" dt="2026-07-12T05:43:00.728" v="3544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11T06:49:40.314" v="481" actId="20577"/>
          <ac:spMkLst>
            <pc:docMk/>
            <pc:sldMk cId="3096758139" sldId="430"/>
            <ac:spMk id="2" creationId="{69A52266-0D64-5B92-737B-CB16EB0AFCB0}"/>
          </ac:spMkLst>
        </pc:spChg>
        <pc:spChg chg="add mod">
          <ac:chgData name="Li, Cong" userId="025630f4-267e-4cb3-8cd5-8795177f99f4" providerId="ADAL" clId="{929A2CC8-B112-421C-81E2-D5D63B23E300}" dt="2026-07-12T05:06:18.517" v="2283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11T06:52:57.570" v="630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12T05:08:09.529" v="2336" actId="20577"/>
          <ac:spMkLst>
            <pc:docMk/>
            <pc:sldMk cId="3096758139" sldId="430"/>
            <ac:spMk id="9" creationId="{BC23485C-6558-44BC-2842-C7B91F700C5C}"/>
          </ac:spMkLst>
        </pc:spChg>
        <pc:spChg chg="del">
          <ac:chgData name="Li, Cong" userId="025630f4-267e-4cb3-8cd5-8795177f99f4" providerId="ADAL" clId="{929A2CC8-B112-421C-81E2-D5D63B23E300}" dt="2026-07-11T06:53:36.796" v="675" actId="478"/>
          <ac:spMkLst>
            <pc:docMk/>
            <pc:sldMk cId="3096758139" sldId="430"/>
            <ac:spMk id="18" creationId="{ED29D060-9BA7-0CD9-7BFB-FCE6CF4C71FA}"/>
          </ac:spMkLst>
        </pc:spChg>
        <pc:picChg chg="add del mod">
          <ac:chgData name="Li, Cong" userId="025630f4-267e-4cb3-8cd5-8795177f99f4" providerId="ADAL" clId="{929A2CC8-B112-421C-81E2-D5D63B23E300}" dt="2026-07-12T05:05:15.352" v="2273" actId="478"/>
          <ac:picMkLst>
            <pc:docMk/>
            <pc:sldMk cId="3096758139" sldId="430"/>
            <ac:picMk id="4" creationId="{B70D3D84-5A34-3063-5095-1773C8A60B8D}"/>
          </ac:picMkLst>
        </pc:picChg>
        <pc:picChg chg="add mod">
          <ac:chgData name="Li, Cong" userId="025630f4-267e-4cb3-8cd5-8795177f99f4" providerId="ADAL" clId="{929A2CC8-B112-421C-81E2-D5D63B23E300}" dt="2026-07-12T05:05:27.559" v="2276" actId="14100"/>
          <ac:picMkLst>
            <pc:docMk/>
            <pc:sldMk cId="3096758139" sldId="430"/>
            <ac:picMk id="5" creationId="{D91F8B5A-1904-B368-C2B2-14FC8DB702EC}"/>
          </ac:picMkLst>
        </pc:picChg>
        <pc:picChg chg="del">
          <ac:chgData name="Li, Cong" userId="025630f4-267e-4cb3-8cd5-8795177f99f4" providerId="ADAL" clId="{929A2CC8-B112-421C-81E2-D5D63B23E300}" dt="2026-07-11T06:53:37.701" v="676" actId="478"/>
          <ac:picMkLst>
            <pc:docMk/>
            <pc:sldMk cId="3096758139" sldId="430"/>
            <ac:picMk id="6" creationId="{0B583E22-5B63-C0E6-349D-2CD93F9A70F6}"/>
          </ac:picMkLst>
        </pc:picChg>
        <pc:picChg chg="add del mod">
          <ac:chgData name="Li, Cong" userId="025630f4-267e-4cb3-8cd5-8795177f99f4" providerId="ADAL" clId="{929A2CC8-B112-421C-81E2-D5D63B23E300}" dt="2026-07-12T05:06:24.841" v="2296" actId="478"/>
          <ac:picMkLst>
            <pc:docMk/>
            <pc:sldMk cId="3096758139" sldId="430"/>
            <ac:picMk id="7" creationId="{C77ACFA1-B59E-96D9-1DD5-DC1949E359C4}"/>
          </ac:picMkLst>
        </pc:picChg>
        <pc:picChg chg="add mod">
          <ac:chgData name="Li, Cong" userId="025630f4-267e-4cb3-8cd5-8795177f99f4" providerId="ADAL" clId="{929A2CC8-B112-421C-81E2-D5D63B23E300}" dt="2026-07-12T05:13:36.185" v="2439" actId="1076"/>
          <ac:picMkLst>
            <pc:docMk/>
            <pc:sldMk cId="3096758139" sldId="430"/>
            <ac:picMk id="11" creationId="{8F2D1CD3-96C0-E55C-07A0-F33B2013F6F4}"/>
          </ac:picMkLst>
        </pc:picChg>
        <pc:picChg chg="del">
          <ac:chgData name="Li, Cong" userId="025630f4-267e-4cb3-8cd5-8795177f99f4" providerId="ADAL" clId="{929A2CC8-B112-421C-81E2-D5D63B23E300}" dt="2026-07-11T06:53:34.372" v="674" actId="478"/>
          <ac:picMkLst>
            <pc:docMk/>
            <pc:sldMk cId="3096758139" sldId="430"/>
            <ac:picMk id="11" creationId="{F66D7C69-F161-F6A9-8D13-F4B4DEFF38B5}"/>
          </ac:picMkLst>
        </pc:picChg>
        <pc:picChg chg="del">
          <ac:chgData name="Li, Cong" userId="025630f4-267e-4cb3-8cd5-8795177f99f4" providerId="ADAL" clId="{929A2CC8-B112-421C-81E2-D5D63B23E300}" dt="2026-07-11T06:53:34.372" v="674" actId="478"/>
          <ac:picMkLst>
            <pc:docMk/>
            <pc:sldMk cId="3096758139" sldId="430"/>
            <ac:picMk id="17" creationId="{E6CB43FD-874A-816F-B071-BCEF59652612}"/>
          </ac:picMkLst>
        </pc:picChg>
      </pc:sldChg>
      <pc:sldChg chg="del">
        <pc:chgData name="Li, Cong" userId="025630f4-267e-4cb3-8cd5-8795177f99f4" providerId="ADAL" clId="{929A2CC8-B112-421C-81E2-D5D63B23E300}" dt="2026-07-11T06:30:27.467" v="0" actId="47"/>
        <pc:sldMkLst>
          <pc:docMk/>
          <pc:sldMk cId="742101459" sldId="431"/>
        </pc:sldMkLst>
      </pc:sldChg>
      <pc:sldChg chg="addSp delSp modSp add mod addAnim delAnim modAnim">
        <pc:chgData name="Li, Cong" userId="025630f4-267e-4cb3-8cd5-8795177f99f4" providerId="ADAL" clId="{929A2CC8-B112-421C-81E2-D5D63B23E300}" dt="2026-07-12T05:43:11.814" v="3545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11T06:56:41.618" v="74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12T05:21:12.755" v="2573" actId="207"/>
          <ac:spMkLst>
            <pc:docMk/>
            <pc:sldMk cId="3917499689" sldId="431"/>
            <ac:spMk id="3" creationId="{FFD1B8D1-D549-AE13-EBD6-07D952F84C86}"/>
          </ac:spMkLst>
        </pc:spChg>
        <pc:spChg chg="del mod">
          <ac:chgData name="Li, Cong" userId="025630f4-267e-4cb3-8cd5-8795177f99f4" providerId="ADAL" clId="{929A2CC8-B112-421C-81E2-D5D63B23E300}" dt="2026-07-12T05:09:19.502" v="2337" actId="478"/>
          <ac:spMkLst>
            <pc:docMk/>
            <pc:sldMk cId="3917499689" sldId="431"/>
            <ac:spMk id="8" creationId="{43D76319-2593-4D92-3482-5E5CC913024D}"/>
          </ac:spMkLst>
        </pc:spChg>
        <pc:spChg chg="del mod">
          <ac:chgData name="Li, Cong" userId="025630f4-267e-4cb3-8cd5-8795177f99f4" providerId="ADAL" clId="{929A2CC8-B112-421C-81E2-D5D63B23E300}" dt="2026-07-11T07:07:25.356" v="1352" actId="478"/>
          <ac:spMkLst>
            <pc:docMk/>
            <pc:sldMk cId="3917499689" sldId="431"/>
            <ac:spMk id="9" creationId="{E9526411-6DFA-FD68-2307-75FEAE0566B9}"/>
          </ac:spMkLst>
        </pc:spChg>
        <pc:spChg chg="add del mod">
          <ac:chgData name="Li, Cong" userId="025630f4-267e-4cb3-8cd5-8795177f99f4" providerId="ADAL" clId="{929A2CC8-B112-421C-81E2-D5D63B23E300}" dt="2026-07-12T05:12:38.803" v="2435" actId="1076"/>
          <ac:spMkLst>
            <pc:docMk/>
            <pc:sldMk cId="3917499689" sldId="431"/>
            <ac:spMk id="11" creationId="{6324BCDC-0BF8-4E2C-6A5E-2E96A5876DB6}"/>
          </ac:spMkLst>
        </pc:spChg>
        <pc:spChg chg="add del mod">
          <ac:chgData name="Li, Cong" userId="025630f4-267e-4cb3-8cd5-8795177f99f4" providerId="ADAL" clId="{929A2CC8-B112-421C-81E2-D5D63B23E300}" dt="2026-07-11T07:06:27.162" v="1342" actId="478"/>
          <ac:spMkLst>
            <pc:docMk/>
            <pc:sldMk cId="3917499689" sldId="431"/>
            <ac:spMk id="14" creationId="{05A400A1-041A-E1A2-5C66-A8719EDFB469}"/>
          </ac:spMkLst>
        </pc:spChg>
        <pc:spChg chg="add mod">
          <ac:chgData name="Li, Cong" userId="025630f4-267e-4cb3-8cd5-8795177f99f4" providerId="ADAL" clId="{929A2CC8-B112-421C-81E2-D5D63B23E300}" dt="2026-07-12T05:12:28.451" v="2434" actId="1036"/>
          <ac:spMkLst>
            <pc:docMk/>
            <pc:sldMk cId="3917499689" sldId="431"/>
            <ac:spMk id="15" creationId="{470DFAB0-73DA-6612-A9F5-06692A9D2243}"/>
          </ac:spMkLst>
        </pc:spChg>
        <pc:picChg chg="del mod">
          <ac:chgData name="Li, Cong" userId="025630f4-267e-4cb3-8cd5-8795177f99f4" providerId="ADAL" clId="{929A2CC8-B112-421C-81E2-D5D63B23E300}" dt="2026-07-11T07:00:55.549" v="1063" actId="478"/>
          <ac:picMkLst>
            <pc:docMk/>
            <pc:sldMk cId="3917499689" sldId="431"/>
            <ac:picMk id="4" creationId="{6069C73E-394A-255A-39C1-9262B91634C8}"/>
          </ac:picMkLst>
        </pc:picChg>
        <pc:picChg chg="add mod ord">
          <ac:chgData name="Li, Cong" userId="025630f4-267e-4cb3-8cd5-8795177f99f4" providerId="ADAL" clId="{929A2CC8-B112-421C-81E2-D5D63B23E300}" dt="2026-07-12T05:12:28.451" v="2434" actId="1036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12T05:11:44.878" v="2415" actId="478"/>
          <ac:picMkLst>
            <pc:docMk/>
            <pc:sldMk cId="3917499689" sldId="431"/>
            <ac:picMk id="6" creationId="{6AA169C3-C2FB-1C40-A47D-1EEECF2B3F6C}"/>
          </ac:picMkLst>
        </pc:picChg>
        <pc:picChg chg="del mod">
          <ac:chgData name="Li, Cong" userId="025630f4-267e-4cb3-8cd5-8795177f99f4" providerId="ADAL" clId="{929A2CC8-B112-421C-81E2-D5D63B23E300}" dt="2026-07-11T07:07:25.356" v="1352" actId="478"/>
          <ac:picMkLst>
            <pc:docMk/>
            <pc:sldMk cId="3917499689" sldId="431"/>
            <ac:picMk id="7" creationId="{1576BE54-09F1-DD56-CC7E-AC3CC0AAA287}"/>
          </ac:picMkLst>
        </pc:picChg>
        <pc:cxnChg chg="add del mod">
          <ac:chgData name="Li, Cong" userId="025630f4-267e-4cb3-8cd5-8795177f99f4" providerId="ADAL" clId="{929A2CC8-B112-421C-81E2-D5D63B23E300}" dt="2026-07-12T05:12:38.803" v="2435" actId="1076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12T05:43:21.613" v="3546"/>
        <pc:sldMkLst>
          <pc:docMk/>
          <pc:sldMk cId="4054827256" sldId="432"/>
        </pc:sldMkLst>
        <pc:spChg chg="del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3" creationId="{0F4A67CC-344F-C0C8-902A-C3BBEA280FD5}"/>
          </ac:spMkLst>
        </pc:spChg>
        <pc:spChg chg="add mod">
          <ac:chgData name="Li, Cong" userId="025630f4-267e-4cb3-8cd5-8795177f99f4" providerId="ADAL" clId="{929A2CC8-B112-421C-81E2-D5D63B23E300}" dt="2026-07-12T05:14:10.104" v="2452" actId="1035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12T05:21:18.045" v="2574" actId="207"/>
          <ac:spMkLst>
            <pc:docMk/>
            <pc:sldMk cId="4054827256" sldId="432"/>
            <ac:spMk id="7" creationId="{220C6FC0-FC83-5E9C-492A-ED8283D16CC1}"/>
          </ac:spMkLst>
        </pc:spChg>
        <pc:spChg chg="del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8" creationId="{74096DC5-165C-428C-B494-248970022D59}"/>
          </ac:spMkLst>
        </pc:spChg>
        <pc:spChg chg="del">
          <ac:chgData name="Li, Cong" userId="025630f4-267e-4cb3-8cd5-8795177f99f4" providerId="ADAL" clId="{929A2CC8-B112-421C-81E2-D5D63B23E300}" dt="2026-07-11T07:03:27.151" v="1214" actId="478"/>
          <ac:spMkLst>
            <pc:docMk/>
            <pc:sldMk cId="4054827256" sldId="432"/>
            <ac:spMk id="9" creationId="{F308517E-753E-2818-1660-2A4D7D1F9C1E}"/>
          </ac:spMkLst>
        </pc:spChg>
        <pc:spChg chg="del">
          <ac:chgData name="Li, Cong" userId="025630f4-267e-4cb3-8cd5-8795177f99f4" providerId="ADAL" clId="{929A2CC8-B112-421C-81E2-D5D63B23E300}" dt="2026-07-11T07:03:31.743" v="1217" actId="478"/>
          <ac:spMkLst>
            <pc:docMk/>
            <pc:sldMk cId="4054827256" sldId="432"/>
            <ac:spMk id="11" creationId="{53F1CD00-8AF7-659F-6923-82F194E9D214}"/>
          </ac:spMkLst>
        </pc:spChg>
        <pc:spChg chg="add mod">
          <ac:chgData name="Li, Cong" userId="025630f4-267e-4cb3-8cd5-8795177f99f4" providerId="ADAL" clId="{929A2CC8-B112-421C-81E2-D5D63B23E300}" dt="2026-07-12T05:17:33.287" v="2516"/>
          <ac:spMkLst>
            <pc:docMk/>
            <pc:sldMk cId="4054827256" sldId="432"/>
            <ac:spMk id="15" creationId="{3AB63780-9987-9013-2F08-CE38332E1572}"/>
          </ac:spMkLst>
        </pc:spChg>
        <pc:spChg chg="add del mod">
          <ac:chgData name="Li, Cong" userId="025630f4-267e-4cb3-8cd5-8795177f99f4" providerId="ADAL" clId="{929A2CC8-B112-421C-81E2-D5D63B23E300}" dt="2026-07-11T07:05:47.943" v="1335" actId="478"/>
          <ac:spMkLst>
            <pc:docMk/>
            <pc:sldMk cId="4054827256" sldId="432"/>
            <ac:spMk id="16" creationId="{134EA23C-FA1C-2FC5-955E-5431B299DD7B}"/>
          </ac:spMkLst>
        </pc:spChg>
        <pc:spChg chg="add del mod">
          <ac:chgData name="Li, Cong" userId="025630f4-267e-4cb3-8cd5-8795177f99f4" providerId="ADAL" clId="{929A2CC8-B112-421C-81E2-D5D63B23E300}" dt="2026-07-11T07:06:47.253" v="1346" actId="478"/>
          <ac:spMkLst>
            <pc:docMk/>
            <pc:sldMk cId="4054827256" sldId="432"/>
            <ac:spMk id="17" creationId="{79ECC61E-4612-6912-B10C-BF7771BC4D5E}"/>
          </ac:spMkLst>
        </pc:spChg>
        <pc:spChg chg="add mod ord">
          <ac:chgData name="Li, Cong" userId="025630f4-267e-4cb3-8cd5-8795177f99f4" providerId="ADAL" clId="{929A2CC8-B112-421C-81E2-D5D63B23E300}" dt="2026-07-12T05:14:40.046" v="2471" actId="14100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19" creationId="{23CF5DF6-DB23-3AF5-90B2-236BD1CB514F}"/>
          </ac:spMkLst>
        </pc:spChg>
        <pc:spChg chg="add mod">
          <ac:chgData name="Li, Cong" userId="025630f4-267e-4cb3-8cd5-8795177f99f4" providerId="ADAL" clId="{929A2CC8-B112-421C-81E2-D5D63B23E300}" dt="2026-07-12T05:14:22.814" v="2465" actId="1076"/>
          <ac:spMkLst>
            <pc:docMk/>
            <pc:sldMk cId="4054827256" sldId="432"/>
            <ac:spMk id="20" creationId="{C8AEB5BB-CB7F-9051-51EF-E5ABBDE837E4}"/>
          </ac:spMkLst>
        </pc:spChg>
        <pc:picChg chg="add mod">
          <ac:chgData name="Li, Cong" userId="025630f4-267e-4cb3-8cd5-8795177f99f4" providerId="ADAL" clId="{929A2CC8-B112-421C-81E2-D5D63B23E300}" dt="2026-07-12T05:13:00.843" v="2437"/>
          <ac:picMkLst>
            <pc:docMk/>
            <pc:sldMk cId="4054827256" sldId="432"/>
            <ac:picMk id="5" creationId="{325C3671-E891-630F-98CA-C4F7B515D592}"/>
          </ac:picMkLst>
        </pc:picChg>
        <pc:picChg chg="del">
          <ac:chgData name="Li, Cong" userId="025630f4-267e-4cb3-8cd5-8795177f99f4" providerId="ADAL" clId="{929A2CC8-B112-421C-81E2-D5D63B23E300}" dt="2026-07-12T05:12:52.646" v="2436" actId="478"/>
          <ac:picMkLst>
            <pc:docMk/>
            <pc:sldMk cId="4054827256" sldId="432"/>
            <ac:picMk id="6" creationId="{CA09FA69-C45B-B40F-EB87-4C80EAE4E703}"/>
          </ac:picMkLst>
        </pc:picChg>
        <pc:picChg chg="del">
          <ac:chgData name="Li, Cong" userId="025630f4-267e-4cb3-8cd5-8795177f99f4" providerId="ADAL" clId="{929A2CC8-B112-421C-81E2-D5D63B23E300}" dt="2026-07-11T07:03:28.380" v="1215" actId="478"/>
          <ac:picMkLst>
            <pc:docMk/>
            <pc:sldMk cId="4054827256" sldId="432"/>
            <ac:picMk id="7" creationId="{5B5FC05E-26D9-E1AB-A1A5-A4DEE39217D1}"/>
          </ac:picMkLst>
        </pc:picChg>
        <pc:picChg chg="add mod">
          <ac:chgData name="Li, Cong" userId="025630f4-267e-4cb3-8cd5-8795177f99f4" providerId="ADAL" clId="{929A2CC8-B112-421C-81E2-D5D63B23E300}" dt="2026-07-12T05:14:15.519" v="2463" actId="1035"/>
          <ac:picMkLst>
            <pc:docMk/>
            <pc:sldMk cId="4054827256" sldId="432"/>
            <ac:picMk id="10" creationId="{C53A1CA4-72A2-4404-6894-E1FC52856584}"/>
          </ac:picMkLst>
        </pc:picChg>
        <pc:picChg chg="add del mod">
          <ac:chgData name="Li, Cong" userId="025630f4-267e-4cb3-8cd5-8795177f99f4" providerId="ADAL" clId="{929A2CC8-B112-421C-81E2-D5D63B23E300}" dt="2026-07-12T05:14:42.196" v="2472" actId="478"/>
          <ac:picMkLst>
            <pc:docMk/>
            <pc:sldMk cId="4054827256" sldId="432"/>
            <ac:picMk id="12" creationId="{583ADEC0-F8B0-3B26-9F81-986C1036650F}"/>
          </ac:picMkLst>
        </pc:picChg>
        <pc:cxnChg chg="del mod">
          <ac:chgData name="Li, Cong" userId="025630f4-267e-4cb3-8cd5-8795177f99f4" providerId="ADAL" clId="{929A2CC8-B112-421C-81E2-D5D63B23E300}" dt="2026-07-11T07:03:30.196" v="1216" actId="478"/>
          <ac:cxnSpMkLst>
            <pc:docMk/>
            <pc:sldMk cId="4054827256" sldId="432"/>
            <ac:cxnSpMk id="10" creationId="{5EE9B141-83C2-28FA-09A1-A9FE8A968C40}"/>
          </ac:cxnSpMkLst>
        </pc:cxnChg>
        <pc:cxnChg chg="add mod">
          <ac:chgData name="Li, Cong" userId="025630f4-267e-4cb3-8cd5-8795177f99f4" providerId="ADAL" clId="{929A2CC8-B112-421C-81E2-D5D63B23E300}" dt="2026-07-12T05:14:26.607" v="2467" actId="14100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12T05:43:31.540" v="3547"/>
        <pc:sldMkLst>
          <pc:docMk/>
          <pc:sldMk cId="4269070550" sldId="433"/>
        </pc:sldMkLst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3" creationId="{F2AAA1DA-0EFC-D0A0-105C-4A878B0E295C}"/>
          </ac:spMkLst>
        </pc:spChg>
        <pc:spChg chg="mod">
          <ac:chgData name="Li, Cong" userId="025630f4-267e-4cb3-8cd5-8795177f99f4" providerId="ADAL" clId="{929A2CC8-B112-421C-81E2-D5D63B23E300}" dt="2026-07-12T05:15:04.690" v="2487" actId="1036"/>
          <ac:spMkLst>
            <pc:docMk/>
            <pc:sldMk cId="4269070550" sldId="433"/>
            <ac:spMk id="4" creationId="{5CC43A48-EC6E-1F56-962E-B4ADD5A5150B}"/>
          </ac:spMkLst>
        </pc:spChg>
        <pc:spChg chg="add mod">
          <ac:chgData name="Li, Cong" userId="025630f4-267e-4cb3-8cd5-8795177f99f4" providerId="ADAL" clId="{929A2CC8-B112-421C-81E2-D5D63B23E300}" dt="2026-07-12T05:14:57.690" v="2474"/>
          <ac:spMkLst>
            <pc:docMk/>
            <pc:sldMk cId="4269070550" sldId="433"/>
            <ac:spMk id="5" creationId="{4A434623-591B-687A-50AC-D872C948BAB1}"/>
          </ac:spMkLst>
        </pc:spChg>
        <pc:spChg chg="add del mod">
          <ac:chgData name="Li, Cong" userId="025630f4-267e-4cb3-8cd5-8795177f99f4" providerId="ADAL" clId="{929A2CC8-B112-421C-81E2-D5D63B23E300}" dt="2026-07-11T07:10:27.584" v="1503" actId="478"/>
          <ac:spMkLst>
            <pc:docMk/>
            <pc:sldMk cId="4269070550" sldId="433"/>
            <ac:spMk id="5" creationId="{7C87A2B7-BBC9-5C81-BCB6-66990B6FF4CD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8" creationId="{160AB765-CA85-B5A6-8FE6-2EBFC6FC716C}"/>
          </ac:spMkLst>
        </pc:spChg>
        <pc:spChg chg="add mod ord">
          <ac:chgData name="Li, Cong" userId="025630f4-267e-4cb3-8cd5-8795177f99f4" providerId="ADAL" clId="{929A2CC8-B112-421C-81E2-D5D63B23E300}" dt="2026-07-12T05:16:52.282" v="2514" actId="1036"/>
          <ac:spMkLst>
            <pc:docMk/>
            <pc:sldMk cId="4269070550" sldId="433"/>
            <ac:spMk id="10" creationId="{94F39A1C-FE8D-4AFA-6A12-09B58372FCBD}"/>
          </ac:spMkLst>
        </pc:spChg>
        <pc:spChg chg="add del mod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1" creationId="{68068612-9DEE-6AF0-0FA1-B772DBCB61DD}"/>
          </ac:spMkLst>
        </pc:spChg>
        <pc:spChg chg="add mod">
          <ac:chgData name="Li, Cong" userId="025630f4-267e-4cb3-8cd5-8795177f99f4" providerId="ADAL" clId="{929A2CC8-B112-421C-81E2-D5D63B23E300}" dt="2026-07-12T05:21:23.080" v="2575" actId="207"/>
          <ac:spMkLst>
            <pc:docMk/>
            <pc:sldMk cId="4269070550" sldId="433"/>
            <ac:spMk id="13" creationId="{FB6BD1BE-A1E4-4C4F-F837-55CFB3C13C78}"/>
          </ac:spMkLst>
        </pc:spChg>
        <pc:spChg chg="add mod">
          <ac:chgData name="Li, Cong" userId="025630f4-267e-4cb3-8cd5-8795177f99f4" providerId="ADAL" clId="{929A2CC8-B112-421C-81E2-D5D63B23E300}" dt="2026-07-12T05:15:56.848" v="2497" actId="1036"/>
          <ac:spMkLst>
            <pc:docMk/>
            <pc:sldMk cId="4269070550" sldId="433"/>
            <ac:spMk id="15" creationId="{FEAC57AD-EB17-ADC7-B03B-2757AE556898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8" creationId="{2C97AAE0-A9D1-427A-1415-BA6D4091A5D7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9" creationId="{D36A3290-3709-8A91-86D2-90CFCFB225E5}"/>
          </ac:spMkLst>
        </pc:spChg>
        <pc:spChg chg="del">
          <ac:chgData name="Li, Cong" userId="025630f4-267e-4cb3-8cd5-8795177f99f4" providerId="ADAL" clId="{929A2CC8-B112-421C-81E2-D5D63B23E300}" dt="2026-07-11T07:08:24.682" v="1418" actId="478"/>
          <ac:spMkLst>
            <pc:docMk/>
            <pc:sldMk cId="4269070550" sldId="433"/>
            <ac:spMk id="20" creationId="{9045C27B-C624-7BA7-8A1E-E0D13FD53C99}"/>
          </ac:spMkLst>
        </pc:spChg>
        <pc:spChg chg="add mod">
          <ac:chgData name="Li, Cong" userId="025630f4-267e-4cb3-8cd5-8795177f99f4" providerId="ADAL" clId="{929A2CC8-B112-421C-81E2-D5D63B23E300}" dt="2026-07-12T05:17:26.512" v="2515"/>
          <ac:spMkLst>
            <pc:docMk/>
            <pc:sldMk cId="4269070550" sldId="433"/>
            <ac:spMk id="23" creationId="{01C29D29-1442-DF7A-89F8-7095B43D1A81}"/>
          </ac:spMkLst>
        </pc:spChg>
        <pc:spChg chg="add mod">
          <ac:chgData name="Li, Cong" userId="025630f4-267e-4cb3-8cd5-8795177f99f4" providerId="ADAL" clId="{929A2CC8-B112-421C-81E2-D5D63B23E300}" dt="2026-07-12T05:17:36.695" v="2517"/>
          <ac:spMkLst>
            <pc:docMk/>
            <pc:sldMk cId="4269070550" sldId="433"/>
            <ac:spMk id="24" creationId="{21F120B2-B41A-D74B-1197-D782B53A04A0}"/>
          </ac:spMkLst>
        </pc:spChg>
        <pc:picChg chg="del">
          <ac:chgData name="Li, Cong" userId="025630f4-267e-4cb3-8cd5-8795177f99f4" providerId="ADAL" clId="{929A2CC8-B112-421C-81E2-D5D63B23E300}" dt="2026-07-12T05:14:50.549" v="2473" actId="478"/>
          <ac:picMkLst>
            <pc:docMk/>
            <pc:sldMk cId="4269070550" sldId="433"/>
            <ac:picMk id="6" creationId="{BA4303FF-5F2D-8F51-0FD4-4F9F0E6EE221}"/>
          </ac:picMkLst>
        </pc:picChg>
        <pc:picChg chg="add del mod">
          <ac:chgData name="Li, Cong" userId="025630f4-267e-4cb3-8cd5-8795177f99f4" providerId="ADAL" clId="{929A2CC8-B112-421C-81E2-D5D63B23E300}" dt="2026-07-12T05:22:40.723" v="2593" actId="478"/>
          <ac:picMkLst>
            <pc:docMk/>
            <pc:sldMk cId="4269070550" sldId="433"/>
            <ac:picMk id="7" creationId="{A27B4F35-2E27-4893-46C8-5B14BD93244C}"/>
          </ac:picMkLst>
        </pc:picChg>
        <pc:picChg chg="add del mod">
          <ac:chgData name="Li, Cong" userId="025630f4-267e-4cb3-8cd5-8795177f99f4" providerId="ADAL" clId="{929A2CC8-B112-421C-81E2-D5D63B23E300}" dt="2026-07-12T05:16:04.501" v="2500" actId="478"/>
          <ac:picMkLst>
            <pc:docMk/>
            <pc:sldMk cId="4269070550" sldId="433"/>
            <ac:picMk id="9" creationId="{EAF3D9A2-FFE7-9B26-6A38-43549A6D9FE1}"/>
          </ac:picMkLst>
        </pc:picChg>
        <pc:picChg chg="del">
          <ac:chgData name="Li, Cong" userId="025630f4-267e-4cb3-8cd5-8795177f99f4" providerId="ADAL" clId="{929A2CC8-B112-421C-81E2-D5D63B23E300}" dt="2026-07-12T05:14:50.549" v="2473" actId="478"/>
          <ac:picMkLst>
            <pc:docMk/>
            <pc:sldMk cId="4269070550" sldId="433"/>
            <ac:picMk id="12" creationId="{56FE5AB4-6C2B-CD3C-FC68-74DEE45F2749}"/>
          </ac:picMkLst>
        </pc:picChg>
        <pc:picChg chg="add mod">
          <ac:chgData name="Li, Cong" userId="025630f4-267e-4cb3-8cd5-8795177f99f4" providerId="ADAL" clId="{929A2CC8-B112-421C-81E2-D5D63B23E300}" dt="2026-07-12T05:14:57.690" v="2474"/>
          <ac:picMkLst>
            <pc:docMk/>
            <pc:sldMk cId="4269070550" sldId="433"/>
            <ac:picMk id="16" creationId="{5F4456EC-3C2B-117D-8602-13C50A6E0D5D}"/>
          </ac:picMkLst>
        </pc:picChg>
        <pc:picChg chg="add mod">
          <ac:chgData name="Li, Cong" userId="025630f4-267e-4cb3-8cd5-8795177f99f4" providerId="ADAL" clId="{929A2CC8-B112-421C-81E2-D5D63B23E300}" dt="2026-07-12T05:15:40.510" v="2490" actId="14100"/>
          <ac:picMkLst>
            <pc:docMk/>
            <pc:sldMk cId="4269070550" sldId="433"/>
            <ac:picMk id="20" creationId="{EF2CDD8B-AA92-A0E6-9808-E12ED1B832C1}"/>
          </ac:picMkLst>
        </pc:picChg>
        <pc:picChg chg="add del mod">
          <ac:chgData name="Li, Cong" userId="025630f4-267e-4cb3-8cd5-8795177f99f4" providerId="ADAL" clId="{929A2CC8-B112-421C-81E2-D5D63B23E300}" dt="2026-07-12T05:21:56.923" v="2580" actId="22"/>
          <ac:picMkLst>
            <pc:docMk/>
            <pc:sldMk cId="4269070550" sldId="433"/>
            <ac:picMk id="26" creationId="{D9CE94A4-FCD9-B944-9B89-9E6782DC035E}"/>
          </ac:picMkLst>
        </pc:picChg>
        <pc:picChg chg="add del mod ord">
          <ac:chgData name="Li, Cong" userId="025630f4-267e-4cb3-8cd5-8795177f99f4" providerId="ADAL" clId="{929A2CC8-B112-421C-81E2-D5D63B23E300}" dt="2026-07-12T05:22:40.691" v="2592" actId="22"/>
          <ac:picMkLst>
            <pc:docMk/>
            <pc:sldMk cId="4269070550" sldId="433"/>
            <ac:picMk id="28" creationId="{9EDBC19B-EC12-3B23-CE3C-F2FE32E50903}"/>
          </ac:picMkLst>
        </pc:picChg>
        <pc:cxnChg chg="del">
          <ac:chgData name="Li, Cong" userId="025630f4-267e-4cb3-8cd5-8795177f99f4" providerId="ADAL" clId="{929A2CC8-B112-421C-81E2-D5D63B23E300}" dt="2026-07-11T07:08:24.682" v="1418" actId="478"/>
          <ac:cxnSpMkLst>
            <pc:docMk/>
            <pc:sldMk cId="4269070550" sldId="433"/>
            <ac:cxnSpMk id="13" creationId="{D62503DB-6C7B-AC79-873B-456F0B88AAC5}"/>
          </ac:cxnSpMkLst>
        </pc:cxnChg>
        <pc:cxnChg chg="add mod">
          <ac:chgData name="Li, Cong" userId="025630f4-267e-4cb3-8cd5-8795177f99f4" providerId="ADAL" clId="{929A2CC8-B112-421C-81E2-D5D63B23E300}" dt="2026-07-12T05:15:56.848" v="2497" actId="1036"/>
          <ac:cxnSpMkLst>
            <pc:docMk/>
            <pc:sldMk cId="4269070550" sldId="433"/>
            <ac:cxnSpMk id="14" creationId="{B067181E-9674-D645-85F0-BC124C2BC393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12T05:44:05.448" v="3553"/>
        <pc:sldMkLst>
          <pc:docMk/>
          <pc:sldMk cId="731515794" sldId="434"/>
        </pc:sldMkLst>
        <pc:spChg chg="mod">
          <ac:chgData name="Li, Cong" userId="025630f4-267e-4cb3-8cd5-8795177f99f4" providerId="ADAL" clId="{929A2CC8-B112-421C-81E2-D5D63B23E300}" dt="2026-07-12T05:31:06.165" v="3108" actId="20577"/>
          <ac:spMkLst>
            <pc:docMk/>
            <pc:sldMk cId="731515794" sldId="434"/>
            <ac:spMk id="2" creationId="{FE040281-7D6B-AD5D-E411-4D36F098CB06}"/>
          </ac:spMkLst>
        </pc:spChg>
        <pc:spChg chg="add mod">
          <ac:chgData name="Li, Cong" userId="025630f4-267e-4cb3-8cd5-8795177f99f4" providerId="ADAL" clId="{929A2CC8-B112-421C-81E2-D5D63B23E300}" dt="2026-07-12T05:20:30.882" v="2532"/>
          <ac:spMkLst>
            <pc:docMk/>
            <pc:sldMk cId="731515794" sldId="434"/>
            <ac:spMk id="3" creationId="{9130E4FA-986A-6544-41FA-9FB2E0E4D8B0}"/>
          </ac:spMkLst>
        </pc:spChg>
        <pc:spChg chg="add mod">
          <ac:chgData name="Li, Cong" userId="025630f4-267e-4cb3-8cd5-8795177f99f4" providerId="ADAL" clId="{929A2CC8-B112-421C-81E2-D5D63B23E300}" dt="2026-07-12T05:20:33.690" v="2534"/>
          <ac:spMkLst>
            <pc:docMk/>
            <pc:sldMk cId="731515794" sldId="434"/>
            <ac:spMk id="4" creationId="{3084ED32-2E7B-9E16-B936-B5931992D805}"/>
          </ac:spMkLst>
        </pc:spChg>
        <pc:spChg chg="add mod">
          <ac:chgData name="Li, Cong" userId="025630f4-267e-4cb3-8cd5-8795177f99f4" providerId="ADAL" clId="{929A2CC8-B112-421C-81E2-D5D63B23E300}" dt="2026-07-12T05:20:35.306" v="2536"/>
          <ac:spMkLst>
            <pc:docMk/>
            <pc:sldMk cId="731515794" sldId="434"/>
            <ac:spMk id="6" creationId="{DD94A442-B17E-0A8E-B586-CFA0788480F4}"/>
          </ac:spMkLst>
        </pc:spChg>
        <pc:spChg chg="add mod">
          <ac:chgData name="Li, Cong" userId="025630f4-267e-4cb3-8cd5-8795177f99f4" providerId="ADAL" clId="{929A2CC8-B112-421C-81E2-D5D63B23E300}" dt="2026-07-12T05:37:16.452" v="3276" actId="207"/>
          <ac:spMkLst>
            <pc:docMk/>
            <pc:sldMk cId="731515794" sldId="434"/>
            <ac:spMk id="7" creationId="{8F9B0BB1-B0A1-C553-AC18-9458D266AB25}"/>
          </ac:spMkLst>
        </pc:spChg>
        <pc:spChg chg="del mod">
          <ac:chgData name="Li, Cong" userId="025630f4-267e-4cb3-8cd5-8795177f99f4" providerId="ADAL" clId="{929A2CC8-B112-421C-81E2-D5D63B23E300}" dt="2026-07-12T05:20:42.352" v="2538" actId="478"/>
          <ac:spMkLst>
            <pc:docMk/>
            <pc:sldMk cId="731515794" sldId="434"/>
            <ac:spMk id="8" creationId="{D5760D73-CDD1-F8BA-28A7-F45552903345}"/>
          </ac:spMkLst>
        </pc:spChg>
        <pc:spChg chg="mod">
          <ac:chgData name="Li, Cong" userId="025630f4-267e-4cb3-8cd5-8795177f99f4" providerId="ADAL" clId="{929A2CC8-B112-421C-81E2-D5D63B23E300}" dt="2026-07-12T05:30:54.279" v="3107" actId="1036"/>
          <ac:spMkLst>
            <pc:docMk/>
            <pc:sldMk cId="731515794" sldId="434"/>
            <ac:spMk id="9" creationId="{E52DBAC7-E08C-783F-4AAB-F335D01B4B5B}"/>
          </ac:spMkLst>
        </pc:spChg>
        <pc:spChg chg="add mod">
          <ac:chgData name="Li, Cong" userId="025630f4-267e-4cb3-8cd5-8795177f99f4" providerId="ADAL" clId="{929A2CC8-B112-421C-81E2-D5D63B23E300}" dt="2026-07-12T05:30:39.407" v="3101" actId="1036"/>
          <ac:spMkLst>
            <pc:docMk/>
            <pc:sldMk cId="731515794" sldId="434"/>
            <ac:spMk id="11" creationId="{18A12B5A-87B2-0012-BFB5-5403C5467792}"/>
          </ac:spMkLst>
        </pc:spChg>
        <pc:spChg chg="add mod">
          <ac:chgData name="Li, Cong" userId="025630f4-267e-4cb3-8cd5-8795177f99f4" providerId="ADAL" clId="{929A2CC8-B112-421C-81E2-D5D63B23E300}" dt="2026-07-12T05:25:42.671" v="2650" actId="14100"/>
          <ac:spMkLst>
            <pc:docMk/>
            <pc:sldMk cId="731515794" sldId="434"/>
            <ac:spMk id="17" creationId="{77DF86BB-0E79-3CE3-E0F2-3F57422110FA}"/>
          </ac:spMkLst>
        </pc:spChg>
        <pc:spChg chg="add mod">
          <ac:chgData name="Li, Cong" userId="025630f4-267e-4cb3-8cd5-8795177f99f4" providerId="ADAL" clId="{929A2CC8-B112-421C-81E2-D5D63B23E300}" dt="2026-07-12T05:30:54.279" v="3107" actId="1036"/>
          <ac:spMkLst>
            <pc:docMk/>
            <pc:sldMk cId="731515794" sldId="434"/>
            <ac:spMk id="22" creationId="{BB9EAD5F-EB31-F577-631C-E6A26CD47E8E}"/>
          </ac:spMkLst>
        </pc:spChg>
        <pc:picChg chg="del">
          <ac:chgData name="Li, Cong" userId="025630f4-267e-4cb3-8cd5-8795177f99f4" providerId="ADAL" clId="{929A2CC8-B112-421C-81E2-D5D63B23E300}" dt="2026-07-11T07:14:44.699" v="1634" actId="478"/>
          <ac:picMkLst>
            <pc:docMk/>
            <pc:sldMk cId="731515794" sldId="434"/>
            <ac:picMk id="4" creationId="{70CC1AFF-D85B-9DE7-33A1-329E21D74225}"/>
          </ac:picMkLst>
        </pc:picChg>
        <pc:picChg chg="add del mod">
          <ac:chgData name="Li, Cong" userId="025630f4-267e-4cb3-8cd5-8795177f99f4" providerId="ADAL" clId="{929A2CC8-B112-421C-81E2-D5D63B23E300}" dt="2026-07-12T05:22:50.039" v="2597" actId="478"/>
          <ac:picMkLst>
            <pc:docMk/>
            <pc:sldMk cId="731515794" sldId="434"/>
            <ac:picMk id="5" creationId="{0D2539F0-D898-AAD9-9E78-046D473E687E}"/>
          </ac:picMkLst>
        </pc:picChg>
        <pc:picChg chg="del">
          <ac:chgData name="Li, Cong" userId="025630f4-267e-4cb3-8cd5-8795177f99f4" providerId="ADAL" clId="{929A2CC8-B112-421C-81E2-D5D63B23E300}" dt="2026-07-11T07:18:23.218" v="1861" actId="478"/>
          <ac:picMkLst>
            <pc:docMk/>
            <pc:sldMk cId="731515794" sldId="434"/>
            <ac:picMk id="7" creationId="{575B792F-3A9F-D262-248D-A29C7C65044D}"/>
          </ac:picMkLst>
        </pc:picChg>
        <pc:picChg chg="add del mod">
          <ac:chgData name="Li, Cong" userId="025630f4-267e-4cb3-8cd5-8795177f99f4" providerId="ADAL" clId="{929A2CC8-B112-421C-81E2-D5D63B23E300}" dt="2026-07-12T05:26:40.677" v="2653" actId="478"/>
          <ac:picMkLst>
            <pc:docMk/>
            <pc:sldMk cId="731515794" sldId="434"/>
            <ac:picMk id="10" creationId="{C38B5844-C347-10B2-4E10-5514BAD6A3A0}"/>
          </ac:picMkLst>
        </pc:picChg>
        <pc:picChg chg="add del mod">
          <ac:chgData name="Li, Cong" userId="025630f4-267e-4cb3-8cd5-8795177f99f4" providerId="ADAL" clId="{929A2CC8-B112-421C-81E2-D5D63B23E300}" dt="2026-07-12T05:28:24.701" v="2890" actId="478"/>
          <ac:picMkLst>
            <pc:docMk/>
            <pc:sldMk cId="731515794" sldId="434"/>
            <ac:picMk id="13" creationId="{4A371F95-AB90-1DD9-A1C3-E3E2D606E50D}"/>
          </ac:picMkLst>
        </pc:picChg>
        <pc:picChg chg="add del mod">
          <ac:chgData name="Li, Cong" userId="025630f4-267e-4cb3-8cd5-8795177f99f4" providerId="ADAL" clId="{929A2CC8-B112-421C-81E2-D5D63B23E300}" dt="2026-07-12T05:24:45.972" v="2637" actId="478"/>
          <ac:picMkLst>
            <pc:docMk/>
            <pc:sldMk cId="731515794" sldId="434"/>
            <ac:picMk id="14" creationId="{FEC6D764-D1A4-CA9D-0E61-F7EF4B2A2740}"/>
          </ac:picMkLst>
        </pc:picChg>
        <pc:picChg chg="add mod">
          <ac:chgData name="Li, Cong" userId="025630f4-267e-4cb3-8cd5-8795177f99f4" providerId="ADAL" clId="{929A2CC8-B112-421C-81E2-D5D63B23E300}" dt="2026-07-12T05:24:55.754" v="2640" actId="1076"/>
          <ac:picMkLst>
            <pc:docMk/>
            <pc:sldMk cId="731515794" sldId="434"/>
            <ac:picMk id="16" creationId="{5717290F-C965-A189-B00F-CE12655C9212}"/>
          </ac:picMkLst>
        </pc:picChg>
        <pc:picChg chg="add del">
          <ac:chgData name="Li, Cong" userId="025630f4-267e-4cb3-8cd5-8795177f99f4" providerId="ADAL" clId="{929A2CC8-B112-421C-81E2-D5D63B23E300}" dt="2026-07-12T05:26:19.198" v="2652" actId="22"/>
          <ac:picMkLst>
            <pc:docMk/>
            <pc:sldMk cId="731515794" sldId="434"/>
            <ac:picMk id="19" creationId="{8EC4C2F8-4CD6-A82C-1D9F-38FDF2E103D9}"/>
          </ac:picMkLst>
        </pc:picChg>
        <pc:picChg chg="add mod">
          <ac:chgData name="Li, Cong" userId="025630f4-267e-4cb3-8cd5-8795177f99f4" providerId="ADAL" clId="{929A2CC8-B112-421C-81E2-D5D63B23E300}" dt="2026-07-12T05:30:54.279" v="3107" actId="1036"/>
          <ac:picMkLst>
            <pc:docMk/>
            <pc:sldMk cId="731515794" sldId="434"/>
            <ac:picMk id="21" creationId="{38481776-91A5-7E8F-CD87-382904A288B0}"/>
          </ac:picMkLst>
        </pc:picChg>
        <pc:picChg chg="add mod">
          <ac:chgData name="Li, Cong" userId="025630f4-267e-4cb3-8cd5-8795177f99f4" providerId="ADAL" clId="{929A2CC8-B112-421C-81E2-D5D63B23E300}" dt="2026-07-12T05:30:39.407" v="3101" actId="1036"/>
          <ac:picMkLst>
            <pc:docMk/>
            <pc:sldMk cId="731515794" sldId="434"/>
            <ac:picMk id="24" creationId="{6D7D914A-B61C-0FFE-7637-541E7A9D7FE9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12T05:42:20.788" v="3540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12T05:01:27.044" v="2017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12T05:02:35.415" v="2160" actId="20577"/>
          <ac:spMkLst>
            <pc:docMk/>
            <pc:sldMk cId="3553648521" sldId="435"/>
            <ac:spMk id="8" creationId="{B5E01C2E-BDCB-ECFB-B515-44C5AB2F3678}"/>
          </ac:spMkLst>
        </pc:spChg>
        <pc:spChg chg="del">
          <ac:chgData name="Li, Cong" userId="025630f4-267e-4cb3-8cd5-8795177f99f4" providerId="ADAL" clId="{929A2CC8-B112-421C-81E2-D5D63B23E300}" dt="2026-07-12T05:02:40.616" v="2163" actId="478"/>
          <ac:spMkLst>
            <pc:docMk/>
            <pc:sldMk cId="3553648521" sldId="435"/>
            <ac:spMk id="9" creationId="{9127D78D-AE5C-332C-9532-BB9E58FB2CB6}"/>
          </ac:spMkLst>
        </pc:spChg>
        <pc:spChg chg="add mod">
          <ac:chgData name="Li, Cong" userId="025630f4-267e-4cb3-8cd5-8795177f99f4" providerId="ADAL" clId="{929A2CC8-B112-421C-81E2-D5D63B23E300}" dt="2026-07-12T05:04:14.689" v="2272" actId="1076"/>
          <ac:spMkLst>
            <pc:docMk/>
            <pc:sldMk cId="3553648521" sldId="435"/>
            <ac:spMk id="10" creationId="{4FD7CD47-036D-3B7E-F628-EFB8A00B09EE}"/>
          </ac:spMkLst>
        </pc:spChg>
        <pc:picChg chg="del">
          <ac:chgData name="Li, Cong" userId="025630f4-267e-4cb3-8cd5-8795177f99f4" providerId="ADAL" clId="{929A2CC8-B112-421C-81E2-D5D63B23E300}" dt="2026-07-12T05:02:39.765" v="2162" actId="478"/>
          <ac:picMkLst>
            <pc:docMk/>
            <pc:sldMk cId="3553648521" sldId="435"/>
            <ac:picMk id="4" creationId="{B0601A21-908B-2E84-D268-61EEC0AED412}"/>
          </ac:picMkLst>
        </pc:picChg>
        <pc:picChg chg="add mod">
          <ac:chgData name="Li, Cong" userId="025630f4-267e-4cb3-8cd5-8795177f99f4" providerId="ADAL" clId="{929A2CC8-B112-421C-81E2-D5D63B23E300}" dt="2026-07-12T05:02:55.593" v="2167" actId="1076"/>
          <ac:picMkLst>
            <pc:docMk/>
            <pc:sldMk cId="3553648521" sldId="435"/>
            <ac:picMk id="5" creationId="{896092D0-BC1A-6875-097B-4D2F18543FFC}"/>
          </ac:picMkLst>
        </pc:picChg>
        <pc:picChg chg="del">
          <ac:chgData name="Li, Cong" userId="025630f4-267e-4cb3-8cd5-8795177f99f4" providerId="ADAL" clId="{929A2CC8-B112-421C-81E2-D5D63B23E300}" dt="2026-07-12T05:02:41.259" v="2164" actId="478"/>
          <ac:picMkLst>
            <pc:docMk/>
            <pc:sldMk cId="3553648521" sldId="435"/>
            <ac:picMk id="7" creationId="{85E7E1AC-339D-993B-DE75-3DEEEB017A5A}"/>
          </ac:picMkLst>
        </pc:picChg>
        <pc:cxnChg chg="add mod">
          <ac:chgData name="Li, Cong" userId="025630f4-267e-4cb3-8cd5-8795177f99f4" providerId="ADAL" clId="{929A2CC8-B112-421C-81E2-D5D63B23E300}" dt="2026-07-12T05:04:14.689" v="2272" actId="1076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12T05:44:22.249" v="3557" actId="1035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12T05:35:01.012" v="3152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12T05:39:43.695" v="3520" actId="1035"/>
          <ac:spMkLst>
            <pc:docMk/>
            <pc:sldMk cId="2500736471" sldId="436"/>
            <ac:spMk id="7" creationId="{74242651-BF0A-BB1B-A552-A7B454ACE1B3}"/>
          </ac:spMkLst>
        </pc:spChg>
        <pc:spChg chg="add mod">
          <ac:chgData name="Li, Cong" userId="025630f4-267e-4cb3-8cd5-8795177f99f4" providerId="ADAL" clId="{929A2CC8-B112-421C-81E2-D5D63B23E300}" dt="2026-07-12T05:44:22.249" v="3557" actId="1035"/>
          <ac:spMkLst>
            <pc:docMk/>
            <pc:sldMk cId="2500736471" sldId="436"/>
            <ac:spMk id="8" creationId="{D13550F0-3043-713F-5EB1-B4B80BB6A864}"/>
          </ac:spMkLst>
        </pc:spChg>
        <pc:spChg chg="del">
          <ac:chgData name="Li, Cong" userId="025630f4-267e-4cb3-8cd5-8795177f99f4" providerId="ADAL" clId="{929A2CC8-B112-421C-81E2-D5D63B23E300}" dt="2026-07-12T05:36:06.306" v="3156" actId="478"/>
          <ac:spMkLst>
            <pc:docMk/>
            <pc:sldMk cId="2500736471" sldId="436"/>
            <ac:spMk id="9" creationId="{CBD515D1-C275-EBB0-A50E-1AE2A90D0D18}"/>
          </ac:spMkLst>
        </pc:spChg>
        <pc:spChg chg="mod">
          <ac:chgData name="Li, Cong" userId="025630f4-267e-4cb3-8cd5-8795177f99f4" providerId="ADAL" clId="{929A2CC8-B112-421C-81E2-D5D63B23E300}" dt="2026-07-12T05:39:38.804" v="3516" actId="1036"/>
          <ac:spMkLst>
            <pc:docMk/>
            <pc:sldMk cId="2500736471" sldId="436"/>
            <ac:spMk id="11" creationId="{C6833F2C-B812-7AE3-B5E7-4EE37E497793}"/>
          </ac:spMkLst>
        </pc:spChg>
        <pc:spChg chg="del">
          <ac:chgData name="Li, Cong" userId="025630f4-267e-4cb3-8cd5-8795177f99f4" providerId="ADAL" clId="{929A2CC8-B112-421C-81E2-D5D63B23E300}" dt="2026-07-12T05:36:04.554" v="3154" actId="478"/>
          <ac:spMkLst>
            <pc:docMk/>
            <pc:sldMk cId="2500736471" sldId="436"/>
            <ac:spMk id="17" creationId="{5774752C-5C72-4C16-3067-F1662335EE7E}"/>
          </ac:spMkLst>
        </pc:spChg>
        <pc:spChg chg="del">
          <ac:chgData name="Li, Cong" userId="025630f4-267e-4cb3-8cd5-8795177f99f4" providerId="ADAL" clId="{929A2CC8-B112-421C-81E2-D5D63B23E300}" dt="2026-07-12T05:36:08.482" v="3158" actId="478"/>
          <ac:spMkLst>
            <pc:docMk/>
            <pc:sldMk cId="2500736471" sldId="436"/>
            <ac:spMk id="22" creationId="{0FE72C3D-3275-51D5-210C-ACF3F4AB0F70}"/>
          </ac:spMkLst>
        </pc:spChg>
        <pc:picChg chg="add mod">
          <ac:chgData name="Li, Cong" userId="025630f4-267e-4cb3-8cd5-8795177f99f4" providerId="ADAL" clId="{929A2CC8-B112-421C-81E2-D5D63B23E300}" dt="2026-07-12T05:39:43.695" v="3520" actId="1035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12T05:44:22.249" v="3557" actId="1035"/>
          <ac:picMkLst>
            <pc:docMk/>
            <pc:sldMk cId="2500736471" sldId="436"/>
            <ac:picMk id="6" creationId="{B5EE734A-C458-1615-2EFE-97C684BF15BF}"/>
          </ac:picMkLst>
        </pc:picChg>
        <pc:picChg chg="del">
          <ac:chgData name="Li, Cong" userId="025630f4-267e-4cb3-8cd5-8795177f99f4" providerId="ADAL" clId="{929A2CC8-B112-421C-81E2-D5D63B23E300}" dt="2026-07-12T05:36:05.307" v="3155" actId="478"/>
          <ac:picMkLst>
            <pc:docMk/>
            <pc:sldMk cId="2500736471" sldId="436"/>
            <ac:picMk id="16" creationId="{776EB21C-A719-BE9F-1915-0EEC4A71EFE3}"/>
          </ac:picMkLst>
        </pc:picChg>
        <pc:picChg chg="del">
          <ac:chgData name="Li, Cong" userId="025630f4-267e-4cb3-8cd5-8795177f99f4" providerId="ADAL" clId="{929A2CC8-B112-421C-81E2-D5D63B23E300}" dt="2026-07-12T05:36:07.537" v="3157" actId="478"/>
          <ac:picMkLst>
            <pc:docMk/>
            <pc:sldMk cId="2500736471" sldId="436"/>
            <ac:picMk id="21" creationId="{2CF42FDF-5C7F-D54C-5A69-627AC0F2DDA3}"/>
          </ac:picMkLst>
        </pc:picChg>
        <pc:picChg chg="del">
          <ac:chgData name="Li, Cong" userId="025630f4-267e-4cb3-8cd5-8795177f99f4" providerId="ADAL" clId="{929A2CC8-B112-421C-81E2-D5D63B23E300}" dt="2026-07-12T05:39:48.375" v="3521" actId="478"/>
          <ac:picMkLst>
            <pc:docMk/>
            <pc:sldMk cId="2500736471" sldId="436"/>
            <ac:picMk id="24" creationId="{448EFB06-1004-B6EA-30DD-3F8D8B410725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12T05:53:48.985" v="3785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12T05:51:55.150" v="3604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12T05:52:57.587" v="3688" actId="478"/>
          <ac:spMkLst>
            <pc:docMk/>
            <pc:sldMk cId="282637004" sldId="437"/>
            <ac:spMk id="3" creationId="{B9DBD966-9CC8-88E5-97BF-D731EA80DD51}"/>
          </ac:spMkLst>
        </pc:spChg>
        <pc:spChg chg="add mod">
          <ac:chgData name="Li, Cong" userId="025630f4-267e-4cb3-8cd5-8795177f99f4" providerId="ADAL" clId="{929A2CC8-B112-421C-81E2-D5D63B23E300}" dt="2026-07-12T05:53:44.181" v="3784" actId="1035"/>
          <ac:spMkLst>
            <pc:docMk/>
            <pc:sldMk cId="282637004" sldId="437"/>
            <ac:spMk id="5" creationId="{9929F279-FC61-4ADC-41E8-62C7F9339070}"/>
          </ac:spMkLst>
        </pc:spChg>
        <pc:spChg chg="mod">
          <ac:chgData name="Li, Cong" userId="025630f4-267e-4cb3-8cd5-8795177f99f4" providerId="ADAL" clId="{929A2CC8-B112-421C-81E2-D5D63B23E300}" dt="2026-07-12T05:53:44.181" v="3784" actId="1035"/>
          <ac:spMkLst>
            <pc:docMk/>
            <pc:sldMk cId="282637004" sldId="437"/>
            <ac:spMk id="7" creationId="{27425F78-0061-37B1-EAE4-E10B7AF980FA}"/>
          </ac:spMkLst>
        </pc:spChg>
        <pc:spChg chg="del">
          <ac:chgData name="Li, Cong" userId="025630f4-267e-4cb3-8cd5-8795177f99f4" providerId="ADAL" clId="{929A2CC8-B112-421C-81E2-D5D63B23E300}" dt="2026-07-12T05:52:18.022" v="3644" actId="478"/>
          <ac:spMkLst>
            <pc:docMk/>
            <pc:sldMk cId="282637004" sldId="437"/>
            <ac:spMk id="8" creationId="{FBD77A1C-C243-04E7-00A1-560FA0656EC5}"/>
          </ac:spMkLst>
        </pc:spChg>
        <pc:spChg chg="del">
          <ac:chgData name="Li, Cong" userId="025630f4-267e-4cb3-8cd5-8795177f99f4" providerId="ADAL" clId="{929A2CC8-B112-421C-81E2-D5D63B23E300}" dt="2026-07-12T05:52:18.022" v="3644" actId="478"/>
          <ac:spMkLst>
            <pc:docMk/>
            <pc:sldMk cId="282637004" sldId="437"/>
            <ac:spMk id="11" creationId="{AEBB78BE-D58C-E337-B5D2-B16A6248D16F}"/>
          </ac:spMkLst>
        </pc:spChg>
        <pc:picChg chg="del">
          <ac:chgData name="Li, Cong" userId="025630f4-267e-4cb3-8cd5-8795177f99f4" providerId="ADAL" clId="{929A2CC8-B112-421C-81E2-D5D63B23E300}" dt="2026-07-12T05:52:13.886" v="3643" actId="478"/>
          <ac:picMkLst>
            <pc:docMk/>
            <pc:sldMk cId="282637004" sldId="437"/>
            <ac:picMk id="4" creationId="{5853595A-0274-B35E-EC0C-70F11B2FACDA}"/>
          </ac:picMkLst>
        </pc:picChg>
        <pc:picChg chg="del">
          <ac:chgData name="Li, Cong" userId="025630f4-267e-4cb3-8cd5-8795177f99f4" providerId="ADAL" clId="{929A2CC8-B112-421C-81E2-D5D63B23E300}" dt="2026-07-12T05:52:18.022" v="3644" actId="478"/>
          <ac:picMkLst>
            <pc:docMk/>
            <pc:sldMk cId="282637004" sldId="437"/>
            <ac:picMk id="6" creationId="{40E192E8-0628-3B18-3495-F430D152396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93ABE-23FF-165D-DDA2-8D0905FDB8F4}"/>
              </a:ext>
            </a:extLst>
          </p:cNvPr>
          <p:cNvSpPr txBox="1"/>
          <p:nvPr/>
        </p:nvSpPr>
        <p:spPr>
          <a:xfrm>
            <a:off x="609600" y="2430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10,000,000 steps, records for the last 256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200" dirty="0"/>
              <a:t>10,000,000</a:t>
            </a:r>
            <a:r>
              <a:rPr lang="zh-CN" altLang="en-US" sz="2200" dirty="0"/>
              <a:t>步，记录最后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/>
              <p:nvPr/>
            </p:nvSpPr>
            <p:spPr>
              <a:xfrm>
                <a:off x="609600" y="3901357"/>
                <a:ext cx="7924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Configure parameter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200" dirty="0"/>
                  <a:t> &amp;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zh-CN" altLang="en-US" sz="2200" dirty="0"/>
                  <a:t>配置参数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200" dirty="0"/>
                  <a:t>和初始值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01357"/>
                <a:ext cx="7924800" cy="769441"/>
              </a:xfrm>
              <a:prstGeom prst="rect">
                <a:avLst/>
              </a:prstGeom>
              <a:blipFill>
                <a:blip r:embed="rId4"/>
                <a:stretch>
                  <a:fillRect t="-5556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0AB2A7A-E9B0-E260-77C9-C851888CF536}"/>
              </a:ext>
            </a:extLst>
          </p:cNvPr>
          <p:cNvSpPr txBox="1"/>
          <p:nvPr/>
        </p:nvSpPr>
        <p:spPr>
          <a:xfrm>
            <a:off x="609600" y="541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storage for the last 256 records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为最后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步的记录初始化存储空间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‘single.cpp’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’single.cpp’</a:t>
            </a:r>
            <a:endParaRPr lang="zh-CN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3498E-2A92-C2CA-D1F4-DFB0917B9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86077"/>
            <a:ext cx="2697857" cy="583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8DBCC-9FF3-FFC8-AEF0-753F4027B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48200"/>
            <a:ext cx="1920508" cy="5601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129F49-83E7-075F-1B60-525ADB2D1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6172200"/>
            <a:ext cx="3932468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主程序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01C2E-BDCB-ECFB-B515-44C5AB2F3678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Prepare a ‘main’ function as the entry point of execution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准备一个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函数作为执行的入口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092D0-BC1A-6875-097B-4D2F1854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52578"/>
            <a:ext cx="1234613" cy="105170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73F64C-B8AC-C88D-9483-36CF3A649380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 bwMode="auto">
          <a:xfrm flipH="1">
            <a:off x="1966133" y="3078431"/>
            <a:ext cx="199626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D7CD47-036D-3B7E-F628-EFB8A00B09EE}"/>
              </a:ext>
            </a:extLst>
          </p:cNvPr>
          <p:cNvSpPr txBox="1"/>
          <p:nvPr/>
        </p:nvSpPr>
        <p:spPr>
          <a:xfrm>
            <a:off x="3962400" y="2693710"/>
            <a:ext cx="39624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Execution starts here</a:t>
            </a:r>
          </a:p>
          <a:p>
            <a:pPr algn="ctr"/>
            <a:r>
              <a:rPr lang="zh-CN" altLang="en-US" sz="2200" dirty="0"/>
              <a:t>执行从此开始</a:t>
            </a:r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2CE0-4BA3-20AA-CE02-5A33B3AA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2266-0D64-5B92-737B-CB16EB0A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E88FC-349D-7E1F-073B-F650CE56F8DD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Iterative calculation w/o recording for most early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对于先前的大多数步数，只迭代计算不存储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3485C-6558-44BC-2842-C7B91F700C5C}"/>
              </a:ext>
            </a:extLst>
          </p:cNvPr>
          <p:cNvSpPr txBox="1"/>
          <p:nvPr/>
        </p:nvSpPr>
        <p:spPr>
          <a:xfrm>
            <a:off x="609600" y="4114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iterative calculation &amp; recording for last 256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随后迭代计算并存储最后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F8B5A-1904-B368-C2B2-14FC8DB70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0" y="2433483"/>
            <a:ext cx="5658640" cy="1577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0999AE-67E5-E1F3-13CF-5B1CB2E9B4E2}"/>
              </a:ext>
            </a:extLst>
          </p:cNvPr>
          <p:cNvSpPr>
            <a:spLocks noChangeAspect="1"/>
          </p:cNvSpPr>
          <p:nvPr/>
        </p:nvSpPr>
        <p:spPr bwMode="auto">
          <a:xfrm>
            <a:off x="1140898" y="2895600"/>
            <a:ext cx="5212080" cy="1115443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2D1CD3-96C0-E55C-07A0-F33B2013F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884240"/>
            <a:ext cx="4241122" cy="13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5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6C7E-8DA3-8AA9-127B-1B9C5670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0A1882-68F9-2B21-5DE6-F770D0DE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9643"/>
            <a:ext cx="2629267" cy="765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6C3847-96CC-A958-6BCB-C5E0129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1B8D1-D549-AE13-EBD6-07D952F84C86}"/>
              </a:ext>
            </a:extLst>
          </p:cNvPr>
          <p:cNvSpPr txBox="1"/>
          <p:nvPr/>
        </p:nvSpPr>
        <p:spPr>
          <a:xfrm>
            <a:off x="609600" y="155233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include ‘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 </a:t>
            </a:r>
            <a:r>
              <a:rPr lang="en-US" altLang="zh-CN" sz="2200" dirty="0">
                <a:solidFill>
                  <a:srgbClr val="C00000"/>
                </a:solidFill>
              </a:rPr>
              <a:t>header</a:t>
            </a:r>
          </a:p>
          <a:p>
            <a:pPr algn="ctr"/>
            <a:r>
              <a:rPr lang="zh-CN" altLang="en-US" sz="2200" dirty="0"/>
              <a:t>在文件开始处引用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</a:t>
            </a:r>
            <a:r>
              <a:rPr lang="zh-CN" altLang="en-US" sz="2200" dirty="0"/>
              <a:t>声明文件</a:t>
            </a:r>
            <a:endParaRPr lang="en-US" altLang="zh-CN" sz="2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D4B927-82C7-B653-D294-D9C0BB7682C7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 bwMode="auto">
          <a:xfrm flipH="1" flipV="1">
            <a:off x="3360787" y="2722602"/>
            <a:ext cx="1592213" cy="148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24BCDC-0BF8-4E2C-6A5E-2E96A5876DB6}"/>
              </a:ext>
            </a:extLst>
          </p:cNvPr>
          <p:cNvSpPr txBox="1"/>
          <p:nvPr/>
        </p:nvSpPr>
        <p:spPr>
          <a:xfrm>
            <a:off x="4953000" y="2316885"/>
            <a:ext cx="3962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start, before configuring number of steps  </a:t>
            </a:r>
          </a:p>
          <a:p>
            <a:pPr algn="ctr"/>
            <a:r>
              <a:rPr lang="zh-CN" altLang="en-US" sz="2200" dirty="0"/>
              <a:t>在最开始设置步数之前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DFAB0-73DA-6612-A9F5-06692A9D2243}"/>
              </a:ext>
            </a:extLst>
          </p:cNvPr>
          <p:cNvSpPr/>
          <p:nvPr/>
        </p:nvSpPr>
        <p:spPr bwMode="auto">
          <a:xfrm>
            <a:off x="731520" y="2356348"/>
            <a:ext cx="1925183" cy="257204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49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439F-FA57-55CB-0F1C-75C8EF52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8C15-2E9A-E940-D1CE-A694B408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9B7F8-6D1B-C289-A061-4A89949DE277}"/>
              </a:ext>
            </a:extLst>
          </p:cNvPr>
          <p:cNvSpPr txBox="1"/>
          <p:nvPr/>
        </p:nvSpPr>
        <p:spPr>
          <a:xfrm>
            <a:off x="609600" y="3200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timer before the calculation </a:t>
            </a:r>
            <a:r>
              <a:rPr lang="zh-CN" altLang="en-US" sz="2200" dirty="0"/>
              <a:t>计算前开始计时</a:t>
            </a:r>
            <a:endParaRPr lang="en-US" altLang="zh-CN" sz="2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5A285F-77FC-6AD9-9894-B4CF118F27A1}"/>
              </a:ext>
            </a:extLst>
          </p:cNvPr>
          <p:cNvCxnSpPr>
            <a:cxnSpLocks/>
            <a:stCxn id="20" idx="0"/>
            <a:endCxn id="10" idx="3"/>
          </p:cNvCxnSpPr>
          <p:nvPr/>
        </p:nvCxnSpPr>
        <p:spPr bwMode="auto">
          <a:xfrm flipH="1" flipV="1">
            <a:off x="6346663" y="3850042"/>
            <a:ext cx="1104119" cy="874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AEB5BB-CB7F-9051-51EF-E5ABBDE837E4}"/>
              </a:ext>
            </a:extLst>
          </p:cNvPr>
          <p:cNvSpPr txBox="1"/>
          <p:nvPr/>
        </p:nvSpPr>
        <p:spPr>
          <a:xfrm>
            <a:off x="6023233" y="4724400"/>
            <a:ext cx="285509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Before calculation</a:t>
            </a:r>
          </a:p>
          <a:p>
            <a:pPr algn="ctr"/>
            <a:r>
              <a:rPr lang="zh-CN" altLang="en-US" sz="2200" dirty="0"/>
              <a:t>在计算开始之前之前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C3671-E891-630F-98CA-C4F7B515D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9643"/>
            <a:ext cx="2629267" cy="765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0C6FC0-FC83-5E9C-492A-ED8283D16CC1}"/>
              </a:ext>
            </a:extLst>
          </p:cNvPr>
          <p:cNvSpPr txBox="1"/>
          <p:nvPr/>
        </p:nvSpPr>
        <p:spPr>
          <a:xfrm>
            <a:off x="609600" y="155233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include ‘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 </a:t>
            </a:r>
            <a:r>
              <a:rPr lang="en-US" altLang="zh-CN" sz="2200" dirty="0">
                <a:solidFill>
                  <a:srgbClr val="C00000"/>
                </a:solidFill>
              </a:rPr>
              <a:t>header</a:t>
            </a:r>
          </a:p>
          <a:p>
            <a:pPr algn="ctr"/>
            <a:r>
              <a:rPr lang="zh-CN" altLang="en-US" sz="2200" dirty="0"/>
              <a:t>在文件开始处引用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</a:t>
            </a:r>
            <a:r>
              <a:rPr lang="zh-CN" altLang="en-US" sz="2200" dirty="0"/>
              <a:t>声明文件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3A1CA4-72A2-4404-6894-E1FC5285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3581400"/>
            <a:ext cx="5212807" cy="5372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85C741F-B0BD-80BC-02BE-22633D3D26BB}"/>
              </a:ext>
            </a:extLst>
          </p:cNvPr>
          <p:cNvSpPr/>
          <p:nvPr/>
        </p:nvSpPr>
        <p:spPr bwMode="auto">
          <a:xfrm>
            <a:off x="1133856" y="3589486"/>
            <a:ext cx="2828544" cy="26055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B63780-9987-9013-2F08-CE38332E1572}"/>
              </a:ext>
            </a:extLst>
          </p:cNvPr>
          <p:cNvSpPr/>
          <p:nvPr/>
        </p:nvSpPr>
        <p:spPr bwMode="auto">
          <a:xfrm>
            <a:off x="731520" y="2356348"/>
            <a:ext cx="1925183" cy="257204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82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DB9F-4204-4974-F857-2DACC94A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CD6D-0358-76CD-3D42-698E9981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43A48-EC6E-1F56-962E-B4ADD5A5150B}"/>
              </a:ext>
            </a:extLst>
          </p:cNvPr>
          <p:cNvSpPr txBox="1"/>
          <p:nvPr/>
        </p:nvSpPr>
        <p:spPr>
          <a:xfrm>
            <a:off x="609600" y="42173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Stop timer after completing calculation </a:t>
            </a:r>
            <a:r>
              <a:rPr lang="zh-CN" altLang="en-US" sz="2200" dirty="0"/>
              <a:t>计算结束后停止计时</a:t>
            </a:r>
            <a:endParaRPr lang="en-US" altLang="zh-CN" sz="2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67181E-9674-D645-85F0-BC124C2BC393}"/>
              </a:ext>
            </a:extLst>
          </p:cNvPr>
          <p:cNvCxnSpPr>
            <a:cxnSpLocks/>
            <a:stCxn id="15" idx="1"/>
            <a:endCxn id="20" idx="3"/>
          </p:cNvCxnSpPr>
          <p:nvPr/>
        </p:nvCxnSpPr>
        <p:spPr bwMode="auto">
          <a:xfrm flipH="1">
            <a:off x="3728827" y="5101680"/>
            <a:ext cx="1255043" cy="35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AC57AD-EB17-ADC7-B03B-2757AE556898}"/>
              </a:ext>
            </a:extLst>
          </p:cNvPr>
          <p:cNvSpPr txBox="1"/>
          <p:nvPr/>
        </p:nvSpPr>
        <p:spPr>
          <a:xfrm>
            <a:off x="4983870" y="4716959"/>
            <a:ext cx="285509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completion</a:t>
            </a:r>
          </a:p>
          <a:p>
            <a:pPr algn="ctr"/>
            <a:r>
              <a:rPr lang="zh-CN" altLang="en-US" sz="2200" dirty="0"/>
              <a:t>在结束之后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34623-591B-687A-50AC-D872C948BAB1}"/>
              </a:ext>
            </a:extLst>
          </p:cNvPr>
          <p:cNvSpPr txBox="1"/>
          <p:nvPr/>
        </p:nvSpPr>
        <p:spPr>
          <a:xfrm>
            <a:off x="609600" y="3200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timer before the calculation </a:t>
            </a:r>
            <a:r>
              <a:rPr lang="zh-CN" altLang="en-US" sz="2200" dirty="0"/>
              <a:t>计算前开始计时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B4F35-2E27-4893-46C8-5B14BD932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9643"/>
            <a:ext cx="2629267" cy="7659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6BD1BE-A1E4-4C4F-F837-55CFB3C13C78}"/>
              </a:ext>
            </a:extLst>
          </p:cNvPr>
          <p:cNvSpPr txBox="1"/>
          <p:nvPr/>
        </p:nvSpPr>
        <p:spPr>
          <a:xfrm>
            <a:off x="609600" y="155233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include ‘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 </a:t>
            </a:r>
            <a:r>
              <a:rPr lang="en-US" altLang="zh-CN" sz="2200" dirty="0">
                <a:solidFill>
                  <a:srgbClr val="C00000"/>
                </a:solidFill>
              </a:rPr>
              <a:t>header</a:t>
            </a:r>
          </a:p>
          <a:p>
            <a:pPr algn="ctr"/>
            <a:r>
              <a:rPr lang="zh-CN" altLang="en-US" sz="2200" dirty="0"/>
              <a:t>在文件开始处引用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ctime</a:t>
            </a:r>
            <a:r>
              <a:rPr lang="en-US" altLang="zh-CN" sz="2200" dirty="0"/>
              <a:t>’</a:t>
            </a:r>
            <a:r>
              <a:rPr lang="zh-CN" altLang="en-US" sz="2200" dirty="0"/>
              <a:t>声明文件</a:t>
            </a:r>
            <a:endParaRPr lang="en-US" altLang="zh-CN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4456EC-3C2B-117D-8602-13C50A6E0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3581400"/>
            <a:ext cx="5212807" cy="5372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2CDD8B-AA92-A0E6-9808-E12ED1B83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5" y="4727972"/>
            <a:ext cx="2594972" cy="754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F39A1C-FE8D-4AFA-6A12-09B58372FCBD}"/>
              </a:ext>
            </a:extLst>
          </p:cNvPr>
          <p:cNvSpPr/>
          <p:nvPr/>
        </p:nvSpPr>
        <p:spPr bwMode="auto">
          <a:xfrm>
            <a:off x="1133855" y="5178717"/>
            <a:ext cx="2578608" cy="308724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C29D29-1442-DF7A-89F8-7095B43D1A81}"/>
              </a:ext>
            </a:extLst>
          </p:cNvPr>
          <p:cNvSpPr/>
          <p:nvPr/>
        </p:nvSpPr>
        <p:spPr bwMode="auto">
          <a:xfrm>
            <a:off x="731520" y="2356348"/>
            <a:ext cx="1925183" cy="257204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F120B2-B41A-D74B-1197-D782B53A04A0}"/>
              </a:ext>
            </a:extLst>
          </p:cNvPr>
          <p:cNvSpPr/>
          <p:nvPr/>
        </p:nvSpPr>
        <p:spPr bwMode="auto">
          <a:xfrm>
            <a:off x="1133856" y="3589486"/>
            <a:ext cx="2828544" cy="26055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907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7C64-CACF-82B9-0793-1E0EB8BD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0281-7D6B-AD5D-E411-4D36F098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Result  </a:t>
            </a:r>
            <a:r>
              <a:rPr lang="zh-CN" altLang="en-US" dirty="0">
                <a:ea typeface="ＭＳ Ｐゴシック" panose="020B0600070205080204" pitchFamily="34" charset="-128"/>
              </a:rPr>
              <a:t>计时结果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DBAC7-E08C-783F-4AAB-F335D01B4B5B}"/>
              </a:ext>
            </a:extLst>
          </p:cNvPr>
          <p:cNvSpPr txBox="1"/>
          <p:nvPr/>
        </p:nvSpPr>
        <p:spPr>
          <a:xfrm>
            <a:off x="209241" y="328942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the stop of timing, calculate &amp; print the time</a:t>
            </a:r>
            <a:r>
              <a:rPr lang="zh-CN" altLang="en-US" sz="2200" dirty="0"/>
              <a:t> </a:t>
            </a:r>
            <a:r>
              <a:rPr lang="en-US" altLang="zh-CN" sz="2200" dirty="0"/>
              <a:t>elapsed</a:t>
            </a:r>
          </a:p>
          <a:p>
            <a:pPr algn="ctr"/>
            <a:r>
              <a:rPr lang="zh-CN" altLang="en-US" sz="2200" dirty="0"/>
              <a:t>在计时结束之后，计算并打印流逝的时间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12B5A-87B2-0012-BFB5-5403C5467792}"/>
              </a:ext>
            </a:extLst>
          </p:cNvPr>
          <p:cNvSpPr txBox="1"/>
          <p:nvPr/>
        </p:nvSpPr>
        <p:spPr>
          <a:xfrm>
            <a:off x="605481" y="4995011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print a message &amp; wait for a click of return</a:t>
            </a:r>
          </a:p>
          <a:p>
            <a:pPr algn="ctr"/>
            <a:r>
              <a:rPr lang="zh-CN" altLang="en-US" sz="2200" dirty="0"/>
              <a:t>随后打印提示信息，并等待回车按键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B0BB1-B0A1-C553-AC18-9458D266AB25}"/>
              </a:ext>
            </a:extLst>
          </p:cNvPr>
          <p:cNvSpPr txBox="1"/>
          <p:nvPr/>
        </p:nvSpPr>
        <p:spPr>
          <a:xfrm>
            <a:off x="609600" y="155233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include ‘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’ &amp; ‘</a:t>
            </a:r>
            <a:r>
              <a:rPr lang="en-US" altLang="zh-CN" sz="2200" dirty="0" err="1"/>
              <a:t>conio.h</a:t>
            </a:r>
            <a:r>
              <a:rPr lang="en-US" altLang="zh-CN" sz="2200" dirty="0"/>
              <a:t> header</a:t>
            </a:r>
          </a:p>
          <a:p>
            <a:pPr algn="ctr"/>
            <a:r>
              <a:rPr lang="zh-CN" altLang="en-US" sz="2200" dirty="0"/>
              <a:t>在文件开始处引用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’</a:t>
            </a:r>
            <a:r>
              <a:rPr lang="zh-CN" altLang="en-US" sz="2200" dirty="0"/>
              <a:t>和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conio.h</a:t>
            </a:r>
            <a:r>
              <a:rPr lang="en-US" altLang="zh-CN" sz="2200" dirty="0"/>
              <a:t>’</a:t>
            </a:r>
            <a:r>
              <a:rPr lang="zh-CN" altLang="en-US" sz="2200" dirty="0"/>
              <a:t>声明文件</a:t>
            </a:r>
            <a:endParaRPr lang="en-US" altLang="zh-CN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17290F-C965-A189-B00F-CE12655C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97059"/>
            <a:ext cx="2149140" cy="74305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7DF86BB-0E79-3CE3-E0F2-3F57422110FA}"/>
              </a:ext>
            </a:extLst>
          </p:cNvPr>
          <p:cNvSpPr/>
          <p:nvPr/>
        </p:nvSpPr>
        <p:spPr bwMode="auto">
          <a:xfrm>
            <a:off x="733579" y="2538308"/>
            <a:ext cx="2121408" cy="49377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481776-91A5-7E8F-CD87-382904A2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034683"/>
            <a:ext cx="6413125" cy="76591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B9EAD5F-EB31-F577-631C-E6A26CD47E8E}"/>
              </a:ext>
            </a:extLst>
          </p:cNvPr>
          <p:cNvSpPr/>
          <p:nvPr/>
        </p:nvSpPr>
        <p:spPr bwMode="auto">
          <a:xfrm>
            <a:off x="1133855" y="4274884"/>
            <a:ext cx="6400800" cy="52571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7D914A-B61C-0FFE-7637-541E7A9D7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5764452"/>
            <a:ext cx="6756073" cy="56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Result  </a:t>
            </a:r>
            <a:r>
              <a:rPr lang="zh-CN" altLang="en-US" dirty="0">
                <a:ea typeface="ＭＳ Ｐゴシック" panose="020B0600070205080204" pitchFamily="34" charset="-128"/>
              </a:rPr>
              <a:t>计算结果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33F2C-B812-7AE3-B5E7-4EE37E497793}"/>
              </a:ext>
            </a:extLst>
          </p:cNvPr>
          <p:cNvSpPr txBox="1"/>
          <p:nvPr/>
        </p:nvSpPr>
        <p:spPr>
          <a:xfrm>
            <a:off x="605481" y="41073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 return 0 indicating the success at the end of ‘main’</a:t>
            </a:r>
          </a:p>
          <a:p>
            <a:pPr algn="ctr"/>
            <a:r>
              <a:rPr lang="zh-CN" altLang="en-US" sz="2200" dirty="0"/>
              <a:t>最后在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的结束处返回</a:t>
            </a:r>
            <a:r>
              <a:rPr lang="en-US" altLang="zh-CN" sz="2200" dirty="0"/>
              <a:t>0</a:t>
            </a:r>
            <a:r>
              <a:rPr lang="zh-CN" altLang="en-US" sz="2200" dirty="0"/>
              <a:t>表示成功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42651-BF0A-BB1B-A552-A7B454ACE1B3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print the last 256 records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200" dirty="0"/>
              <a:t>随即打印最后的</a:t>
            </a:r>
            <a:r>
              <a:rPr lang="en-US" altLang="zh-CN" sz="2200" dirty="0"/>
              <a:t>256</a:t>
            </a:r>
            <a:r>
              <a:rPr lang="zh-CN" altLang="en-US" sz="2200" dirty="0"/>
              <a:t>条记录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615D1-5252-76AA-9630-CAAA47A31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486268"/>
            <a:ext cx="5052766" cy="1120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E734A-C458-1615-2EFE-97C684BF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1508970" cy="5372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3550F0-3043-713F-5EB1-B4B80BB6A864}"/>
              </a:ext>
            </a:extLst>
          </p:cNvPr>
          <p:cNvSpPr/>
          <p:nvPr/>
        </p:nvSpPr>
        <p:spPr bwMode="auto">
          <a:xfrm>
            <a:off x="1135915" y="5050954"/>
            <a:ext cx="1078992" cy="25603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F76B-FB3B-089A-018E-9193FF0B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67D3-D188-7906-1929-F6363107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Compile &amp; Run It  </a:t>
            </a:r>
            <a:r>
              <a:rPr lang="zh-CN" altLang="en-US" dirty="0">
                <a:ea typeface="ＭＳ Ｐゴシック" panose="020B0600070205080204" pitchFamily="34" charset="-128"/>
              </a:rPr>
              <a:t>编译和运行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25F78-0061-37B1-EAE4-E10B7AF980FA}"/>
              </a:ext>
            </a:extLst>
          </p:cNvPr>
          <p:cNvSpPr txBox="1"/>
          <p:nvPr/>
        </p:nvSpPr>
        <p:spPr>
          <a:xfrm>
            <a:off x="609600" y="2209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Command to compile  </a:t>
            </a:r>
            <a:r>
              <a:rPr lang="zh-CN" altLang="en-US" sz="2200" dirty="0"/>
              <a:t>编译命令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SRC=single.cpp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9F279-FC61-4ADC-41E8-62C7F9339070}"/>
              </a:ext>
            </a:extLst>
          </p:cNvPr>
          <p:cNvSpPr txBox="1"/>
          <p:nvPr/>
        </p:nvSpPr>
        <p:spPr>
          <a:xfrm>
            <a:off x="609600" y="357767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the executable  </a:t>
            </a:r>
            <a:r>
              <a:rPr lang="zh-CN" altLang="en-US" sz="2200" dirty="0"/>
              <a:t>运行该程序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run-single.exe</a:t>
            </a:r>
          </a:p>
        </p:txBody>
      </p:sp>
    </p:spTree>
    <p:extLst>
      <p:ext uri="{BB962C8B-B14F-4D97-AF65-F5344CB8AC3E}">
        <p14:creationId xmlns:p14="http://schemas.microsoft.com/office/powerpoint/2010/main" val="28263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15841</TotalTime>
  <Words>552</Words>
  <Application>Microsoft Office PowerPoint</Application>
  <PresentationFormat>On-screen Show (4:3)</PresentationFormat>
  <Paragraphs>61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ＭＳ Ｐゴシック</vt:lpstr>
      <vt:lpstr>SimSun</vt:lpstr>
      <vt:lpstr>Arial</vt:lpstr>
      <vt:lpstr>Cambria Math</vt:lpstr>
      <vt:lpstr>Comic Sans MS</vt:lpstr>
      <vt:lpstr>Consolas</vt:lpstr>
      <vt:lpstr>Tahoma</vt:lpstr>
      <vt:lpstr>Times New Roman</vt:lpstr>
      <vt:lpstr>Wingdings</vt:lpstr>
      <vt:lpstr>Blends</vt:lpstr>
      <vt:lpstr>Cookbook for Practice 2.2</vt:lpstr>
      <vt:lpstr>Basic Settings  基本设置</vt:lpstr>
      <vt:lpstr>Main Program 主程序</vt:lpstr>
      <vt:lpstr>Calculation &amp; Recording 计算与记录</vt:lpstr>
      <vt:lpstr>Timing  计时</vt:lpstr>
      <vt:lpstr>Timing  计时</vt:lpstr>
      <vt:lpstr>Timing  计时</vt:lpstr>
      <vt:lpstr>Timing Result  计时结果</vt:lpstr>
      <vt:lpstr>Calculation Result  计算结果</vt:lpstr>
      <vt:lpstr>Compile &amp; Run It  编译和运行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1146</cp:revision>
  <dcterms:created xsi:type="dcterms:W3CDTF">2003-03-13T01:36:43Z</dcterms:created>
  <dcterms:modified xsi:type="dcterms:W3CDTF">2026-07-12T05:53:52Z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