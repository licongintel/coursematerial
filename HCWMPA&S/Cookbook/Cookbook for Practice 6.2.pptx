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15" r:id="rId3"/>
    <p:sldId id="435" r:id="rId4"/>
    <p:sldId id="438" r:id="rId5"/>
    <p:sldId id="439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677D1-D251-467C-8D62-57A900A4ACDB}" v="198" dt="2026-09-12T00:52:45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>
        <p:scale>
          <a:sx n="70" d="100"/>
          <a:sy n="70" d="100"/>
        </p:scale>
        <p:origin x="264" y="-2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12T00:53:53.723" v="10427" actId="20577"/>
      <pc:docMkLst>
        <pc:docMk/>
      </pc:docMkLst>
      <pc:sldChg chg="addSp delSp modSp mod">
        <pc:chgData name="Li, Cong" userId="025630f4-267e-4cb3-8cd5-8795177f99f4" providerId="ADAL" clId="{929A2CC8-B112-421C-81E2-D5D63B23E300}" dt="2026-09-12T00:14:54.567" v="9548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12T00:14:54.567" v="9548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12T00:14:52.693" v="9547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9-12T00:21:12.733" v="9734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12T00:15:15.624" v="9573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9-12T00:19:26.955" v="9727" actId="1035"/>
          <ac:spMkLst>
            <pc:docMk/>
            <pc:sldMk cId="796492521" sldId="415"/>
            <ac:spMk id="8" creationId="{1B78B7B6-BAB3-EB68-C21E-79A7C21B3C66}"/>
          </ac:spMkLst>
        </pc:spChg>
        <pc:spChg chg="mod">
          <ac:chgData name="Li, Cong" userId="025630f4-267e-4cb3-8cd5-8795177f99f4" providerId="ADAL" clId="{929A2CC8-B112-421C-81E2-D5D63B23E300}" dt="2026-09-12T00:19:26.955" v="9727" actId="1035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9-12T00:15:31.818" v="9575" actId="478"/>
          <ac:spMkLst>
            <pc:docMk/>
            <pc:sldMk cId="796492521" sldId="415"/>
            <ac:spMk id="14" creationId="{42C2BE69-4257-C7A1-DC25-62A400691817}"/>
          </ac:spMkLst>
        </pc:spChg>
        <pc:spChg chg="add del mod">
          <ac:chgData name="Li, Cong" userId="025630f4-267e-4cb3-8cd5-8795177f99f4" providerId="ADAL" clId="{929A2CC8-B112-421C-81E2-D5D63B23E300}" dt="2026-09-12T00:15:31.818" v="9575" actId="478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12T00:15:03.671" v="9572" actId="20577"/>
          <ac:spMkLst>
            <pc:docMk/>
            <pc:sldMk cId="796492521" sldId="415"/>
            <ac:spMk id="19" creationId="{23CD657D-BF24-8236-C712-84C3BC6A85FC}"/>
          </ac:spMkLst>
        </pc:spChg>
        <pc:spChg chg="add mod">
          <ac:chgData name="Li, Cong" userId="025630f4-267e-4cb3-8cd5-8795177f99f4" providerId="ADAL" clId="{929A2CC8-B112-421C-81E2-D5D63B23E300}" dt="2026-09-12T00:19:26.955" v="9727" actId="1035"/>
          <ac:spMkLst>
            <pc:docMk/>
            <pc:sldMk cId="796492521" sldId="415"/>
            <ac:spMk id="20" creationId="{00D0D4C7-233D-D4D1-2AB8-B0F908C8C476}"/>
          </ac:spMkLst>
        </pc:spChg>
        <pc:picChg chg="add mod">
          <ac:chgData name="Li, Cong" userId="025630f4-267e-4cb3-8cd5-8795177f99f4" providerId="ADAL" clId="{929A2CC8-B112-421C-81E2-D5D63B23E300}" dt="2026-09-12T00:19:26.955" v="9727" actId="1035"/>
          <ac:picMkLst>
            <pc:docMk/>
            <pc:sldMk cId="796492521" sldId="415"/>
            <ac:picMk id="4" creationId="{E4DAA966-E9F2-A607-7B97-CAB817647210}"/>
          </ac:picMkLst>
        </pc:picChg>
        <pc:picChg chg="add del mod">
          <ac:chgData name="Li, Cong" userId="025630f4-267e-4cb3-8cd5-8795177f99f4" providerId="ADAL" clId="{929A2CC8-B112-421C-81E2-D5D63B23E300}" dt="2026-09-12T00:15:31.818" v="9575" actId="478"/>
          <ac:picMkLst>
            <pc:docMk/>
            <pc:sldMk cId="796492521" sldId="415"/>
            <ac:picMk id="5" creationId="{D460CFC5-E516-9C3C-EE9D-C5A6DA275606}"/>
          </ac:picMkLst>
        </pc:picChg>
        <pc:picChg chg="add del mod">
          <ac:chgData name="Li, Cong" userId="025630f4-267e-4cb3-8cd5-8795177f99f4" providerId="ADAL" clId="{929A2CC8-B112-421C-81E2-D5D63B23E300}" dt="2026-09-12T00:15:31.818" v="9575" actId="478"/>
          <ac:picMkLst>
            <pc:docMk/>
            <pc:sldMk cId="796492521" sldId="415"/>
            <ac:picMk id="7" creationId="{DA8616C9-DA5F-6399-D25D-73CC42C6633C}"/>
          </ac:picMkLst>
        </pc:picChg>
        <pc:picChg chg="add mod">
          <ac:chgData name="Li, Cong" userId="025630f4-267e-4cb3-8cd5-8795177f99f4" providerId="ADAL" clId="{929A2CC8-B112-421C-81E2-D5D63B23E300}" dt="2026-09-12T00:19:26.955" v="9727" actId="1035"/>
          <ac:picMkLst>
            <pc:docMk/>
            <pc:sldMk cId="796492521" sldId="415"/>
            <ac:picMk id="18" creationId="{DE776829-3D84-382D-6879-A93F052EFBB7}"/>
          </ac:picMkLst>
        </pc:picChg>
        <pc:cxnChg chg="add mod">
          <ac:chgData name="Li, Cong" userId="025630f4-267e-4cb3-8cd5-8795177f99f4" providerId="ADAL" clId="{929A2CC8-B112-421C-81E2-D5D63B23E300}" dt="2026-09-12T00:19:26.955" v="9727" actId="1035"/>
          <ac:cxnSpMkLst>
            <pc:docMk/>
            <pc:sldMk cId="796492521" sldId="415"/>
            <ac:cxnSpMk id="6" creationId="{80042FFC-D723-B166-CB7D-40FC02C84E27}"/>
          </ac:cxnSpMkLst>
        </pc:cxnChg>
        <pc:cxnChg chg="add del mod">
          <ac:chgData name="Li, Cong" userId="025630f4-267e-4cb3-8cd5-8795177f99f4" providerId="ADAL" clId="{929A2CC8-B112-421C-81E2-D5D63B23E300}" dt="2026-09-12T00:15:31.818" v="9575" actId="478"/>
          <ac:cxnSpMkLst>
            <pc:docMk/>
            <pc:sldMk cId="796492521" sldId="415"/>
            <ac:cxnSpMk id="9" creationId="{DDFAB97E-C477-02EB-9392-8D917AC11FB8}"/>
          </ac:cxnSpMkLst>
        </pc:cxnChg>
        <pc:cxnChg chg="add mod">
          <ac:chgData name="Li, Cong" userId="025630f4-267e-4cb3-8cd5-8795177f99f4" providerId="ADAL" clId="{929A2CC8-B112-421C-81E2-D5D63B23E300}" dt="2026-09-12T00:19:26.955" v="9727" actId="1035"/>
          <ac:cxnSpMkLst>
            <pc:docMk/>
            <pc:sldMk cId="796492521" sldId="415"/>
            <ac:cxnSpMk id="21" creationId="{AA7A9F19-A205-B8ED-4EDE-8A02DFC378A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2T00:38:43.163" v="10044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12T00:32:24.585" v="9735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12T00:33:11.422" v="9750" actId="1035"/>
          <ac:spMkLst>
            <pc:docMk/>
            <pc:sldMk cId="3553648521" sldId="435"/>
            <ac:spMk id="3" creationId="{FCF91494-FFC7-5743-43EA-B7A1A39B2FE1}"/>
          </ac:spMkLst>
        </pc:spChg>
        <pc:spChg chg="add del mod">
          <ac:chgData name="Li, Cong" userId="025630f4-267e-4cb3-8cd5-8795177f99f4" providerId="ADAL" clId="{929A2CC8-B112-421C-81E2-D5D63B23E300}" dt="2026-09-12T00:32:41.707" v="9736" actId="478"/>
          <ac:spMkLst>
            <pc:docMk/>
            <pc:sldMk cId="3553648521" sldId="435"/>
            <ac:spMk id="10" creationId="{71A66BE4-C61E-1E91-DEFB-99EEBCE8D95D}"/>
          </ac:spMkLst>
        </pc:spChg>
        <pc:spChg chg="add del mod">
          <ac:chgData name="Li, Cong" userId="025630f4-267e-4cb3-8cd5-8795177f99f4" providerId="ADAL" clId="{929A2CC8-B112-421C-81E2-D5D63B23E300}" dt="2026-09-12T00:32:41.707" v="9736" actId="478"/>
          <ac:spMkLst>
            <pc:docMk/>
            <pc:sldMk cId="3553648521" sldId="435"/>
            <ac:spMk id="15" creationId="{B585EB72-04D1-86ED-F8FA-34C65F6BCBC5}"/>
          </ac:spMkLst>
        </pc:spChg>
        <pc:spChg chg="add mod">
          <ac:chgData name="Li, Cong" userId="025630f4-267e-4cb3-8cd5-8795177f99f4" providerId="ADAL" clId="{929A2CC8-B112-421C-81E2-D5D63B23E300}" dt="2026-09-12T00:36:49.982" v="9919" actId="14100"/>
          <ac:spMkLst>
            <pc:docMk/>
            <pc:sldMk cId="3553648521" sldId="435"/>
            <ac:spMk id="19" creationId="{038F4C78-CFC2-A314-9D45-0F341831F02D}"/>
          </ac:spMkLst>
        </pc:spChg>
        <pc:spChg chg="add mod">
          <ac:chgData name="Li, Cong" userId="025630f4-267e-4cb3-8cd5-8795177f99f4" providerId="ADAL" clId="{929A2CC8-B112-421C-81E2-D5D63B23E300}" dt="2026-09-12T00:36:56.990" v="9928" actId="1037"/>
          <ac:spMkLst>
            <pc:docMk/>
            <pc:sldMk cId="3553648521" sldId="435"/>
            <ac:spMk id="20" creationId="{379A0C37-F82B-D6F5-1B84-B34374E336FF}"/>
          </ac:spMkLst>
        </pc:spChg>
        <pc:spChg chg="add mod">
          <ac:chgData name="Li, Cong" userId="025630f4-267e-4cb3-8cd5-8795177f99f4" providerId="ADAL" clId="{929A2CC8-B112-421C-81E2-D5D63B23E300}" dt="2026-09-12T00:37:04.081" v="9974" actId="1035"/>
          <ac:spMkLst>
            <pc:docMk/>
            <pc:sldMk cId="3553648521" sldId="435"/>
            <ac:spMk id="21" creationId="{1F843258-6AEF-2226-1703-DCB63993CF00}"/>
          </ac:spMkLst>
        </pc:spChg>
        <pc:spChg chg="add mod">
          <ac:chgData name="Li, Cong" userId="025630f4-267e-4cb3-8cd5-8795177f99f4" providerId="ADAL" clId="{929A2CC8-B112-421C-81E2-D5D63B23E300}" dt="2026-09-12T00:37:12.899" v="10031" actId="1037"/>
          <ac:spMkLst>
            <pc:docMk/>
            <pc:sldMk cId="3553648521" sldId="435"/>
            <ac:spMk id="22" creationId="{06235D48-B847-A8BC-630F-B81CB0BDB3DE}"/>
          </ac:spMkLst>
        </pc:spChg>
        <pc:spChg chg="add mod">
          <ac:chgData name="Li, Cong" userId="025630f4-267e-4cb3-8cd5-8795177f99f4" providerId="ADAL" clId="{929A2CC8-B112-421C-81E2-D5D63B23E300}" dt="2026-09-12T00:38:06.972" v="10034" actId="14100"/>
          <ac:spMkLst>
            <pc:docMk/>
            <pc:sldMk cId="3553648521" sldId="435"/>
            <ac:spMk id="23" creationId="{CCC6CD21-F0F9-91CE-C459-F78B43CAC6EB}"/>
          </ac:spMkLst>
        </pc:spChg>
        <pc:picChg chg="add del mod">
          <ac:chgData name="Li, Cong" userId="025630f4-267e-4cb3-8cd5-8795177f99f4" providerId="ADAL" clId="{929A2CC8-B112-421C-81E2-D5D63B23E300}" dt="2026-09-12T00:32:41.707" v="9736" actId="478"/>
          <ac:picMkLst>
            <pc:docMk/>
            <pc:sldMk cId="3553648521" sldId="435"/>
            <ac:picMk id="5" creationId="{6A1D7861-A5C0-7BE7-B08E-7359B110397E}"/>
          </ac:picMkLst>
        </pc:picChg>
        <pc:picChg chg="add mod">
          <ac:chgData name="Li, Cong" userId="025630f4-267e-4cb3-8cd5-8795177f99f4" providerId="ADAL" clId="{929A2CC8-B112-421C-81E2-D5D63B23E300}" dt="2026-09-12T00:35:05.755" v="9761" actId="1035"/>
          <ac:picMkLst>
            <pc:docMk/>
            <pc:sldMk cId="3553648521" sldId="435"/>
            <ac:picMk id="6" creationId="{C917D83A-7BD3-D133-1200-D4CD5D4AF29F}"/>
          </ac:picMkLst>
        </pc:picChg>
        <pc:picChg chg="add del mod">
          <ac:chgData name="Li, Cong" userId="025630f4-267e-4cb3-8cd5-8795177f99f4" providerId="ADAL" clId="{929A2CC8-B112-421C-81E2-D5D63B23E300}" dt="2026-09-12T00:32:41.707" v="9736" actId="478"/>
          <ac:picMkLst>
            <pc:docMk/>
            <pc:sldMk cId="3553648521" sldId="435"/>
            <ac:picMk id="7" creationId="{FE2CF4E1-8C34-2047-FD25-E58AFFC91750}"/>
          </ac:picMkLst>
        </pc:picChg>
        <pc:picChg chg="add mod">
          <ac:chgData name="Li, Cong" userId="025630f4-267e-4cb3-8cd5-8795177f99f4" providerId="ADAL" clId="{929A2CC8-B112-421C-81E2-D5D63B23E300}" dt="2026-09-12T00:35:53.556" v="9775" actId="1035"/>
          <ac:picMkLst>
            <pc:docMk/>
            <pc:sldMk cId="3553648521" sldId="435"/>
            <ac:picMk id="9" creationId="{9E002C5B-02B5-E70A-C8D0-1591D8420A8E}"/>
          </ac:picMkLst>
        </pc:picChg>
        <pc:cxnChg chg="add del mod">
          <ac:chgData name="Li, Cong" userId="025630f4-267e-4cb3-8cd5-8795177f99f4" providerId="ADAL" clId="{929A2CC8-B112-421C-81E2-D5D63B23E300}" dt="2026-09-12T00:32:41.707" v="9736" actId="478"/>
          <ac:cxnSpMkLst>
            <pc:docMk/>
            <pc:sldMk cId="3553648521" sldId="435"/>
            <ac:cxnSpMk id="11" creationId="{38AC7CCE-246B-3AEE-0626-387DF1A7C01A}"/>
          </ac:cxnSpMkLst>
        </pc:cxnChg>
        <pc:cxnChg chg="add mod">
          <ac:chgData name="Li, Cong" userId="025630f4-267e-4cb3-8cd5-8795177f99f4" providerId="ADAL" clId="{929A2CC8-B112-421C-81E2-D5D63B23E300}" dt="2026-09-12T00:36:05.603" v="9787" actId="1037"/>
          <ac:cxnSpMkLst>
            <pc:docMk/>
            <pc:sldMk cId="3553648521" sldId="435"/>
            <ac:cxnSpMk id="12" creationId="{0B595273-5BF7-B583-1FB5-7CC5D0EDD5AD}"/>
          </ac:cxnSpMkLst>
        </pc:cxnChg>
        <pc:cxnChg chg="add del mod">
          <ac:chgData name="Li, Cong" userId="025630f4-267e-4cb3-8cd5-8795177f99f4" providerId="ADAL" clId="{929A2CC8-B112-421C-81E2-D5D63B23E300}" dt="2026-09-12T00:32:41.707" v="9736" actId="478"/>
          <ac:cxnSpMkLst>
            <pc:docMk/>
            <pc:sldMk cId="3553648521" sldId="435"/>
            <ac:cxnSpMk id="13" creationId="{E210CA93-D70A-7EAC-82CD-143930788D0A}"/>
          </ac:cxnSpMkLst>
        </pc:cxnChg>
        <pc:cxnChg chg="add del mod">
          <ac:chgData name="Li, Cong" userId="025630f4-267e-4cb3-8cd5-8795177f99f4" providerId="ADAL" clId="{929A2CC8-B112-421C-81E2-D5D63B23E300}" dt="2026-09-12T00:32:41.707" v="9736" actId="478"/>
          <ac:cxnSpMkLst>
            <pc:docMk/>
            <pc:sldMk cId="3553648521" sldId="435"/>
            <ac:cxnSpMk id="14" creationId="{682D7645-D21A-BE3B-BFC1-0695F9C8ADA9}"/>
          </ac:cxnSpMkLst>
        </pc:cxnChg>
        <pc:cxnChg chg="add mod">
          <ac:chgData name="Li, Cong" userId="025630f4-267e-4cb3-8cd5-8795177f99f4" providerId="ADAL" clId="{929A2CC8-B112-421C-81E2-D5D63B23E300}" dt="2026-09-12T00:36:10.457" v="9802" actId="1037"/>
          <ac:cxnSpMkLst>
            <pc:docMk/>
            <pc:sldMk cId="3553648521" sldId="435"/>
            <ac:cxnSpMk id="16" creationId="{EDFA15A7-3DC0-E5E3-9848-09396043F171}"/>
          </ac:cxnSpMkLst>
        </pc:cxnChg>
        <pc:cxnChg chg="add mod">
          <ac:chgData name="Li, Cong" userId="025630f4-267e-4cb3-8cd5-8795177f99f4" providerId="ADAL" clId="{929A2CC8-B112-421C-81E2-D5D63B23E300}" dt="2026-09-12T00:36:28.027" v="9905" actId="1035"/>
          <ac:cxnSpMkLst>
            <pc:docMk/>
            <pc:sldMk cId="3553648521" sldId="435"/>
            <ac:cxnSpMk id="17" creationId="{B8452CD0-187D-03EE-DC8F-64962BB766C6}"/>
          </ac:cxnSpMkLst>
        </pc:cxnChg>
        <pc:cxnChg chg="add mod">
          <ac:chgData name="Li, Cong" userId="025630f4-267e-4cb3-8cd5-8795177f99f4" providerId="ADAL" clId="{929A2CC8-B112-421C-81E2-D5D63B23E300}" dt="2026-09-12T00:36:23.846" v="9903" actId="1038"/>
          <ac:cxnSpMkLst>
            <pc:docMk/>
            <pc:sldMk cId="3553648521" sldId="435"/>
            <ac:cxnSpMk id="18" creationId="{F7F66331-B8CB-7F1A-5274-9D2F358A99D3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12T00:42:18.398" v="10120" actId="1076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12T00:38:53.204" v="10045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12T00:41:58.503" v="10107" actId="1076"/>
          <ac:spMkLst>
            <pc:docMk/>
            <pc:sldMk cId="975484450" sldId="438"/>
            <ac:spMk id="8" creationId="{4062F914-BAF8-04AD-05B8-3C12E5F814E1}"/>
          </ac:spMkLst>
        </pc:spChg>
        <pc:spChg chg="add mod">
          <ac:chgData name="Li, Cong" userId="025630f4-267e-4cb3-8cd5-8795177f99f4" providerId="ADAL" clId="{929A2CC8-B112-421C-81E2-D5D63B23E300}" dt="2026-09-12T00:42:05.658" v="10116" actId="1035"/>
          <ac:spMkLst>
            <pc:docMk/>
            <pc:sldMk cId="975484450" sldId="438"/>
            <ac:spMk id="9" creationId="{DBE3BF71-C319-E990-CDF4-EB9440ED7C1B}"/>
          </ac:spMkLst>
        </pc:spChg>
        <pc:spChg chg="add mod">
          <ac:chgData name="Li, Cong" userId="025630f4-267e-4cb3-8cd5-8795177f99f4" providerId="ADAL" clId="{929A2CC8-B112-421C-81E2-D5D63B23E300}" dt="2026-09-12T00:42:18.398" v="10120" actId="1076"/>
          <ac:spMkLst>
            <pc:docMk/>
            <pc:sldMk cId="975484450" sldId="438"/>
            <ac:spMk id="11" creationId="{5FAEB677-9FD8-6846-B588-3DA9023A7D63}"/>
          </ac:spMkLst>
        </pc:spChg>
        <pc:spChg chg="add del mod">
          <ac:chgData name="Li, Cong" userId="025630f4-267e-4cb3-8cd5-8795177f99f4" providerId="ADAL" clId="{929A2CC8-B112-421C-81E2-D5D63B23E300}" dt="2026-09-12T00:40:26.208" v="10084" actId="478"/>
          <ac:spMkLst>
            <pc:docMk/>
            <pc:sldMk cId="975484450" sldId="438"/>
            <ac:spMk id="16" creationId="{C1D7CC9B-F13D-E773-C656-8777AA04D772}"/>
          </ac:spMkLst>
        </pc:spChg>
        <pc:spChg chg="add del mod">
          <ac:chgData name="Li, Cong" userId="025630f4-267e-4cb3-8cd5-8795177f99f4" providerId="ADAL" clId="{929A2CC8-B112-421C-81E2-D5D63B23E300}" dt="2026-09-12T00:41:41.823" v="10102" actId="478"/>
          <ac:spMkLst>
            <pc:docMk/>
            <pc:sldMk cId="975484450" sldId="438"/>
            <ac:spMk id="17" creationId="{12CCFE9D-863B-6807-CB4C-EAC5AAE74923}"/>
          </ac:spMkLst>
        </pc:spChg>
        <pc:spChg chg="add del mod">
          <ac:chgData name="Li, Cong" userId="025630f4-267e-4cb3-8cd5-8795177f99f4" providerId="ADAL" clId="{929A2CC8-B112-421C-81E2-D5D63B23E300}" dt="2026-09-12T00:41:43.321" v="10104" actId="478"/>
          <ac:spMkLst>
            <pc:docMk/>
            <pc:sldMk cId="975484450" sldId="438"/>
            <ac:spMk id="22" creationId="{E308B6AA-933A-7383-C705-91F47D5929AC}"/>
          </ac:spMkLst>
        </pc:spChg>
        <pc:spChg chg="add del mod">
          <ac:chgData name="Li, Cong" userId="025630f4-267e-4cb3-8cd5-8795177f99f4" providerId="ADAL" clId="{929A2CC8-B112-421C-81E2-D5D63B23E300}" dt="2026-09-12T00:41:42.477" v="10103" actId="478"/>
          <ac:spMkLst>
            <pc:docMk/>
            <pc:sldMk cId="975484450" sldId="438"/>
            <ac:spMk id="25" creationId="{AD211A3C-1416-CC6E-667D-C7A061E6DD98}"/>
          </ac:spMkLst>
        </pc:spChg>
        <pc:spChg chg="add del mod">
          <ac:chgData name="Li, Cong" userId="025630f4-267e-4cb3-8cd5-8795177f99f4" providerId="ADAL" clId="{929A2CC8-B112-421C-81E2-D5D63B23E300}" dt="2026-09-12T00:40:24.614" v="10082" actId="478"/>
          <ac:spMkLst>
            <pc:docMk/>
            <pc:sldMk cId="975484450" sldId="438"/>
            <ac:spMk id="26" creationId="{75AF0827-1322-B033-F266-F496DBF56746}"/>
          </ac:spMkLst>
        </pc:spChg>
        <pc:spChg chg="add del mod">
          <ac:chgData name="Li, Cong" userId="025630f4-267e-4cb3-8cd5-8795177f99f4" providerId="ADAL" clId="{929A2CC8-B112-421C-81E2-D5D63B23E300}" dt="2026-09-12T00:40:25.339" v="10083" actId="478"/>
          <ac:spMkLst>
            <pc:docMk/>
            <pc:sldMk cId="975484450" sldId="438"/>
            <ac:spMk id="27" creationId="{A5916D3A-8D0F-53E5-B8A8-8B03779E2790}"/>
          </ac:spMkLst>
        </pc:spChg>
        <pc:picChg chg="add del mod">
          <ac:chgData name="Li, Cong" userId="025630f4-267e-4cb3-8cd5-8795177f99f4" providerId="ADAL" clId="{929A2CC8-B112-421C-81E2-D5D63B23E300}" dt="2026-09-12T00:39:30.614" v="10046" actId="478"/>
          <ac:picMkLst>
            <pc:docMk/>
            <pc:sldMk cId="975484450" sldId="438"/>
            <ac:picMk id="4" creationId="{ED51BCEA-2814-CDCB-7E8F-72D26F89D3FC}"/>
          </ac:picMkLst>
        </pc:picChg>
        <pc:picChg chg="add mod ord">
          <ac:chgData name="Li, Cong" userId="025630f4-267e-4cb3-8cd5-8795177f99f4" providerId="ADAL" clId="{929A2CC8-B112-421C-81E2-D5D63B23E300}" dt="2026-09-12T00:39:54.809" v="10071" actId="167"/>
          <ac:picMkLst>
            <pc:docMk/>
            <pc:sldMk cId="975484450" sldId="438"/>
            <ac:picMk id="5" creationId="{7A89ED40-B0F1-A490-45FD-5D3A9D9B3FF8}"/>
          </ac:picMkLst>
        </pc:picChg>
        <pc:picChg chg="add mod ord">
          <ac:chgData name="Li, Cong" userId="025630f4-267e-4cb3-8cd5-8795177f99f4" providerId="ADAL" clId="{929A2CC8-B112-421C-81E2-D5D63B23E300}" dt="2026-09-12T00:41:47.267" v="10105" actId="14100"/>
          <ac:picMkLst>
            <pc:docMk/>
            <pc:sldMk cId="975484450" sldId="438"/>
            <ac:picMk id="7" creationId="{A4B1B522-2281-5EA1-B2EB-9AC18ED2ADCB}"/>
          </ac:picMkLst>
        </pc:picChg>
        <pc:picChg chg="add del mod">
          <ac:chgData name="Li, Cong" userId="025630f4-267e-4cb3-8cd5-8795177f99f4" providerId="ADAL" clId="{929A2CC8-B112-421C-81E2-D5D63B23E300}" dt="2026-09-12T00:40:19.549" v="10077" actId="478"/>
          <ac:picMkLst>
            <pc:docMk/>
            <pc:sldMk cId="975484450" sldId="438"/>
            <ac:picMk id="10" creationId="{9115E3E9-9DA7-0006-98C7-2F767E5D9F2A}"/>
          </ac:picMkLst>
        </pc:picChg>
        <pc:picChg chg="add del mod">
          <ac:chgData name="Li, Cong" userId="025630f4-267e-4cb3-8cd5-8795177f99f4" providerId="ADAL" clId="{929A2CC8-B112-421C-81E2-D5D63B23E300}" dt="2026-09-12T00:40:21.265" v="10078" actId="478"/>
          <ac:picMkLst>
            <pc:docMk/>
            <pc:sldMk cId="975484450" sldId="438"/>
            <ac:picMk id="12" creationId="{96838669-B5DC-DF23-6931-0E6C398252F0}"/>
          </ac:picMkLst>
        </pc:picChg>
        <pc:picChg chg="add del mod">
          <ac:chgData name="Li, Cong" userId="025630f4-267e-4cb3-8cd5-8795177f99f4" providerId="ADAL" clId="{929A2CC8-B112-421C-81E2-D5D63B23E300}" dt="2026-09-12T00:40:23.873" v="10081" actId="478"/>
          <ac:picMkLst>
            <pc:docMk/>
            <pc:sldMk cId="975484450" sldId="438"/>
            <ac:picMk id="14" creationId="{FFE7C574-675B-1F6C-DC05-C461B651A0DF}"/>
          </ac:picMkLst>
        </pc:picChg>
        <pc:cxnChg chg="add mod">
          <ac:chgData name="Li, Cong" userId="025630f4-267e-4cb3-8cd5-8795177f99f4" providerId="ADAL" clId="{929A2CC8-B112-421C-81E2-D5D63B23E300}" dt="2026-09-12T00:40:00.472" v="10076" actId="1037"/>
          <ac:cxnSpMkLst>
            <pc:docMk/>
            <pc:sldMk cId="975484450" sldId="438"/>
            <ac:cxnSpMk id="18" creationId="{7B20F697-CF31-BD30-583D-EFF8A00B01D0}"/>
          </ac:cxnSpMkLst>
        </pc:cxnChg>
        <pc:cxnChg chg="add mod">
          <ac:chgData name="Li, Cong" userId="025630f4-267e-4cb3-8cd5-8795177f99f4" providerId="ADAL" clId="{929A2CC8-B112-421C-81E2-D5D63B23E300}" dt="2026-09-12T00:40:33.426" v="10098" actId="1035"/>
          <ac:cxnSpMkLst>
            <pc:docMk/>
            <pc:sldMk cId="975484450" sldId="438"/>
            <ac:cxnSpMk id="19" creationId="{AB87BE70-D5B2-7CF3-A3AD-07B8A2D735A6}"/>
          </ac:cxnSpMkLst>
        </pc:cxnChg>
        <pc:cxnChg chg="add del mod">
          <ac:chgData name="Li, Cong" userId="025630f4-267e-4cb3-8cd5-8795177f99f4" providerId="ADAL" clId="{929A2CC8-B112-421C-81E2-D5D63B23E300}" dt="2026-09-12T00:40:23.072" v="10080" actId="478"/>
          <ac:cxnSpMkLst>
            <pc:docMk/>
            <pc:sldMk cId="975484450" sldId="438"/>
            <ac:cxnSpMk id="20" creationId="{3C6FB37F-D812-753E-BF2F-54022700F304}"/>
          </ac:cxnSpMkLst>
        </pc:cxnChg>
        <pc:cxnChg chg="add del mod">
          <ac:chgData name="Li, Cong" userId="025630f4-267e-4cb3-8cd5-8795177f99f4" providerId="ADAL" clId="{929A2CC8-B112-421C-81E2-D5D63B23E300}" dt="2026-09-12T00:40:22.537" v="10079" actId="478"/>
          <ac:cxnSpMkLst>
            <pc:docMk/>
            <pc:sldMk cId="975484450" sldId="438"/>
            <ac:cxnSpMk id="21" creationId="{4C54428F-A389-B933-D397-E543084B36EE}"/>
          </ac:cxnSpMkLst>
        </pc:cxnChg>
      </pc:sldChg>
      <pc:sldChg chg="addSp delSp modSp mod ord delAnim modAnim">
        <pc:chgData name="Li, Cong" userId="025630f4-267e-4cb3-8cd5-8795177f99f4" providerId="ADAL" clId="{929A2CC8-B112-421C-81E2-D5D63B23E300}" dt="2026-09-12T00:53:53.723" v="10427" actId="20577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9-10T00:00:47.343" v="8621"/>
          <ac:spMkLst>
            <pc:docMk/>
            <pc:sldMk cId="1836001582" sldId="439"/>
            <ac:spMk id="2" creationId="{9C14DF8F-2529-71B4-5052-D1CB4794A1CB}"/>
          </ac:spMkLst>
        </pc:spChg>
        <pc:spChg chg="add mod">
          <ac:chgData name="Li, Cong" userId="025630f4-267e-4cb3-8cd5-8795177f99f4" providerId="ADAL" clId="{929A2CC8-B112-421C-81E2-D5D63B23E300}" dt="2026-09-12T00:52:25.004" v="10333" actId="1036"/>
          <ac:spMkLst>
            <pc:docMk/>
            <pc:sldMk cId="1836001582" sldId="439"/>
            <ac:spMk id="3" creationId="{5F15E9B5-3798-B98B-0B5C-366B2CEE3272}"/>
          </ac:spMkLst>
        </pc:spChg>
        <pc:spChg chg="add mod">
          <ac:chgData name="Li, Cong" userId="025630f4-267e-4cb3-8cd5-8795177f99f4" providerId="ADAL" clId="{929A2CC8-B112-421C-81E2-D5D63B23E300}" dt="2026-09-12T00:47:19.588" v="10294" actId="1035"/>
          <ac:spMkLst>
            <pc:docMk/>
            <pc:sldMk cId="1836001582" sldId="439"/>
            <ac:spMk id="6" creationId="{5C9517B0-636F-A1B3-52CE-1EFD21014D63}"/>
          </ac:spMkLst>
        </pc:spChg>
        <pc:spChg chg="mod">
          <ac:chgData name="Li, Cong" userId="025630f4-267e-4cb3-8cd5-8795177f99f4" providerId="ADAL" clId="{929A2CC8-B112-421C-81E2-D5D63B23E300}" dt="2026-09-12T00:53:53.723" v="1042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9-12T00:50:27.629" v="10303" actId="1037"/>
          <ac:spMkLst>
            <pc:docMk/>
            <pc:sldMk cId="1836001582" sldId="439"/>
            <ac:spMk id="11" creationId="{0340EEED-9B18-BAF5-6F4A-4BA4DA74ABA3}"/>
          </ac:spMkLst>
        </pc:spChg>
        <pc:spChg chg="add mod">
          <ac:chgData name="Li, Cong" userId="025630f4-267e-4cb3-8cd5-8795177f99f4" providerId="ADAL" clId="{929A2CC8-B112-421C-81E2-D5D63B23E300}" dt="2026-09-12T00:50:33.097" v="10315" actId="1038"/>
          <ac:spMkLst>
            <pc:docMk/>
            <pc:sldMk cId="1836001582" sldId="439"/>
            <ac:spMk id="12" creationId="{74A45935-741F-6F32-A1CD-2D7ACA35F90E}"/>
          </ac:spMkLst>
        </pc:spChg>
        <pc:spChg chg="add mod">
          <ac:chgData name="Li, Cong" userId="025630f4-267e-4cb3-8cd5-8795177f99f4" providerId="ADAL" clId="{929A2CC8-B112-421C-81E2-D5D63B23E300}" dt="2026-09-12T00:47:06.807" v="10284"/>
          <ac:spMkLst>
            <pc:docMk/>
            <pc:sldMk cId="1836001582" sldId="439"/>
            <ac:spMk id="13" creationId="{B95867CB-0622-DA58-B00E-44607572880A}"/>
          </ac:spMkLst>
        </pc:spChg>
        <pc:spChg chg="add mod">
          <ac:chgData name="Li, Cong" userId="025630f4-267e-4cb3-8cd5-8795177f99f4" providerId="ADAL" clId="{929A2CC8-B112-421C-81E2-D5D63B23E300}" dt="2026-09-12T00:47:06.807" v="10284"/>
          <ac:spMkLst>
            <pc:docMk/>
            <pc:sldMk cId="1836001582" sldId="439"/>
            <ac:spMk id="14" creationId="{A45E211F-993A-A662-C5E1-233A4750C830}"/>
          </ac:spMkLst>
        </pc:spChg>
        <pc:picChg chg="add mod">
          <ac:chgData name="Li, Cong" userId="025630f4-267e-4cb3-8cd5-8795177f99f4" providerId="ADAL" clId="{929A2CC8-B112-421C-81E2-D5D63B23E300}" dt="2026-09-12T00:43:28.094" v="10197" actId="1035"/>
          <ac:picMkLst>
            <pc:docMk/>
            <pc:sldMk cId="1836001582" sldId="439"/>
            <ac:picMk id="4" creationId="{FE4D32EC-FCF6-B0ED-267E-EF8DA4FC7B7D}"/>
          </ac:picMkLst>
        </pc:picChg>
        <pc:picChg chg="add mod ord">
          <ac:chgData name="Li, Cong" userId="025630f4-267e-4cb3-8cd5-8795177f99f4" providerId="ADAL" clId="{929A2CC8-B112-421C-81E2-D5D63B23E300}" dt="2026-09-12T00:50:22.908" v="10299" actId="167"/>
          <ac:picMkLst>
            <pc:docMk/>
            <pc:sldMk cId="1836001582" sldId="439"/>
            <ac:picMk id="5" creationId="{39F5DDF3-9587-5086-4559-5B3A9D54F4C0}"/>
          </ac:picMkLst>
        </pc:picChg>
        <pc:picChg chg="add del mod">
          <ac:chgData name="Li, Cong" userId="025630f4-267e-4cb3-8cd5-8795177f99f4" providerId="ADAL" clId="{929A2CC8-B112-421C-81E2-D5D63B23E300}" dt="2026-09-12T00:43:13.621" v="10184" actId="478"/>
          <ac:picMkLst>
            <pc:docMk/>
            <pc:sldMk cId="1836001582" sldId="439"/>
            <ac:picMk id="5" creationId="{9DC2E9EE-9C29-A094-A527-F602F05834B0}"/>
          </ac:picMkLst>
        </pc:picChg>
        <pc:picChg chg="add del mod">
          <ac:chgData name="Li, Cong" userId="025630f4-267e-4cb3-8cd5-8795177f99f4" providerId="ADAL" clId="{929A2CC8-B112-421C-81E2-D5D63B23E300}" dt="2026-09-12T00:49:29.020" v="10295" actId="478"/>
          <ac:picMkLst>
            <pc:docMk/>
            <pc:sldMk cId="1836001582" sldId="439"/>
            <ac:picMk id="10" creationId="{3A84DE6C-B545-EAF2-02EC-69257E2093F0}"/>
          </ac:picMkLst>
        </pc:picChg>
        <pc:cxnChg chg="add del mod">
          <ac:chgData name="Li, Cong" userId="025630f4-267e-4cb3-8cd5-8795177f99f4" providerId="ADAL" clId="{929A2CC8-B112-421C-81E2-D5D63B23E300}" dt="2026-09-12T00:43:14.678" v="10185" actId="478"/>
          <ac:cxnSpMkLst>
            <pc:docMk/>
            <pc:sldMk cId="1836001582" sldId="439"/>
            <ac:cxnSpMk id="7" creationId="{C345B95A-2058-F74D-FB5B-81E4AD22F9A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6.2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6.2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Look at the Customized Header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看看自己定制的头文件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‘simple.cpp’ as ‘float.cpp’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’simple.cpp’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’float.cpp’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213360" y="243840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Inside the</a:t>
            </a:r>
            <a:r>
              <a:rPr lang="zh-CN" altLang="en-US" sz="2200" dirty="0"/>
              <a:t> </a:t>
            </a:r>
            <a:r>
              <a:rPr lang="en-US" altLang="zh-CN" sz="2200" dirty="0"/>
              <a:t>existing ‘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’, we see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在已有的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</a:t>
            </a:r>
            <a:r>
              <a:rPr lang="zh-CN" altLang="en-US" sz="2200" dirty="0"/>
              <a:t>中我们看到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AA966-E9F2-A607-7B97-CAB81764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1312"/>
            <a:ext cx="1909076" cy="129177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0042FFC-D723-B166-CB7D-40FC02C84E27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 bwMode="auto">
          <a:xfrm flipH="1">
            <a:off x="2640596" y="3917197"/>
            <a:ext cx="16266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78B7B6-BAB3-EB68-C21E-79A7C21B3C66}"/>
              </a:ext>
            </a:extLst>
          </p:cNvPr>
          <p:cNvSpPr txBox="1"/>
          <p:nvPr/>
        </p:nvSpPr>
        <p:spPr>
          <a:xfrm>
            <a:off x="4267200" y="3363199"/>
            <a:ext cx="46482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Training/test data in single-precision data type </a:t>
            </a:r>
          </a:p>
          <a:p>
            <a:pPr algn="ctr"/>
            <a:r>
              <a:rPr lang="zh-CN" altLang="en-US" sz="2200" dirty="0"/>
              <a:t>用单精度类型表示的训练</a:t>
            </a:r>
            <a:r>
              <a:rPr lang="en-US" altLang="zh-CN" sz="2200" dirty="0"/>
              <a:t>/</a:t>
            </a:r>
            <a:r>
              <a:rPr lang="zh-CN" altLang="en-US" sz="2200" dirty="0"/>
              <a:t>测试数据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776829-3D84-382D-6879-A93F052EF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95312"/>
            <a:ext cx="4744112" cy="2629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D0D4C7-233D-D4D1-2AB8-B0F908C8C476}"/>
              </a:ext>
            </a:extLst>
          </p:cNvPr>
          <p:cNvSpPr txBox="1"/>
          <p:nvPr/>
        </p:nvSpPr>
        <p:spPr>
          <a:xfrm>
            <a:off x="924256" y="5592316"/>
            <a:ext cx="435864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function to read single-precision data from file </a:t>
            </a:r>
          </a:p>
          <a:p>
            <a:pPr algn="ctr"/>
            <a:r>
              <a:rPr lang="zh-CN" altLang="en-US" sz="2200" dirty="0"/>
              <a:t>从文件中读取单精度数据的函数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7A9F19-A205-B8ED-4EDE-8A02DFC378A2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 bwMode="auto">
          <a:xfrm flipV="1">
            <a:off x="3103576" y="5058239"/>
            <a:ext cx="0" cy="5340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  <p:bldP spid="8" grpId="1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Change Data Type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改变数据类型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91494-FFC7-5743-43EA-B7A1A39B2FE1}"/>
              </a:ext>
            </a:extLst>
          </p:cNvPr>
          <p:cNvSpPr txBox="1"/>
          <p:nvPr/>
        </p:nvSpPr>
        <p:spPr>
          <a:xfrm>
            <a:off x="213360" y="167640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double-precision data types to single-precision data types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将双精度类型改成单精度类型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17D83A-7BD3-D133-1200-D4CD5D4AF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4744112" cy="765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02C5B-02B5-E70A-C8D0-1591D842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19600"/>
            <a:ext cx="4378301" cy="788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595273-5BF7-B583-1FB5-7CC5D0EDD5AD}"/>
              </a:ext>
            </a:extLst>
          </p:cNvPr>
          <p:cNvCxnSpPr>
            <a:cxnSpLocks/>
          </p:cNvCxnSpPr>
          <p:nvPr/>
        </p:nvCxnSpPr>
        <p:spPr bwMode="auto">
          <a:xfrm>
            <a:off x="727448" y="2676940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FA15A7-3DC0-E5E3-9848-09396043F171}"/>
              </a:ext>
            </a:extLst>
          </p:cNvPr>
          <p:cNvCxnSpPr>
            <a:cxnSpLocks/>
          </p:cNvCxnSpPr>
          <p:nvPr/>
        </p:nvCxnSpPr>
        <p:spPr bwMode="auto">
          <a:xfrm>
            <a:off x="1188720" y="3187148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452CD0-187D-03EE-DC8F-64962BB766C6}"/>
              </a:ext>
            </a:extLst>
          </p:cNvPr>
          <p:cNvCxnSpPr>
            <a:cxnSpLocks/>
          </p:cNvCxnSpPr>
          <p:nvPr/>
        </p:nvCxnSpPr>
        <p:spPr bwMode="auto">
          <a:xfrm>
            <a:off x="2699468" y="2663688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F66331-B8CB-7F1A-5274-9D2F358A99D3}"/>
              </a:ext>
            </a:extLst>
          </p:cNvPr>
          <p:cNvCxnSpPr>
            <a:cxnSpLocks/>
          </p:cNvCxnSpPr>
          <p:nvPr/>
        </p:nvCxnSpPr>
        <p:spPr bwMode="auto">
          <a:xfrm>
            <a:off x="4114136" y="2657064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38F4C78-CFC2-A314-9D45-0F341831F02D}"/>
              </a:ext>
            </a:extLst>
          </p:cNvPr>
          <p:cNvSpPr/>
          <p:nvPr/>
        </p:nvSpPr>
        <p:spPr bwMode="auto">
          <a:xfrm>
            <a:off x="731520" y="4431738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9A0C37-F82B-D6F5-1B84-B34374E336FF}"/>
              </a:ext>
            </a:extLst>
          </p:cNvPr>
          <p:cNvSpPr/>
          <p:nvPr/>
        </p:nvSpPr>
        <p:spPr bwMode="auto">
          <a:xfrm>
            <a:off x="1169670" y="4925243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843258-6AEF-2226-1703-DCB63993CF00}"/>
              </a:ext>
            </a:extLst>
          </p:cNvPr>
          <p:cNvSpPr/>
          <p:nvPr/>
        </p:nvSpPr>
        <p:spPr bwMode="auto">
          <a:xfrm>
            <a:off x="2607945" y="4441263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235D48-B847-A8BC-630F-B81CB0BDB3DE}"/>
              </a:ext>
            </a:extLst>
          </p:cNvPr>
          <p:cNvSpPr/>
          <p:nvPr/>
        </p:nvSpPr>
        <p:spPr bwMode="auto">
          <a:xfrm>
            <a:off x="3903345" y="4431738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CC6CD21-F0F9-91CE-C459-F78B43CAC6EB}"/>
              </a:ext>
            </a:extLst>
          </p:cNvPr>
          <p:cNvSpPr/>
          <p:nvPr/>
        </p:nvSpPr>
        <p:spPr bwMode="auto">
          <a:xfrm>
            <a:off x="2607945" y="3378642"/>
            <a:ext cx="424743" cy="765916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B1B522-2281-5EA1-B2EB-9AC18ED2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4274697"/>
            <a:ext cx="7419106" cy="1326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89ED40-B0F1-A490-45FD-5D3A9D9B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752600"/>
            <a:ext cx="7533421" cy="12803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Change Data Type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改变数据类型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0F697-CF31-BD30-583D-EFF8A00B01D0}"/>
              </a:ext>
            </a:extLst>
          </p:cNvPr>
          <p:cNvCxnSpPr>
            <a:cxnSpLocks/>
          </p:cNvCxnSpPr>
          <p:nvPr/>
        </p:nvCxnSpPr>
        <p:spPr bwMode="auto">
          <a:xfrm>
            <a:off x="1560067" y="1866900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87BE70-D5B2-7CF3-A3AD-07B8A2D735A6}"/>
              </a:ext>
            </a:extLst>
          </p:cNvPr>
          <p:cNvCxnSpPr>
            <a:cxnSpLocks/>
          </p:cNvCxnSpPr>
          <p:nvPr/>
        </p:nvCxnSpPr>
        <p:spPr bwMode="auto">
          <a:xfrm>
            <a:off x="2019300" y="2907199"/>
            <a:ext cx="716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062F914-BAF8-04AD-05B8-3C12E5F814E1}"/>
              </a:ext>
            </a:extLst>
          </p:cNvPr>
          <p:cNvSpPr/>
          <p:nvPr/>
        </p:nvSpPr>
        <p:spPr bwMode="auto">
          <a:xfrm>
            <a:off x="1577847" y="4274697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3BF71-C319-E990-CDF4-EB9440ED7C1B}"/>
              </a:ext>
            </a:extLst>
          </p:cNvPr>
          <p:cNvSpPr/>
          <p:nvPr/>
        </p:nvSpPr>
        <p:spPr bwMode="auto">
          <a:xfrm>
            <a:off x="2019300" y="5314388"/>
            <a:ext cx="640080" cy="27361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FAEB677-9FD8-6846-B588-3DA9023A7D63}"/>
              </a:ext>
            </a:extLst>
          </p:cNvPr>
          <p:cNvSpPr/>
          <p:nvPr/>
        </p:nvSpPr>
        <p:spPr bwMode="auto">
          <a:xfrm>
            <a:off x="4806509" y="3258160"/>
            <a:ext cx="424743" cy="765916"/>
          </a:xfrm>
          <a:prstGeom prst="downArrow">
            <a:avLst>
              <a:gd name="adj1" fmla="val 4376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634E-57BE-A917-4F4E-7FEA4C2A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F5DDF3-9587-5086-4559-5B3A9D54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3810745"/>
            <a:ext cx="5795819" cy="537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4DF8F-2529-71B4-5052-D1CB4794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98966-2C3F-6857-1358-DE54F6A94A3F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data reading functions &amp; structure type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将读取数据的函数和</a:t>
            </a:r>
            <a:r>
              <a:rPr lang="zh-CN" altLang="en-US" sz="2200"/>
              <a:t>结构类型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517B0-636F-A1B3-52CE-1EFD21014D63}"/>
              </a:ext>
            </a:extLst>
          </p:cNvPr>
          <p:cNvSpPr txBox="1"/>
          <p:nvPr/>
        </p:nvSpPr>
        <p:spPr>
          <a:xfrm>
            <a:off x="609600" y="4739717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SRC=float.cpp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run-float.exe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D32EC-FCF6-B0ED-267E-EF8DA4FC7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438400"/>
            <a:ext cx="5418576" cy="52585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0EEED-9B18-BAF5-6F4A-4BA4DA74ABA3}"/>
              </a:ext>
            </a:extLst>
          </p:cNvPr>
          <p:cNvSpPr/>
          <p:nvPr/>
        </p:nvSpPr>
        <p:spPr bwMode="auto">
          <a:xfrm>
            <a:off x="4824737" y="3810746"/>
            <a:ext cx="254159" cy="26857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45935-741F-6F32-A1CD-2D7ACA35F90E}"/>
              </a:ext>
            </a:extLst>
          </p:cNvPr>
          <p:cNvSpPr/>
          <p:nvPr/>
        </p:nvSpPr>
        <p:spPr bwMode="auto">
          <a:xfrm>
            <a:off x="4347819" y="4063938"/>
            <a:ext cx="254159" cy="26857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867CB-0622-DA58-B00E-44607572880A}"/>
              </a:ext>
            </a:extLst>
          </p:cNvPr>
          <p:cNvSpPr txBox="1"/>
          <p:nvPr/>
        </p:nvSpPr>
        <p:spPr>
          <a:xfrm>
            <a:off x="609600" y="2895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45E211F-993A-A662-C5E1-233A4750C830}"/>
              </a:ext>
            </a:extLst>
          </p:cNvPr>
          <p:cNvSpPr/>
          <p:nvPr/>
        </p:nvSpPr>
        <p:spPr bwMode="auto">
          <a:xfrm>
            <a:off x="3048000" y="3048000"/>
            <a:ext cx="475905" cy="609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15E9B5-3798-B98B-0B5C-366B2CEE3272}"/>
              </a:ext>
            </a:extLst>
          </p:cNvPr>
          <p:cNvSpPr/>
          <p:nvPr/>
        </p:nvSpPr>
        <p:spPr bwMode="auto">
          <a:xfrm>
            <a:off x="1657621" y="3810744"/>
            <a:ext cx="115761" cy="52470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00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  <p:bldP spid="13" grpId="0"/>
      <p:bldP spid="14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16010</TotalTime>
  <Words>222</Words>
  <Application>Microsoft Office PowerPoint</Application>
  <PresentationFormat>On-screen Show (4:3)</PresentationFormat>
  <Paragraphs>28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6.2</vt:lpstr>
      <vt:lpstr>Look at the Customized Header   看看自己定制的头文件</vt:lpstr>
      <vt:lpstr>Change Data Type   改变数据类型 (1)</vt:lpstr>
      <vt:lpstr>Change Data Type   改变数据类型 (2)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2026-09-12T00:53:53Z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