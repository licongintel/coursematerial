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286" r:id="rId2"/>
    <p:sldId id="415" r:id="rId3"/>
    <p:sldId id="436" r:id="rId4"/>
    <p:sldId id="437" r:id="rId5"/>
    <p:sldId id="438" r:id="rId6"/>
    <p:sldId id="434" r:id="rId7"/>
    <p:sldId id="353" r:id="rId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14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9-10T00:11:06.151" v="860" actId="1036"/>
      <pc:docMkLst>
        <pc:docMk/>
      </pc:docMkLst>
      <pc:sldChg chg="addSp delSp modSp mod addAnim delAnim modAnim">
        <pc:chgData name="Li, Cong" userId="025630f4-267e-4cb3-8cd5-8795177f99f4" providerId="ADAL" clId="{929A2CC8-B112-421C-81E2-D5D63B23E300}" dt="2026-09-10T00:11:06.151" v="860" actId="1036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8-15T00:34:06.963" v="857" actId="20577"/>
          <ac:spMkLst>
            <pc:docMk/>
            <pc:sldMk cId="796492521" sldId="415"/>
            <ac:spMk id="19" creationId="{23CD657D-BF24-8236-C712-84C3BC6A85FC}"/>
          </ac:spMkLst>
        </pc:spChg>
        <pc:cxnChg chg="add mod">
          <ac:chgData name="Li, Cong" userId="025630f4-267e-4cb3-8cd5-8795177f99f4" providerId="ADAL" clId="{929A2CC8-B112-421C-81E2-D5D63B23E300}" dt="2026-09-10T00:11:06.151" v="860" actId="1036"/>
          <ac:cxnSpMkLst>
            <pc:docMk/>
            <pc:sldMk cId="796492521" sldId="415"/>
            <ac:cxnSpMk id="13" creationId="{DF2520B1-B197-83B8-0A26-FBD4E217184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EAE9-FE34-0D7B-5550-8E1732B2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0C0E5-55CB-4EE8-C60C-F5542EF97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28511-DF8D-44CD-18D8-C8F21659A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10865-7EAD-3AC2-C603-33EED0BCB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033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2.4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2.4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/>
              <p:nvPr/>
            </p:nvSpPr>
            <p:spPr>
              <a:xfrm>
                <a:off x="609600" y="2438400"/>
                <a:ext cx="7924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Modify the configuration of parameter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200" dirty="0"/>
                  <a:t> &amp;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200" dirty="0"/>
                  <a:t> from</a:t>
                </a:r>
              </a:p>
              <a:p>
                <a:pPr algn="ctr"/>
                <a:r>
                  <a:rPr lang="zh-CN" altLang="en-US" sz="2200" dirty="0"/>
                  <a:t>将参数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200" dirty="0"/>
                  <a:t>和初始值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200" dirty="0"/>
                  <a:t>的配置从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38400"/>
                <a:ext cx="7924800" cy="769441"/>
              </a:xfrm>
              <a:prstGeom prst="rect">
                <a:avLst/>
              </a:prstGeom>
              <a:blipFill>
                <a:blip r:embed="rId3"/>
                <a:stretch>
                  <a:fillRect t="-5556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D6DAE7A-ED56-2C7B-BDE2-CC456BCE1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1040275" cy="5944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0AB2A7A-E9B0-E260-77C9-C851888CF536}"/>
              </a:ext>
            </a:extLst>
          </p:cNvPr>
          <p:cNvSpPr txBox="1"/>
          <p:nvPr/>
        </p:nvSpPr>
        <p:spPr>
          <a:xfrm>
            <a:off x="609600" y="387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‘single.py</a:t>
            </a:r>
            <a:r>
              <a:rPr lang="en-US" altLang="zh-CN" sz="2200"/>
              <a:t>’ as </a:t>
            </a:r>
            <a:r>
              <a:rPr lang="en-US" altLang="zh-CN" sz="2200" dirty="0"/>
              <a:t>‘simple.py’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’single.py’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’simple.py’</a:t>
            </a:r>
            <a:endParaRPr lang="zh-CN" altLang="en-US" sz="2200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171E5F3-1834-B0BE-3F0C-9BA540CA4F02}"/>
              </a:ext>
            </a:extLst>
          </p:cNvPr>
          <p:cNvSpPr/>
          <p:nvPr/>
        </p:nvSpPr>
        <p:spPr bwMode="auto">
          <a:xfrm>
            <a:off x="1229003" y="3939182"/>
            <a:ext cx="424743" cy="67091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B50BEF-2AA0-C1DD-E31D-06BE77985015}"/>
              </a:ext>
            </a:extLst>
          </p:cNvPr>
          <p:cNvCxnSpPr>
            <a:cxnSpLocks/>
          </p:cNvCxnSpPr>
          <p:nvPr/>
        </p:nvCxnSpPr>
        <p:spPr bwMode="auto">
          <a:xfrm>
            <a:off x="731519" y="3377514"/>
            <a:ext cx="104027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2520B1-B197-83B8-0A26-FBD4E2171840}"/>
              </a:ext>
            </a:extLst>
          </p:cNvPr>
          <p:cNvCxnSpPr>
            <a:cxnSpLocks/>
          </p:cNvCxnSpPr>
          <p:nvPr/>
        </p:nvCxnSpPr>
        <p:spPr bwMode="auto">
          <a:xfrm>
            <a:off x="731519" y="3810000"/>
            <a:ext cx="104027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EE143F5-8920-CF35-2607-A6F7B7D85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32116"/>
            <a:ext cx="4424027" cy="133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14CD-6CE3-A356-C3CB-6FEA8550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35480B-D5C9-C503-2E12-B6E358A54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22178"/>
            <a:ext cx="3097962" cy="297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BC0AC8-330E-3EC0-CAF8-456AED7B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Record Array  </a:t>
            </a:r>
            <a:r>
              <a:rPr lang="zh-CN" altLang="en-US" dirty="0">
                <a:ea typeface="ＭＳ Ｐゴシック" panose="020B0600070205080204" pitchFamily="34" charset="-128"/>
              </a:rPr>
              <a:t>记录数组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DD8BD-D9DA-63A1-6B0E-9D310D1ED15C}"/>
              </a:ext>
            </a:extLst>
          </p:cNvPr>
          <p:cNvSpPr txBox="1"/>
          <p:nvPr/>
        </p:nvSpPr>
        <p:spPr>
          <a:xfrm>
            <a:off x="609600" y="2971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E1699CD-C8CD-4D93-3401-0C1CB06B06C7}"/>
              </a:ext>
            </a:extLst>
          </p:cNvPr>
          <p:cNvSpPr/>
          <p:nvPr/>
        </p:nvSpPr>
        <p:spPr bwMode="auto">
          <a:xfrm>
            <a:off x="2056801" y="2949710"/>
            <a:ext cx="424743" cy="76944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974E6C-9826-9B5F-70C0-9D6DBEC90972}"/>
              </a:ext>
            </a:extLst>
          </p:cNvPr>
          <p:cNvCxnSpPr>
            <a:cxnSpLocks/>
            <a:endCxn id="6" idx="3"/>
          </p:cNvCxnSpPr>
          <p:nvPr/>
        </p:nvCxnSpPr>
        <p:spPr bwMode="auto">
          <a:xfrm>
            <a:off x="708865" y="2667000"/>
            <a:ext cx="3120617" cy="378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D505859-9882-46DC-793D-682760CD74EC}"/>
              </a:ext>
            </a:extLst>
          </p:cNvPr>
          <p:cNvSpPr txBox="1"/>
          <p:nvPr/>
        </p:nvSpPr>
        <p:spPr>
          <a:xfrm>
            <a:off x="609600" y="1628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storage initialization for the records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将记录存储空间的初始化从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ACE2DB-1669-57C5-3040-03AD1C1B0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8947"/>
            <a:ext cx="3532363" cy="74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2CE0-4BA3-20AA-CE02-5A33B3AA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2266-0D64-5B92-737B-CB16EB0A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E88FC-349D-7E1F-073B-F650CE56F8DD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Put the calculation &amp; recording into an outer loop w/ indent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将计算与记录缩进并放入一个外重循环中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904E1-54E0-FCE5-49FD-B38B70F15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90800"/>
            <a:ext cx="4606933" cy="16118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09D6C6-5573-458C-69DD-CEF1190A960B}"/>
              </a:ext>
            </a:extLst>
          </p:cNvPr>
          <p:cNvSpPr/>
          <p:nvPr/>
        </p:nvSpPr>
        <p:spPr bwMode="auto">
          <a:xfrm>
            <a:off x="762165" y="2590800"/>
            <a:ext cx="2806878" cy="30479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BFC80B-484F-5361-1FE4-E78B9D413CDC}"/>
              </a:ext>
            </a:extLst>
          </p:cNvPr>
          <p:cNvSpPr/>
          <p:nvPr/>
        </p:nvSpPr>
        <p:spPr bwMode="auto">
          <a:xfrm>
            <a:off x="762165" y="2895599"/>
            <a:ext cx="457035" cy="130705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5160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E4867-95A2-98BA-C57E-EDCAC47A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FA73-2F6E-76B0-F6E7-59B0FD77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9FFA5-4767-5207-C324-BC64C0DC028E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the additional indices to the variables in calculation &amp; recording  </a:t>
            </a:r>
            <a:r>
              <a:rPr lang="zh-CN" altLang="en-US" sz="2200" dirty="0"/>
              <a:t>在计算和记录时，为变量加入额外的下标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65DCD7-6A7A-7A4A-4624-84DE23F05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514600"/>
            <a:ext cx="4126806" cy="1348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5CA2DF-216E-72F8-51B1-BBFA2B5306CF}"/>
              </a:ext>
            </a:extLst>
          </p:cNvPr>
          <p:cNvSpPr/>
          <p:nvPr/>
        </p:nvSpPr>
        <p:spPr bwMode="auto">
          <a:xfrm>
            <a:off x="1752600" y="2796361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D38A4F-3ABF-FEC5-9ACC-2B89DFFDE33E}"/>
              </a:ext>
            </a:extLst>
          </p:cNvPr>
          <p:cNvSpPr/>
          <p:nvPr/>
        </p:nvSpPr>
        <p:spPr bwMode="auto">
          <a:xfrm>
            <a:off x="1744980" y="331452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C8F301-09A2-4BB1-23FB-8E0318BDBEA7}"/>
              </a:ext>
            </a:extLst>
          </p:cNvPr>
          <p:cNvSpPr/>
          <p:nvPr/>
        </p:nvSpPr>
        <p:spPr bwMode="auto">
          <a:xfrm>
            <a:off x="3154680" y="278892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14655-E060-0324-8D26-0543EA601553}"/>
              </a:ext>
            </a:extLst>
          </p:cNvPr>
          <p:cNvSpPr/>
          <p:nvPr/>
        </p:nvSpPr>
        <p:spPr bwMode="auto">
          <a:xfrm>
            <a:off x="3970020" y="280416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6885DB-EECA-79B6-AAC1-4B8DA1419795}"/>
              </a:ext>
            </a:extLst>
          </p:cNvPr>
          <p:cNvSpPr/>
          <p:nvPr/>
        </p:nvSpPr>
        <p:spPr bwMode="auto">
          <a:xfrm>
            <a:off x="4808220" y="281178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A7073-79E2-59FB-DFE0-8480308F32DB}"/>
              </a:ext>
            </a:extLst>
          </p:cNvPr>
          <p:cNvSpPr/>
          <p:nvPr/>
        </p:nvSpPr>
        <p:spPr bwMode="auto">
          <a:xfrm>
            <a:off x="3147060" y="330699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AEDE6-6039-3EF7-9603-378AA49FFA2C}"/>
              </a:ext>
            </a:extLst>
          </p:cNvPr>
          <p:cNvSpPr/>
          <p:nvPr/>
        </p:nvSpPr>
        <p:spPr bwMode="auto">
          <a:xfrm>
            <a:off x="3977640" y="332214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EA6E89-CBEC-398D-558C-15E6FDAEAD4F}"/>
              </a:ext>
            </a:extLst>
          </p:cNvPr>
          <p:cNvSpPr/>
          <p:nvPr/>
        </p:nvSpPr>
        <p:spPr bwMode="auto">
          <a:xfrm>
            <a:off x="4792980" y="330690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4A2BB-7620-F013-EB87-F705BF5EB8B5}"/>
              </a:ext>
            </a:extLst>
          </p:cNvPr>
          <p:cNvSpPr/>
          <p:nvPr/>
        </p:nvSpPr>
        <p:spPr bwMode="auto">
          <a:xfrm>
            <a:off x="3634740" y="357378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1C6102-9F4A-E382-6817-B3C3F9296C19}"/>
              </a:ext>
            </a:extLst>
          </p:cNvPr>
          <p:cNvSpPr/>
          <p:nvPr/>
        </p:nvSpPr>
        <p:spPr bwMode="auto">
          <a:xfrm>
            <a:off x="2804160" y="3573600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946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7C64-CACF-82B9-0793-1E0EB8BD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0281-7D6B-AD5D-E411-4D36F098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60D73-CDD1-F8BA-28A7-F45552903345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record output from single number per line </a:t>
            </a:r>
          </a:p>
          <a:p>
            <a:pPr algn="ctr"/>
            <a:r>
              <a:rPr lang="zh-CN" altLang="en-US" sz="2200" dirty="0"/>
              <a:t>将记录输出从一行单个数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FB019-A58F-D24C-3B7D-13808C22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465021"/>
            <a:ext cx="4664090" cy="354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9F3581-6832-5DD0-1CF0-B16F9FEA1ECF}"/>
              </a:ext>
            </a:extLst>
          </p:cNvPr>
          <p:cNvSpPr txBox="1"/>
          <p:nvPr/>
        </p:nvSpPr>
        <p:spPr>
          <a:xfrm>
            <a:off x="609600" y="2971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multiple numbers per line</a:t>
            </a:r>
          </a:p>
          <a:p>
            <a:pPr algn="ctr"/>
            <a:r>
              <a:rPr lang="zh-CN" altLang="en-US" sz="2200" dirty="0"/>
              <a:t>改为一行多个数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6857C89-9177-C911-107E-246A22B59FCC}"/>
              </a:ext>
            </a:extLst>
          </p:cNvPr>
          <p:cNvSpPr/>
          <p:nvPr/>
        </p:nvSpPr>
        <p:spPr bwMode="auto">
          <a:xfrm>
            <a:off x="2056801" y="2949710"/>
            <a:ext cx="424743" cy="76944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EAB984-ADD6-A23E-E5E8-507EFE96ECA3}"/>
              </a:ext>
            </a:extLst>
          </p:cNvPr>
          <p:cNvCxnSpPr>
            <a:cxnSpLocks/>
            <a:endCxn id="4" idx="3"/>
          </p:cNvCxnSpPr>
          <p:nvPr/>
        </p:nvCxnSpPr>
        <p:spPr bwMode="auto">
          <a:xfrm>
            <a:off x="1146213" y="2641917"/>
            <a:ext cx="4651733" cy="29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AF76AF1-934B-6506-6729-803D6E9F5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25" y="3903938"/>
            <a:ext cx="5132786" cy="11202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0C3F93-B9D6-2A0E-2806-3BEA57FA8673}"/>
              </a:ext>
            </a:extLst>
          </p:cNvPr>
          <p:cNvSpPr txBox="1"/>
          <p:nvPr/>
        </p:nvSpPr>
        <p:spPr>
          <a:xfrm>
            <a:off x="609600" y="541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  <a:cs typeface="Arial" panose="020B0604020202020204" pitchFamily="34" charset="0"/>
              </a:rPr>
              <a:t>python simple.py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08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15865</TotalTime>
  <Words>231</Words>
  <Application>Microsoft Office PowerPoint</Application>
  <PresentationFormat>On-screen Show (4:3)</PresentationFormat>
  <Paragraphs>32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SimSun</vt:lpstr>
      <vt:lpstr>Arial</vt:lpstr>
      <vt:lpstr>Cambria Math</vt:lpstr>
      <vt:lpstr>Comic Sans MS</vt:lpstr>
      <vt:lpstr>Consolas</vt:lpstr>
      <vt:lpstr>Tahoma</vt:lpstr>
      <vt:lpstr>Times New Roman</vt:lpstr>
      <vt:lpstr>Wingdings</vt:lpstr>
      <vt:lpstr>Blends</vt:lpstr>
      <vt:lpstr>Cookbook for Practice 2.4</vt:lpstr>
      <vt:lpstr>Basic Settings  基本设置</vt:lpstr>
      <vt:lpstr>Record Array  记录数组</vt:lpstr>
      <vt:lpstr>Calculation &amp; Recording 计算与记录 (1)</vt:lpstr>
      <vt:lpstr>Calculation &amp; Recording 计算与记录 (2)</vt:lpstr>
      <vt:lpstr>Results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2026-09-10T00:11:14Z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