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86" r:id="rId2"/>
    <p:sldId id="415" r:id="rId3"/>
    <p:sldId id="440" r:id="rId4"/>
    <p:sldId id="450" r:id="rId5"/>
    <p:sldId id="435" r:id="rId6"/>
    <p:sldId id="451" r:id="rId7"/>
    <p:sldId id="441" r:id="rId8"/>
    <p:sldId id="452" r:id="rId9"/>
    <p:sldId id="453" r:id="rId10"/>
    <p:sldId id="454" r:id="rId11"/>
    <p:sldId id="455" r:id="rId12"/>
    <p:sldId id="457" r:id="rId13"/>
    <p:sldId id="456" r:id="rId14"/>
    <p:sldId id="438" r:id="rId15"/>
    <p:sldId id="442" r:id="rId16"/>
    <p:sldId id="443" r:id="rId17"/>
    <p:sldId id="444" r:id="rId18"/>
    <p:sldId id="447" r:id="rId19"/>
    <p:sldId id="458" r:id="rId20"/>
    <p:sldId id="449" r:id="rId21"/>
    <p:sldId id="353" r:id="rId22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1E0A6-BE85-4859-BF44-46A4102D66CE}" v="1078" dt="2026-09-26T02:36:41.131"/>
    <p1510:client id="{95BDE694-B8B0-4E19-AB00-E047543309D8}" v="584" dt="2026-09-25T09:30:51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>
        <p:scale>
          <a:sx n="60" d="100"/>
          <a:sy n="60" d="100"/>
        </p:scale>
        <p:origin x="302" y="-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26T02:39:34.586" v="17767" actId="1035"/>
      <pc:docMkLst>
        <pc:docMk/>
      </pc:docMkLst>
      <pc:sldChg chg="addSp delSp modSp mod">
        <pc:chgData name="Li, Cong" userId="025630f4-267e-4cb3-8cd5-8795177f99f4" providerId="ADAL" clId="{929A2CC8-B112-421C-81E2-D5D63B23E300}" dt="2026-09-26T00:41:15.262" v="1345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26T00:41:15.262" v="1345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26T00:41:12.605" v="13449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">
        <pc:chgData name="Li, Cong" userId="025630f4-267e-4cb3-8cd5-8795177f99f4" providerId="ADAL" clId="{929A2CC8-B112-421C-81E2-D5D63B23E300}" dt="2026-09-25T09:27:53.972" v="13444" actId="478"/>
        <pc:sldMkLst>
          <pc:docMk/>
          <pc:sldMk cId="0" sldId="353"/>
        </pc:sldMkLst>
        <pc:picChg chg="add del mod">
          <ac:chgData name="Li, Cong" userId="025630f4-267e-4cb3-8cd5-8795177f99f4" providerId="ADAL" clId="{929A2CC8-B112-421C-81E2-D5D63B23E300}" dt="2026-09-25T08:59:18.995" v="12066" actId="21"/>
          <ac:picMkLst>
            <pc:docMk/>
            <pc:sldMk cId="0" sldId="353"/>
            <ac:picMk id="3" creationId="{28925F58-9F23-E314-B904-90BEAD878E39}"/>
          </ac:picMkLst>
        </pc:picChg>
        <pc:picChg chg="add del">
          <ac:chgData name="Li, Cong" userId="025630f4-267e-4cb3-8cd5-8795177f99f4" providerId="ADAL" clId="{929A2CC8-B112-421C-81E2-D5D63B23E300}" dt="2026-09-25T09:27:53.972" v="13444" actId="478"/>
          <ac:picMkLst>
            <pc:docMk/>
            <pc:sldMk cId="0" sldId="353"/>
            <ac:picMk id="5" creationId="{23E4CAAD-6FB4-68EC-B201-DA31402026E1}"/>
          </ac:picMkLst>
        </pc:picChg>
      </pc:sldChg>
      <pc:sldChg chg="addSp delSp modSp mod delAnim modAnim">
        <pc:chgData name="Li, Cong" userId="025630f4-267e-4cb3-8cd5-8795177f99f4" providerId="ADAL" clId="{929A2CC8-B112-421C-81E2-D5D63B23E300}" dt="2026-09-26T01:07:25.544" v="13879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26T00:41:55.837" v="13524" actId="20577"/>
          <ac:spMkLst>
            <pc:docMk/>
            <pc:sldMk cId="796492521" sldId="415"/>
            <ac:spMk id="2" creationId="{ADE6B920-28FE-41F4-B19E-AF72E4D6D2C6}"/>
          </ac:spMkLst>
        </pc:spChg>
        <pc:spChg chg="add del mod">
          <ac:chgData name="Li, Cong" userId="025630f4-267e-4cb3-8cd5-8795177f99f4" providerId="ADAL" clId="{929A2CC8-B112-421C-81E2-D5D63B23E300}" dt="2026-09-26T00:42:08.763" v="13525" actId="478"/>
          <ac:spMkLst>
            <pc:docMk/>
            <pc:sldMk cId="796492521" sldId="415"/>
            <ac:spMk id="8" creationId="{E3FE15A8-B328-559B-D8E6-A06BE931DF18}"/>
          </ac:spMkLst>
        </pc:spChg>
        <pc:spChg chg="add mod">
          <ac:chgData name="Li, Cong" userId="025630f4-267e-4cb3-8cd5-8795177f99f4" providerId="ADAL" clId="{929A2CC8-B112-421C-81E2-D5D63B23E300}" dt="2026-09-26T00:51:21.181" v="13728" actId="20577"/>
          <ac:spMkLst>
            <pc:docMk/>
            <pc:sldMk cId="796492521" sldId="415"/>
            <ac:spMk id="10" creationId="{7A1E7842-4875-8CD7-B0BA-4A6DEC5DC312}"/>
          </ac:spMkLst>
        </pc:spChg>
        <pc:spChg chg="mod">
          <ac:chgData name="Li, Cong" userId="025630f4-267e-4cb3-8cd5-8795177f99f4" providerId="ADAL" clId="{929A2CC8-B112-421C-81E2-D5D63B23E300}" dt="2026-09-26T00:51:19.630" v="13727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4" creationId="{42C2BE69-4257-C7A1-DC25-62A400691817}"/>
          </ac:spMkLst>
        </pc:spChg>
        <pc:spChg chg="add mod">
          <ac:chgData name="Li, Cong" userId="025630f4-267e-4cb3-8cd5-8795177f99f4" providerId="ADAL" clId="{929A2CC8-B112-421C-81E2-D5D63B23E300}" dt="2026-09-26T00:51:22.326" v="13729" actId="20577"/>
          <ac:spMkLst>
            <pc:docMk/>
            <pc:sldMk cId="796492521" sldId="415"/>
            <ac:spMk id="14" creationId="{CB544120-44CD-399B-F131-BFE01E1BCF9F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5" creationId="{0B5914A4-CC03-8209-4B6D-85C03F2567DA}"/>
          </ac:spMkLst>
        </pc:spChg>
        <pc:spChg chg="mod">
          <ac:chgData name="Li, Cong" userId="025630f4-267e-4cb3-8cd5-8795177f99f4" providerId="ADAL" clId="{929A2CC8-B112-421C-81E2-D5D63B23E300}" dt="2026-09-25T07:54:48.513" v="9676" actId="20577"/>
          <ac:spMkLst>
            <pc:docMk/>
            <pc:sldMk cId="796492521" sldId="415"/>
            <ac:spMk id="19" creationId="{23CD657D-BF24-8236-C712-84C3BC6A85FC}"/>
          </ac:spMkLst>
        </pc:spChg>
        <pc:picChg chg="add del mod">
          <ac:chgData name="Li, Cong" userId="025630f4-267e-4cb3-8cd5-8795177f99f4" providerId="ADAL" clId="{929A2CC8-B112-421C-81E2-D5D63B23E300}" dt="2026-09-26T00:42:08.763" v="13525" actId="478"/>
          <ac:picMkLst>
            <pc:docMk/>
            <pc:sldMk cId="796492521" sldId="415"/>
            <ac:picMk id="4" creationId="{720D85FE-CD8E-CD11-7DDE-81181309092F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5" creationId="{D460CFC5-E516-9C3C-EE9D-C5A6DA275606}"/>
          </ac:picMkLst>
        </pc:picChg>
        <pc:picChg chg="add mod">
          <ac:chgData name="Li, Cong" userId="025630f4-267e-4cb3-8cd5-8795177f99f4" providerId="ADAL" clId="{929A2CC8-B112-421C-81E2-D5D63B23E300}" dt="2026-09-26T00:42:42.205" v="13529" actId="1076"/>
          <ac:picMkLst>
            <pc:docMk/>
            <pc:sldMk cId="796492521" sldId="415"/>
            <ac:picMk id="5" creationId="{DC0807EC-FFE8-E1F0-A6E4-636EF7444DB8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7" creationId="{DA8616C9-DA5F-6399-D25D-73CC42C6633C}"/>
          </ac:picMkLst>
        </pc:picChg>
        <pc:picChg chg="add mod">
          <ac:chgData name="Li, Cong" userId="025630f4-267e-4cb3-8cd5-8795177f99f4" providerId="ADAL" clId="{929A2CC8-B112-421C-81E2-D5D63B23E300}" dt="2026-09-26T01:07:14.274" v="13872" actId="1036"/>
          <ac:picMkLst>
            <pc:docMk/>
            <pc:sldMk cId="796492521" sldId="415"/>
            <ac:picMk id="9" creationId="{A3F6078C-056A-28FC-2685-6DC67425E4F5}"/>
          </ac:picMkLst>
        </pc:picChg>
        <pc:picChg chg="add mod">
          <ac:chgData name="Li, Cong" userId="025630f4-267e-4cb3-8cd5-8795177f99f4" providerId="ADAL" clId="{929A2CC8-B112-421C-81E2-D5D63B23E300}" dt="2026-09-26T01:07:18.539" v="13877" actId="1035"/>
          <ac:picMkLst>
            <pc:docMk/>
            <pc:sldMk cId="796492521" sldId="415"/>
            <ac:picMk id="13" creationId="{7D040863-D02A-0231-4485-297FC67D5A6D}"/>
          </ac:picMkLst>
        </pc:picChg>
        <pc:cxnChg chg="add del mod">
          <ac:chgData name="Li, Cong" userId="025630f4-267e-4cb3-8cd5-8795177f99f4" providerId="ADAL" clId="{929A2CC8-B112-421C-81E2-D5D63B23E300}" dt="2026-09-26T00:42:08.763" v="13525" actId="478"/>
          <ac:cxnSpMkLst>
            <pc:docMk/>
            <pc:sldMk cId="796492521" sldId="415"/>
            <ac:cxnSpMk id="6" creationId="{052D68D4-4CEA-E120-5952-A5E1F5E52A69}"/>
          </ac:cxnSpMkLst>
        </pc:cxnChg>
        <pc:cxnChg chg="add del mod">
          <ac:chgData name="Li, Cong" userId="025630f4-267e-4cb3-8cd5-8795177f99f4" providerId="ADAL" clId="{929A2CC8-B112-421C-81E2-D5D63B23E300}" dt="2026-09-25T07:55:13.128" v="9735" actId="478"/>
          <ac:cxnSpMkLst>
            <pc:docMk/>
            <pc:sldMk cId="796492521" sldId="415"/>
            <ac:cxnSpMk id="9" creationId="{DDFAB97E-C477-02EB-9392-8D917AC11FB8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26T01:58:01.770" v="16521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9-26T01:20:05.578" v="14393" actId="20577"/>
          <ac:spMkLst>
            <pc:docMk/>
            <pc:sldMk cId="3553648521" sldId="435"/>
            <ac:spMk id="2" creationId="{4CE32745-8FBC-5E24-87AD-6CCA0AD31545}"/>
          </ac:spMkLst>
        </pc:spChg>
        <pc:spChg chg="add mod">
          <ac:chgData name="Li, Cong" userId="025630f4-267e-4cb3-8cd5-8795177f99f4" providerId="ADAL" clId="{929A2CC8-B112-421C-81E2-D5D63B23E300}" dt="2026-09-26T01:16:59.303" v="14132" actId="20577"/>
          <ac:spMkLst>
            <pc:docMk/>
            <pc:sldMk cId="3553648521" sldId="435"/>
            <ac:spMk id="8" creationId="{1368A2D7-D553-1AE0-5B88-6CB1EF2D829A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0" creationId="{71A66BE4-C61E-1E91-DEFB-99EEBCE8D95D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5" creationId="{B585EB72-04D1-86ED-F8FA-34C65F6BCBC5}"/>
          </ac:spMkLst>
        </pc:spChg>
        <pc:spChg chg="add mod">
          <ac:chgData name="Li, Cong" userId="025630f4-267e-4cb3-8cd5-8795177f99f4" providerId="ADAL" clId="{929A2CC8-B112-421C-81E2-D5D63B23E300}" dt="2026-09-26T01:19:16.143" v="14332" actId="20577"/>
          <ac:spMkLst>
            <pc:docMk/>
            <pc:sldMk cId="3553648521" sldId="435"/>
            <ac:spMk id="17" creationId="{39593BF9-5314-511B-9124-4A3F05ED6EF6}"/>
          </ac:spMkLst>
        </pc:spChg>
        <pc:picChg chg="add del mod">
          <ac:chgData name="Li, Cong" userId="025630f4-267e-4cb3-8cd5-8795177f99f4" providerId="ADAL" clId="{929A2CC8-B112-421C-81E2-D5D63B23E300}" dt="2026-09-26T01:16:19.692" v="14027" actId="478"/>
          <ac:picMkLst>
            <pc:docMk/>
            <pc:sldMk cId="3553648521" sldId="435"/>
            <ac:picMk id="4" creationId="{907FEECA-1960-AD27-9A07-872BDFFC33E7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5" creationId="{6A1D7861-A5C0-7BE7-B08E-7359B110397E}"/>
          </ac:picMkLst>
        </pc:picChg>
        <pc:picChg chg="add mod">
          <ac:chgData name="Li, Cong" userId="025630f4-267e-4cb3-8cd5-8795177f99f4" providerId="ADAL" clId="{929A2CC8-B112-421C-81E2-D5D63B23E300}" dt="2026-09-26T01:17:11.307" v="14135" actId="1035"/>
          <ac:picMkLst>
            <pc:docMk/>
            <pc:sldMk cId="3553648521" sldId="435"/>
            <ac:picMk id="5" creationId="{DC385834-FB7C-21C4-4218-437EE95860DB}"/>
          </ac:picMkLst>
        </pc:picChg>
        <pc:picChg chg="add mod">
          <ac:chgData name="Li, Cong" userId="025630f4-267e-4cb3-8cd5-8795177f99f4" providerId="ADAL" clId="{929A2CC8-B112-421C-81E2-D5D63B23E300}" dt="2026-09-26T01:21:41.622" v="14444" actId="1035"/>
          <ac:picMkLst>
            <pc:docMk/>
            <pc:sldMk cId="3553648521" sldId="435"/>
            <ac:picMk id="7" creationId="{8B5025E4-F427-2F12-5788-FCD26E23897A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7" creationId="{FE2CF4E1-8C34-2047-FD25-E58AFFC91750}"/>
          </ac:picMkLst>
        </pc:picChg>
        <pc:picChg chg="add del mod">
          <ac:chgData name="Li, Cong" userId="025630f4-267e-4cb3-8cd5-8795177f99f4" providerId="ADAL" clId="{929A2CC8-B112-421C-81E2-D5D63B23E300}" dt="2026-09-26T01:18:38.464" v="14264" actId="478"/>
          <ac:picMkLst>
            <pc:docMk/>
            <pc:sldMk cId="3553648521" sldId="435"/>
            <ac:picMk id="12" creationId="{812DE013-3E8D-B0DE-2091-166D1D843600}"/>
          </ac:picMkLst>
        </pc:pic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1" creationId="{38AC7CCE-246B-3AEE-0626-387DF1A7C01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3" creationId="{E210CA93-D70A-7EAC-82CD-143930788D0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4" creationId="{682D7645-D21A-BE3B-BFC1-0695F9C8ADA9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26T02:17:05.222" v="16897" actId="2057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9-26T02:16:36.506" v="16879" actId="20577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9-26T02:16:02.627" v="16857" actId="1036"/>
          <ac:spMkLst>
            <pc:docMk/>
            <pc:sldMk cId="975484450" sldId="438"/>
            <ac:spMk id="9" creationId="{A1E7D695-FC3B-5FBA-796D-3D64178BF99E}"/>
          </ac:spMkLst>
        </pc:spChg>
        <pc:spChg chg="add del mod">
          <ac:chgData name="Li, Cong" userId="025630f4-267e-4cb3-8cd5-8795177f99f4" providerId="ADAL" clId="{929A2CC8-B112-421C-81E2-D5D63B23E300}" dt="2026-09-26T02:11:46.812" v="16757" actId="478"/>
          <ac:spMkLst>
            <pc:docMk/>
            <pc:sldMk cId="975484450" sldId="438"/>
            <ac:spMk id="13" creationId="{696F72C1-91D5-2968-E858-15F265813F97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6" creationId="{C1D7CC9B-F13D-E773-C656-8777AA04D772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7" creationId="{12CCFE9D-863B-6807-CB4C-EAC5AAE74923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2" creationId="{E308B6AA-933A-7383-C705-91F47D5929AC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5" creationId="{AD211A3C-1416-CC6E-667D-C7A061E6DD98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6" creationId="{75AF0827-1322-B033-F266-F496DBF56746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7" creationId="{A5916D3A-8D0F-53E5-B8A8-8B03779E2790}"/>
          </ac:spMkLst>
        </pc:spChg>
        <pc:spChg chg="add mod">
          <ac:chgData name="Li, Cong" userId="025630f4-267e-4cb3-8cd5-8795177f99f4" providerId="ADAL" clId="{929A2CC8-B112-421C-81E2-D5D63B23E300}" dt="2026-09-26T02:17:05.222" v="16897" actId="20577"/>
          <ac:spMkLst>
            <pc:docMk/>
            <pc:sldMk cId="975484450" sldId="438"/>
            <ac:spMk id="30" creationId="{73A8BE58-047E-1516-F1CC-7D11BA2BADE5}"/>
          </ac:spMkLst>
        </pc:spChg>
        <pc:picChg chg="add del">
          <ac:chgData name="Li, Cong" userId="025630f4-267e-4cb3-8cd5-8795177f99f4" providerId="ADAL" clId="{929A2CC8-B112-421C-81E2-D5D63B23E300}" dt="2026-09-26T01:36:42.222" v="15029" actId="21"/>
          <ac:picMkLst>
            <pc:docMk/>
            <pc:sldMk cId="975484450" sldId="438"/>
            <ac:picMk id="4" creationId="{DF7AD94D-7924-512C-EAD2-C25CB288E5E4}"/>
          </ac:picMkLst>
        </pc:picChg>
        <pc:picChg chg="add del mod">
          <ac:chgData name="Li, Cong" userId="025630f4-267e-4cb3-8cd5-8795177f99f4" providerId="ADAL" clId="{929A2CC8-B112-421C-81E2-D5D63B23E300}" dt="2026-09-25T08:24:10.752" v="10590" actId="478"/>
          <ac:picMkLst>
            <pc:docMk/>
            <pc:sldMk cId="975484450" sldId="438"/>
            <ac:picMk id="4" creationId="{ED51BCEA-2814-CDCB-7E8F-72D26F89D3FC}"/>
          </ac:picMkLst>
        </pc:picChg>
        <pc:picChg chg="add del mod">
          <ac:chgData name="Li, Cong" userId="025630f4-267e-4cb3-8cd5-8795177f99f4" providerId="ADAL" clId="{929A2CC8-B112-421C-81E2-D5D63B23E300}" dt="2026-09-26T02:11:31.815" v="16750" actId="478"/>
          <ac:picMkLst>
            <pc:docMk/>
            <pc:sldMk cId="975484450" sldId="438"/>
            <ac:picMk id="5" creationId="{91B6EC98-CC9D-815F-656A-28461060A9B4}"/>
          </ac:picMkLst>
        </pc:picChg>
        <pc:picChg chg="add mod">
          <ac:chgData name="Li, Cong" userId="025630f4-267e-4cb3-8cd5-8795177f99f4" providerId="ADAL" clId="{929A2CC8-B112-421C-81E2-D5D63B23E300}" dt="2026-09-26T02:16:02.627" v="16857" actId="1036"/>
          <ac:picMkLst>
            <pc:docMk/>
            <pc:sldMk cId="975484450" sldId="438"/>
            <ac:picMk id="7" creationId="{8EB33E97-3DE9-5324-6D70-0F3CD5F39ABA}"/>
          </ac:picMkLst>
        </pc:picChg>
        <pc:picChg chg="add del">
          <ac:chgData name="Li, Cong" userId="025630f4-267e-4cb3-8cd5-8795177f99f4" providerId="ADAL" clId="{929A2CC8-B112-421C-81E2-D5D63B23E300}" dt="2026-09-25T08:25:50.522" v="10643" actId="22"/>
          <ac:picMkLst>
            <pc:docMk/>
            <pc:sldMk cId="975484450" sldId="438"/>
            <ac:picMk id="7" creationId="{AED28391-7608-56C2-ED62-7C02EE125669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0" creationId="{9115E3E9-9DA7-0006-98C7-2F767E5D9F2A}"/>
          </ac:picMkLst>
        </pc:picChg>
        <pc:picChg chg="add mod">
          <ac:chgData name="Li, Cong" userId="025630f4-267e-4cb3-8cd5-8795177f99f4" providerId="ADAL" clId="{929A2CC8-B112-421C-81E2-D5D63B23E300}" dt="2026-09-26T02:16:09.610" v="16867" actId="1036"/>
          <ac:picMkLst>
            <pc:docMk/>
            <pc:sldMk cId="975484450" sldId="438"/>
            <ac:picMk id="10" creationId="{9F8A4285-648A-C86B-30CC-B13395FD6ABE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2" creationId="{96838669-B5DC-DF23-6931-0E6C398252F0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4" creationId="{FFE7C574-675B-1F6C-DC05-C461B651A0DF}"/>
          </ac:picMkLst>
        </pc:picChg>
        <pc:picChg chg="add del mod">
          <ac:chgData name="Li, Cong" userId="025630f4-267e-4cb3-8cd5-8795177f99f4" providerId="ADAL" clId="{929A2CC8-B112-421C-81E2-D5D63B23E300}" dt="2026-09-25T08:29:04.206" v="10904" actId="478"/>
          <ac:picMkLst>
            <pc:docMk/>
            <pc:sldMk cId="975484450" sldId="438"/>
            <ac:picMk id="23" creationId="{A5B289F6-7B4C-D7C0-884F-80B5EB6FFD24}"/>
          </ac:picMkLst>
        </pc:picChg>
        <pc:picChg chg="add del mod">
          <ac:chgData name="Li, Cong" userId="025630f4-267e-4cb3-8cd5-8795177f99f4" providerId="ADAL" clId="{929A2CC8-B112-421C-81E2-D5D63B23E300}" dt="2026-09-26T02:11:47.906" v="16758" actId="478"/>
          <ac:picMkLst>
            <pc:docMk/>
            <pc:sldMk cId="975484450" sldId="438"/>
            <ac:picMk id="28" creationId="{6C31591C-72B2-0BA6-E0F2-7EB17E02ABDB}"/>
          </ac:picMkLst>
        </pc:picChg>
        <pc:picChg chg="add del mod">
          <ac:chgData name="Li, Cong" userId="025630f4-267e-4cb3-8cd5-8795177f99f4" providerId="ADAL" clId="{929A2CC8-B112-421C-81E2-D5D63B23E300}" dt="2026-09-25T08:34:38.262" v="11017" actId="478"/>
          <ac:picMkLst>
            <pc:docMk/>
            <pc:sldMk cId="975484450" sldId="438"/>
            <ac:picMk id="32" creationId="{A2E29D39-45AB-4222-FE06-D2C193C09FEE}"/>
          </ac:picMkLst>
        </pc:picChg>
        <pc:picChg chg="add del mod">
          <ac:chgData name="Li, Cong" userId="025630f4-267e-4cb3-8cd5-8795177f99f4" providerId="ADAL" clId="{929A2CC8-B112-421C-81E2-D5D63B23E300}" dt="2026-09-26T02:15:15.892" v="16759" actId="478"/>
          <ac:picMkLst>
            <pc:docMk/>
            <pc:sldMk cId="975484450" sldId="438"/>
            <ac:picMk id="34" creationId="{06E9A295-7911-8A7E-6FC4-F4F7E1BFC3D9}"/>
          </ac:picMkLst>
        </pc:picChg>
        <pc:cxnChg chg="add del mod">
          <ac:chgData name="Li, Cong" userId="025630f4-267e-4cb3-8cd5-8795177f99f4" providerId="ADAL" clId="{929A2CC8-B112-421C-81E2-D5D63B23E300}" dt="2026-09-25T08:24:07.312" v="10589" actId="478"/>
          <ac:cxnSpMkLst>
            <pc:docMk/>
            <pc:sldMk cId="975484450" sldId="438"/>
            <ac:cxnSpMk id="18" creationId="{7B20F697-CF31-BD30-583D-EFF8A00B01D0}"/>
          </ac:cxnSpMkLst>
        </pc:cxnChg>
      </pc:sldChg>
      <pc:sldChg chg="addSp delSp modSp del mod ord delAnim modAnim">
        <pc:chgData name="Li, Cong" userId="025630f4-267e-4cb3-8cd5-8795177f99f4" providerId="ADAL" clId="{929A2CC8-B112-421C-81E2-D5D63B23E300}" dt="2026-09-25T08:16:22.600" v="10586" actId="47"/>
        <pc:sldMkLst>
          <pc:docMk/>
          <pc:sldMk cId="1836001582" sldId="439"/>
        </pc:sldMkLst>
      </pc:sldChg>
      <pc:sldChg chg="addSp delSp modSp add mod modAnim">
        <pc:chgData name="Li, Cong" userId="025630f4-267e-4cb3-8cd5-8795177f99f4" providerId="ADAL" clId="{929A2CC8-B112-421C-81E2-D5D63B23E300}" dt="2026-09-26T01:07:40.478" v="13880"/>
        <pc:sldMkLst>
          <pc:docMk/>
          <pc:sldMk cId="1838751765" sldId="440"/>
        </pc:sldMkLst>
        <pc:spChg chg="mod">
          <ac:chgData name="Li, Cong" userId="025630f4-267e-4cb3-8cd5-8795177f99f4" providerId="ADAL" clId="{929A2CC8-B112-421C-81E2-D5D63B23E300}" dt="2026-09-26T00:58:49.947" v="13789" actId="20577"/>
          <ac:spMkLst>
            <pc:docMk/>
            <pc:sldMk cId="1838751765" sldId="440"/>
            <ac:spMk id="2" creationId="{966242FA-52C8-72D4-C191-D70EE8B6F736}"/>
          </ac:spMkLst>
        </pc:spChg>
        <pc:spChg chg="del mod">
          <ac:chgData name="Li, Cong" userId="025630f4-267e-4cb3-8cd5-8795177f99f4" providerId="ADAL" clId="{929A2CC8-B112-421C-81E2-D5D63B23E300}" dt="2026-09-26T01:02:40.702" v="13819" actId="478"/>
          <ac:spMkLst>
            <pc:docMk/>
            <pc:sldMk cId="1838751765" sldId="440"/>
            <ac:spMk id="8" creationId="{1CDF5E3F-4438-3F4D-6BCD-B0E3AF4E6FD2}"/>
          </ac:spMkLst>
        </pc:spChg>
        <pc:spChg chg="add mod">
          <ac:chgData name="Li, Cong" userId="025630f4-267e-4cb3-8cd5-8795177f99f4" providerId="ADAL" clId="{929A2CC8-B112-421C-81E2-D5D63B23E300}" dt="2026-09-26T01:03:42.658" v="13866" actId="20577"/>
          <ac:spMkLst>
            <pc:docMk/>
            <pc:sldMk cId="1838751765" sldId="440"/>
            <ac:spMk id="9" creationId="{F5DAA8C5-CEA9-BF21-AE45-93514996F791}"/>
          </ac:spMkLst>
        </pc:spChg>
        <pc:spChg chg="add mod">
          <ac:chgData name="Li, Cong" userId="025630f4-267e-4cb3-8cd5-8795177f99f4" providerId="ADAL" clId="{929A2CC8-B112-421C-81E2-D5D63B23E300}" dt="2026-09-26T01:03:22.835" v="13827" actId="1035"/>
          <ac:spMkLst>
            <pc:docMk/>
            <pc:sldMk cId="1838751765" sldId="440"/>
            <ac:spMk id="10" creationId="{FF2BB047-BBEC-3752-228D-757DB4B5BC1E}"/>
          </ac:spMkLst>
        </pc:spChg>
        <pc:spChg chg="mod">
          <ac:chgData name="Li, Cong" userId="025630f4-267e-4cb3-8cd5-8795177f99f4" providerId="ADAL" clId="{929A2CC8-B112-421C-81E2-D5D63B23E300}" dt="2026-09-26T00:59:06.278" v="13818" actId="1035"/>
          <ac:spMkLst>
            <pc:docMk/>
            <pc:sldMk cId="1838751765" sldId="440"/>
            <ac:spMk id="11" creationId="{79483580-5AF0-B501-13C8-E6EC11AF9D8B}"/>
          </ac:spMkLst>
        </pc:spChg>
        <pc:spChg chg="del">
          <ac:chgData name="Li, Cong" userId="025630f4-267e-4cb3-8cd5-8795177f99f4" providerId="ADAL" clId="{929A2CC8-B112-421C-81E2-D5D63B23E300}" dt="2026-09-26T00:58:53.641" v="13790" actId="478"/>
          <ac:spMkLst>
            <pc:docMk/>
            <pc:sldMk cId="1838751765" sldId="440"/>
            <ac:spMk id="19" creationId="{CB0347E0-2AD8-0338-50C6-DBC6772FD5B5}"/>
          </ac:spMkLst>
        </pc:spChg>
        <pc:picChg chg="del">
          <ac:chgData name="Li, Cong" userId="025630f4-267e-4cb3-8cd5-8795177f99f4" providerId="ADAL" clId="{929A2CC8-B112-421C-81E2-D5D63B23E300}" dt="2026-09-26T00:58:05.332" v="13730" actId="478"/>
          <ac:picMkLst>
            <pc:docMk/>
            <pc:sldMk cId="1838751765" sldId="440"/>
            <ac:picMk id="4" creationId="{5784458E-741B-A4CB-5CC4-4BC81B1136C4}"/>
          </ac:picMkLst>
        </pc:picChg>
        <pc:picChg chg="add mod">
          <ac:chgData name="Li, Cong" userId="025630f4-267e-4cb3-8cd5-8795177f99f4" providerId="ADAL" clId="{929A2CC8-B112-421C-81E2-D5D63B23E300}" dt="2026-09-26T00:59:03.633" v="13817" actId="1036"/>
          <ac:picMkLst>
            <pc:docMk/>
            <pc:sldMk cId="1838751765" sldId="440"/>
            <ac:picMk id="5" creationId="{B5FCF194-F852-77B5-6CF6-64590325D7E9}"/>
          </ac:picMkLst>
        </pc:picChg>
        <pc:cxnChg chg="mod">
          <ac:chgData name="Li, Cong" userId="025630f4-267e-4cb3-8cd5-8795177f99f4" providerId="ADAL" clId="{929A2CC8-B112-421C-81E2-D5D63B23E300}" dt="2026-09-26T01:02:40.702" v="13819" actId="478"/>
          <ac:cxnSpMkLst>
            <pc:docMk/>
            <pc:sldMk cId="1838751765" sldId="440"/>
            <ac:cxnSpMk id="6" creationId="{DA53A391-0A0A-5972-ED48-F2FA1D352D72}"/>
          </ac:cxnSpMkLst>
        </pc:cxnChg>
        <pc:cxnChg chg="add mod">
          <ac:chgData name="Li, Cong" userId="025630f4-267e-4cb3-8cd5-8795177f99f4" providerId="ADAL" clId="{929A2CC8-B112-421C-81E2-D5D63B23E300}" dt="2026-09-26T01:03:31.763" v="13828" actId="1076"/>
          <ac:cxnSpMkLst>
            <pc:docMk/>
            <pc:sldMk cId="1838751765" sldId="440"/>
            <ac:cxnSpMk id="7" creationId="{5057F73A-A9DF-BE1C-09AD-06B196F3D30A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26T01:39:45.105" v="15373" actId="1076"/>
        <pc:sldMkLst>
          <pc:docMk/>
          <pc:sldMk cId="3238252005" sldId="441"/>
        </pc:sldMkLst>
        <pc:spChg chg="mod">
          <ac:chgData name="Li, Cong" userId="025630f4-267e-4cb3-8cd5-8795177f99f4" providerId="ADAL" clId="{929A2CC8-B112-421C-81E2-D5D63B23E300}" dt="2026-09-26T01:37:12.351" v="15072" actId="20577"/>
          <ac:spMkLst>
            <pc:docMk/>
            <pc:sldMk cId="3238252005" sldId="441"/>
            <ac:spMk id="2" creationId="{02C1E15A-C3A4-DD17-09D3-CC2A14B46EEA}"/>
          </ac:spMkLst>
        </pc:spChg>
        <pc:spChg chg="mod">
          <ac:chgData name="Li, Cong" userId="025630f4-267e-4cb3-8cd5-8795177f99f4" providerId="ADAL" clId="{929A2CC8-B112-421C-81E2-D5D63B23E300}" dt="2026-09-26T01:38:20.437" v="15290" actId="20577"/>
          <ac:spMkLst>
            <pc:docMk/>
            <pc:sldMk cId="3238252005" sldId="441"/>
            <ac:spMk id="8" creationId="{D0892C1A-7306-FB4D-B748-FC267A9A8141}"/>
          </ac:spMkLst>
        </pc:spChg>
        <pc:spChg chg="add del mod">
          <ac:chgData name="Li, Cong" userId="025630f4-267e-4cb3-8cd5-8795177f99f4" providerId="ADAL" clId="{929A2CC8-B112-421C-81E2-D5D63B23E300}" dt="2026-09-26T01:37:35.192" v="15092" actId="478"/>
          <ac:spMkLst>
            <pc:docMk/>
            <pc:sldMk cId="3238252005" sldId="441"/>
            <ac:spMk id="12" creationId="{78C2E8A6-6D15-44D4-780E-9A5A2D7D4022}"/>
          </ac:spMkLst>
        </pc:spChg>
        <pc:spChg chg="add mod">
          <ac:chgData name="Li, Cong" userId="025630f4-267e-4cb3-8cd5-8795177f99f4" providerId="ADAL" clId="{929A2CC8-B112-421C-81E2-D5D63B23E300}" dt="2026-09-26T01:39:45.105" v="15373" actId="1076"/>
          <ac:spMkLst>
            <pc:docMk/>
            <pc:sldMk cId="3238252005" sldId="441"/>
            <ac:spMk id="16" creationId="{113A2E29-7AD8-504F-755C-2733FBFDD3AD}"/>
          </ac:spMkLst>
        </pc:spChg>
        <pc:spChg chg="del mod">
          <ac:chgData name="Li, Cong" userId="025630f4-267e-4cb3-8cd5-8795177f99f4" providerId="ADAL" clId="{929A2CC8-B112-421C-81E2-D5D63B23E300}" dt="2026-09-26T01:38:41.720" v="15294" actId="478"/>
          <ac:spMkLst>
            <pc:docMk/>
            <pc:sldMk cId="3238252005" sldId="441"/>
            <ac:spMk id="17" creationId="{E253A969-0EC5-AEF1-B68C-E45772DE417B}"/>
          </ac:spMkLst>
        </pc:spChg>
        <pc:spChg chg="add mod">
          <ac:chgData name="Li, Cong" userId="025630f4-267e-4cb3-8cd5-8795177f99f4" providerId="ADAL" clId="{929A2CC8-B112-421C-81E2-D5D63B23E300}" dt="2026-09-26T01:39:10.801" v="15299" actId="1076"/>
          <ac:spMkLst>
            <pc:docMk/>
            <pc:sldMk cId="3238252005" sldId="441"/>
            <ac:spMk id="18" creationId="{AD9A2166-5FC5-BF5E-5B70-5F88FE0A2474}"/>
          </ac:spMkLst>
        </pc:spChg>
        <pc:picChg chg="del">
          <ac:chgData name="Li, Cong" userId="025630f4-267e-4cb3-8cd5-8795177f99f4" providerId="ADAL" clId="{929A2CC8-B112-421C-81E2-D5D63B23E300}" dt="2026-09-25T08:13:41.203" v="10329" actId="478"/>
          <ac:picMkLst>
            <pc:docMk/>
            <pc:sldMk cId="3238252005" sldId="441"/>
            <ac:picMk id="4" creationId="{03FD2A2F-06E4-F7D8-8998-200AAB3156E2}"/>
          </ac:picMkLst>
        </pc:picChg>
        <pc:picChg chg="add del mod">
          <ac:chgData name="Li, Cong" userId="025630f4-267e-4cb3-8cd5-8795177f99f4" providerId="ADAL" clId="{929A2CC8-B112-421C-81E2-D5D63B23E300}" dt="2026-09-26T01:36:55.059" v="15032" actId="478"/>
          <ac:picMkLst>
            <pc:docMk/>
            <pc:sldMk cId="3238252005" sldId="441"/>
            <ac:picMk id="4" creationId="{CAE46E1D-E8DB-A7E7-4832-5F4F38077970}"/>
          </ac:picMkLst>
        </pc:picChg>
        <pc:picChg chg="add del mod">
          <ac:chgData name="Li, Cong" userId="025630f4-267e-4cb3-8cd5-8795177f99f4" providerId="ADAL" clId="{929A2CC8-B112-421C-81E2-D5D63B23E300}" dt="2026-09-26T01:21:49.144" v="14445" actId="478"/>
          <ac:picMkLst>
            <pc:docMk/>
            <pc:sldMk cId="3238252005" sldId="441"/>
            <ac:picMk id="5" creationId="{82FD2361-5F2D-EEB3-7A18-511CD525533E}"/>
          </ac:picMkLst>
        </pc:picChg>
        <pc:picChg chg="add del mod">
          <ac:chgData name="Li, Cong" userId="025630f4-267e-4cb3-8cd5-8795177f99f4" providerId="ADAL" clId="{929A2CC8-B112-421C-81E2-D5D63B23E300}" dt="2026-09-26T01:25:08.350" v="14604" actId="478"/>
          <ac:picMkLst>
            <pc:docMk/>
            <pc:sldMk cId="3238252005" sldId="441"/>
            <ac:picMk id="7" creationId="{65D40C05-92D2-3940-7BA1-4AB1B8F22271}"/>
          </ac:picMkLst>
        </pc:picChg>
        <pc:picChg chg="add del mod">
          <ac:chgData name="Li, Cong" userId="025630f4-267e-4cb3-8cd5-8795177f99f4" providerId="ADAL" clId="{929A2CC8-B112-421C-81E2-D5D63B23E300}" dt="2026-09-26T01:37:35.192" v="15092" actId="478"/>
          <ac:picMkLst>
            <pc:docMk/>
            <pc:sldMk cId="3238252005" sldId="441"/>
            <ac:picMk id="9" creationId="{08994D03-4F6D-38A1-1756-12D15731099C}"/>
          </ac:picMkLst>
        </pc:picChg>
        <pc:picChg chg="add del mod">
          <ac:chgData name="Li, Cong" userId="025630f4-267e-4cb3-8cd5-8795177f99f4" providerId="ADAL" clId="{929A2CC8-B112-421C-81E2-D5D63B23E300}" dt="2026-09-26T01:37:35.192" v="15092" actId="478"/>
          <ac:picMkLst>
            <pc:docMk/>
            <pc:sldMk cId="3238252005" sldId="441"/>
            <ac:picMk id="11" creationId="{410B6897-B642-ADFB-AD3D-0DE5993C456D}"/>
          </ac:picMkLst>
        </pc:picChg>
        <pc:picChg chg="del">
          <ac:chgData name="Li, Cong" userId="025630f4-267e-4cb3-8cd5-8795177f99f4" providerId="ADAL" clId="{929A2CC8-B112-421C-81E2-D5D63B23E300}" dt="2026-09-25T08:14:57.444" v="10408" actId="478"/>
          <ac:picMkLst>
            <pc:docMk/>
            <pc:sldMk cId="3238252005" sldId="441"/>
            <ac:picMk id="12" creationId="{96603F87-04AF-BEE5-A930-8E547B441249}"/>
          </ac:picMkLst>
        </pc:picChg>
        <pc:picChg chg="add mod">
          <ac:chgData name="Li, Cong" userId="025630f4-267e-4cb3-8cd5-8795177f99f4" providerId="ADAL" clId="{929A2CC8-B112-421C-81E2-D5D63B23E300}" dt="2026-09-26T01:38:25.269" v="15293" actId="1035"/>
          <ac:picMkLst>
            <pc:docMk/>
            <pc:sldMk cId="3238252005" sldId="441"/>
            <ac:picMk id="14" creationId="{488350E3-B2B5-04C2-063D-0BC517EEBBE6}"/>
          </ac:picMkLst>
        </pc:picChg>
        <pc:cxnChg chg="add mod">
          <ac:chgData name="Li, Cong" userId="025630f4-267e-4cb3-8cd5-8795177f99f4" providerId="ADAL" clId="{929A2CC8-B112-421C-81E2-D5D63B23E300}" dt="2026-09-26T01:39:45.105" v="15373" actId="1076"/>
          <ac:cxnSpMkLst>
            <pc:docMk/>
            <pc:sldMk cId="3238252005" sldId="441"/>
            <ac:cxnSpMk id="15" creationId="{124316DB-16A8-E4F5-D01C-01E1DA64292B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26T02:20:29.794" v="17019" actId="1035"/>
        <pc:sldMkLst>
          <pc:docMk/>
          <pc:sldMk cId="3225962670" sldId="442"/>
        </pc:sldMkLst>
        <pc:spChg chg="mod">
          <ac:chgData name="Li, Cong" userId="025630f4-267e-4cb3-8cd5-8795177f99f4" providerId="ADAL" clId="{929A2CC8-B112-421C-81E2-D5D63B23E300}" dt="2026-09-25T08:34:18.983" v="10975" actId="20577"/>
          <ac:spMkLst>
            <pc:docMk/>
            <pc:sldMk cId="3225962670" sldId="442"/>
            <ac:spMk id="2" creationId="{E06EB9F4-D452-45BE-05FE-3051CAD8C599}"/>
          </ac:spMkLst>
        </pc:spChg>
        <pc:spChg chg="add del mod">
          <ac:chgData name="Li, Cong" userId="025630f4-267e-4cb3-8cd5-8795177f99f4" providerId="ADAL" clId="{929A2CC8-B112-421C-81E2-D5D63B23E300}" dt="2026-09-26T02:20:11.171" v="16983" actId="478"/>
          <ac:spMkLst>
            <pc:docMk/>
            <pc:sldMk cId="3225962670" sldId="442"/>
            <ac:spMk id="7" creationId="{4BD079F1-0FD9-83DA-F66E-FD0AC56C4663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9" creationId="{D39ACC97-B76B-1CDD-6571-BE742853395B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13" creationId="{F79143E1-4B84-1638-A9A3-A81C362BC6B2}"/>
          </ac:spMkLst>
        </pc:spChg>
        <pc:spChg chg="mod">
          <ac:chgData name="Li, Cong" userId="025630f4-267e-4cb3-8cd5-8795177f99f4" providerId="ADAL" clId="{929A2CC8-B112-421C-81E2-D5D63B23E300}" dt="2026-09-26T02:20:15.351" v="16986" actId="1036"/>
          <ac:spMkLst>
            <pc:docMk/>
            <pc:sldMk cId="3225962670" sldId="442"/>
            <ac:spMk id="30" creationId="{023AE913-03C5-0FDE-05D2-F35469DD88C5}"/>
          </ac:spMkLst>
        </pc:spChg>
        <pc:picChg chg="add del mod">
          <ac:chgData name="Li, Cong" userId="025630f4-267e-4cb3-8cd5-8795177f99f4" providerId="ADAL" clId="{929A2CC8-B112-421C-81E2-D5D63B23E300}" dt="2026-09-26T02:19:43.704" v="16904" actId="478"/>
          <ac:picMkLst>
            <pc:docMk/>
            <pc:sldMk cId="3225962670" sldId="442"/>
            <ac:picMk id="4" creationId="{85A630A8-9AD1-5095-46E0-952DCE33B65A}"/>
          </ac:picMkLst>
        </pc:picChg>
        <pc:picChg chg="add del mod">
          <ac:chgData name="Li, Cong" userId="025630f4-267e-4cb3-8cd5-8795177f99f4" providerId="ADAL" clId="{929A2CC8-B112-421C-81E2-D5D63B23E300}" dt="2026-09-26T02:19:18.766" v="16903" actId="478"/>
          <ac:picMkLst>
            <pc:docMk/>
            <pc:sldMk cId="3225962670" sldId="442"/>
            <ac:picMk id="5" creationId="{2BDD84E2-C8FC-A0D9-D8EA-C6ABABC7E70A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5" creationId="{B65B441B-E647-5F93-D0B7-53EBF3F522BF}"/>
          </ac:picMkLst>
        </pc:picChg>
        <pc:picChg chg="add mod">
          <ac:chgData name="Li, Cong" userId="025630f4-267e-4cb3-8cd5-8795177f99f4" providerId="ADAL" clId="{929A2CC8-B112-421C-81E2-D5D63B23E300}" dt="2026-09-26T02:20:29.794" v="17019" actId="1035"/>
          <ac:picMkLst>
            <pc:docMk/>
            <pc:sldMk cId="3225962670" sldId="442"/>
            <ac:picMk id="8" creationId="{7618F25D-C027-ED40-695C-D4CC61ECE644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28" creationId="{0F23E136-1EF3-5636-8D41-AF728D19D608}"/>
          </ac:picMkLst>
        </pc:picChg>
        <pc:picChg chg="del mod">
          <ac:chgData name="Li, Cong" userId="025630f4-267e-4cb3-8cd5-8795177f99f4" providerId="ADAL" clId="{929A2CC8-B112-421C-81E2-D5D63B23E300}" dt="2026-09-26T02:18:55.896" v="16898" actId="478"/>
          <ac:picMkLst>
            <pc:docMk/>
            <pc:sldMk cId="3225962670" sldId="442"/>
            <ac:picMk id="32" creationId="{59DA7D4D-78ED-E599-6BBD-5F6C26BDEE31}"/>
          </ac:picMkLst>
        </pc:picChg>
        <pc:picChg chg="del">
          <ac:chgData name="Li, Cong" userId="025630f4-267e-4cb3-8cd5-8795177f99f4" providerId="ADAL" clId="{929A2CC8-B112-421C-81E2-D5D63B23E300}" dt="2026-09-25T08:34:27.734" v="10976" actId="478"/>
          <ac:picMkLst>
            <pc:docMk/>
            <pc:sldMk cId="3225962670" sldId="442"/>
            <ac:picMk id="34" creationId="{844384EC-34BF-637A-CAEB-9F1A6FA3005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6T02:22:40.998" v="17164" actId="1036"/>
        <pc:sldMkLst>
          <pc:docMk/>
          <pc:sldMk cId="1908927989" sldId="443"/>
        </pc:sldMkLst>
        <pc:spChg chg="mod">
          <ac:chgData name="Li, Cong" userId="025630f4-267e-4cb3-8cd5-8795177f99f4" providerId="ADAL" clId="{929A2CC8-B112-421C-81E2-D5D63B23E300}" dt="2026-09-25T08:57:30.246" v="11993" actId="20577"/>
          <ac:spMkLst>
            <pc:docMk/>
            <pc:sldMk cId="1908927989" sldId="443"/>
            <ac:spMk id="2" creationId="{3254D8A8-4E72-6A6A-EB06-106D88F820E2}"/>
          </ac:spMkLst>
        </pc:spChg>
        <pc:spChg chg="del mod">
          <ac:chgData name="Li, Cong" userId="025630f4-267e-4cb3-8cd5-8795177f99f4" providerId="ADAL" clId="{929A2CC8-B112-421C-81E2-D5D63B23E300}" dt="2026-09-26T02:22:08.020" v="17132" actId="478"/>
          <ac:spMkLst>
            <pc:docMk/>
            <pc:sldMk cId="1908927989" sldId="443"/>
            <ac:spMk id="7" creationId="{10C5AE4D-421A-A339-47D5-48E9400B3688}"/>
          </ac:spMkLst>
        </pc:spChg>
        <pc:spChg chg="add mod">
          <ac:chgData name="Li, Cong" userId="025630f4-267e-4cb3-8cd5-8795177f99f4" providerId="ADAL" clId="{929A2CC8-B112-421C-81E2-D5D63B23E300}" dt="2026-09-26T02:22:40.998" v="17164" actId="1036"/>
          <ac:spMkLst>
            <pc:docMk/>
            <pc:sldMk cId="1908927989" sldId="443"/>
            <ac:spMk id="11" creationId="{B13CDD41-0417-962B-3012-E1C341E367DC}"/>
          </ac:spMkLst>
        </pc:spChg>
        <pc:spChg chg="mod">
          <ac:chgData name="Li, Cong" userId="025630f4-267e-4cb3-8cd5-8795177f99f4" providerId="ADAL" clId="{929A2CC8-B112-421C-81E2-D5D63B23E300}" dt="2026-09-26T02:22:14.734" v="17141" actId="1035"/>
          <ac:spMkLst>
            <pc:docMk/>
            <pc:sldMk cId="1908927989" sldId="443"/>
            <ac:spMk id="30" creationId="{176C6F40-9B00-9663-BA5C-0D5893923734}"/>
          </ac:spMkLst>
        </pc:spChg>
        <pc:picChg chg="del">
          <ac:chgData name="Li, Cong" userId="025630f4-267e-4cb3-8cd5-8795177f99f4" providerId="ADAL" clId="{929A2CC8-B112-421C-81E2-D5D63B23E300}" dt="2026-09-25T08:48:20.402" v="11486" actId="478"/>
          <ac:picMkLst>
            <pc:docMk/>
            <pc:sldMk cId="1908927989" sldId="443"/>
            <ac:picMk id="4" creationId="{4221D307-E7DF-F80D-9ABE-5BF2E16D5158}"/>
          </ac:picMkLst>
        </pc:picChg>
        <pc:picChg chg="add mod">
          <ac:chgData name="Li, Cong" userId="025630f4-267e-4cb3-8cd5-8795177f99f4" providerId="ADAL" clId="{929A2CC8-B112-421C-81E2-D5D63B23E300}" dt="2026-09-26T02:22:25.122" v="17150" actId="1035"/>
          <ac:picMkLst>
            <pc:docMk/>
            <pc:sldMk cId="1908927989" sldId="443"/>
            <ac:picMk id="4" creationId="{B34A9382-52C1-19C6-ED25-820D705CF29C}"/>
          </ac:picMkLst>
        </pc:picChg>
        <pc:picChg chg="add del mod">
          <ac:chgData name="Li, Cong" userId="025630f4-267e-4cb3-8cd5-8795177f99f4" providerId="ADAL" clId="{929A2CC8-B112-421C-81E2-D5D63B23E300}" dt="2026-09-26T02:21:22.091" v="17020" actId="478"/>
          <ac:picMkLst>
            <pc:docMk/>
            <pc:sldMk cId="1908927989" sldId="443"/>
            <ac:picMk id="5" creationId="{C5B9DEDC-9330-6E53-223C-003CCA004737}"/>
          </ac:picMkLst>
        </pc:picChg>
        <pc:picChg chg="add del mod">
          <ac:chgData name="Li, Cong" userId="025630f4-267e-4cb3-8cd5-8795177f99f4" providerId="ADAL" clId="{929A2CC8-B112-421C-81E2-D5D63B23E300}" dt="2026-09-26T02:21:32.709" v="17024" actId="478"/>
          <ac:picMkLst>
            <pc:docMk/>
            <pc:sldMk cId="1908927989" sldId="443"/>
            <ac:picMk id="8" creationId="{D1E85743-7A81-337E-0EA0-B906FB2001C5}"/>
          </ac:picMkLst>
        </pc:picChg>
        <pc:picChg chg="add del mod">
          <ac:chgData name="Li, Cong" userId="025630f4-267e-4cb3-8cd5-8795177f99f4" providerId="ADAL" clId="{929A2CC8-B112-421C-81E2-D5D63B23E300}" dt="2026-09-25T08:54:55.315" v="11832" actId="478"/>
          <ac:picMkLst>
            <pc:docMk/>
            <pc:sldMk cId="1908927989" sldId="443"/>
            <ac:picMk id="10" creationId="{97396EAC-F4A3-8A17-2B88-86F2012B66C0}"/>
          </ac:picMkLst>
        </pc:picChg>
        <pc:picChg chg="add mod">
          <ac:chgData name="Li, Cong" userId="025630f4-267e-4cb3-8cd5-8795177f99f4" providerId="ADAL" clId="{929A2CC8-B112-421C-81E2-D5D63B23E300}" dt="2026-09-26T02:22:40.998" v="17164" actId="1036"/>
          <ac:picMkLst>
            <pc:docMk/>
            <pc:sldMk cId="1908927989" sldId="443"/>
            <ac:picMk id="13" creationId="{C23C398D-06B1-27DD-9365-80E5A1E39E66}"/>
          </ac:picMkLst>
        </pc:picChg>
        <pc:picChg chg="del">
          <ac:chgData name="Li, Cong" userId="025630f4-267e-4cb3-8cd5-8795177f99f4" providerId="ADAL" clId="{929A2CC8-B112-421C-81E2-D5D63B23E300}" dt="2026-09-25T08:48:19.646" v="11485" actId="478"/>
          <ac:picMkLst>
            <pc:docMk/>
            <pc:sldMk cId="1908927989" sldId="443"/>
            <ac:picMk id="32" creationId="{F714F61C-CBF3-FFC3-A03F-625E7F4B271F}"/>
          </ac:picMkLst>
        </pc:picChg>
      </pc:sldChg>
      <pc:sldChg chg="addSp delSp modSp add mod delAnim">
        <pc:chgData name="Li, Cong" userId="025630f4-267e-4cb3-8cd5-8795177f99f4" providerId="ADAL" clId="{929A2CC8-B112-421C-81E2-D5D63B23E300}" dt="2026-09-26T02:25:45.221" v="17192" actId="1035"/>
        <pc:sldMkLst>
          <pc:docMk/>
          <pc:sldMk cId="2237640282" sldId="444"/>
        </pc:sldMkLst>
        <pc:spChg chg="mod">
          <ac:chgData name="Li, Cong" userId="025630f4-267e-4cb3-8cd5-8795177f99f4" providerId="ADAL" clId="{929A2CC8-B112-421C-81E2-D5D63B23E300}" dt="2026-09-25T08:59:07.247" v="12064" actId="20577"/>
          <ac:spMkLst>
            <pc:docMk/>
            <pc:sldMk cId="2237640282" sldId="444"/>
            <ac:spMk id="2" creationId="{82E6C604-253E-F7AF-6354-3C5D06F4C503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7" creationId="{F9D1028C-F1B6-6CDA-CC41-4AC214223430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11" creationId="{79E79649-6549-FEAA-202A-CE9FCB0534F1}"/>
          </ac:spMkLst>
        </pc:spChg>
        <pc:spChg chg="mod">
          <ac:chgData name="Li, Cong" userId="025630f4-267e-4cb3-8cd5-8795177f99f4" providerId="ADAL" clId="{929A2CC8-B112-421C-81E2-D5D63B23E300}" dt="2026-09-26T02:24:55.945" v="17180" actId="1035"/>
          <ac:spMkLst>
            <pc:docMk/>
            <pc:sldMk cId="2237640282" sldId="444"/>
            <ac:spMk id="30" creationId="{99654046-1030-952A-9A82-CC0797C799D4}"/>
          </ac:spMkLst>
        </pc:spChg>
        <pc:picChg chg="add del mod">
          <ac:chgData name="Li, Cong" userId="025630f4-267e-4cb3-8cd5-8795177f99f4" providerId="ADAL" clId="{929A2CC8-B112-421C-81E2-D5D63B23E300}" dt="2026-09-26T02:24:46.404" v="17171" actId="478"/>
          <ac:picMkLst>
            <pc:docMk/>
            <pc:sldMk cId="2237640282" sldId="444"/>
            <ac:picMk id="4" creationId="{9D3F61F2-C6A1-ADC7-9E75-0947B4166B02}"/>
          </ac:picMkLst>
        </pc:picChg>
        <pc:picChg chg="add mod">
          <ac:chgData name="Li, Cong" userId="025630f4-267e-4cb3-8cd5-8795177f99f4" providerId="ADAL" clId="{929A2CC8-B112-421C-81E2-D5D63B23E300}" dt="2026-09-26T02:25:45.221" v="17192" actId="1035"/>
          <ac:picMkLst>
            <pc:docMk/>
            <pc:sldMk cId="2237640282" sldId="444"/>
            <ac:picMk id="5" creationId="{16766033-39E7-7E24-ED2C-A51812860A53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5" creationId="{3F32806B-E115-84A1-5D90-E5C0667AFF4F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8" creationId="{87D9A958-D1AA-5C83-7DB2-D7810151A165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13" creationId="{DE63CCDC-5071-AE65-CF50-41C8F052AB42}"/>
          </ac:picMkLst>
        </pc:picChg>
      </pc:sldChg>
      <pc:sldChg chg="addSp delSp modSp add del mod modAnim">
        <pc:chgData name="Li, Cong" userId="025630f4-267e-4cb3-8cd5-8795177f99f4" providerId="ADAL" clId="{929A2CC8-B112-421C-81E2-D5D63B23E300}" dt="2026-09-26T02:37:53.622" v="17647" actId="47"/>
        <pc:sldMkLst>
          <pc:docMk/>
          <pc:sldMk cId="777704818" sldId="445"/>
        </pc:sldMkLst>
        <pc:spChg chg="mod">
          <ac:chgData name="Li, Cong" userId="025630f4-267e-4cb3-8cd5-8795177f99f4" providerId="ADAL" clId="{929A2CC8-B112-421C-81E2-D5D63B23E300}" dt="2026-09-25T09:09:19.317" v="12766" actId="313"/>
          <ac:spMkLst>
            <pc:docMk/>
            <pc:sldMk cId="777704818" sldId="445"/>
            <ac:spMk id="2" creationId="{0E297844-361F-EDF3-A948-27278B30F841}"/>
          </ac:spMkLst>
        </pc:spChg>
        <pc:spChg chg="add mod">
          <ac:chgData name="Li, Cong" userId="025630f4-267e-4cb3-8cd5-8795177f99f4" providerId="ADAL" clId="{929A2CC8-B112-421C-81E2-D5D63B23E300}" dt="2026-09-25T09:06:18.491" v="12499" actId="1036"/>
          <ac:spMkLst>
            <pc:docMk/>
            <pc:sldMk cId="777704818" sldId="445"/>
            <ac:spMk id="9" creationId="{DFF06B1E-81BF-F786-5FBE-A8E7F1F62F22}"/>
          </ac:spMkLst>
        </pc:spChg>
        <pc:spChg chg="add mod">
          <ac:chgData name="Li, Cong" userId="025630f4-267e-4cb3-8cd5-8795177f99f4" providerId="ADAL" clId="{929A2CC8-B112-421C-81E2-D5D63B23E300}" dt="2026-09-25T09:07:39.341" v="12625" actId="20577"/>
          <ac:spMkLst>
            <pc:docMk/>
            <pc:sldMk cId="777704818" sldId="445"/>
            <ac:spMk id="13" creationId="{F65B906D-9DF1-32D3-653E-87B1CC0E711B}"/>
          </ac:spMkLst>
        </pc:spChg>
        <pc:spChg chg="add mod">
          <ac:chgData name="Li, Cong" userId="025630f4-267e-4cb3-8cd5-8795177f99f4" providerId="ADAL" clId="{929A2CC8-B112-421C-81E2-D5D63B23E300}" dt="2026-09-25T09:09:14.573" v="12765" actId="20577"/>
          <ac:spMkLst>
            <pc:docMk/>
            <pc:sldMk cId="777704818" sldId="445"/>
            <ac:spMk id="15" creationId="{2F8CEEB6-1F5A-88AA-DB81-67960B4A4C34}"/>
          </ac:spMkLst>
        </pc:spChg>
        <pc:spChg chg="mod">
          <ac:chgData name="Li, Cong" userId="025630f4-267e-4cb3-8cd5-8795177f99f4" providerId="ADAL" clId="{929A2CC8-B112-421C-81E2-D5D63B23E300}" dt="2026-09-25T09:04:03.196" v="12378" actId="6549"/>
          <ac:spMkLst>
            <pc:docMk/>
            <pc:sldMk cId="777704818" sldId="445"/>
            <ac:spMk id="30" creationId="{86D90F2E-B16E-ABF9-14DB-590593C2374A}"/>
          </ac:spMkLst>
        </pc:spChg>
        <pc:picChg chg="del">
          <ac:chgData name="Li, Cong" userId="025630f4-267e-4cb3-8cd5-8795177f99f4" providerId="ADAL" clId="{929A2CC8-B112-421C-81E2-D5D63B23E300}" dt="2026-09-25T09:03:41.788" v="12347" actId="478"/>
          <ac:picMkLst>
            <pc:docMk/>
            <pc:sldMk cId="777704818" sldId="445"/>
            <ac:picMk id="4" creationId="{E185D82B-6974-C0EF-F8DF-BC3AD3DC6598}"/>
          </ac:picMkLst>
        </pc:picChg>
        <pc:picChg chg="add mod">
          <ac:chgData name="Li, Cong" userId="025630f4-267e-4cb3-8cd5-8795177f99f4" providerId="ADAL" clId="{929A2CC8-B112-421C-81E2-D5D63B23E300}" dt="2026-09-25T09:04:08.140" v="12398" actId="1036"/>
          <ac:picMkLst>
            <pc:docMk/>
            <pc:sldMk cId="777704818" sldId="445"/>
            <ac:picMk id="5" creationId="{40F204D5-FB3C-747A-3774-39FBAEBF1DE5}"/>
          </ac:picMkLst>
        </pc:picChg>
        <pc:picChg chg="add mod">
          <ac:chgData name="Li, Cong" userId="025630f4-267e-4cb3-8cd5-8795177f99f4" providerId="ADAL" clId="{929A2CC8-B112-421C-81E2-D5D63B23E300}" dt="2026-09-25T09:06:18.491" v="12499" actId="1036"/>
          <ac:picMkLst>
            <pc:docMk/>
            <pc:sldMk cId="777704818" sldId="445"/>
            <ac:picMk id="7" creationId="{CC1A73D4-D90D-30AA-A82D-141D00A7D86C}"/>
          </ac:picMkLst>
        </pc:picChg>
        <pc:picChg chg="add mod">
          <ac:chgData name="Li, Cong" userId="025630f4-267e-4cb3-8cd5-8795177f99f4" providerId="ADAL" clId="{929A2CC8-B112-421C-81E2-D5D63B23E300}" dt="2026-09-25T09:07:42.598" v="12628" actId="1035"/>
          <ac:picMkLst>
            <pc:docMk/>
            <pc:sldMk cId="777704818" sldId="445"/>
            <ac:picMk id="11" creationId="{54071B78-55D1-3F65-32D3-2197D351408B}"/>
          </ac:picMkLst>
        </pc:picChg>
        <pc:picChg chg="add mod">
          <ac:chgData name="Li, Cong" userId="025630f4-267e-4cb3-8cd5-8795177f99f4" providerId="ADAL" clId="{929A2CC8-B112-421C-81E2-D5D63B23E300}" dt="2026-09-25T09:08:28.034" v="12636" actId="1035"/>
          <ac:picMkLst>
            <pc:docMk/>
            <pc:sldMk cId="777704818" sldId="445"/>
            <ac:picMk id="17" creationId="{AB07DBA2-323A-583C-D533-94B8C63207A3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2:37:57.811" v="17648" actId="47"/>
        <pc:sldMkLst>
          <pc:docMk/>
          <pc:sldMk cId="606210494" sldId="446"/>
        </pc:sldMkLst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2" creationId="{FC4B135D-EC61-1E98-3E58-F304462C1523}"/>
          </ac:spMkLst>
        </pc:spChg>
        <pc:spChg chg="add del mod">
          <ac:chgData name="Li, Cong" userId="025630f4-267e-4cb3-8cd5-8795177f99f4" providerId="ADAL" clId="{929A2CC8-B112-421C-81E2-D5D63B23E300}" dt="2026-09-25T09:17:59.284" v="12970" actId="478"/>
          <ac:spMkLst>
            <pc:docMk/>
            <pc:sldMk cId="606210494" sldId="446"/>
            <ac:spMk id="4" creationId="{6BBF10FA-F2C0-6F0D-2887-4758589B9F7D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9" creationId="{7863405A-3780-802E-C295-442D6A63E325}"/>
          </ac:spMkLst>
        </pc:spChg>
        <pc:spChg chg="add del mod">
          <ac:chgData name="Li, Cong" userId="025630f4-267e-4cb3-8cd5-8795177f99f4" providerId="ADAL" clId="{929A2CC8-B112-421C-81E2-D5D63B23E300}" dt="2026-09-25T09:17:56.965" v="12968" actId="478"/>
          <ac:spMkLst>
            <pc:docMk/>
            <pc:sldMk cId="606210494" sldId="446"/>
            <ac:spMk id="12" creationId="{615DE615-5819-820C-4024-F2C03F05FCC3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3" creationId="{E48EB862-F6F4-6B8D-8CA0-2470688F4384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5" creationId="{F65235C1-F906-6383-AA1B-445CCC3891F1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8" creationId="{562F66DB-3F8C-1294-707D-6244DAF89B03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9" creationId="{74EBE263-B7CA-4C62-B999-46DB4E5545F1}"/>
          </ac:spMkLst>
        </pc:spChg>
        <pc:spChg chg="add del mod">
          <ac:chgData name="Li, Cong" userId="025630f4-267e-4cb3-8cd5-8795177f99f4" providerId="ADAL" clId="{929A2CC8-B112-421C-81E2-D5D63B23E300}" dt="2026-09-25T09:19:09.346" v="13047" actId="20577"/>
          <ac:spMkLst>
            <pc:docMk/>
            <pc:sldMk cId="606210494" sldId="446"/>
            <ac:spMk id="21" creationId="{C907D6FA-E27C-F357-6B23-718683325DAE}"/>
          </ac:spMkLst>
        </pc:spChg>
        <pc:spChg chg="add del mod">
          <ac:chgData name="Li, Cong" userId="025630f4-267e-4cb3-8cd5-8795177f99f4" providerId="ADAL" clId="{929A2CC8-B112-421C-81E2-D5D63B23E300}" dt="2026-09-25T09:18:27.817" v="12977" actId="14100"/>
          <ac:spMkLst>
            <pc:docMk/>
            <pc:sldMk cId="606210494" sldId="446"/>
            <ac:spMk id="22" creationId="{A0C63779-4FEA-6753-7C8B-AC3605AD7182}"/>
          </ac:spMkLst>
        </pc:spChg>
        <pc:spChg chg="add mod">
          <ac:chgData name="Li, Cong" userId="025630f4-267e-4cb3-8cd5-8795177f99f4" providerId="ADAL" clId="{929A2CC8-B112-421C-81E2-D5D63B23E300}" dt="2026-09-25T09:18:02.070" v="12971" actId="478"/>
          <ac:spMkLst>
            <pc:docMk/>
            <pc:sldMk cId="606210494" sldId="446"/>
            <ac:spMk id="28" creationId="{D9464893-40D6-467F-FB4B-B13EDBD86282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30" creationId="{AC1C9DF6-DABF-7866-54DA-4880F86E916A}"/>
          </ac:spMkLst>
        </pc:spChg>
        <pc:picChg chg="add del">
          <ac:chgData name="Li, Cong" userId="025630f4-267e-4cb3-8cd5-8795177f99f4" providerId="ADAL" clId="{929A2CC8-B112-421C-81E2-D5D63B23E300}" dt="2026-09-25T09:18:03.321" v="12972" actId="478"/>
          <ac:picMkLst>
            <pc:docMk/>
            <pc:sldMk cId="606210494" sldId="446"/>
            <ac:picMk id="5" creationId="{045835F2-7876-9B68-59CB-5D1547F8917F}"/>
          </ac:picMkLst>
        </pc:picChg>
        <pc:picChg chg="add del mod">
          <ac:chgData name="Li, Cong" userId="025630f4-267e-4cb3-8cd5-8795177f99f4" providerId="ADAL" clId="{929A2CC8-B112-421C-81E2-D5D63B23E300}" dt="2026-09-25T09:18:09" v="12975" actId="1076"/>
          <ac:picMkLst>
            <pc:docMk/>
            <pc:sldMk cId="606210494" sldId="446"/>
            <ac:picMk id="7" creationId="{5EC379A9-0E2B-4127-12AC-51D451DAB903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1" creationId="{90679C10-7C94-62B5-6F96-2EEAD93FB2AA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7" creationId="{6A6A2D12-EE53-CBF5-9A02-CC07E29A6C8B}"/>
          </ac:picMkLst>
        </pc:picChg>
        <pc:cxnChg chg="add del mod">
          <ac:chgData name="Li, Cong" userId="025630f4-267e-4cb3-8cd5-8795177f99f4" providerId="ADAL" clId="{929A2CC8-B112-421C-81E2-D5D63B23E300}" dt="2026-09-25T09:17:58.129" v="12969" actId="478"/>
          <ac:cxnSpMkLst>
            <pc:docMk/>
            <pc:sldMk cId="606210494" sldId="446"/>
            <ac:cxnSpMk id="3" creationId="{C9D6959C-6084-712A-DD00-A93D55FD32F5}"/>
          </ac:cxnSpMkLst>
        </pc:cxnChg>
        <pc:cxnChg chg="add del mod">
          <ac:chgData name="Li, Cong" userId="025630f4-267e-4cb3-8cd5-8795177f99f4" providerId="ADAL" clId="{929A2CC8-B112-421C-81E2-D5D63B23E300}" dt="2026-09-25T09:19:01.632" v="13024" actId="14100"/>
          <ac:cxnSpMkLst>
            <pc:docMk/>
            <pc:sldMk cId="606210494" sldId="446"/>
            <ac:cxnSpMk id="20" creationId="{14F7D547-D2D5-1C1C-B143-BE2099D33976}"/>
          </ac:cxnSpMkLst>
        </pc:cxnChg>
      </pc:sldChg>
      <pc:sldChg chg="addSp delSp modSp add mod ord delAnim modAnim">
        <pc:chgData name="Li, Cong" userId="025630f4-267e-4cb3-8cd5-8795177f99f4" providerId="ADAL" clId="{929A2CC8-B112-421C-81E2-D5D63B23E300}" dt="2026-09-26T02:36:45.864" v="17639" actId="1076"/>
        <pc:sldMkLst>
          <pc:docMk/>
          <pc:sldMk cId="163395324" sldId="447"/>
        </pc:sldMkLst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4" creationId="{C1541C27-18EC-F270-7B1C-3EF080F722AD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9" creationId="{A94A2881-AF43-7A88-FAD6-897BFC26D36F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12" creationId="{CE3DB3A0-7F49-076F-2AAC-BABE5E80CD57}"/>
          </ac:spMkLst>
        </pc:spChg>
        <pc:spChg chg="add mod">
          <ac:chgData name="Li, Cong" userId="025630f4-267e-4cb3-8cd5-8795177f99f4" providerId="ADAL" clId="{929A2CC8-B112-421C-81E2-D5D63B23E300}" dt="2026-09-26T02:36:45.864" v="17639" actId="1076"/>
          <ac:spMkLst>
            <pc:docMk/>
            <pc:sldMk cId="163395324" sldId="447"/>
            <ac:spMk id="16" creationId="{08A08E22-28E1-FBD9-78C0-978AD8879973}"/>
          </ac:spMkLst>
        </pc:spChg>
        <pc:spChg chg="add mod">
          <ac:chgData name="Li, Cong" userId="025630f4-267e-4cb3-8cd5-8795177f99f4" providerId="ADAL" clId="{929A2CC8-B112-421C-81E2-D5D63B23E300}" dt="2026-09-26T02:35:48.805" v="17516" actId="14100"/>
          <ac:spMkLst>
            <pc:docMk/>
            <pc:sldMk cId="163395324" sldId="447"/>
            <ac:spMk id="17" creationId="{49BAF511-3C3A-4EC1-EED8-E3B566433758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21" creationId="{35E3E3E8-D991-B4D1-EE55-8E7AF5C3AF71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22" creationId="{1BDFE453-D581-19AC-62DA-28F191BD3805}"/>
          </ac:spMkLst>
        </pc:spChg>
        <pc:spChg chg="mod">
          <ac:chgData name="Li, Cong" userId="025630f4-267e-4cb3-8cd5-8795177f99f4" providerId="ADAL" clId="{929A2CC8-B112-421C-81E2-D5D63B23E300}" dt="2026-09-26T02:36:25.341" v="17598"/>
          <ac:spMkLst>
            <pc:docMk/>
            <pc:sldMk cId="163395324" sldId="447"/>
            <ac:spMk id="30" creationId="{AF4AC3D9-9C1E-CAC8-35FF-55B80D20B854}"/>
          </ac:spMkLst>
        </pc:spChg>
        <pc:picChg chg="del">
          <ac:chgData name="Li, Cong" userId="025630f4-267e-4cb3-8cd5-8795177f99f4" providerId="ADAL" clId="{929A2CC8-B112-421C-81E2-D5D63B23E300}" dt="2026-09-26T02:26:37.242" v="17194" actId="478"/>
          <ac:picMkLst>
            <pc:docMk/>
            <pc:sldMk cId="163395324" sldId="447"/>
            <ac:picMk id="5" creationId="{00DC21E2-6DA1-73C8-36D1-85B53D34E95B}"/>
          </ac:picMkLst>
        </pc:picChg>
        <pc:picChg chg="del">
          <ac:chgData name="Li, Cong" userId="025630f4-267e-4cb3-8cd5-8795177f99f4" providerId="ADAL" clId="{929A2CC8-B112-421C-81E2-D5D63B23E300}" dt="2026-09-26T02:26:34.045" v="17193" actId="478"/>
          <ac:picMkLst>
            <pc:docMk/>
            <pc:sldMk cId="163395324" sldId="447"/>
            <ac:picMk id="7" creationId="{30545F33-CF78-41B9-6D83-6A1C302F5E67}"/>
          </ac:picMkLst>
        </pc:picChg>
        <pc:picChg chg="add del mod">
          <ac:chgData name="Li, Cong" userId="025630f4-267e-4cb3-8cd5-8795177f99f4" providerId="ADAL" clId="{929A2CC8-B112-421C-81E2-D5D63B23E300}" dt="2026-09-26T02:28:45.635" v="17372" actId="478"/>
          <ac:picMkLst>
            <pc:docMk/>
            <pc:sldMk cId="163395324" sldId="447"/>
            <ac:picMk id="8" creationId="{97D1938F-81E6-A316-F35B-ED94C9FE46F7}"/>
          </ac:picMkLst>
        </pc:picChg>
        <pc:picChg chg="add mod">
          <ac:chgData name="Li, Cong" userId="025630f4-267e-4cb3-8cd5-8795177f99f4" providerId="ADAL" clId="{929A2CC8-B112-421C-81E2-D5D63B23E300}" dt="2026-09-26T02:35:31.688" v="17513" actId="1076"/>
          <ac:picMkLst>
            <pc:docMk/>
            <pc:sldMk cId="163395324" sldId="447"/>
            <ac:picMk id="11" creationId="{650DB985-96DE-8F6B-87FB-D39660AFEDF7}"/>
          </ac:picMkLst>
        </pc:picChg>
        <pc:picChg chg="add del mod">
          <ac:chgData name="Li, Cong" userId="025630f4-267e-4cb3-8cd5-8795177f99f4" providerId="ADAL" clId="{929A2CC8-B112-421C-81E2-D5D63B23E300}" dt="2026-09-26T02:35:11.772" v="17510" actId="478"/>
          <ac:picMkLst>
            <pc:docMk/>
            <pc:sldMk cId="163395324" sldId="447"/>
            <ac:picMk id="14" creationId="{26266FF7-FDA4-6D2A-FD9E-F6363119D76F}"/>
          </ac:picMkLst>
        </pc:picChg>
        <pc:cxnChg chg="del mod">
          <ac:chgData name="Li, Cong" userId="025630f4-267e-4cb3-8cd5-8795177f99f4" providerId="ADAL" clId="{929A2CC8-B112-421C-81E2-D5D63B23E300}" dt="2026-09-26T02:26:34.045" v="17193" actId="478"/>
          <ac:cxnSpMkLst>
            <pc:docMk/>
            <pc:sldMk cId="163395324" sldId="447"/>
            <ac:cxnSpMk id="3" creationId="{09CAE96D-7520-A226-4DFA-20BDFD3E6EF6}"/>
          </ac:cxnSpMkLst>
        </pc:cxnChg>
        <pc:cxnChg chg="add mod">
          <ac:chgData name="Li, Cong" userId="025630f4-267e-4cb3-8cd5-8795177f99f4" providerId="ADAL" clId="{929A2CC8-B112-421C-81E2-D5D63B23E300}" dt="2026-09-26T02:36:45.864" v="17639" actId="1076"/>
          <ac:cxnSpMkLst>
            <pc:docMk/>
            <pc:sldMk cId="163395324" sldId="447"/>
            <ac:cxnSpMk id="15" creationId="{ABAB4CFB-B2B5-0AF4-F61E-A5247BC556DA}"/>
          </ac:cxnSpMkLst>
        </pc:cxnChg>
        <pc:cxnChg chg="del mod">
          <ac:chgData name="Li, Cong" userId="025630f4-267e-4cb3-8cd5-8795177f99f4" providerId="ADAL" clId="{929A2CC8-B112-421C-81E2-D5D63B23E300}" dt="2026-09-26T02:26:34.045" v="17193" actId="478"/>
          <ac:cxnSpMkLst>
            <pc:docMk/>
            <pc:sldMk cId="163395324" sldId="447"/>
            <ac:cxnSpMk id="20" creationId="{8FBDCC52-B1BE-6E11-1990-733E27F3A15B}"/>
          </ac:cxnSpMkLst>
        </pc:cxnChg>
      </pc:sldChg>
      <pc:sldChg chg="modSp add del mod">
        <pc:chgData name="Li, Cong" userId="025630f4-267e-4cb3-8cd5-8795177f99f4" providerId="ADAL" clId="{929A2CC8-B112-421C-81E2-D5D63B23E300}" dt="2026-09-26T02:37:53.622" v="17647" actId="47"/>
        <pc:sldMkLst>
          <pc:docMk/>
          <pc:sldMk cId="1938494451" sldId="448"/>
        </pc:sldMkLst>
        <pc:spChg chg="mod">
          <ac:chgData name="Li, Cong" userId="025630f4-267e-4cb3-8cd5-8795177f99f4" providerId="ADAL" clId="{929A2CC8-B112-421C-81E2-D5D63B23E300}" dt="2026-09-25T09:20:18.240" v="13086" actId="20577"/>
          <ac:spMkLst>
            <pc:docMk/>
            <pc:sldMk cId="1938494451" sldId="448"/>
            <ac:spMk id="21" creationId="{68CE3DEE-FAB9-33A2-FF4E-79674D5146C6}"/>
          </ac:spMkLst>
        </pc:spChg>
        <pc:spChg chg="mod">
          <ac:chgData name="Li, Cong" userId="025630f4-267e-4cb3-8cd5-8795177f99f4" providerId="ADAL" clId="{929A2CC8-B112-421C-81E2-D5D63B23E300}" dt="2026-09-25T09:21:08.160" v="13088" actId="14100"/>
          <ac:spMkLst>
            <pc:docMk/>
            <pc:sldMk cId="1938494451" sldId="448"/>
            <ac:spMk id="22" creationId="{C0EA625C-6C90-605C-529B-72BC61070E16}"/>
          </ac:spMkLst>
        </pc:spChg>
        <pc:picChg chg="mod">
          <ac:chgData name="Li, Cong" userId="025630f4-267e-4cb3-8cd5-8795177f99f4" providerId="ADAL" clId="{929A2CC8-B112-421C-81E2-D5D63B23E300}" dt="2026-09-25T09:19:38.464" v="13052" actId="1076"/>
          <ac:picMkLst>
            <pc:docMk/>
            <pc:sldMk cId="1938494451" sldId="448"/>
            <ac:picMk id="7" creationId="{853F48DE-E370-43A5-5F5F-8AA01EFD202F}"/>
          </ac:picMkLst>
        </pc:picChg>
        <pc:cxnChg chg="mod">
          <ac:chgData name="Li, Cong" userId="025630f4-267e-4cb3-8cd5-8795177f99f4" providerId="ADAL" clId="{929A2CC8-B112-421C-81E2-D5D63B23E300}" dt="2026-09-25T09:21:08.160" v="13088" actId="14100"/>
          <ac:cxnSpMkLst>
            <pc:docMk/>
            <pc:sldMk cId="1938494451" sldId="448"/>
            <ac:cxnSpMk id="20" creationId="{F4E72876-CCAA-ED23-4132-B5D07DD00CBF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26T02:39:34.586" v="17767" actId="1035"/>
        <pc:sldMkLst>
          <pc:docMk/>
          <pc:sldMk cId="3244811127" sldId="449"/>
        </pc:sldMkLst>
        <pc:spChg chg="mod">
          <ac:chgData name="Li, Cong" userId="025630f4-267e-4cb3-8cd5-8795177f99f4" providerId="ADAL" clId="{929A2CC8-B112-421C-81E2-D5D63B23E300}" dt="2026-09-25T09:22:22.219" v="13145" actId="20577"/>
          <ac:spMkLst>
            <pc:docMk/>
            <pc:sldMk cId="3244811127" sldId="449"/>
            <ac:spMk id="2" creationId="{9217A11A-9592-8A59-D0DD-D6ACA4881616}"/>
          </ac:spMkLst>
        </pc:spChg>
        <pc:spChg chg="del">
          <ac:chgData name="Li, Cong" userId="025630f4-267e-4cb3-8cd5-8795177f99f4" providerId="ADAL" clId="{929A2CC8-B112-421C-81E2-D5D63B23E300}" dt="2026-09-25T09:25:07.744" v="13258" actId="478"/>
          <ac:spMkLst>
            <pc:docMk/>
            <pc:sldMk cId="3244811127" sldId="449"/>
            <ac:spMk id="9" creationId="{D6F5B656-8A3E-F559-7B45-70806B51557D}"/>
          </ac:spMkLst>
        </pc:spChg>
        <pc:spChg chg="add del mod">
          <ac:chgData name="Li, Cong" userId="025630f4-267e-4cb3-8cd5-8795177f99f4" providerId="ADAL" clId="{929A2CC8-B112-421C-81E2-D5D63B23E300}" dt="2026-09-26T02:38:37.050" v="17652" actId="478"/>
          <ac:spMkLst>
            <pc:docMk/>
            <pc:sldMk cId="3244811127" sldId="449"/>
            <ac:spMk id="12" creationId="{34C21E39-30F6-E3B7-F8FD-0D2F131E987A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3" creationId="{C2F6E4C0-AE5A-29D4-8603-9F8850D8FB6A}"/>
          </ac:spMkLst>
        </pc:spChg>
        <pc:spChg chg="add mod">
          <ac:chgData name="Li, Cong" userId="025630f4-267e-4cb3-8cd5-8795177f99f4" providerId="ADAL" clId="{929A2CC8-B112-421C-81E2-D5D63B23E300}" dt="2026-09-26T02:39:34.586" v="17767" actId="1035"/>
          <ac:spMkLst>
            <pc:docMk/>
            <pc:sldMk cId="3244811127" sldId="449"/>
            <ac:spMk id="14" creationId="{025D27F7-1A0B-C1B9-B1E6-B50988AE8416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5" creationId="{F41D9279-3B6C-2B47-8D4F-27DD68C83BF2}"/>
          </ac:spMkLst>
        </pc:spChg>
        <pc:spChg chg="mod">
          <ac:chgData name="Li, Cong" userId="025630f4-267e-4cb3-8cd5-8795177f99f4" providerId="ADAL" clId="{929A2CC8-B112-421C-81E2-D5D63B23E300}" dt="2026-09-26T02:39:30.167" v="17764" actId="1036"/>
          <ac:spMkLst>
            <pc:docMk/>
            <pc:sldMk cId="3244811127" sldId="449"/>
            <ac:spMk id="30" creationId="{1CE0983A-A407-E2B6-91F9-EDACCA8090C0}"/>
          </ac:spMkLst>
        </pc:spChg>
        <pc:picChg chg="add del mod">
          <ac:chgData name="Li, Cong" userId="025630f4-267e-4cb3-8cd5-8795177f99f4" providerId="ADAL" clId="{929A2CC8-B112-421C-81E2-D5D63B23E300}" dt="2026-09-26T02:38:37.050" v="17652" actId="478"/>
          <ac:picMkLst>
            <pc:docMk/>
            <pc:sldMk cId="3244811127" sldId="449"/>
            <ac:picMk id="4" creationId="{D7006AE2-F4C7-79F5-9791-9CDADE394A7C}"/>
          </ac:picMkLst>
        </pc:picChg>
        <pc:picChg chg="del">
          <ac:chgData name="Li, Cong" userId="025630f4-267e-4cb3-8cd5-8795177f99f4" providerId="ADAL" clId="{929A2CC8-B112-421C-81E2-D5D63B23E300}" dt="2026-09-25T09:22:26.973" v="13146" actId="478"/>
          <ac:picMkLst>
            <pc:docMk/>
            <pc:sldMk cId="3244811127" sldId="449"/>
            <ac:picMk id="5" creationId="{2E7EB4AB-D56F-6366-A835-7A5BEF286361}"/>
          </ac:picMkLst>
        </pc:picChg>
        <pc:picChg chg="add mod">
          <ac:chgData name="Li, Cong" userId="025630f4-267e-4cb3-8cd5-8795177f99f4" providerId="ADAL" clId="{929A2CC8-B112-421C-81E2-D5D63B23E300}" dt="2026-09-26T02:39:30.167" v="17764" actId="1036"/>
          <ac:picMkLst>
            <pc:docMk/>
            <pc:sldMk cId="3244811127" sldId="449"/>
            <ac:picMk id="5" creationId="{92F08B65-F421-9EDA-79A5-52B3EFCB3634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7" creationId="{21BDD911-7CF3-AAFD-56C0-45AC207960AD}"/>
          </ac:picMkLst>
        </pc:picChg>
        <pc:picChg chg="add del mod">
          <ac:chgData name="Li, Cong" userId="025630f4-267e-4cb3-8cd5-8795177f99f4" providerId="ADAL" clId="{929A2CC8-B112-421C-81E2-D5D63B23E300}" dt="2026-09-26T02:38:28.610" v="17649" actId="478"/>
          <ac:picMkLst>
            <pc:docMk/>
            <pc:sldMk cId="3244811127" sldId="449"/>
            <ac:picMk id="8" creationId="{AD80272B-99BB-A4BF-B062-6B87FA622591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1" creationId="{FD1A7F1F-0FF9-FCB6-B122-DFF90D77FFB7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7" creationId="{A691735F-35D8-38B6-A240-218F7B40F499}"/>
          </ac:picMkLst>
        </pc:picChg>
      </pc:sldChg>
      <pc:sldChg chg="modSp add mod modAnim">
        <pc:chgData name="Li, Cong" userId="025630f4-267e-4cb3-8cd5-8795177f99f4" providerId="ADAL" clId="{929A2CC8-B112-421C-81E2-D5D63B23E300}" dt="2026-09-26T01:09:30.802" v="14023" actId="1076"/>
        <pc:sldMkLst>
          <pc:docMk/>
          <pc:sldMk cId="1203392845" sldId="450"/>
        </pc:sldMkLst>
        <pc:spChg chg="mod">
          <ac:chgData name="Li, Cong" userId="025630f4-267e-4cb3-8cd5-8795177f99f4" providerId="ADAL" clId="{929A2CC8-B112-421C-81E2-D5D63B23E300}" dt="2026-09-26T01:09:30.802" v="14023" actId="1076"/>
          <ac:spMkLst>
            <pc:docMk/>
            <pc:sldMk cId="1203392845" sldId="450"/>
            <ac:spMk id="9" creationId="{CDF9A77C-9028-4260-B6B7-2D3F25BB5E0B}"/>
          </ac:spMkLst>
        </pc:spChg>
        <pc:spChg chg="mod">
          <ac:chgData name="Li, Cong" userId="025630f4-267e-4cb3-8cd5-8795177f99f4" providerId="ADAL" clId="{929A2CC8-B112-421C-81E2-D5D63B23E300}" dt="2026-09-26T01:08:09.815" v="13884" actId="14100"/>
          <ac:spMkLst>
            <pc:docMk/>
            <pc:sldMk cId="1203392845" sldId="450"/>
            <ac:spMk id="10" creationId="{1C7F90E6-AD41-8F93-6C72-B4D0AD9C5948}"/>
          </ac:spMkLst>
        </pc:spChg>
        <pc:cxnChg chg="mod">
          <ac:chgData name="Li, Cong" userId="025630f4-267e-4cb3-8cd5-8795177f99f4" providerId="ADAL" clId="{929A2CC8-B112-421C-81E2-D5D63B23E300}" dt="2026-09-26T01:09:30.802" v="14023" actId="1076"/>
          <ac:cxnSpMkLst>
            <pc:docMk/>
            <pc:sldMk cId="1203392845" sldId="450"/>
            <ac:cxnSpMk id="7" creationId="{A7FCC64A-A121-FE44-CFF1-E4FD178E6C43}"/>
          </ac:cxnSpMkLst>
        </pc:cxnChg>
      </pc:sldChg>
      <pc:sldChg chg="add ord">
        <pc:chgData name="Li, Cong" userId="025630f4-267e-4cb3-8cd5-8795177f99f4" providerId="ADAL" clId="{929A2CC8-B112-421C-81E2-D5D63B23E300}" dt="2026-09-26T01:42:03.943" v="15479"/>
        <pc:sldMkLst>
          <pc:docMk/>
          <pc:sldMk cId="3911968738" sldId="451"/>
        </pc:sldMkLst>
      </pc:sldChg>
      <pc:sldChg chg="addSp delSp modSp add mod delAnim">
        <pc:chgData name="Li, Cong" userId="025630f4-267e-4cb3-8cd5-8795177f99f4" providerId="ADAL" clId="{929A2CC8-B112-421C-81E2-D5D63B23E300}" dt="2026-09-26T01:41:43.254" v="15477" actId="1035"/>
        <pc:sldMkLst>
          <pc:docMk/>
          <pc:sldMk cId="2957106664" sldId="452"/>
        </pc:sldMkLst>
        <pc:spChg chg="add mod">
          <ac:chgData name="Li, Cong" userId="025630f4-267e-4cb3-8cd5-8795177f99f4" providerId="ADAL" clId="{929A2CC8-B112-421C-81E2-D5D63B23E300}" dt="2026-09-26T01:41:39.885" v="15476" actId="1036"/>
          <ac:spMkLst>
            <pc:docMk/>
            <pc:sldMk cId="2957106664" sldId="452"/>
            <ac:spMk id="6" creationId="{17DDF0F3-2A02-6331-E97C-5221298D7B25}"/>
          </ac:spMkLst>
        </pc:spChg>
        <pc:spChg chg="del">
          <ac:chgData name="Li, Cong" userId="025630f4-267e-4cb3-8cd5-8795177f99f4" providerId="ADAL" clId="{929A2CC8-B112-421C-81E2-D5D63B23E300}" dt="2026-09-26T01:40:24.008" v="15375" actId="478"/>
          <ac:spMkLst>
            <pc:docMk/>
            <pc:sldMk cId="2957106664" sldId="452"/>
            <ac:spMk id="16" creationId="{D127E430-615F-0AF2-35A2-9C0EBCE5763A}"/>
          </ac:spMkLst>
        </pc:spChg>
        <pc:spChg chg="del">
          <ac:chgData name="Li, Cong" userId="025630f4-267e-4cb3-8cd5-8795177f99f4" providerId="ADAL" clId="{929A2CC8-B112-421C-81E2-D5D63B23E300}" dt="2026-09-26T01:40:24.008" v="15375" actId="478"/>
          <ac:spMkLst>
            <pc:docMk/>
            <pc:sldMk cId="2957106664" sldId="452"/>
            <ac:spMk id="18" creationId="{EF48428F-E36A-8DAC-6D21-66802CF9C6E2}"/>
          </ac:spMkLst>
        </pc:spChg>
        <pc:picChg chg="add mod">
          <ac:chgData name="Li, Cong" userId="025630f4-267e-4cb3-8cd5-8795177f99f4" providerId="ADAL" clId="{929A2CC8-B112-421C-81E2-D5D63B23E300}" dt="2026-09-26T01:41:43.254" v="15477" actId="1035"/>
          <ac:picMkLst>
            <pc:docMk/>
            <pc:sldMk cId="2957106664" sldId="452"/>
            <ac:picMk id="4" creationId="{9DC6CCBD-A465-1BA2-C6FD-31EAD0515A12}"/>
          </ac:picMkLst>
        </pc:picChg>
        <pc:cxnChg chg="del mod">
          <ac:chgData name="Li, Cong" userId="025630f4-267e-4cb3-8cd5-8795177f99f4" providerId="ADAL" clId="{929A2CC8-B112-421C-81E2-D5D63B23E300}" dt="2026-09-26T01:40:24.008" v="15375" actId="478"/>
          <ac:cxnSpMkLst>
            <pc:docMk/>
            <pc:sldMk cId="2957106664" sldId="452"/>
            <ac:cxnSpMk id="15" creationId="{06CE30A4-E9E7-876D-C6AA-EDC91FF3158B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26T01:48:28.024" v="15922" actId="21"/>
        <pc:sldMkLst>
          <pc:docMk/>
          <pc:sldMk cId="3770661473" sldId="453"/>
        </pc:sldMkLst>
        <pc:spChg chg="mod">
          <ac:chgData name="Li, Cong" userId="025630f4-267e-4cb3-8cd5-8795177f99f4" providerId="ADAL" clId="{929A2CC8-B112-421C-81E2-D5D63B23E300}" dt="2026-09-26T01:48:16.412" v="15915" actId="20577"/>
          <ac:spMkLst>
            <pc:docMk/>
            <pc:sldMk cId="3770661473" sldId="453"/>
            <ac:spMk id="2" creationId="{5F04E19D-941A-B272-D408-63C6DC53725C}"/>
          </ac:spMkLst>
        </pc:spChg>
        <pc:spChg chg="del">
          <ac:chgData name="Li, Cong" userId="025630f4-267e-4cb3-8cd5-8795177f99f4" providerId="ADAL" clId="{929A2CC8-B112-421C-81E2-D5D63B23E300}" dt="2026-09-26T01:45:46.788" v="15792" actId="478"/>
          <ac:spMkLst>
            <pc:docMk/>
            <pc:sldMk cId="3770661473" sldId="453"/>
            <ac:spMk id="6" creationId="{F6C25163-11C9-C7DA-B3EA-33836F8A7D7D}"/>
          </ac:spMkLst>
        </pc:spChg>
        <pc:spChg chg="mod">
          <ac:chgData name="Li, Cong" userId="025630f4-267e-4cb3-8cd5-8795177f99f4" providerId="ADAL" clId="{929A2CC8-B112-421C-81E2-D5D63B23E300}" dt="2026-09-26T01:45:44.293" v="15791" actId="20577"/>
          <ac:spMkLst>
            <pc:docMk/>
            <pc:sldMk cId="3770661473" sldId="453"/>
            <ac:spMk id="8" creationId="{6B3D5208-5676-9E62-80E4-338BC713EEC8}"/>
          </ac:spMkLst>
        </pc:spChg>
        <pc:spChg chg="add mod">
          <ac:chgData name="Li, Cong" userId="025630f4-267e-4cb3-8cd5-8795177f99f4" providerId="ADAL" clId="{929A2CC8-B112-421C-81E2-D5D63B23E300}" dt="2026-09-26T01:46:41.465" v="15842" actId="1035"/>
          <ac:spMkLst>
            <pc:docMk/>
            <pc:sldMk cId="3770661473" sldId="453"/>
            <ac:spMk id="9" creationId="{3DEAEFBB-2EE6-C8DB-B40A-F865D479399C}"/>
          </ac:spMkLst>
        </pc:spChg>
        <pc:spChg chg="add mod">
          <ac:chgData name="Li, Cong" userId="025630f4-267e-4cb3-8cd5-8795177f99f4" providerId="ADAL" clId="{929A2CC8-B112-421C-81E2-D5D63B23E300}" dt="2026-09-26T01:46:34.818" v="15831" actId="14100"/>
          <ac:spMkLst>
            <pc:docMk/>
            <pc:sldMk cId="3770661473" sldId="453"/>
            <ac:spMk id="10" creationId="{73F058E1-7939-1242-51FB-C18F6AA426EB}"/>
          </ac:spMkLst>
        </pc:spChg>
        <pc:picChg chg="del">
          <ac:chgData name="Li, Cong" userId="025630f4-267e-4cb3-8cd5-8795177f99f4" providerId="ADAL" clId="{929A2CC8-B112-421C-81E2-D5D63B23E300}" dt="2026-09-26T01:45:47.590" v="15793" actId="478"/>
          <ac:picMkLst>
            <pc:docMk/>
            <pc:sldMk cId="3770661473" sldId="453"/>
            <ac:picMk id="4" creationId="{E0889064-AE87-DF5D-9F13-48836450422B}"/>
          </ac:picMkLst>
        </pc:picChg>
        <pc:picChg chg="add mod">
          <ac:chgData name="Li, Cong" userId="025630f4-267e-4cb3-8cd5-8795177f99f4" providerId="ADAL" clId="{929A2CC8-B112-421C-81E2-D5D63B23E300}" dt="2026-09-26T01:44:10.549" v="15485" actId="1076"/>
          <ac:picMkLst>
            <pc:docMk/>
            <pc:sldMk cId="3770661473" sldId="453"/>
            <ac:picMk id="5" creationId="{54AE574B-1CBD-BACD-9C33-9EEF6707036A}"/>
          </ac:picMkLst>
        </pc:picChg>
        <pc:picChg chg="del">
          <ac:chgData name="Li, Cong" userId="025630f4-267e-4cb3-8cd5-8795177f99f4" providerId="ADAL" clId="{929A2CC8-B112-421C-81E2-D5D63B23E300}" dt="2026-09-26T01:43:58.960" v="15481" actId="478"/>
          <ac:picMkLst>
            <pc:docMk/>
            <pc:sldMk cId="3770661473" sldId="453"/>
            <ac:picMk id="14" creationId="{6B04C393-8508-603B-8935-7C37B588938E}"/>
          </ac:picMkLst>
        </pc:picChg>
        <pc:picChg chg="add del mod">
          <ac:chgData name="Li, Cong" userId="025630f4-267e-4cb3-8cd5-8795177f99f4" providerId="ADAL" clId="{929A2CC8-B112-421C-81E2-D5D63B23E300}" dt="2026-09-26T01:48:28.024" v="15922" actId="21"/>
          <ac:picMkLst>
            <pc:docMk/>
            <pc:sldMk cId="3770661473" sldId="453"/>
            <ac:picMk id="17" creationId="{76D322F4-CC93-D6BF-1462-F1CEBEADB28A}"/>
          </ac:picMkLst>
        </pc:picChg>
        <pc:cxnChg chg="add mod">
          <ac:chgData name="Li, Cong" userId="025630f4-267e-4cb3-8cd5-8795177f99f4" providerId="ADAL" clId="{929A2CC8-B112-421C-81E2-D5D63B23E300}" dt="2026-09-26T01:46:41.465" v="15842" actId="1035"/>
          <ac:cxnSpMkLst>
            <pc:docMk/>
            <pc:sldMk cId="3770661473" sldId="453"/>
            <ac:cxnSpMk id="7" creationId="{52035504-DDD7-734E-BBF7-1FCF9EB13823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26T01:48:19.705" v="15918" actId="20577"/>
        <pc:sldMkLst>
          <pc:docMk/>
          <pc:sldMk cId="3607347082" sldId="454"/>
        </pc:sldMkLst>
        <pc:spChg chg="add del mod">
          <ac:chgData name="Li, Cong" userId="025630f4-267e-4cb3-8cd5-8795177f99f4" providerId="ADAL" clId="{929A2CC8-B112-421C-81E2-D5D63B23E300}" dt="2026-09-26T01:48:19.705" v="15918" actId="20577"/>
          <ac:spMkLst>
            <pc:docMk/>
            <pc:sldMk cId="3607347082" sldId="454"/>
            <ac:spMk id="2" creationId="{F55ECCB4-99A3-DA0D-AEA2-4AB03DBE9FE9}"/>
          </ac:spMkLst>
        </pc:spChg>
        <pc:spChg chg="add mod">
          <ac:chgData name="Li, Cong" userId="025630f4-267e-4cb3-8cd5-8795177f99f4" providerId="ADAL" clId="{929A2CC8-B112-421C-81E2-D5D63B23E300}" dt="2026-09-26T01:47:26.692" v="15901" actId="478"/>
          <ac:spMkLst>
            <pc:docMk/>
            <pc:sldMk cId="3607347082" sldId="454"/>
            <ac:spMk id="6" creationId="{BE09DA3F-0848-7B3C-0ACB-F1D5CE8E5F1A}"/>
          </ac:spMkLst>
        </pc:spChg>
        <pc:spChg chg="add del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8" creationId="{93D186D6-EE64-24D8-BEA5-C28D3FB20E12}"/>
          </ac:spMkLst>
        </pc:spChg>
        <pc:spChg chg="add del mod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9" creationId="{76B893EC-0F7F-4312-EC1C-49029C90D14A}"/>
          </ac:spMkLst>
        </pc:spChg>
        <pc:spChg chg="add del mod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10" creationId="{42C77DD8-3467-9A71-B271-475BA202FB3C}"/>
          </ac:spMkLst>
        </pc:spChg>
        <pc:picChg chg="add del">
          <ac:chgData name="Li, Cong" userId="025630f4-267e-4cb3-8cd5-8795177f99f4" providerId="ADAL" clId="{929A2CC8-B112-421C-81E2-D5D63B23E300}" dt="2026-09-26T01:47:27.570" v="15902" actId="478"/>
          <ac:picMkLst>
            <pc:docMk/>
            <pc:sldMk cId="3607347082" sldId="454"/>
            <ac:picMk id="5" creationId="{F0D32306-9257-DB0C-538A-2D4862F31108}"/>
          </ac:picMkLst>
        </pc:picChg>
        <pc:cxnChg chg="add del mod">
          <ac:chgData name="Li, Cong" userId="025630f4-267e-4cb3-8cd5-8795177f99f4" providerId="ADAL" clId="{929A2CC8-B112-421C-81E2-D5D63B23E300}" dt="2026-09-26T01:47:27.570" v="15902" actId="478"/>
          <ac:cxnSpMkLst>
            <pc:docMk/>
            <pc:sldMk cId="3607347082" sldId="454"/>
            <ac:cxnSpMk id="7" creationId="{F6B7B136-A4D1-671D-766C-B8EA6AB9DBE1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26T01:57:33.538" v="16517"/>
        <pc:sldMkLst>
          <pc:docMk/>
          <pc:sldMk cId="2802567958" sldId="455"/>
        </pc:sldMkLst>
        <pc:spChg chg="mod">
          <ac:chgData name="Li, Cong" userId="025630f4-267e-4cb3-8cd5-8795177f99f4" providerId="ADAL" clId="{929A2CC8-B112-421C-81E2-D5D63B23E300}" dt="2026-09-26T01:48:22.952" v="15921" actId="20577"/>
          <ac:spMkLst>
            <pc:docMk/>
            <pc:sldMk cId="2802567958" sldId="455"/>
            <ac:spMk id="2" creationId="{8AE65FC2-3092-4AD3-E962-4E192C039535}"/>
          </ac:spMkLst>
        </pc:spChg>
        <pc:spChg chg="del">
          <ac:chgData name="Li, Cong" userId="025630f4-267e-4cb3-8cd5-8795177f99f4" providerId="ADAL" clId="{929A2CC8-B112-421C-81E2-D5D63B23E300}" dt="2026-09-26T01:48:38.062" v="15925" actId="478"/>
          <ac:spMkLst>
            <pc:docMk/>
            <pc:sldMk cId="2802567958" sldId="455"/>
            <ac:spMk id="9" creationId="{5F3578E5-913A-F8C9-3435-13172CE3CF73}"/>
          </ac:spMkLst>
        </pc:spChg>
        <pc:spChg chg="del">
          <ac:chgData name="Li, Cong" userId="025630f4-267e-4cb3-8cd5-8795177f99f4" providerId="ADAL" clId="{929A2CC8-B112-421C-81E2-D5D63B23E300}" dt="2026-09-26T01:48:38.062" v="15925" actId="478"/>
          <ac:spMkLst>
            <pc:docMk/>
            <pc:sldMk cId="2802567958" sldId="455"/>
            <ac:spMk id="10" creationId="{B1766CF5-5F5A-B07C-2A10-681E8C52269B}"/>
          </ac:spMkLst>
        </pc:spChg>
        <pc:spChg chg="add mod">
          <ac:chgData name="Li, Cong" userId="025630f4-267e-4cb3-8cd5-8795177f99f4" providerId="ADAL" clId="{929A2CC8-B112-421C-81E2-D5D63B23E300}" dt="2026-09-26T01:49:01.067" v="15985" actId="20577"/>
          <ac:spMkLst>
            <pc:docMk/>
            <pc:sldMk cId="2802567958" sldId="455"/>
            <ac:spMk id="11" creationId="{0B53787C-2F11-D529-C3F9-1DF6054A97DA}"/>
          </ac:spMkLst>
        </pc:spChg>
        <pc:picChg chg="add mod">
          <ac:chgData name="Li, Cong" userId="025630f4-267e-4cb3-8cd5-8795177f99f4" providerId="ADAL" clId="{929A2CC8-B112-421C-81E2-D5D63B23E300}" dt="2026-09-26T01:50:04.859" v="15996" actId="14100"/>
          <ac:picMkLst>
            <pc:docMk/>
            <pc:sldMk cId="2802567958" sldId="455"/>
            <ac:picMk id="4" creationId="{9948DC76-7CB4-D239-CF12-84FEB3D9DD13}"/>
          </ac:picMkLst>
        </pc:picChg>
        <pc:cxnChg chg="del mod">
          <ac:chgData name="Li, Cong" userId="025630f4-267e-4cb3-8cd5-8795177f99f4" providerId="ADAL" clId="{929A2CC8-B112-421C-81E2-D5D63B23E300}" dt="2026-09-26T01:48:38.062" v="15925" actId="478"/>
          <ac:cxnSpMkLst>
            <pc:docMk/>
            <pc:sldMk cId="2802567958" sldId="455"/>
            <ac:cxnSpMk id="7" creationId="{0D2B3DDE-41D6-096E-76B3-D15A8C2DA930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26T02:03:55.449" v="16749" actId="1035"/>
        <pc:sldMkLst>
          <pc:docMk/>
          <pc:sldMk cId="1649411993" sldId="456"/>
        </pc:sldMkLst>
        <pc:spChg chg="mod">
          <ac:chgData name="Li, Cong" userId="025630f4-267e-4cb3-8cd5-8795177f99f4" providerId="ADAL" clId="{929A2CC8-B112-421C-81E2-D5D63B23E300}" dt="2026-09-26T02:02:01.593" v="16591" actId="20577"/>
          <ac:spMkLst>
            <pc:docMk/>
            <pc:sldMk cId="1649411993" sldId="456"/>
            <ac:spMk id="2" creationId="{E9E9D55C-C3F9-47B8-2F22-8F9F229686A6}"/>
          </ac:spMkLst>
        </pc:spChg>
        <pc:spChg chg="mod">
          <ac:chgData name="Li, Cong" userId="025630f4-267e-4cb3-8cd5-8795177f99f4" providerId="ADAL" clId="{929A2CC8-B112-421C-81E2-D5D63B23E300}" dt="2026-09-26T02:03:21.758" v="16716" actId="20577"/>
          <ac:spMkLst>
            <pc:docMk/>
            <pc:sldMk cId="1649411993" sldId="456"/>
            <ac:spMk id="8" creationId="{9BB378B6-7218-BD9F-0327-491DBB15EEF2}"/>
          </ac:spMkLst>
        </pc:spChg>
        <pc:spChg chg="del mod">
          <ac:chgData name="Li, Cong" userId="025630f4-267e-4cb3-8cd5-8795177f99f4" providerId="ADAL" clId="{929A2CC8-B112-421C-81E2-D5D63B23E300}" dt="2026-09-26T02:02:07.410" v="16594" actId="478"/>
          <ac:spMkLst>
            <pc:docMk/>
            <pc:sldMk cId="1649411993" sldId="456"/>
            <ac:spMk id="11" creationId="{2C0F8D5F-03E2-B4E3-BDEC-796E101DB71B}"/>
          </ac:spMkLst>
        </pc:spChg>
        <pc:spChg chg="add mod">
          <ac:chgData name="Li, Cong" userId="025630f4-267e-4cb3-8cd5-8795177f99f4" providerId="ADAL" clId="{929A2CC8-B112-421C-81E2-D5D63B23E300}" dt="2026-09-26T02:03:55.449" v="16749" actId="1035"/>
          <ac:spMkLst>
            <pc:docMk/>
            <pc:sldMk cId="1649411993" sldId="456"/>
            <ac:spMk id="16" creationId="{55731222-32C1-E999-CA6A-A15524F8D9B4}"/>
          </ac:spMkLst>
        </pc:spChg>
        <pc:spChg chg="add mod">
          <ac:chgData name="Li, Cong" userId="025630f4-267e-4cb3-8cd5-8795177f99f4" providerId="ADAL" clId="{929A2CC8-B112-421C-81E2-D5D63B23E300}" dt="2026-09-26T02:03:55.449" v="16749" actId="1035"/>
          <ac:spMkLst>
            <pc:docMk/>
            <pc:sldMk cId="1649411993" sldId="456"/>
            <ac:spMk id="17" creationId="{8D3A16D9-64F9-0459-2932-93B0821276C4}"/>
          </ac:spMkLst>
        </pc:spChg>
        <pc:picChg chg="del">
          <ac:chgData name="Li, Cong" userId="025630f4-267e-4cb3-8cd5-8795177f99f4" providerId="ADAL" clId="{929A2CC8-B112-421C-81E2-D5D63B23E300}" dt="2026-09-26T01:52:32.936" v="16149" actId="478"/>
          <ac:picMkLst>
            <pc:docMk/>
            <pc:sldMk cId="1649411993" sldId="456"/>
            <ac:picMk id="4" creationId="{28A8FA89-FA4A-D654-E918-A4D2CDFEE665}"/>
          </ac:picMkLst>
        </pc:picChg>
        <pc:picChg chg="del">
          <ac:chgData name="Li, Cong" userId="025630f4-267e-4cb3-8cd5-8795177f99f4" providerId="ADAL" clId="{929A2CC8-B112-421C-81E2-D5D63B23E300}" dt="2026-09-26T01:51:42.473" v="16138" actId="478"/>
          <ac:picMkLst>
            <pc:docMk/>
            <pc:sldMk cId="1649411993" sldId="456"/>
            <ac:picMk id="5" creationId="{51C2B3C9-A3ED-ACC9-2B62-547F7D2BB8DD}"/>
          </ac:picMkLst>
        </pc:picChg>
        <pc:picChg chg="add del mod">
          <ac:chgData name="Li, Cong" userId="025630f4-267e-4cb3-8cd5-8795177f99f4" providerId="ADAL" clId="{929A2CC8-B112-421C-81E2-D5D63B23E300}" dt="2026-09-26T02:02:04.788" v="16592" actId="478"/>
          <ac:picMkLst>
            <pc:docMk/>
            <pc:sldMk cId="1649411993" sldId="456"/>
            <ac:picMk id="6" creationId="{DDD51098-9EC4-5319-756E-08CF10596E96}"/>
          </ac:picMkLst>
        </pc:picChg>
        <pc:picChg chg="add del mod">
          <ac:chgData name="Li, Cong" userId="025630f4-267e-4cb3-8cd5-8795177f99f4" providerId="ADAL" clId="{929A2CC8-B112-421C-81E2-D5D63B23E300}" dt="2026-09-26T02:02:08.226" v="16595" actId="478"/>
          <ac:picMkLst>
            <pc:docMk/>
            <pc:sldMk cId="1649411993" sldId="456"/>
            <ac:picMk id="9" creationId="{3216A4DA-6DC3-4098-E815-B347AFA79A3A}"/>
          </ac:picMkLst>
        </pc:picChg>
        <pc:picChg chg="add del mod">
          <ac:chgData name="Li, Cong" userId="025630f4-267e-4cb3-8cd5-8795177f99f4" providerId="ADAL" clId="{929A2CC8-B112-421C-81E2-D5D63B23E300}" dt="2026-09-26T02:02:45.773" v="16598" actId="478"/>
          <ac:picMkLst>
            <pc:docMk/>
            <pc:sldMk cId="1649411993" sldId="456"/>
            <ac:picMk id="12" creationId="{0E1FEB17-094F-0D10-AA98-693F92A7F50C}"/>
          </ac:picMkLst>
        </pc:picChg>
        <pc:picChg chg="add mod">
          <ac:chgData name="Li, Cong" userId="025630f4-267e-4cb3-8cd5-8795177f99f4" providerId="ADAL" clId="{929A2CC8-B112-421C-81E2-D5D63B23E300}" dt="2026-09-26T02:03:28.211" v="16725" actId="1036"/>
          <ac:picMkLst>
            <pc:docMk/>
            <pc:sldMk cId="1649411993" sldId="456"/>
            <ac:picMk id="14" creationId="{91C9B49B-F515-E7DB-DCA7-BE295201DBA2}"/>
          </ac:picMkLst>
        </pc:picChg>
        <pc:cxnChg chg="add mod">
          <ac:chgData name="Li, Cong" userId="025630f4-267e-4cb3-8cd5-8795177f99f4" providerId="ADAL" clId="{929A2CC8-B112-421C-81E2-D5D63B23E300}" dt="2026-09-26T02:03:55.449" v="16749" actId="1035"/>
          <ac:cxnSpMkLst>
            <pc:docMk/>
            <pc:sldMk cId="1649411993" sldId="456"/>
            <ac:cxnSpMk id="15" creationId="{71C1A63F-4BE2-3E87-7D3C-639A0C2C7151}"/>
          </ac:cxnSpMkLst>
        </pc:cxnChg>
      </pc:sldChg>
      <pc:sldChg chg="delSp modSp add mod modAnim">
        <pc:chgData name="Li, Cong" userId="025630f4-267e-4cb3-8cd5-8795177f99f4" providerId="ADAL" clId="{929A2CC8-B112-421C-81E2-D5D63B23E300}" dt="2026-09-26T02:01:28.953" v="16550" actId="20577"/>
        <pc:sldMkLst>
          <pc:docMk/>
          <pc:sldMk cId="3127331094" sldId="457"/>
        </pc:sldMkLst>
        <pc:spChg chg="mod">
          <ac:chgData name="Li, Cong" userId="025630f4-267e-4cb3-8cd5-8795177f99f4" providerId="ADAL" clId="{929A2CC8-B112-421C-81E2-D5D63B23E300}" dt="2026-09-26T02:01:28.953" v="16550" actId="20577"/>
          <ac:spMkLst>
            <pc:docMk/>
            <pc:sldMk cId="3127331094" sldId="457"/>
            <ac:spMk id="11" creationId="{6A55EB9A-0499-26D3-4869-A575D5279604}"/>
          </ac:spMkLst>
        </pc:spChg>
        <pc:picChg chg="del">
          <ac:chgData name="Li, Cong" userId="025630f4-267e-4cb3-8cd5-8795177f99f4" providerId="ADAL" clId="{929A2CC8-B112-421C-81E2-D5D63B23E300}" dt="2026-09-26T01:57:18.505" v="16514" actId="478"/>
          <ac:picMkLst>
            <pc:docMk/>
            <pc:sldMk cId="3127331094" sldId="457"/>
            <ac:picMk id="12" creationId="{34D41996-8393-6353-4C2F-FF7AF9F63C69}"/>
          </ac:picMkLst>
        </pc:picChg>
      </pc:sldChg>
      <pc:sldChg chg="addSp delSp modSp add mod ord">
        <pc:chgData name="Li, Cong" userId="025630f4-267e-4cb3-8cd5-8795177f99f4" providerId="ADAL" clId="{929A2CC8-B112-421C-81E2-D5D63B23E300}" dt="2026-09-26T02:37:34.651" v="17646" actId="1035"/>
        <pc:sldMkLst>
          <pc:docMk/>
          <pc:sldMk cId="2121157" sldId="458"/>
        </pc:sldMkLst>
        <pc:spChg chg="add mod">
          <ac:chgData name="Li, Cong" userId="025630f4-267e-4cb3-8cd5-8795177f99f4" providerId="ADAL" clId="{929A2CC8-B112-421C-81E2-D5D63B23E300}" dt="2026-09-26T02:37:34.651" v="17646" actId="1035"/>
          <ac:spMkLst>
            <pc:docMk/>
            <pc:sldMk cId="2121157" sldId="458"/>
            <ac:spMk id="4" creationId="{E8530612-E0E1-1E88-DE4C-B7165CC1251E}"/>
          </ac:spMkLst>
        </pc:spChg>
        <pc:spChg chg="add">
          <ac:chgData name="Li, Cong" userId="025630f4-267e-4cb3-8cd5-8795177f99f4" providerId="ADAL" clId="{929A2CC8-B112-421C-81E2-D5D63B23E300}" dt="2026-09-26T02:37:29.851" v="17643" actId="22"/>
          <ac:spMkLst>
            <pc:docMk/>
            <pc:sldMk cId="2121157" sldId="458"/>
            <ac:spMk id="6" creationId="{D6C179D2-F1BD-E1BF-5EAE-09011A4BEE64}"/>
          </ac:spMkLst>
        </pc:spChg>
        <pc:spChg chg="add del mod">
          <ac:chgData name="Li, Cong" userId="025630f4-267e-4cb3-8cd5-8795177f99f4" providerId="ADAL" clId="{929A2CC8-B112-421C-81E2-D5D63B23E300}" dt="2026-09-26T02:37:29.467" v="17642" actId="478"/>
          <ac:spMkLst>
            <pc:docMk/>
            <pc:sldMk cId="2121157" sldId="458"/>
            <ac:spMk id="30" creationId="{7D974428-6BF5-4699-856D-7BF8318FAEAE}"/>
          </ac:spMkLst>
        </pc:spChg>
        <pc:picChg chg="add">
          <ac:chgData name="Li, Cong" userId="025630f4-267e-4cb3-8cd5-8795177f99f4" providerId="ADAL" clId="{929A2CC8-B112-421C-81E2-D5D63B23E300}" dt="2026-09-26T02:37:29.851" v="17643" actId="22"/>
          <ac:picMkLst>
            <pc:docMk/>
            <pc:sldMk cId="2121157" sldId="458"/>
            <ac:picMk id="8" creationId="{21B983A2-C407-D8B9-47B4-8E55A66C9729}"/>
          </ac:picMkLst>
        </pc:picChg>
        <pc:picChg chg="add del mod">
          <ac:chgData name="Li, Cong" userId="025630f4-267e-4cb3-8cd5-8795177f99f4" providerId="ADAL" clId="{929A2CC8-B112-421C-81E2-D5D63B23E300}" dt="2026-09-26T02:37:29.467" v="17642" actId="478"/>
          <ac:picMkLst>
            <pc:docMk/>
            <pc:sldMk cId="2121157" sldId="458"/>
            <ac:picMk id="11" creationId="{E0C47F82-B420-3433-F402-757AAACAA8F7}"/>
          </ac:picMkLst>
        </pc:picChg>
        <pc:picChg chg="mod">
          <ac:chgData name="Li, Cong" userId="025630f4-267e-4cb3-8cd5-8795177f99f4" providerId="ADAL" clId="{929A2CC8-B112-421C-81E2-D5D63B23E300}" dt="2026-09-26T02:37:34.651" v="17646" actId="1035"/>
          <ac:picMkLst>
            <pc:docMk/>
            <pc:sldMk cId="2121157" sldId="458"/>
            <ac:picMk id="14" creationId="{60954B73-BCD1-BDFF-0622-135246C85CE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9D78-C182-BF1D-4252-7685C353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AE541-FD53-08C6-B247-C935DF4BB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09692-95D3-36E1-D72F-65B6092EB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29061-B751-C4EB-53AC-39F94448C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012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41D6-D5D1-5FF0-6992-E8960046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83BA-D20A-794F-AB4F-DD51A0310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41333-8F35-C34F-9BB7-C553152B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FAC1B-13B9-6436-765B-6F4CCEAA8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838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939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7.2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7.2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Configuration in GPU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GPU Kernel</a:t>
            </a:r>
            <a:r>
              <a:rPr lang="zh-CN" altLang="en-US" dirty="0">
                <a:ea typeface="ＭＳ Ｐゴシック" panose="020B0600070205080204" pitchFamily="34" charset="-128"/>
              </a:rPr>
              <a:t>中的配置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213360" y="2507159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Dimension of the feature array  </a:t>
            </a:r>
          </a:p>
          <a:p>
            <a:pPr algn="ctr"/>
            <a:r>
              <a:rPr lang="zh-CN" altLang="en-US" sz="2200" dirty="0"/>
              <a:t>特征数组长度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807EC-FFE8-E1F0-A6E4-636EF744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3831"/>
            <a:ext cx="2412067" cy="297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F6078C-056A-28FC-2685-6DC67425E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02442"/>
            <a:ext cx="2286319" cy="274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E7842-4875-8CD7-B0BA-4A6DEC5DC312}"/>
              </a:ext>
            </a:extLst>
          </p:cNvPr>
          <p:cNvSpPr txBox="1"/>
          <p:nvPr/>
        </p:nvSpPr>
        <p:spPr>
          <a:xfrm>
            <a:off x="213360" y="3858161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Training data tile size  </a:t>
            </a:r>
          </a:p>
          <a:p>
            <a:pPr algn="ctr"/>
            <a:r>
              <a:rPr lang="zh-CN" altLang="en-US" sz="2200" dirty="0"/>
              <a:t>训练数据分块大小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040863-D02A-0231-4485-297FC67D5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867400"/>
            <a:ext cx="2434930" cy="2972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544120-44CD-399B-F131-BFE01E1BCF9F}"/>
              </a:ext>
            </a:extLst>
          </p:cNvPr>
          <p:cNvSpPr txBox="1"/>
          <p:nvPr/>
        </p:nvSpPr>
        <p:spPr>
          <a:xfrm>
            <a:off x="135101" y="5129881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Thread group size  </a:t>
            </a:r>
          </a:p>
          <a:p>
            <a:pPr algn="ctr"/>
            <a:r>
              <a:rPr lang="zh-CN" altLang="en-US" sz="2200" dirty="0"/>
              <a:t>线程分组大小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DEC6-CB32-B289-A4B0-B4DD6664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42FA-52C8-72D4-C191-D70EE8B6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w/ Group Size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Kernel</a:t>
            </a:r>
            <a:r>
              <a:rPr lang="zh-CN" altLang="en-US" dirty="0">
                <a:ea typeface="ＭＳ Ｐゴシック" panose="020B0600070205080204" pitchFamily="34" charset="-128"/>
              </a:rPr>
              <a:t>的分组大小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83580-5AF0-B501-13C8-E6EC11AF9D8B}"/>
              </a:ext>
            </a:extLst>
          </p:cNvPr>
          <p:cNvSpPr txBox="1"/>
          <p:nvPr/>
        </p:nvSpPr>
        <p:spPr>
          <a:xfrm>
            <a:off x="213360" y="1600200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 new function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定义一个新的函数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53A391-0A0A-5972-ED48-F2FA1D352D72}"/>
              </a:ext>
            </a:extLst>
          </p:cNvPr>
          <p:cNvCxnSpPr>
            <a:cxnSpLocks/>
          </p:cNvCxnSpPr>
          <p:nvPr/>
        </p:nvCxnSpPr>
        <p:spPr bwMode="auto">
          <a:xfrm flipH="1">
            <a:off x="4095585" y="4403777"/>
            <a:ext cx="1219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5FCF194-F852-77B5-6CF6-64590325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7091"/>
            <a:ext cx="7304790" cy="257210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57F73A-A9DF-BE1C-09AD-06B196F3D30A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 bwMode="auto">
          <a:xfrm flipV="1">
            <a:off x="5691809" y="2751667"/>
            <a:ext cx="0" cy="24892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DAA8C5-CEA9-BF21-AE45-93514996F791}"/>
              </a:ext>
            </a:extLst>
          </p:cNvPr>
          <p:cNvSpPr txBox="1"/>
          <p:nvPr/>
        </p:nvSpPr>
        <p:spPr>
          <a:xfrm>
            <a:off x="3710609" y="5240867"/>
            <a:ext cx="39624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Thead group size</a:t>
            </a:r>
          </a:p>
          <a:p>
            <a:pPr algn="ctr"/>
            <a:r>
              <a:rPr lang="zh-CN" altLang="en-US" sz="2200" dirty="0"/>
              <a:t>线程分组大小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2BB047-BBEC-3752-228D-757DB4B5BC1E}"/>
              </a:ext>
            </a:extLst>
          </p:cNvPr>
          <p:cNvSpPr/>
          <p:nvPr/>
        </p:nvSpPr>
        <p:spPr bwMode="auto">
          <a:xfrm>
            <a:off x="3458817" y="2465559"/>
            <a:ext cx="4465983" cy="286108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875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6887-0A13-746D-B35F-FAE5E451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62F6-FB3C-E014-A6BC-8B77944D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w/ Group Size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Kernel</a:t>
            </a:r>
            <a:r>
              <a:rPr lang="zh-CN" altLang="en-US" dirty="0">
                <a:ea typeface="ＭＳ Ｐゴシック" panose="020B0600070205080204" pitchFamily="34" charset="-128"/>
              </a:rPr>
              <a:t>的分组大小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6BFB26-D06E-AAC6-45C5-E7549F9CF5ED}"/>
              </a:ext>
            </a:extLst>
          </p:cNvPr>
          <p:cNvSpPr txBox="1"/>
          <p:nvPr/>
        </p:nvSpPr>
        <p:spPr>
          <a:xfrm>
            <a:off x="213360" y="1600200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 new function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定义一个新的函数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2FB1E4-7B0E-B60C-F32E-6C98E576E3A6}"/>
              </a:ext>
            </a:extLst>
          </p:cNvPr>
          <p:cNvCxnSpPr>
            <a:cxnSpLocks/>
          </p:cNvCxnSpPr>
          <p:nvPr/>
        </p:nvCxnSpPr>
        <p:spPr bwMode="auto">
          <a:xfrm flipH="1">
            <a:off x="4095585" y="4403777"/>
            <a:ext cx="1219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75861E4-BE4B-F837-08DB-AC6CE799A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7091"/>
            <a:ext cx="7304790" cy="257210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FCC64A-A121-FE44-CFF1-E4FD178E6C43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 bwMode="auto">
          <a:xfrm flipV="1">
            <a:off x="3691558" y="4800600"/>
            <a:ext cx="1" cy="6317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F9A77C-9028-4260-B6B7-2D3F25BB5E0B}"/>
              </a:ext>
            </a:extLst>
          </p:cNvPr>
          <p:cNvSpPr txBox="1"/>
          <p:nvPr/>
        </p:nvSpPr>
        <p:spPr>
          <a:xfrm>
            <a:off x="1100758" y="5432345"/>
            <a:ext cx="51816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Input parameters. Again, 2D arrays flattened to 1D arrays </a:t>
            </a:r>
            <a:br>
              <a:rPr lang="en-US" altLang="zh-CN" sz="2200" dirty="0"/>
            </a:br>
            <a:r>
              <a:rPr lang="zh-CN" altLang="en-US" sz="2200" dirty="0"/>
              <a:t>输入参数，</a:t>
            </a:r>
            <a:r>
              <a:rPr lang="en-US" altLang="zh-CN" sz="2200" dirty="0"/>
              <a:t>2</a:t>
            </a:r>
            <a:r>
              <a:rPr lang="zh-CN" altLang="en-US" sz="2200" dirty="0"/>
              <a:t>维数组再度平铺为</a:t>
            </a:r>
            <a:r>
              <a:rPr lang="en-US" altLang="zh-CN" sz="2200" dirty="0"/>
              <a:t>1</a:t>
            </a:r>
            <a:r>
              <a:rPr lang="zh-CN" altLang="en-US" sz="2200" dirty="0"/>
              <a:t>维数组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F90E6-AD41-8F93-6C72-B4D0AD9C5948}"/>
              </a:ext>
            </a:extLst>
          </p:cNvPr>
          <p:cNvSpPr/>
          <p:nvPr/>
        </p:nvSpPr>
        <p:spPr bwMode="auto">
          <a:xfrm>
            <a:off x="1182342" y="3218034"/>
            <a:ext cx="5018433" cy="1582566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339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Getting Test Data in Place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让测试数据就位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8A2D7-D553-1AE0-5B88-6CB1EF2D829A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global thread ID, &amp; the local ID within a group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获取全局线程</a:t>
            </a:r>
            <a:r>
              <a:rPr lang="en-US" altLang="zh-CN" sz="2200" dirty="0"/>
              <a:t>ID</a:t>
            </a:r>
            <a:r>
              <a:rPr lang="zh-CN" altLang="en-US" sz="2200" dirty="0"/>
              <a:t>和组内线程</a:t>
            </a:r>
            <a:r>
              <a:rPr lang="en-US" altLang="zh-CN" sz="2200" dirty="0"/>
              <a:t>ID</a:t>
            </a:r>
            <a:endParaRPr lang="zh-CN" altLang="en-US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93BF9-5314-511B-9124-4A3F05ED6EF6}"/>
              </a:ext>
            </a:extLst>
          </p:cNvPr>
          <p:cNvSpPr txBox="1"/>
          <p:nvPr/>
        </p:nvSpPr>
        <p:spPr>
          <a:xfrm>
            <a:off x="457200" y="3457191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thread processing one test data element; </a:t>
            </a:r>
          </a:p>
          <a:p>
            <a:pPr algn="ctr"/>
            <a:r>
              <a:rPr lang="en-US" altLang="zh-CN" sz="2200" dirty="0"/>
              <a:t>we read it into a local array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每个线程处理一个测试数据，所以我们读入一个局部数组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85834-FB7C-21C4-4218-437EE9586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8400"/>
            <a:ext cx="4366870" cy="811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025E4-F427-2F12-5788-FCD26E238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636546"/>
            <a:ext cx="4538344" cy="16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E5F3-475F-50A4-C035-35F6EA63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3A1C-2845-9B2C-717F-7B0AA480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Start of the Classification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开始分类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6B1B6-FAE4-F5E4-C38F-71ECD0A59BD6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the nearest neighbor information</a:t>
            </a:r>
          </a:p>
          <a:p>
            <a:pPr algn="ctr"/>
            <a:r>
              <a:rPr lang="zh-CN" altLang="en-US" sz="2200" dirty="0"/>
              <a:t>初始化最近邻信息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1559CA-C6B4-FC74-46E1-2BF2CF345B4D}"/>
              </a:ext>
            </a:extLst>
          </p:cNvPr>
          <p:cNvSpPr txBox="1"/>
          <p:nvPr/>
        </p:nvSpPr>
        <p:spPr>
          <a:xfrm>
            <a:off x="609600" y="3356353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the program-controlled cache </a:t>
            </a:r>
          </a:p>
          <a:p>
            <a:pPr algn="ctr"/>
            <a:r>
              <a:rPr lang="en-US" altLang="zh-CN" sz="2200" dirty="0"/>
              <a:t>to store a training data tile</a:t>
            </a:r>
          </a:p>
          <a:p>
            <a:pPr algn="ctr"/>
            <a:r>
              <a:rPr lang="zh-CN" altLang="en-US" sz="2200" dirty="0"/>
              <a:t>初始化被程序控制的缓存，存储一个训练数据分块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D1562-6D37-9711-EA2B-119580D7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514600"/>
            <a:ext cx="3120826" cy="525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A10E8D-10C6-6A83-C9CE-2AA178685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499570"/>
            <a:ext cx="3932468" cy="285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940E6C-617A-3B92-3C77-0F75E91AA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3" y="5753021"/>
            <a:ext cx="7807780" cy="5715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FABB8B-09EF-1648-71C5-7F91FC43573F}"/>
              </a:ext>
            </a:extLst>
          </p:cNvPr>
          <p:cNvSpPr txBox="1"/>
          <p:nvPr/>
        </p:nvSpPr>
        <p:spPr>
          <a:xfrm>
            <a:off x="609600" y="5002643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the loop over the training data tiles</a:t>
            </a:r>
          </a:p>
          <a:p>
            <a:pPr algn="ctr"/>
            <a:r>
              <a:rPr lang="zh-CN" altLang="en-US" sz="2200" dirty="0"/>
              <a:t>开始循环遍历训练数据分块</a:t>
            </a:r>
          </a:p>
        </p:txBody>
      </p:sp>
    </p:spTree>
    <p:extLst>
      <p:ext uri="{BB962C8B-B14F-4D97-AF65-F5344CB8AC3E}">
        <p14:creationId xmlns:p14="http://schemas.microsoft.com/office/powerpoint/2010/main" val="39119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35C2-967B-728D-CBCD-07A711E2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E15A-C3A4-DD17-09D3-CC2A14B4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Collaborative Load  </a:t>
            </a:r>
            <a:r>
              <a:rPr lang="zh-CN" altLang="en-US" dirty="0">
                <a:ea typeface="ＭＳ Ｐゴシック" panose="020B0600070205080204" pitchFamily="34" charset="-128"/>
              </a:rPr>
              <a:t>协同读取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92C1A-7306-FB4D-B748-FC267A9A8141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Threads in a group cooperatively load the training data tile</a:t>
            </a:r>
          </a:p>
          <a:p>
            <a:pPr algn="ctr"/>
            <a:r>
              <a:rPr lang="zh-CN" altLang="en-US" sz="2200" dirty="0"/>
              <a:t>组内各线程协同读取训练数据分块的一部分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8350E3-B2B5-04C2-063D-0BC517EEB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6516010" cy="212627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4316DB-16A8-E4F5-D01C-01E1DA64292B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 bwMode="auto">
          <a:xfrm flipV="1">
            <a:off x="4358308" y="3749040"/>
            <a:ext cx="1" cy="10407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3A2E29-7AD8-504F-755C-2733FBFDD3AD}"/>
              </a:ext>
            </a:extLst>
          </p:cNvPr>
          <p:cNvSpPr txBox="1"/>
          <p:nvPr/>
        </p:nvSpPr>
        <p:spPr>
          <a:xfrm>
            <a:off x="2110408" y="4789838"/>
            <a:ext cx="44958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Avoid out-of-boundary access </a:t>
            </a:r>
          </a:p>
          <a:p>
            <a:pPr algn="ctr"/>
            <a:r>
              <a:rPr lang="zh-CN" altLang="en-US" sz="2200" dirty="0"/>
              <a:t>防止越界读取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9A2166-5FC5-BF5E-5B70-5F88FE0A2474}"/>
              </a:ext>
            </a:extLst>
          </p:cNvPr>
          <p:cNvSpPr/>
          <p:nvPr/>
        </p:nvSpPr>
        <p:spPr bwMode="auto">
          <a:xfrm>
            <a:off x="3169257" y="3486639"/>
            <a:ext cx="2378103" cy="262401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825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A3E6-AF4D-98BD-FB8B-FC7FEB65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19AE-269F-3866-7B4E-23182600C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Collaborative Load  </a:t>
            </a:r>
            <a:r>
              <a:rPr lang="zh-CN" altLang="en-US" dirty="0">
                <a:ea typeface="ＭＳ Ｐゴシック" panose="020B0600070205080204" pitchFamily="34" charset="-128"/>
              </a:rPr>
              <a:t>协同读取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D41DD-4733-46C6-0FA7-ED63A9F4A2A0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Threads in a group cooperatively load the training data tile</a:t>
            </a:r>
          </a:p>
          <a:p>
            <a:pPr algn="ctr"/>
            <a:r>
              <a:rPr lang="zh-CN" altLang="en-US" sz="2200" dirty="0"/>
              <a:t>组内各线程协同读取训练数据分块的一部分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E1BDF7-BD90-4422-3A27-95052951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6516010" cy="21262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C6CCBD-A465-1BA2-C6FD-31EAD0515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5638800"/>
            <a:ext cx="3463774" cy="297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DDF0F3-2A02-6331-E97C-5221298D7B25}"/>
              </a:ext>
            </a:extLst>
          </p:cNvPr>
          <p:cNvSpPr txBox="1"/>
          <p:nvPr/>
        </p:nvSpPr>
        <p:spPr>
          <a:xfrm>
            <a:off x="609600" y="486913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Threads in a group synchronize for load completion</a:t>
            </a:r>
          </a:p>
          <a:p>
            <a:pPr algn="ctr"/>
            <a:r>
              <a:rPr lang="zh-CN" altLang="en-US" sz="2200" dirty="0"/>
              <a:t>组内各线程同步，确保读取完成</a:t>
            </a:r>
          </a:p>
        </p:txBody>
      </p:sp>
    </p:spTree>
    <p:extLst>
      <p:ext uri="{BB962C8B-B14F-4D97-AF65-F5344CB8AC3E}">
        <p14:creationId xmlns:p14="http://schemas.microsoft.com/office/powerpoint/2010/main" val="295710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678C-5C03-F603-3574-AAC65DC9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E19D-941A-B272-D408-63C6DC53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Compute for the Tile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为当前分块计算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D5208-5676-9E62-80E4-338BC713EEC8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exact tile size &amp; loop over the training data</a:t>
            </a:r>
          </a:p>
          <a:p>
            <a:pPr algn="ctr"/>
            <a:r>
              <a:rPr lang="zh-CN" altLang="en-US" sz="2200" dirty="0"/>
              <a:t>获取分块大小并循环遍历训练数据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E574B-1CBD-BACD-9C33-9EEF6707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68833"/>
            <a:ext cx="5658640" cy="132606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035504-DDD7-734E-BBF7-1FCF9EB13823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 bwMode="auto">
          <a:xfrm flipV="1">
            <a:off x="2752725" y="2743201"/>
            <a:ext cx="2692" cy="12651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EAEFBB-2EE6-C8DB-B40A-F865D479399C}"/>
              </a:ext>
            </a:extLst>
          </p:cNvPr>
          <p:cNvSpPr txBox="1"/>
          <p:nvPr/>
        </p:nvSpPr>
        <p:spPr>
          <a:xfrm>
            <a:off x="504825" y="4008389"/>
            <a:ext cx="44958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Avoid out-of-boundary access </a:t>
            </a:r>
          </a:p>
          <a:p>
            <a:pPr algn="ctr"/>
            <a:r>
              <a:rPr lang="zh-CN" altLang="en-US" sz="2200" dirty="0"/>
              <a:t>防止越界读取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058E1-7939-1242-51FB-C18F6AA426EB}"/>
              </a:ext>
            </a:extLst>
          </p:cNvPr>
          <p:cNvSpPr/>
          <p:nvPr/>
        </p:nvSpPr>
        <p:spPr bwMode="auto">
          <a:xfrm>
            <a:off x="2034209" y="2484121"/>
            <a:ext cx="1442416" cy="259080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066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8194F-8E04-F6AC-C4A7-F32E29B3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CCB4-99A3-DA0D-AEA2-4AB03DBE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Compute for the Tile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为当前分块计算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186D6-EE64-24D8-BEA5-C28D3FB20E12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exact tile size &amp; loop over the training data</a:t>
            </a:r>
          </a:p>
          <a:p>
            <a:pPr algn="ctr"/>
            <a:r>
              <a:rPr lang="zh-CN" altLang="en-US" sz="2200" dirty="0"/>
              <a:t>获取分块大小并循环遍历训练数据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32306-9257-DB0C-538A-2D4862F31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68833"/>
            <a:ext cx="5658640" cy="132606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B7B136-A4D1-671D-766C-B8EA6AB9DBE1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 bwMode="auto">
          <a:xfrm flipV="1">
            <a:off x="5803417" y="3276599"/>
            <a:ext cx="0" cy="10307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B893EC-0F7F-4312-EC1C-49029C90D14A}"/>
              </a:ext>
            </a:extLst>
          </p:cNvPr>
          <p:cNvSpPr txBox="1"/>
          <p:nvPr/>
        </p:nvSpPr>
        <p:spPr>
          <a:xfrm>
            <a:off x="3755541" y="4307389"/>
            <a:ext cx="4095751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Avoid out-of-boundary access </a:t>
            </a:r>
          </a:p>
          <a:p>
            <a:pPr algn="ctr"/>
            <a:r>
              <a:rPr lang="zh-CN" altLang="en-US" sz="2200" dirty="0"/>
              <a:t>防止越界读取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77DD8-3467-9A71-B271-475BA202FB3C}"/>
              </a:ext>
            </a:extLst>
          </p:cNvPr>
          <p:cNvSpPr/>
          <p:nvPr/>
        </p:nvSpPr>
        <p:spPr bwMode="auto">
          <a:xfrm>
            <a:off x="4596434" y="2981324"/>
            <a:ext cx="2413966" cy="295275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734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3814-3AE8-D7C3-E382-0338B2EA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5FC2-3092-4AD3-E962-4E192C03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Compute for the Tile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为当前分块计算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EF60E-3CBF-CCE2-B175-8463E446CBE8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exact tile size &amp; loop over the training data</a:t>
            </a:r>
          </a:p>
          <a:p>
            <a:pPr algn="ctr"/>
            <a:r>
              <a:rPr lang="zh-CN" altLang="en-US" sz="2200" dirty="0"/>
              <a:t>获取分块大小并循环遍历训练数据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A8AAE-19B9-D6BA-D7EC-633163309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68833"/>
            <a:ext cx="5658640" cy="1326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48DC76-7CB4-D239-CF12-84FEB3D9D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4924240"/>
            <a:ext cx="4161101" cy="15889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53787C-2F11-D529-C3F9-1DF6054A97DA}"/>
              </a:ext>
            </a:extLst>
          </p:cNvPr>
          <p:cNvSpPr txBox="1"/>
          <p:nvPr/>
        </p:nvSpPr>
        <p:spPr>
          <a:xfrm>
            <a:off x="609600" y="4159383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Compute the distance</a:t>
            </a:r>
          </a:p>
          <a:p>
            <a:pPr algn="ctr"/>
            <a:r>
              <a:rPr lang="zh-CN" altLang="en-US" sz="2200" dirty="0"/>
              <a:t>计算距离</a:t>
            </a:r>
          </a:p>
        </p:txBody>
      </p:sp>
    </p:spTree>
    <p:extLst>
      <p:ext uri="{BB962C8B-B14F-4D97-AF65-F5344CB8AC3E}">
        <p14:creationId xmlns:p14="http://schemas.microsoft.com/office/powerpoint/2010/main" val="280256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E1794-1A11-E56B-58E4-8455B2AA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071E-EC07-056C-472B-4A1A2663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Compute for the Tile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为当前分块计算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5A287D-4731-3F43-BE75-7C95BFE39C9B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Compare distance &amp; update nearest neighbor information</a:t>
            </a:r>
          </a:p>
          <a:p>
            <a:pPr algn="ctr"/>
            <a:r>
              <a:rPr lang="zh-CN" altLang="en-US" sz="2200" dirty="0"/>
              <a:t>比较距离并更新最近邻信息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5EB9A-0499-26D3-4869-A575D5279604}"/>
              </a:ext>
            </a:extLst>
          </p:cNvPr>
          <p:cNvSpPr txBox="1"/>
          <p:nvPr/>
        </p:nvSpPr>
        <p:spPr>
          <a:xfrm>
            <a:off x="533400" y="4192250"/>
            <a:ext cx="807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Close the inner loop &amp; ‘if’ branch, &amp; synchronize the threads in a group for completion of using the training data tile</a:t>
            </a:r>
          </a:p>
          <a:p>
            <a:pPr algn="ctr"/>
            <a:r>
              <a:rPr lang="zh-CN" altLang="en-US" sz="2200" dirty="0"/>
              <a:t>结束内重循环和</a:t>
            </a:r>
            <a:r>
              <a:rPr lang="en-US" altLang="zh-CN" sz="2200" dirty="0"/>
              <a:t>’if’</a:t>
            </a:r>
            <a:r>
              <a:rPr lang="zh-CN" altLang="en-US" sz="2200" dirty="0"/>
              <a:t>条件分支，</a:t>
            </a:r>
            <a:endParaRPr lang="en-US" altLang="zh-CN" sz="2200" dirty="0"/>
          </a:p>
          <a:p>
            <a:pPr algn="ctr"/>
            <a:r>
              <a:rPr lang="zh-CN" altLang="en-US" sz="2200" dirty="0"/>
              <a:t>组内各线程同步，确保使用训练数据分块都已完成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096EF-4A74-29B3-808A-32C928EAF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2472503"/>
            <a:ext cx="4526911" cy="1337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5D9031-DA4F-5F4E-DB28-09FC94F61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5680609"/>
            <a:ext cx="3440910" cy="72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3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E92A-99BF-59B4-D2B5-A4859FDC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D55C-C3F9-47B8-2F22-8F9F2296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Finish the Kernel 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结束这个</a:t>
            </a:r>
            <a:r>
              <a:rPr lang="en-US" altLang="zh-CN" dirty="0">
                <a:ea typeface="ＭＳ Ｐゴシック" panose="020B0600070205080204" pitchFamily="34" charset="-128"/>
              </a:rPr>
              <a:t>Kernel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378B6-7218-BD9F-0327-491DBB15EEF2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Close the outer loop &amp; write out the classification result</a:t>
            </a:r>
          </a:p>
          <a:p>
            <a:pPr algn="ctr"/>
            <a:r>
              <a:rPr lang="zh-CN" altLang="en-US" sz="2200" dirty="0"/>
              <a:t>结束外重循环，写回分类结果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C9B49B-F515-E7DB-DCA7-BE295201D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3800"/>
            <a:ext cx="3669542" cy="160042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C1A63F-4BE2-3E87-7D3C-639A0C2C7151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 bwMode="auto">
          <a:xfrm flipV="1">
            <a:off x="2387600" y="3007271"/>
            <a:ext cx="2692" cy="12651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731222-32C1-E999-CA6A-A15524F8D9B4}"/>
              </a:ext>
            </a:extLst>
          </p:cNvPr>
          <p:cNvSpPr txBox="1"/>
          <p:nvPr/>
        </p:nvSpPr>
        <p:spPr>
          <a:xfrm>
            <a:off x="139700" y="4272459"/>
            <a:ext cx="44958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Avoid out-of-boundary access </a:t>
            </a:r>
          </a:p>
          <a:p>
            <a:pPr algn="ctr"/>
            <a:r>
              <a:rPr lang="zh-CN" altLang="en-US" sz="2200" dirty="0"/>
              <a:t>防止越界读取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3A16D9-64F9-0459-2932-93B0821276C4}"/>
              </a:ext>
            </a:extLst>
          </p:cNvPr>
          <p:cNvSpPr/>
          <p:nvPr/>
        </p:nvSpPr>
        <p:spPr bwMode="auto">
          <a:xfrm>
            <a:off x="1669084" y="2748191"/>
            <a:ext cx="1442416" cy="259080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94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7D695-FC3B-5FBA-796D-3D64178BF99E}"/>
              </a:ext>
            </a:extLst>
          </p:cNvPr>
          <p:cNvSpPr txBox="1"/>
          <p:nvPr/>
        </p:nvSpPr>
        <p:spPr>
          <a:xfrm>
            <a:off x="609600" y="163995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‘gpu.py’ &amp; import relevant libraries</a:t>
            </a:r>
          </a:p>
          <a:p>
            <a:pPr algn="ctr"/>
            <a:r>
              <a:rPr lang="zh-CN" altLang="en-US" sz="2200" dirty="0"/>
              <a:t>创建新文件</a:t>
            </a:r>
            <a:r>
              <a:rPr lang="en-US" altLang="zh-CN" sz="2200" dirty="0"/>
              <a:t>’gpu.py’</a:t>
            </a:r>
            <a:r>
              <a:rPr lang="zh-CN" altLang="en-US" sz="2200" dirty="0"/>
              <a:t>并导入相关库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A8BE58-047E-1516-F1CC-7D11BA2BADE5}"/>
              </a:ext>
            </a:extLst>
          </p:cNvPr>
          <p:cNvSpPr txBox="1"/>
          <p:nvPr/>
        </p:nvSpPr>
        <p:spPr>
          <a:xfrm>
            <a:off x="314739" y="3739198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training &amp; test data</a:t>
            </a:r>
          </a:p>
          <a:p>
            <a:pPr algn="ctr"/>
            <a:r>
              <a:rPr lang="zh-CN" altLang="en-US" sz="2200" dirty="0"/>
              <a:t>读取训练和测试数据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B33E97-3DE9-5324-6D70-0F3CD5F39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00156"/>
            <a:ext cx="3120826" cy="1028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8A4285-648A-C86B-30CC-B13395FD6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37642"/>
            <a:ext cx="5361419" cy="49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57A8-62D5-F4BF-CA4C-98785472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B9F4-D452-45BE-05FE-3051CAD8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3AE913-03C5-0FDE-05D2-F35469DD88C5}"/>
              </a:ext>
            </a:extLst>
          </p:cNvPr>
          <p:cNvSpPr txBox="1"/>
          <p:nvPr/>
        </p:nvSpPr>
        <p:spPr>
          <a:xfrm>
            <a:off x="314739" y="1745159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the host-side arrays  </a:t>
            </a:r>
          </a:p>
          <a:p>
            <a:pPr algn="ctr"/>
            <a:r>
              <a:rPr lang="zh-CN" altLang="en-US" sz="2200" dirty="0"/>
              <a:t>初始化主机端数组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18F25D-C027-ED40-695C-D4CC61EC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90800"/>
            <a:ext cx="7693464" cy="17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6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2781-5E82-9073-554D-D8C941FF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D8A8-4E72-6A6A-EB06-106D88F8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OpenCL Runtime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OpenCL</a:t>
            </a:r>
            <a:r>
              <a:rPr lang="zh-CN" altLang="en-US" dirty="0">
                <a:ea typeface="ＭＳ Ｐゴシック" panose="020B0600070205080204" pitchFamily="34" charset="-128"/>
              </a:rPr>
              <a:t>运行环境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6C6F40-9B00-9663-BA5C-0D5893923734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Get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device &amp; create the queue</a:t>
            </a:r>
          </a:p>
          <a:p>
            <a:pPr algn="ctr"/>
            <a:r>
              <a:rPr lang="zh-CN" altLang="en-US" sz="2200" dirty="0"/>
              <a:t>获取第一个设备并创建运行队列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CDD41-0417-962B-3012-E1C341E367DC}"/>
              </a:ext>
            </a:extLst>
          </p:cNvPr>
          <p:cNvSpPr txBox="1"/>
          <p:nvPr/>
        </p:nvSpPr>
        <p:spPr>
          <a:xfrm>
            <a:off x="314739" y="3881708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file ‘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 &amp; compile the kernel</a:t>
            </a:r>
          </a:p>
          <a:p>
            <a:pPr algn="ctr"/>
            <a:r>
              <a:rPr lang="zh-CN" altLang="en-US" sz="2200" dirty="0"/>
              <a:t>读取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r>
              <a:rPr lang="zh-CN" altLang="en-US" sz="2200" dirty="0"/>
              <a:t>文件并对</a:t>
            </a:r>
            <a:r>
              <a:rPr lang="en-US" altLang="zh-CN" sz="2200" dirty="0"/>
              <a:t>kernel</a:t>
            </a:r>
            <a:r>
              <a:rPr lang="zh-CN" altLang="en-US" sz="2200" dirty="0"/>
              <a:t>进行编译</a:t>
            </a:r>
            <a:endParaRPr lang="en-US" altLang="zh-C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3C398D-06B1-27DD-9365-80E5A1E39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59" y="4674757"/>
            <a:ext cx="6047314" cy="8116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4A9382-52C1-19C6-ED25-820D705CF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2387600"/>
            <a:ext cx="4972744" cy="106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CDB2-86B4-4807-4A39-98E43832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C604-253E-F7AF-6354-3C5D06F4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Host-to-Device Transfer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主机到设备的传输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54046-1030-952A-9A82-CC0797C799D4}"/>
              </a:ext>
            </a:extLst>
          </p:cNvPr>
          <p:cNvSpPr txBox="1"/>
          <p:nvPr/>
        </p:nvSpPr>
        <p:spPr>
          <a:xfrm>
            <a:off x="314739" y="1676400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device-side arrays &amp; </a:t>
            </a:r>
          </a:p>
          <a:p>
            <a:pPr algn="ctr"/>
            <a:r>
              <a:rPr lang="en-US" altLang="zh-CN" sz="2200" dirty="0"/>
              <a:t>copy data from the host to the device</a:t>
            </a:r>
          </a:p>
          <a:p>
            <a:pPr algn="ctr"/>
            <a:r>
              <a:rPr lang="zh-CN" altLang="en-US" sz="2200" dirty="0"/>
              <a:t>初始化设备端数组，并将数据从主机复制到设备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66033-39E7-7E24-ED2C-A51812860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19400"/>
            <a:ext cx="7842074" cy="206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40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C82E2-F122-AF2F-7730-2129212B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EDCC-F338-BD50-12EB-269BC924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Execution  Kernel</a:t>
            </a:r>
            <a:r>
              <a:rPr lang="zh-CN" altLang="en-US" dirty="0">
                <a:ea typeface="ＭＳ Ｐゴシック" panose="020B0600070205080204" pitchFamily="34" charset="-128"/>
              </a:rPr>
              <a:t>的执行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4AC3D9-9C1E-CAC8-35FF-55B80D20B854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Configure the</a:t>
            </a:r>
            <a:r>
              <a:rPr lang="zh-CN" altLang="en-US" sz="2200" dirty="0"/>
              <a:t> </a:t>
            </a:r>
            <a:r>
              <a:rPr lang="en-US" altLang="zh-CN" sz="2200" dirty="0"/>
              <a:t>thread group size &amp; the total thread number</a:t>
            </a:r>
          </a:p>
          <a:p>
            <a:pPr algn="ctr"/>
            <a:r>
              <a:rPr lang="zh-CN" altLang="en-US" sz="2200" dirty="0"/>
              <a:t>设定线程分组大小及线程总数</a:t>
            </a:r>
            <a:endParaRPr lang="en-US" altLang="zh-C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0DB985-96DE-8F6B-87FB-D39660AF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62200"/>
            <a:ext cx="8207886" cy="58301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AB4CFB-B2B5-0AF4-F61E-A5247BC556DA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 bwMode="auto">
          <a:xfrm flipV="1">
            <a:off x="5664849" y="2918460"/>
            <a:ext cx="0" cy="78875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A08E22-28E1-FBD9-78C0-978AD8879973}"/>
              </a:ext>
            </a:extLst>
          </p:cNvPr>
          <p:cNvSpPr txBox="1"/>
          <p:nvPr/>
        </p:nvSpPr>
        <p:spPr>
          <a:xfrm>
            <a:off x="3194374" y="3707212"/>
            <a:ext cx="4940949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total thread number must be multiples of the thread group size</a:t>
            </a:r>
          </a:p>
          <a:p>
            <a:pPr algn="ctr"/>
            <a:r>
              <a:rPr lang="zh-CN" altLang="en-US" sz="2200" dirty="0"/>
              <a:t>线程总数必须是分组大小的整数倍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AF511-3C3A-4EC1-EED8-E3B566433758}"/>
              </a:ext>
            </a:extLst>
          </p:cNvPr>
          <p:cNvSpPr/>
          <p:nvPr/>
        </p:nvSpPr>
        <p:spPr bwMode="auto">
          <a:xfrm>
            <a:off x="2390292" y="2644644"/>
            <a:ext cx="6549114" cy="273816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39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38D3-60A9-2AB8-452C-AC43B568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872E-07CC-8B04-9811-F81DC952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Execution  Kernel</a:t>
            </a:r>
            <a:r>
              <a:rPr lang="zh-CN" altLang="en-US" dirty="0">
                <a:ea typeface="ＭＳ Ｐゴシック" panose="020B0600070205080204" pitchFamily="34" charset="-128"/>
              </a:rPr>
              <a:t>的执行</a:t>
            </a:r>
            <a:endParaRPr lang="zh-CN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954B73-BCD1-BDFF-0622-135246C8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91932"/>
            <a:ext cx="8402222" cy="18176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530612-E0E1-1E88-DE4C-B7165CC1251E}"/>
              </a:ext>
            </a:extLst>
          </p:cNvPr>
          <p:cNvSpPr txBox="1"/>
          <p:nvPr/>
        </p:nvSpPr>
        <p:spPr>
          <a:xfrm>
            <a:off x="314739" y="32766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Time the kernel submission &amp; execution</a:t>
            </a:r>
          </a:p>
          <a:p>
            <a:pPr algn="ctr"/>
            <a:r>
              <a:rPr lang="zh-CN" altLang="en-US" sz="2200" dirty="0"/>
              <a:t>对</a:t>
            </a:r>
            <a:r>
              <a:rPr lang="en-US" altLang="zh-CN" sz="2200" dirty="0"/>
              <a:t>kernel</a:t>
            </a:r>
            <a:r>
              <a:rPr lang="zh-CN" altLang="en-US" sz="2200" dirty="0"/>
              <a:t>的提交和执行计时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179D2-F1BD-E1BF-5EAE-09011A4BEE64}"/>
              </a:ext>
            </a:extLst>
          </p:cNvPr>
          <p:cNvSpPr txBox="1"/>
          <p:nvPr/>
        </p:nvSpPr>
        <p:spPr>
          <a:xfrm>
            <a:off x="314739" y="16002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Configure the</a:t>
            </a:r>
            <a:r>
              <a:rPr lang="zh-CN" altLang="en-US" sz="2200" dirty="0"/>
              <a:t> </a:t>
            </a:r>
            <a:r>
              <a:rPr lang="en-US" altLang="zh-CN" sz="2200" dirty="0"/>
              <a:t>thread group size &amp; the total thread number</a:t>
            </a:r>
          </a:p>
          <a:p>
            <a:pPr algn="ctr"/>
            <a:r>
              <a:rPr lang="zh-CN" altLang="en-US" sz="2200" dirty="0"/>
              <a:t>设定线程分组大小及线程总数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983A2-C407-D8B9-47B4-8E55A66C9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62200"/>
            <a:ext cx="8207886" cy="58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E3416-4F57-4C68-8F57-8E4F4B26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7A11A-9592-8A59-D0DD-D6ACA488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Output Results  </a:t>
            </a:r>
            <a:r>
              <a:rPr lang="zh-CN" altLang="en-US" dirty="0">
                <a:ea typeface="ＭＳ Ｐゴシック" panose="020B0600070205080204" pitchFamily="34" charset="-128"/>
              </a:rPr>
              <a:t>输出结果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E0983A-A407-E2B6-91F9-EDACCA8090C0}"/>
              </a:ext>
            </a:extLst>
          </p:cNvPr>
          <p:cNvSpPr txBox="1"/>
          <p:nvPr/>
        </p:nvSpPr>
        <p:spPr>
          <a:xfrm>
            <a:off x="314739" y="1676400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Copy the classification results back from the device </a:t>
            </a:r>
          </a:p>
          <a:p>
            <a:pPr algn="ctr"/>
            <a:r>
              <a:rPr lang="en-US" altLang="zh-CN" sz="2200" dirty="0"/>
              <a:t>to the host &amp; check the accuracy </a:t>
            </a:r>
          </a:p>
          <a:p>
            <a:pPr algn="ctr"/>
            <a:r>
              <a:rPr lang="zh-CN" altLang="en-US" sz="2200" dirty="0"/>
              <a:t>将分类结果从设备复制回主机并检查准确率</a:t>
            </a:r>
            <a:endParaRPr lang="en-US" altLang="zh-CN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D27F7-1A0B-C1B9-B1E6-B50988AE8416}"/>
              </a:ext>
            </a:extLst>
          </p:cNvPr>
          <p:cNvSpPr txBox="1"/>
          <p:nvPr/>
        </p:nvSpPr>
        <p:spPr>
          <a:xfrm>
            <a:off x="609600" y="4876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python gpu.py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08B65-F421-9EDA-79A5-52B3EFCB3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65840"/>
            <a:ext cx="8162159" cy="157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1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16187</TotalTime>
  <Words>1033</Words>
  <Application>Microsoft Office PowerPoint</Application>
  <PresentationFormat>On-screen Show (4:3)</PresentationFormat>
  <Paragraphs>111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7.2</vt:lpstr>
      <vt:lpstr>Configuration in GPU Kernel GPU Kernel中的配置</vt:lpstr>
      <vt:lpstr>Kernel w/ Group Size Kernel的分组大小</vt:lpstr>
      <vt:lpstr>Kernel w/ Group Size Kernel的分组大小</vt:lpstr>
      <vt:lpstr>Getting Test Data in Place 让测试数据就位</vt:lpstr>
      <vt:lpstr>Start of the Classification 开始分类</vt:lpstr>
      <vt:lpstr>Collaborative Load  协同读取</vt:lpstr>
      <vt:lpstr>Collaborative Load  协同读取</vt:lpstr>
      <vt:lpstr>Compute for the Tile   为当前分块计算 (1)</vt:lpstr>
      <vt:lpstr>Compute for the Tile   为当前分块计算 (1)</vt:lpstr>
      <vt:lpstr>Compute for the Tile   为当前分块计算 (1)</vt:lpstr>
      <vt:lpstr>Compute for the Tile   为当前分块计算 (2)</vt:lpstr>
      <vt:lpstr>Finish the Kernel    结束这个Kernel</vt:lpstr>
      <vt:lpstr>Basic Settings  基本设置 (1)</vt:lpstr>
      <vt:lpstr>Basic Settings  基本设置 (2)</vt:lpstr>
      <vt:lpstr>OpenCL Runtime   OpenCL运行环境</vt:lpstr>
      <vt:lpstr>Host-to-Device Transfer   主机到设备的传输</vt:lpstr>
      <vt:lpstr>Kernel Execution  Kernel的执行</vt:lpstr>
      <vt:lpstr>Kernel Execution  Kernel的执行</vt:lpstr>
      <vt:lpstr>Output Results  输出结果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2026-09-26T02:39:36Z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