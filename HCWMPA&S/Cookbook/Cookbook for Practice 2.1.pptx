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286" r:id="rId2"/>
    <p:sldId id="415" r:id="rId3"/>
    <p:sldId id="437" r:id="rId4"/>
    <p:sldId id="438" r:id="rId5"/>
    <p:sldId id="439" r:id="rId6"/>
    <p:sldId id="440" r:id="rId7"/>
    <p:sldId id="441" r:id="rId8"/>
    <p:sldId id="442" r:id="rId9"/>
    <p:sldId id="353" r:id="rId10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EF877-CEDF-4C27-B8D5-4B8AE7ABEA8C}" v="14" dt="2026-07-17T07:57:48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80897" autoAdjust="0"/>
  </p:normalViewPr>
  <p:slideViewPr>
    <p:cSldViewPr>
      <p:cViewPr>
        <p:scale>
          <a:sx n="70" d="100"/>
          <a:sy n="70" d="100"/>
        </p:scale>
        <p:origin x="302" y="-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custSel addSld delSld modSld">
      <pc:chgData name="Li, Cong" userId="025630f4-267e-4cb3-8cd5-8795177f99f4" providerId="ADAL" clId="{929A2CC8-B112-421C-81E2-D5D63B23E300}" dt="2026-07-17T07:57:56.901" v="743" actId="2696"/>
      <pc:docMkLst>
        <pc:docMk/>
      </pc:docMkLst>
      <pc:sldChg chg="addSp delSp modSp del mod delAnim">
        <pc:chgData name="Li, Cong" userId="025630f4-267e-4cb3-8cd5-8795177f99f4" providerId="ADAL" clId="{929A2CC8-B112-421C-81E2-D5D63B23E300}" dt="2026-07-17T07:57:56.901" v="743" actId="2696"/>
        <pc:sldMkLst>
          <pc:docMk/>
          <pc:sldMk cId="3096758139" sldId="430"/>
        </pc:sldMkLst>
        <pc:spChg chg="mod">
          <ac:chgData name="Li, Cong" userId="025630f4-267e-4cb3-8cd5-8795177f99f4" providerId="ADAL" clId="{929A2CC8-B112-421C-81E2-D5D63B23E300}" dt="2026-07-17T07:51:09.215" v="233" actId="20577"/>
          <ac:spMkLst>
            <pc:docMk/>
            <pc:sldMk cId="3096758139" sldId="430"/>
            <ac:spMk id="2" creationId="{69A52266-0D64-5B92-737B-CB16EB0AFCB0}"/>
          </ac:spMkLst>
        </pc:spChg>
        <pc:spChg chg="add mod">
          <ac:chgData name="Li, Cong" userId="025630f4-267e-4cb3-8cd5-8795177f99f4" providerId="ADAL" clId="{929A2CC8-B112-421C-81E2-D5D63B23E300}" dt="2026-07-17T07:50:58.339" v="227" actId="1035"/>
          <ac:spMkLst>
            <pc:docMk/>
            <pc:sldMk cId="3096758139" sldId="430"/>
            <ac:spMk id="6" creationId="{AD09D6C6-5573-458C-69DD-CEF1190A960B}"/>
          </ac:spMkLst>
        </pc:spChg>
        <pc:spChg chg="mod">
          <ac:chgData name="Li, Cong" userId="025630f4-267e-4cb3-8cd5-8795177f99f4" providerId="ADAL" clId="{929A2CC8-B112-421C-81E2-D5D63B23E300}" dt="2026-07-17T07:50:38.925" v="215" actId="20577"/>
          <ac:spMkLst>
            <pc:docMk/>
            <pc:sldMk cId="3096758139" sldId="430"/>
            <ac:spMk id="8" creationId="{136E88FC-349D-7E1F-073B-F650CE56F8DD}"/>
          </ac:spMkLst>
        </pc:spChg>
        <pc:spChg chg="del">
          <ac:chgData name="Li, Cong" userId="025630f4-267e-4cb3-8cd5-8795177f99f4" providerId="ADAL" clId="{929A2CC8-B112-421C-81E2-D5D63B23E300}" dt="2026-07-17T07:48:46.150" v="0" actId="478"/>
          <ac:spMkLst>
            <pc:docMk/>
            <pc:sldMk cId="3096758139" sldId="430"/>
            <ac:spMk id="9" creationId="{BC23485C-6558-44BC-2842-C7B91F700C5C}"/>
          </ac:spMkLst>
        </pc:spChg>
        <pc:spChg chg="add mod">
          <ac:chgData name="Li, Cong" userId="025630f4-267e-4cb3-8cd5-8795177f99f4" providerId="ADAL" clId="{929A2CC8-B112-421C-81E2-D5D63B23E300}" dt="2026-07-17T07:50:58.339" v="227" actId="1035"/>
          <ac:spMkLst>
            <pc:docMk/>
            <pc:sldMk cId="3096758139" sldId="430"/>
            <ac:spMk id="10" creationId="{E6BFC80B-484F-5361-1FE4-E78B9D413CDC}"/>
          </ac:spMkLst>
        </pc:spChg>
        <pc:picChg chg="del">
          <ac:chgData name="Li, Cong" userId="025630f4-267e-4cb3-8cd5-8795177f99f4" providerId="ADAL" clId="{929A2CC8-B112-421C-81E2-D5D63B23E300}" dt="2026-07-17T07:48:46.150" v="0" actId="478"/>
          <ac:picMkLst>
            <pc:docMk/>
            <pc:sldMk cId="3096758139" sldId="430"/>
            <ac:picMk id="4" creationId="{B70D3D84-5A34-3063-5095-1773C8A60B8D}"/>
          </ac:picMkLst>
        </pc:picChg>
        <pc:picChg chg="add mod">
          <ac:chgData name="Li, Cong" userId="025630f4-267e-4cb3-8cd5-8795177f99f4" providerId="ADAL" clId="{929A2CC8-B112-421C-81E2-D5D63B23E300}" dt="2026-07-17T07:50:58.339" v="227" actId="1035"/>
          <ac:picMkLst>
            <pc:docMk/>
            <pc:sldMk cId="3096758139" sldId="430"/>
            <ac:picMk id="5" creationId="{408904E1-54E0-FCE5-49FD-B38B70F156D3}"/>
          </ac:picMkLst>
        </pc:picChg>
        <pc:picChg chg="del">
          <ac:chgData name="Li, Cong" userId="025630f4-267e-4cb3-8cd5-8795177f99f4" providerId="ADAL" clId="{929A2CC8-B112-421C-81E2-D5D63B23E300}" dt="2026-07-17T07:48:46.150" v="0" actId="478"/>
          <ac:picMkLst>
            <pc:docMk/>
            <pc:sldMk cId="3096758139" sldId="430"/>
            <ac:picMk id="7" creationId="{C77ACFA1-B59E-96D9-1DD5-DC1949E359C4}"/>
          </ac:picMkLst>
        </pc:picChg>
        <pc:picChg chg="add del mod">
          <ac:chgData name="Li, Cong" userId="025630f4-267e-4cb3-8cd5-8795177f99f4" providerId="ADAL" clId="{929A2CC8-B112-421C-81E2-D5D63B23E300}" dt="2026-07-17T07:55:47.693" v="741" actId="478"/>
          <ac:picMkLst>
            <pc:docMk/>
            <pc:sldMk cId="3096758139" sldId="430"/>
            <ac:picMk id="12" creationId="{2817B7B1-504E-B3C3-F493-2A34DB4CDCAC}"/>
          </ac:picMkLst>
        </pc:picChg>
      </pc:sldChg>
      <pc:sldChg chg="del">
        <pc:chgData name="Li, Cong" userId="025630f4-267e-4cb3-8cd5-8795177f99f4" providerId="ADAL" clId="{929A2CC8-B112-421C-81E2-D5D63B23E300}" dt="2026-07-17T07:57:56.901" v="743" actId="2696"/>
        <pc:sldMkLst>
          <pc:docMk/>
          <pc:sldMk cId="3917499689" sldId="431"/>
        </pc:sldMkLst>
      </pc:sldChg>
      <pc:sldChg chg="del">
        <pc:chgData name="Li, Cong" userId="025630f4-267e-4cb3-8cd5-8795177f99f4" providerId="ADAL" clId="{929A2CC8-B112-421C-81E2-D5D63B23E300}" dt="2026-07-17T07:57:56.901" v="743" actId="2696"/>
        <pc:sldMkLst>
          <pc:docMk/>
          <pc:sldMk cId="4054827256" sldId="432"/>
        </pc:sldMkLst>
      </pc:sldChg>
      <pc:sldChg chg="del">
        <pc:chgData name="Li, Cong" userId="025630f4-267e-4cb3-8cd5-8795177f99f4" providerId="ADAL" clId="{929A2CC8-B112-421C-81E2-D5D63B23E300}" dt="2026-07-17T07:57:56.901" v="743" actId="2696"/>
        <pc:sldMkLst>
          <pc:docMk/>
          <pc:sldMk cId="4269070550" sldId="433"/>
        </pc:sldMkLst>
      </pc:sldChg>
      <pc:sldChg chg="del">
        <pc:chgData name="Li, Cong" userId="025630f4-267e-4cb3-8cd5-8795177f99f4" providerId="ADAL" clId="{929A2CC8-B112-421C-81E2-D5D63B23E300}" dt="2026-07-17T07:57:56.901" v="743" actId="2696"/>
        <pc:sldMkLst>
          <pc:docMk/>
          <pc:sldMk cId="731515794" sldId="434"/>
        </pc:sldMkLst>
      </pc:sldChg>
      <pc:sldChg chg="del">
        <pc:chgData name="Li, Cong" userId="025630f4-267e-4cb3-8cd5-8795177f99f4" providerId="ADAL" clId="{929A2CC8-B112-421C-81E2-D5D63B23E300}" dt="2026-07-17T07:57:56.901" v="743" actId="2696"/>
        <pc:sldMkLst>
          <pc:docMk/>
          <pc:sldMk cId="762998799" sldId="435"/>
        </pc:sldMkLst>
      </pc:sldChg>
      <pc:sldChg chg="addSp delSp modSp add del mod">
        <pc:chgData name="Li, Cong" userId="025630f4-267e-4cb3-8cd5-8795177f99f4" providerId="ADAL" clId="{929A2CC8-B112-421C-81E2-D5D63B23E300}" dt="2026-07-17T07:57:56.901" v="743" actId="2696"/>
        <pc:sldMkLst>
          <pc:docMk/>
          <pc:sldMk cId="3446946676" sldId="436"/>
        </pc:sldMkLst>
        <pc:spChg chg="mod">
          <ac:chgData name="Li, Cong" userId="025630f4-267e-4cb3-8cd5-8795177f99f4" providerId="ADAL" clId="{929A2CC8-B112-421C-81E2-D5D63B23E300}" dt="2026-07-17T07:52:27.755" v="237" actId="20577"/>
          <ac:spMkLst>
            <pc:docMk/>
            <pc:sldMk cId="3446946676" sldId="436"/>
            <ac:spMk id="2" creationId="{F2C4FA73-2F6E-76B0-F6E7-59B0FD772803}"/>
          </ac:spMkLst>
        </pc:spChg>
        <pc:spChg chg="add mod">
          <ac:chgData name="Li, Cong" userId="025630f4-267e-4cb3-8cd5-8795177f99f4" providerId="ADAL" clId="{929A2CC8-B112-421C-81E2-D5D63B23E300}" dt="2026-07-17T07:54:21.875" v="403" actId="1036"/>
          <ac:spMkLst>
            <pc:docMk/>
            <pc:sldMk cId="3446946676" sldId="436"/>
            <ac:spMk id="3" creationId="{3C5CA2DF-216E-72F8-51B1-BBFA2B5306CF}"/>
          </ac:spMkLst>
        </pc:spChg>
        <pc:spChg chg="add mod">
          <ac:chgData name="Li, Cong" userId="025630f4-267e-4cb3-8cd5-8795177f99f4" providerId="ADAL" clId="{929A2CC8-B112-421C-81E2-D5D63B23E300}" dt="2026-07-17T07:54:26.254" v="425" actId="1035"/>
          <ac:spMkLst>
            <pc:docMk/>
            <pc:sldMk cId="3446946676" sldId="436"/>
            <ac:spMk id="4" creationId="{24D38A4F-3ABF-FEC5-9ACC-2B89DFFDE33E}"/>
          </ac:spMkLst>
        </pc:spChg>
        <pc:spChg chg="del">
          <ac:chgData name="Li, Cong" userId="025630f4-267e-4cb3-8cd5-8795177f99f4" providerId="ADAL" clId="{929A2CC8-B112-421C-81E2-D5D63B23E300}" dt="2026-07-17T07:53:24.032" v="323" actId="478"/>
          <ac:spMkLst>
            <pc:docMk/>
            <pc:sldMk cId="3446946676" sldId="436"/>
            <ac:spMk id="6" creationId="{2E5DBB0E-014E-EE4B-DABF-1B28F309C2E3}"/>
          </ac:spMkLst>
        </pc:spChg>
        <pc:spChg chg="add mod">
          <ac:chgData name="Li, Cong" userId="025630f4-267e-4cb3-8cd5-8795177f99f4" providerId="ADAL" clId="{929A2CC8-B112-421C-81E2-D5D63B23E300}" dt="2026-07-17T07:54:31.923" v="457" actId="1038"/>
          <ac:spMkLst>
            <pc:docMk/>
            <pc:sldMk cId="3446946676" sldId="436"/>
            <ac:spMk id="7" creationId="{7EC8F301-09A2-4BB1-23FB-8E0318BDBEA7}"/>
          </ac:spMkLst>
        </pc:spChg>
        <pc:spChg chg="mod">
          <ac:chgData name="Li, Cong" userId="025630f4-267e-4cb3-8cd5-8795177f99f4" providerId="ADAL" clId="{929A2CC8-B112-421C-81E2-D5D63B23E300}" dt="2026-07-17T07:53:40.751" v="386" actId="6549"/>
          <ac:spMkLst>
            <pc:docMk/>
            <pc:sldMk cId="3446946676" sldId="436"/>
            <ac:spMk id="8" creationId="{2F39FFA5-4767-5207-C324-BC64C0DC028E}"/>
          </ac:spMkLst>
        </pc:spChg>
        <pc:spChg chg="add mod">
          <ac:chgData name="Li, Cong" userId="025630f4-267e-4cb3-8cd5-8795177f99f4" providerId="ADAL" clId="{929A2CC8-B112-421C-81E2-D5D63B23E300}" dt="2026-07-17T07:54:42.032" v="499" actId="1037"/>
          <ac:spMkLst>
            <pc:docMk/>
            <pc:sldMk cId="3446946676" sldId="436"/>
            <ac:spMk id="9" creationId="{B0B14655-E060-0324-8D26-0543EA601553}"/>
          </ac:spMkLst>
        </pc:spChg>
        <pc:spChg chg="del">
          <ac:chgData name="Li, Cong" userId="025630f4-267e-4cb3-8cd5-8795177f99f4" providerId="ADAL" clId="{929A2CC8-B112-421C-81E2-D5D63B23E300}" dt="2026-07-17T07:53:24.032" v="323" actId="478"/>
          <ac:spMkLst>
            <pc:docMk/>
            <pc:sldMk cId="3446946676" sldId="436"/>
            <ac:spMk id="10" creationId="{FDA4381C-AC23-6288-E93A-C89B1548F515}"/>
          </ac:spMkLst>
        </pc:spChg>
        <pc:spChg chg="add mod">
          <ac:chgData name="Li, Cong" userId="025630f4-267e-4cb3-8cd5-8795177f99f4" providerId="ADAL" clId="{929A2CC8-B112-421C-81E2-D5D63B23E300}" dt="2026-07-17T07:54:48.750" v="548" actId="1037"/>
          <ac:spMkLst>
            <pc:docMk/>
            <pc:sldMk cId="3446946676" sldId="436"/>
            <ac:spMk id="11" creationId="{126885DB-EECA-79B6-AAC1-4B8DA1419795}"/>
          </ac:spMkLst>
        </pc:spChg>
        <pc:spChg chg="add mod">
          <ac:chgData name="Li, Cong" userId="025630f4-267e-4cb3-8cd5-8795177f99f4" providerId="ADAL" clId="{929A2CC8-B112-421C-81E2-D5D63B23E300}" dt="2026-07-17T07:54:58.454" v="555" actId="1036"/>
          <ac:spMkLst>
            <pc:docMk/>
            <pc:sldMk cId="3446946676" sldId="436"/>
            <ac:spMk id="13" creationId="{647A7073-79E2-59FB-DFE0-8480308F32DB}"/>
          </ac:spMkLst>
        </pc:spChg>
        <pc:spChg chg="add mod">
          <ac:chgData name="Li, Cong" userId="025630f4-267e-4cb3-8cd5-8795177f99f4" providerId="ADAL" clId="{929A2CC8-B112-421C-81E2-D5D63B23E300}" dt="2026-07-17T07:55:04.500" v="602" actId="1038"/>
          <ac:spMkLst>
            <pc:docMk/>
            <pc:sldMk cId="3446946676" sldId="436"/>
            <ac:spMk id="14" creationId="{305AEDE6-6039-3EF7-9603-378AA49FFA2C}"/>
          </ac:spMkLst>
        </pc:spChg>
        <pc:spChg chg="add mod">
          <ac:chgData name="Li, Cong" userId="025630f4-267e-4cb3-8cd5-8795177f99f4" providerId="ADAL" clId="{929A2CC8-B112-421C-81E2-D5D63B23E300}" dt="2026-07-17T07:55:11.986" v="653" actId="1036"/>
          <ac:spMkLst>
            <pc:docMk/>
            <pc:sldMk cId="3446946676" sldId="436"/>
            <ac:spMk id="15" creationId="{81EA6E89-CBEC-398D-558C-15E6FDAEAD4F}"/>
          </ac:spMkLst>
        </pc:spChg>
        <pc:spChg chg="add mod">
          <ac:chgData name="Li, Cong" userId="025630f4-267e-4cb3-8cd5-8795177f99f4" providerId="ADAL" clId="{929A2CC8-B112-421C-81E2-D5D63B23E300}" dt="2026-07-17T07:55:19.069" v="695" actId="1036"/>
          <ac:spMkLst>
            <pc:docMk/>
            <pc:sldMk cId="3446946676" sldId="436"/>
            <ac:spMk id="16" creationId="{6754A2BB-7620-F013-EB87-F705BF5EB8B5}"/>
          </ac:spMkLst>
        </pc:spChg>
        <pc:spChg chg="add mod">
          <ac:chgData name="Li, Cong" userId="025630f4-267e-4cb3-8cd5-8795177f99f4" providerId="ADAL" clId="{929A2CC8-B112-421C-81E2-D5D63B23E300}" dt="2026-07-17T07:55:26.424" v="740" actId="1036"/>
          <ac:spMkLst>
            <pc:docMk/>
            <pc:sldMk cId="3446946676" sldId="436"/>
            <ac:spMk id="17" creationId="{F61C6102-9F4A-E382-6817-B3C3F9296C19}"/>
          </ac:spMkLst>
        </pc:spChg>
        <pc:picChg chg="del">
          <ac:chgData name="Li, Cong" userId="025630f4-267e-4cb3-8cd5-8795177f99f4" providerId="ADAL" clId="{929A2CC8-B112-421C-81E2-D5D63B23E300}" dt="2026-07-17T07:53:24.032" v="323" actId="478"/>
          <ac:picMkLst>
            <pc:docMk/>
            <pc:sldMk cId="3446946676" sldId="436"/>
            <ac:picMk id="5" creationId="{306F0EED-7C9B-6700-FBC1-98776580E40B}"/>
          </ac:picMkLst>
        </pc:picChg>
        <pc:picChg chg="mod">
          <ac:chgData name="Li, Cong" userId="025630f4-267e-4cb3-8cd5-8795177f99f4" providerId="ADAL" clId="{929A2CC8-B112-421C-81E2-D5D63B23E300}" dt="2026-07-17T07:53:52.764" v="394" actId="1035"/>
          <ac:picMkLst>
            <pc:docMk/>
            <pc:sldMk cId="3446946676" sldId="436"/>
            <ac:picMk id="12" creationId="{F165DCD7-6A7A-7A4A-4624-84DE23F05BAB}"/>
          </ac:picMkLst>
        </pc:picChg>
      </pc:sldChg>
      <pc:sldChg chg="add">
        <pc:chgData name="Li, Cong" userId="025630f4-267e-4cb3-8cd5-8795177f99f4" providerId="ADAL" clId="{929A2CC8-B112-421C-81E2-D5D63B23E300}" dt="2026-07-17T07:57:48.547" v="742"/>
        <pc:sldMkLst>
          <pc:docMk/>
          <pc:sldMk cId="2404275194" sldId="437"/>
        </pc:sldMkLst>
      </pc:sldChg>
      <pc:sldChg chg="add">
        <pc:chgData name="Li, Cong" userId="025630f4-267e-4cb3-8cd5-8795177f99f4" providerId="ADAL" clId="{929A2CC8-B112-421C-81E2-D5D63B23E300}" dt="2026-07-17T07:57:48.547" v="742"/>
        <pc:sldMkLst>
          <pc:docMk/>
          <pc:sldMk cId="2944783935" sldId="438"/>
        </pc:sldMkLst>
      </pc:sldChg>
      <pc:sldChg chg="add">
        <pc:chgData name="Li, Cong" userId="025630f4-267e-4cb3-8cd5-8795177f99f4" providerId="ADAL" clId="{929A2CC8-B112-421C-81E2-D5D63B23E300}" dt="2026-07-17T07:57:48.547" v="742"/>
        <pc:sldMkLst>
          <pc:docMk/>
          <pc:sldMk cId="171002344" sldId="439"/>
        </pc:sldMkLst>
      </pc:sldChg>
      <pc:sldChg chg="add">
        <pc:chgData name="Li, Cong" userId="025630f4-267e-4cb3-8cd5-8795177f99f4" providerId="ADAL" clId="{929A2CC8-B112-421C-81E2-D5D63B23E300}" dt="2026-07-17T07:57:48.547" v="742"/>
        <pc:sldMkLst>
          <pc:docMk/>
          <pc:sldMk cId="1801982528" sldId="440"/>
        </pc:sldMkLst>
      </pc:sldChg>
      <pc:sldChg chg="add">
        <pc:chgData name="Li, Cong" userId="025630f4-267e-4cb3-8cd5-8795177f99f4" providerId="ADAL" clId="{929A2CC8-B112-421C-81E2-D5D63B23E300}" dt="2026-07-17T07:57:48.547" v="742"/>
        <pc:sldMkLst>
          <pc:docMk/>
          <pc:sldMk cId="3076439629" sldId="441"/>
        </pc:sldMkLst>
      </pc:sldChg>
      <pc:sldChg chg="add">
        <pc:chgData name="Li, Cong" userId="025630f4-267e-4cb3-8cd5-8795177f99f4" providerId="ADAL" clId="{929A2CC8-B112-421C-81E2-D5D63B23E300}" dt="2026-07-17T07:57:48.547" v="742"/>
        <pc:sldMkLst>
          <pc:docMk/>
          <pc:sldMk cId="2937182771" sldId="4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2.1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2.1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20A085-B91F-52E1-278D-CC52241D1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20316"/>
            <a:ext cx="1954802" cy="5372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893ABE-23FF-165D-DDA2-8D0905FDB8F4}"/>
              </a:ext>
            </a:extLst>
          </p:cNvPr>
          <p:cNvSpPr txBox="1"/>
          <p:nvPr/>
        </p:nvSpPr>
        <p:spPr>
          <a:xfrm>
            <a:off x="609600" y="24309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10,000,000 steps, records for the last 256 steps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en-US" altLang="zh-CN" sz="2200" dirty="0"/>
              <a:t>10,000,000</a:t>
            </a:r>
            <a:r>
              <a:rPr lang="zh-CN" altLang="en-US" sz="2200" dirty="0"/>
              <a:t>步，记录最后</a:t>
            </a:r>
            <a:r>
              <a:rPr lang="en-US" altLang="zh-CN" sz="2200" dirty="0"/>
              <a:t>256</a:t>
            </a:r>
            <a:r>
              <a:rPr lang="zh-CN" altLang="en-US" sz="2200" dirty="0"/>
              <a:t>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E99CE4-F0B2-7EE2-3AD4-F0C8FC773C69}"/>
                  </a:ext>
                </a:extLst>
              </p:cNvPr>
              <p:cNvSpPr txBox="1"/>
              <p:nvPr/>
            </p:nvSpPr>
            <p:spPr>
              <a:xfrm>
                <a:off x="609600" y="3901357"/>
                <a:ext cx="79248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Configure parameter 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200" dirty="0"/>
                  <a:t> &amp; initial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2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zh-CN" altLang="en-US" sz="2200" dirty="0"/>
                  <a:t>配置参数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2200" dirty="0"/>
                  <a:t>和初始值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E99CE4-F0B2-7EE2-3AD4-F0C8FC773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901357"/>
                <a:ext cx="7924800" cy="769441"/>
              </a:xfrm>
              <a:prstGeom prst="rect">
                <a:avLst/>
              </a:prstGeom>
              <a:blipFill>
                <a:blip r:embed="rId4"/>
                <a:stretch>
                  <a:fillRect t="-5556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D6DAE7A-ED56-2C7B-BDE2-CC456BCE1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63357"/>
            <a:ext cx="1040275" cy="5944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A6A6B0-F1F2-7609-3F2F-BA0058E823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179641"/>
            <a:ext cx="3097962" cy="2972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0AB2A7A-E9B0-E260-77C9-C851888CF536}"/>
              </a:ext>
            </a:extLst>
          </p:cNvPr>
          <p:cNvSpPr txBox="1"/>
          <p:nvPr/>
        </p:nvSpPr>
        <p:spPr>
          <a:xfrm>
            <a:off x="609600" y="541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Initialize storage for the last 256 records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为最后</a:t>
            </a:r>
            <a:r>
              <a:rPr lang="en-US" altLang="zh-CN" sz="2200" dirty="0"/>
              <a:t>256</a:t>
            </a:r>
            <a:r>
              <a:rPr lang="zh-CN" altLang="en-US" sz="2200" dirty="0"/>
              <a:t>步的记录初始化存储空间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‘single.py’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创建一个新文件</a:t>
            </a:r>
            <a:r>
              <a:rPr lang="en-US" altLang="zh-CN" sz="2200" dirty="0"/>
              <a:t>’single.py’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2CE0-4BA3-20AA-CE02-5A33B3AA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2266-0D64-5B92-737B-CB16EB0A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Calculation &amp; Recording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计算与记录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E88FC-349D-7E1F-073B-F650CE56F8DD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Iterative calculation w/o recording for most early steps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对于先前的大多数步数，只迭代计算不存储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23485C-6558-44BC-2842-C7B91F700C5C}"/>
              </a:ext>
            </a:extLst>
          </p:cNvPr>
          <p:cNvSpPr txBox="1"/>
          <p:nvPr/>
        </p:nvSpPr>
        <p:spPr>
          <a:xfrm>
            <a:off x="609600" y="36501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Iterative calculation &amp; recording for last 256 steps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迭代计算并存储最后</a:t>
            </a:r>
            <a:r>
              <a:rPr lang="en-US" altLang="zh-CN" sz="2200" dirty="0"/>
              <a:t>256</a:t>
            </a:r>
            <a:r>
              <a:rPr lang="zh-CN" altLang="en-US" sz="2200" dirty="0"/>
              <a:t>步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0D3D84-5A34-3063-5095-1773C8A60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19499"/>
            <a:ext cx="4149670" cy="617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7ACFA1-B59E-96D9-1DD5-DC1949E35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76630"/>
            <a:ext cx="3235141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7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6C7E-8DA3-8AA9-127B-1B9C56701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C3847-96CC-A958-6BCB-C5E0129A9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Timing  </a:t>
            </a:r>
            <a:r>
              <a:rPr lang="zh-CN" altLang="en-US" dirty="0">
                <a:ea typeface="ＭＳ Ｐゴシック" panose="020B0600070205080204" pitchFamily="34" charset="-128"/>
              </a:rPr>
              <a:t>计时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D76319-2593-4D92-3482-5E5CC913024D}"/>
              </a:ext>
            </a:extLst>
          </p:cNvPr>
          <p:cNvSpPr txBox="1"/>
          <p:nvPr/>
        </p:nvSpPr>
        <p:spPr>
          <a:xfrm>
            <a:off x="609600" y="16002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See how long it takes  </a:t>
            </a:r>
            <a:r>
              <a:rPr lang="zh-CN" altLang="en-US" sz="2200" dirty="0"/>
              <a:t>看看算了多久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1B8D1-D549-AE13-EBD6-07D952F84C86}"/>
              </a:ext>
            </a:extLst>
          </p:cNvPr>
          <p:cNvSpPr txBox="1"/>
          <p:nvPr/>
        </p:nvSpPr>
        <p:spPr>
          <a:xfrm>
            <a:off x="609600" y="2089754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 of the file, import ‘time’ library</a:t>
            </a:r>
          </a:p>
          <a:p>
            <a:pPr algn="ctr"/>
            <a:r>
              <a:rPr lang="zh-CN" altLang="en-US" sz="2200" dirty="0"/>
              <a:t>在文件开始处导入</a:t>
            </a:r>
            <a:r>
              <a:rPr lang="en-US" altLang="zh-CN" sz="2200" dirty="0"/>
              <a:t>’time’</a:t>
            </a:r>
            <a:r>
              <a:rPr lang="zh-CN" altLang="en-US" sz="2200" dirty="0"/>
              <a:t>库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A169C3-C2FB-1C40-A47D-1EEECF2B3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95600"/>
            <a:ext cx="1966235" cy="80021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D4B927-82C7-B653-D294-D9C0BB7682C7}"/>
              </a:ext>
            </a:extLst>
          </p:cNvPr>
          <p:cNvCxnSpPr>
            <a:cxnSpLocks/>
            <a:stCxn id="11" idx="1"/>
          </p:cNvCxnSpPr>
          <p:nvPr/>
        </p:nvCxnSpPr>
        <p:spPr bwMode="auto">
          <a:xfrm flipH="1" flipV="1">
            <a:off x="2719242" y="3429000"/>
            <a:ext cx="1893261" cy="20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24BCDC-0BF8-4E2C-6A5E-2E96A5876DB6}"/>
              </a:ext>
            </a:extLst>
          </p:cNvPr>
          <p:cNvSpPr txBox="1"/>
          <p:nvPr/>
        </p:nvSpPr>
        <p:spPr>
          <a:xfrm>
            <a:off x="4612503" y="2877065"/>
            <a:ext cx="396240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start, before configuring number of steps  </a:t>
            </a:r>
          </a:p>
          <a:p>
            <a:pPr algn="ctr"/>
            <a:r>
              <a:rPr lang="zh-CN" altLang="en-US" sz="2200" dirty="0"/>
              <a:t>在最开始设置步数之前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0DFAB0-73DA-6612-A9F5-06692A9D2243}"/>
              </a:ext>
            </a:extLst>
          </p:cNvPr>
          <p:cNvSpPr/>
          <p:nvPr/>
        </p:nvSpPr>
        <p:spPr bwMode="auto">
          <a:xfrm>
            <a:off x="731520" y="2893769"/>
            <a:ext cx="1402079" cy="306631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478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439F-FA57-55CB-0F1C-75C8EF52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78C15-2E9A-E940-D1CE-A694B408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Timing  </a:t>
            </a:r>
            <a:r>
              <a:rPr lang="zh-CN" altLang="en-US" dirty="0">
                <a:ea typeface="ＭＳ Ｐゴシック" panose="020B0600070205080204" pitchFamily="34" charset="-128"/>
              </a:rPr>
              <a:t>计时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096DC5-165C-428C-B494-248970022D59}"/>
              </a:ext>
            </a:extLst>
          </p:cNvPr>
          <p:cNvSpPr txBox="1"/>
          <p:nvPr/>
        </p:nvSpPr>
        <p:spPr>
          <a:xfrm>
            <a:off x="609600" y="16002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See how long it takes  </a:t>
            </a:r>
            <a:r>
              <a:rPr lang="zh-CN" altLang="en-US" sz="2200" dirty="0"/>
              <a:t>看看算了多久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A67CC-344F-C0C8-902A-C3BBEA280FD5}"/>
              </a:ext>
            </a:extLst>
          </p:cNvPr>
          <p:cNvSpPr txBox="1"/>
          <p:nvPr/>
        </p:nvSpPr>
        <p:spPr>
          <a:xfrm>
            <a:off x="609600" y="2089754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 of the file, import ‘time’ library</a:t>
            </a:r>
          </a:p>
          <a:p>
            <a:pPr algn="ctr"/>
            <a:r>
              <a:rPr lang="zh-CN" altLang="en-US" sz="2200" dirty="0"/>
              <a:t>在文件开始处导入</a:t>
            </a:r>
            <a:r>
              <a:rPr lang="en-US" altLang="zh-CN" sz="2200" dirty="0"/>
              <a:t>’time’</a:t>
            </a:r>
            <a:r>
              <a:rPr lang="zh-CN" altLang="en-US" sz="2200" dirty="0"/>
              <a:t>库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09FA69-C45B-B40F-EB87-4C80EAE4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95600"/>
            <a:ext cx="1966235" cy="800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09B7F8-6D1B-C289-A061-4A89949DE277}"/>
              </a:ext>
            </a:extLst>
          </p:cNvPr>
          <p:cNvSpPr txBox="1"/>
          <p:nvPr/>
        </p:nvSpPr>
        <p:spPr>
          <a:xfrm>
            <a:off x="609600" y="38100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timer before the calculation </a:t>
            </a:r>
            <a:r>
              <a:rPr lang="zh-CN" altLang="en-US" sz="2200" dirty="0"/>
              <a:t>计算前开始计时</a:t>
            </a:r>
            <a:endParaRPr lang="en-US" altLang="zh-CN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3ADEC0-F8B0-3B26-9F81-986C10366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4313132"/>
            <a:ext cx="4126806" cy="51442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5A285F-77FC-6AD9-9894-B4CF118F27A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866563" y="4568280"/>
            <a:ext cx="924637" cy="20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85C741F-B0BD-80BC-02BE-22633D3D26BB}"/>
              </a:ext>
            </a:extLst>
          </p:cNvPr>
          <p:cNvSpPr/>
          <p:nvPr/>
        </p:nvSpPr>
        <p:spPr bwMode="auto">
          <a:xfrm>
            <a:off x="731520" y="4313133"/>
            <a:ext cx="3230880" cy="25514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CF5DF6-DB23-3AF5-90B2-236BD1CB514F}"/>
              </a:ext>
            </a:extLst>
          </p:cNvPr>
          <p:cNvSpPr/>
          <p:nvPr/>
        </p:nvSpPr>
        <p:spPr bwMode="auto">
          <a:xfrm>
            <a:off x="731520" y="2893769"/>
            <a:ext cx="1402079" cy="306631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EB5BB-CB7F-9051-51EF-E5ABBDE837E4}"/>
              </a:ext>
            </a:extLst>
          </p:cNvPr>
          <p:cNvSpPr txBox="1"/>
          <p:nvPr/>
        </p:nvSpPr>
        <p:spPr>
          <a:xfrm>
            <a:off x="5579154" y="4183559"/>
            <a:ext cx="285509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Before calculation</a:t>
            </a:r>
          </a:p>
          <a:p>
            <a:pPr algn="ctr"/>
            <a:r>
              <a:rPr lang="zh-CN" altLang="en-US" sz="2200" dirty="0"/>
              <a:t>在计算开始之前之前</a:t>
            </a:r>
          </a:p>
        </p:txBody>
      </p:sp>
    </p:spTree>
    <p:extLst>
      <p:ext uri="{BB962C8B-B14F-4D97-AF65-F5344CB8AC3E}">
        <p14:creationId xmlns:p14="http://schemas.microsoft.com/office/powerpoint/2010/main" val="17100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DB9F-4204-4974-F857-2DACC94A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CD6D-0358-76CD-3D42-698E9981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Timing  </a:t>
            </a:r>
            <a:r>
              <a:rPr lang="zh-CN" altLang="en-US" dirty="0">
                <a:ea typeface="ＭＳ Ｐゴシック" panose="020B0600070205080204" pitchFamily="34" charset="-128"/>
              </a:rPr>
              <a:t>计时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AB765-CA85-B5A6-8FE6-2EBFC6FC716C}"/>
              </a:ext>
            </a:extLst>
          </p:cNvPr>
          <p:cNvSpPr txBox="1"/>
          <p:nvPr/>
        </p:nvSpPr>
        <p:spPr>
          <a:xfrm>
            <a:off x="609600" y="16002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See how long it takes  </a:t>
            </a:r>
            <a:r>
              <a:rPr lang="zh-CN" altLang="en-US" sz="2200" dirty="0"/>
              <a:t>看看算了多久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AA1DA-0EFC-D0A0-105C-4A878B0E295C}"/>
              </a:ext>
            </a:extLst>
          </p:cNvPr>
          <p:cNvSpPr txBox="1"/>
          <p:nvPr/>
        </p:nvSpPr>
        <p:spPr>
          <a:xfrm>
            <a:off x="609600" y="2089754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start of the file, import ‘time’ library</a:t>
            </a:r>
          </a:p>
          <a:p>
            <a:pPr algn="ctr"/>
            <a:r>
              <a:rPr lang="zh-CN" altLang="en-US" sz="2200" dirty="0"/>
              <a:t>在文件开始处导入</a:t>
            </a:r>
            <a:r>
              <a:rPr lang="en-US" altLang="zh-CN" sz="2200" dirty="0"/>
              <a:t>’time’</a:t>
            </a:r>
            <a:r>
              <a:rPr lang="zh-CN" altLang="en-US" sz="2200" dirty="0"/>
              <a:t>库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303FF-5F2D-8F51-0FD4-4F9F0E6EE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95600"/>
            <a:ext cx="1966235" cy="800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C43A48-EC6E-1F56-962E-B4ADD5A5150B}"/>
              </a:ext>
            </a:extLst>
          </p:cNvPr>
          <p:cNvSpPr txBox="1"/>
          <p:nvPr/>
        </p:nvSpPr>
        <p:spPr>
          <a:xfrm>
            <a:off x="609600" y="4962842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Stop timer after completing calculation </a:t>
            </a:r>
            <a:r>
              <a:rPr lang="zh-CN" altLang="en-US" sz="2200" dirty="0"/>
              <a:t>计算结束后停止计时</a:t>
            </a:r>
            <a:endParaRPr lang="en-US" altLang="zh-CN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FE5AB4-6C2B-CD3C-FC68-74DEE45F2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4313132"/>
            <a:ext cx="4126806" cy="51442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C97AAE0-A9D1-427A-1415-BA6D4091A5D7}"/>
              </a:ext>
            </a:extLst>
          </p:cNvPr>
          <p:cNvSpPr/>
          <p:nvPr/>
        </p:nvSpPr>
        <p:spPr bwMode="auto">
          <a:xfrm>
            <a:off x="731520" y="4313133"/>
            <a:ext cx="3230880" cy="25514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6A3290-3709-8A91-86D2-90CFCFB225E5}"/>
              </a:ext>
            </a:extLst>
          </p:cNvPr>
          <p:cNvSpPr/>
          <p:nvPr/>
        </p:nvSpPr>
        <p:spPr bwMode="auto">
          <a:xfrm>
            <a:off x="731520" y="2893769"/>
            <a:ext cx="1402079" cy="306631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F3D9A2-FFE7-9B26-6A38-43549A6D9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" y="5436482"/>
            <a:ext cx="3052236" cy="5601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F39A1C-FE8D-4AFA-6A12-09B58372FCBD}"/>
              </a:ext>
            </a:extLst>
          </p:cNvPr>
          <p:cNvSpPr/>
          <p:nvPr/>
        </p:nvSpPr>
        <p:spPr bwMode="auto">
          <a:xfrm>
            <a:off x="731519" y="5718622"/>
            <a:ext cx="3002281" cy="278007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068612-9DEE-6AF0-0FA1-B772DBCB61DD}"/>
              </a:ext>
            </a:extLst>
          </p:cNvPr>
          <p:cNvSpPr txBox="1"/>
          <p:nvPr/>
        </p:nvSpPr>
        <p:spPr>
          <a:xfrm>
            <a:off x="609600" y="38100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timer before the calculation </a:t>
            </a:r>
            <a:r>
              <a:rPr lang="zh-CN" altLang="en-US" sz="2200" dirty="0"/>
              <a:t>计算前开始计时</a:t>
            </a:r>
            <a:endParaRPr lang="en-US" altLang="zh-CN" sz="2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67181E-9674-D645-85F0-BC124C2BC39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783755" y="5707614"/>
            <a:ext cx="924637" cy="20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EAC57AD-EB17-ADC7-B03B-2757AE556898}"/>
              </a:ext>
            </a:extLst>
          </p:cNvPr>
          <p:cNvSpPr txBox="1"/>
          <p:nvPr/>
        </p:nvSpPr>
        <p:spPr>
          <a:xfrm>
            <a:off x="4496346" y="5322893"/>
            <a:ext cx="2855097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After completion</a:t>
            </a:r>
          </a:p>
          <a:p>
            <a:pPr algn="ctr"/>
            <a:r>
              <a:rPr lang="zh-CN" altLang="en-US" sz="2200" dirty="0"/>
              <a:t>在结束之后</a:t>
            </a:r>
          </a:p>
        </p:txBody>
      </p:sp>
    </p:spTree>
    <p:extLst>
      <p:ext uri="{BB962C8B-B14F-4D97-AF65-F5344CB8AC3E}">
        <p14:creationId xmlns:p14="http://schemas.microsoft.com/office/powerpoint/2010/main" val="180198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7C64-CACF-82B9-0793-1E0EB8BD7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0281-7D6B-AD5D-E411-4D36F098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Results 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760D73-CDD1-F8BA-28A7-F45552903345}"/>
              </a:ext>
            </a:extLst>
          </p:cNvPr>
          <p:cNvSpPr txBox="1"/>
          <p:nvPr/>
        </p:nvSpPr>
        <p:spPr>
          <a:xfrm>
            <a:off x="609600" y="16764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Print the time elapsed  </a:t>
            </a:r>
            <a:r>
              <a:rPr lang="zh-CN" altLang="en-US" sz="2200" dirty="0"/>
              <a:t>打印运行时间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DBAC7-E08C-783F-4AAB-F335D01B4B5B}"/>
              </a:ext>
            </a:extLst>
          </p:cNvPr>
          <p:cNvSpPr txBox="1"/>
          <p:nvPr/>
        </p:nvSpPr>
        <p:spPr>
          <a:xfrm>
            <a:off x="609600" y="28956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Wait for a click of return</a:t>
            </a:r>
            <a:r>
              <a:rPr lang="en-US" altLang="zh-CN" sz="2200" dirty="0">
                <a:solidFill>
                  <a:srgbClr val="FF0000"/>
                </a:solidFill>
              </a:rPr>
              <a:t>  </a:t>
            </a:r>
            <a:r>
              <a:rPr lang="zh-CN" altLang="en-US" sz="2200" dirty="0"/>
              <a:t>等待我们按个回车键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539F0-D898-AAD9-9E78-046D473E6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59000"/>
            <a:ext cx="5212807" cy="3315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8B5844-C347-10B2-4E10-5514BAD6A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3389987"/>
            <a:ext cx="6253082" cy="3543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A12B5A-87B2-0012-BFB5-5403C5467792}"/>
              </a:ext>
            </a:extLst>
          </p:cNvPr>
          <p:cNvSpPr txBox="1"/>
          <p:nvPr/>
        </p:nvSpPr>
        <p:spPr>
          <a:xfrm>
            <a:off x="609600" y="4099182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Print the last 256 records</a:t>
            </a:r>
            <a:r>
              <a:rPr lang="en-US" altLang="zh-CN" sz="2200" dirty="0">
                <a:solidFill>
                  <a:srgbClr val="FF0000"/>
                </a:solidFill>
              </a:rPr>
              <a:t>  </a:t>
            </a:r>
            <a:r>
              <a:rPr lang="zh-CN" altLang="en-US" sz="2200" dirty="0"/>
              <a:t>打印最后</a:t>
            </a:r>
            <a:r>
              <a:rPr lang="en-US" altLang="zh-CN" sz="2200" dirty="0"/>
              <a:t>256</a:t>
            </a:r>
            <a:r>
              <a:rPr lang="zh-CN" altLang="en-US" sz="2200" dirty="0"/>
              <a:t>条记录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371F95-AB90-1DD9-A1C3-E3E2D606E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87157"/>
            <a:ext cx="5132786" cy="59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3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5C2F0-DB1A-3C69-9B9C-4C1242913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C771-6789-30DB-BB48-71BE6137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A01A7-53CF-B1C0-9877-337B0C1131F8}"/>
              </a:ext>
            </a:extLst>
          </p:cNvPr>
          <p:cNvSpPr txBox="1"/>
          <p:nvPr/>
        </p:nvSpPr>
        <p:spPr>
          <a:xfrm>
            <a:off x="609600" y="22023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 command  </a:t>
            </a:r>
            <a:r>
              <a:rPr lang="zh-CN" altLang="en-US" sz="2200" dirty="0"/>
              <a:t>命令行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  <a:cs typeface="Arial" panose="020B0604020202020204" pitchFamily="34" charset="0"/>
              </a:rPr>
              <a:t>python single.py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182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15825</TotalTime>
  <Words>398</Words>
  <Application>Microsoft Office PowerPoint</Application>
  <PresentationFormat>On-screen Show (4:3)</PresentationFormat>
  <Paragraphs>49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ＭＳ Ｐゴシック</vt:lpstr>
      <vt:lpstr>SimSun</vt:lpstr>
      <vt:lpstr>Arial</vt:lpstr>
      <vt:lpstr>Cambria Math</vt:lpstr>
      <vt:lpstr>Comic Sans MS</vt:lpstr>
      <vt:lpstr>Consolas</vt:lpstr>
      <vt:lpstr>Tahoma</vt:lpstr>
      <vt:lpstr>Times New Roman</vt:lpstr>
      <vt:lpstr>Wingdings</vt:lpstr>
      <vt:lpstr>Blends</vt:lpstr>
      <vt:lpstr>Cookbook for Practice 2.1</vt:lpstr>
      <vt:lpstr>Basic Settings  基本设置</vt:lpstr>
      <vt:lpstr>Calculation &amp; Recording 计算与记录</vt:lpstr>
      <vt:lpstr>Timing  计时</vt:lpstr>
      <vt:lpstr>Timing  计时</vt:lpstr>
      <vt:lpstr>Timing  计时</vt:lpstr>
      <vt:lpstr>Results  结果</vt:lpstr>
      <vt:lpstr>Run It 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1148</cp:revision>
  <dcterms:created xsi:type="dcterms:W3CDTF">2003-03-13T01:36:43Z</dcterms:created>
  <dcterms:modified xsi:type="dcterms:W3CDTF">2026-07-17T07:57:57Z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