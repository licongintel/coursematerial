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286" r:id="rId2"/>
    <p:sldId id="415" r:id="rId3"/>
    <p:sldId id="442" r:id="rId4"/>
    <p:sldId id="439" r:id="rId5"/>
    <p:sldId id="353" r:id="rId6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FD192-8CC1-40B8-A462-776424100554}" v="420" dt="2026-07-18T06:03:57.3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 varScale="1">
        <p:scale>
          <a:sx n="58" d="100"/>
          <a:sy n="58" d="100"/>
        </p:scale>
        <p:origin x="14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redo custSel addSld delSld modSld sldOrd">
      <pc:chgData name="Li, Cong" userId="025630f4-267e-4cb3-8cd5-8795177f99f4" providerId="ADAL" clId="{929A2CC8-B112-421C-81E2-D5D63B23E300}" dt="2026-08-15T00:34:34.577" v="2696" actId="20577"/>
      <pc:docMkLst>
        <pc:docMk/>
      </pc:docMkLst>
      <pc:sldChg chg="modSp mod">
        <pc:chgData name="Li, Cong" userId="025630f4-267e-4cb3-8cd5-8795177f99f4" providerId="ADAL" clId="{929A2CC8-B112-421C-81E2-D5D63B23E300}" dt="2026-07-18T05:43:49.354" v="1643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7-18T05:43:49.354" v="1643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7-18T05:43:46.817" v="1641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addAnim delAnim modAnim">
        <pc:chgData name="Li, Cong" userId="025630f4-267e-4cb3-8cd5-8795177f99f4" providerId="ADAL" clId="{929A2CC8-B112-421C-81E2-D5D63B23E300}" dt="2026-08-15T00:34:34.577" v="2696" actId="20577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7-18T05:53:35.437" v="2103" actId="20577"/>
          <ac:spMkLst>
            <pc:docMk/>
            <pc:sldMk cId="796492521" sldId="415"/>
            <ac:spMk id="2" creationId="{ADE6B920-28FE-41F4-B19E-AF72E4D6D2C6}"/>
          </ac:spMkLst>
        </pc:spChg>
        <pc:spChg chg="add mod">
          <ac:chgData name="Li, Cong" userId="025630f4-267e-4cb3-8cd5-8795177f99f4" providerId="ADAL" clId="{929A2CC8-B112-421C-81E2-D5D63B23E300}" dt="2026-07-18T05:56:24.713" v="2393" actId="20577"/>
          <ac:spMkLst>
            <pc:docMk/>
            <pc:sldMk cId="796492521" sldId="415"/>
            <ac:spMk id="6" creationId="{168B275B-9757-C97D-4FB4-DE97C516AF07}"/>
          </ac:spMkLst>
        </pc:spChg>
        <pc:spChg chg="add mod">
          <ac:chgData name="Li, Cong" userId="025630f4-267e-4cb3-8cd5-8795177f99f4" providerId="ADAL" clId="{929A2CC8-B112-421C-81E2-D5D63B23E300}" dt="2026-07-18T05:46:20.204" v="1817" actId="14100"/>
          <ac:spMkLst>
            <pc:docMk/>
            <pc:sldMk cId="796492521" sldId="415"/>
            <ac:spMk id="7" creationId="{0A56F974-7872-E523-51F0-DE4336887CF6}"/>
          </ac:spMkLst>
        </pc:spChg>
        <pc:spChg chg="mod">
          <ac:chgData name="Li, Cong" userId="025630f4-267e-4cb3-8cd5-8795177f99f4" providerId="ADAL" clId="{929A2CC8-B112-421C-81E2-D5D63B23E300}" dt="2026-07-18T05:49:25.608" v="2061" actId="1076"/>
          <ac:spMkLst>
            <pc:docMk/>
            <pc:sldMk cId="796492521" sldId="415"/>
            <ac:spMk id="9" creationId="{52E99CE4-F0B2-7EE2-3AD4-F0C8FC773C69}"/>
          </ac:spMkLst>
        </pc:spChg>
        <pc:spChg chg="mod">
          <ac:chgData name="Li, Cong" userId="025630f4-267e-4cb3-8cd5-8795177f99f4" providerId="ADAL" clId="{929A2CC8-B112-421C-81E2-D5D63B23E300}" dt="2026-08-15T00:34:34.577" v="2696" actId="20577"/>
          <ac:spMkLst>
            <pc:docMk/>
            <pc:sldMk cId="796492521" sldId="415"/>
            <ac:spMk id="19" creationId="{23CD657D-BF24-8236-C712-84C3BC6A85FC}"/>
          </ac:spMkLst>
        </pc:spChg>
        <pc:picChg chg="add mod ord">
          <ac:chgData name="Li, Cong" userId="025630f4-267e-4cb3-8cd5-8795177f99f4" providerId="ADAL" clId="{929A2CC8-B112-421C-81E2-D5D63B23E300}" dt="2026-07-18T05:46:02.936" v="1806" actId="1036"/>
          <ac:picMkLst>
            <pc:docMk/>
            <pc:sldMk cId="796492521" sldId="415"/>
            <ac:picMk id="5" creationId="{D5C6311E-776B-5466-D3AF-C5C83503B060}"/>
          </ac:picMkLst>
        </pc:picChg>
        <pc:picChg chg="add mod">
          <ac:chgData name="Li, Cong" userId="025630f4-267e-4cb3-8cd5-8795177f99f4" providerId="ADAL" clId="{929A2CC8-B112-421C-81E2-D5D63B23E300}" dt="2026-07-18T05:49:10.248" v="2053" actId="1035"/>
          <ac:picMkLst>
            <pc:docMk/>
            <pc:sldMk cId="796492521" sldId="415"/>
            <ac:picMk id="10" creationId="{D2F0C2FF-019E-39D2-EDA7-5A03FDC5FE28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18T06:03:57.387" v="2679"/>
        <pc:sldMkLst>
          <pc:docMk/>
          <pc:sldMk cId="2864123508" sldId="439"/>
        </pc:sldMkLst>
        <pc:spChg chg="mod">
          <ac:chgData name="Li, Cong" userId="025630f4-267e-4cb3-8cd5-8795177f99f4" providerId="ADAL" clId="{929A2CC8-B112-421C-81E2-D5D63B23E300}" dt="2026-07-18T05:57:52.063" v="2434" actId="20577"/>
          <ac:spMkLst>
            <pc:docMk/>
            <pc:sldMk cId="2864123508" sldId="439"/>
            <ac:spMk id="2" creationId="{FBFD038B-E340-B4C2-2178-C87D35C14DBC}"/>
          </ac:spMkLst>
        </pc:spChg>
        <pc:spChg chg="add mod">
          <ac:chgData name="Li, Cong" userId="025630f4-267e-4cb3-8cd5-8795177f99f4" providerId="ADAL" clId="{929A2CC8-B112-421C-81E2-D5D63B23E300}" dt="2026-07-18T06:02:14.232" v="2647" actId="1035"/>
          <ac:spMkLst>
            <pc:docMk/>
            <pc:sldMk cId="2864123508" sldId="439"/>
            <ac:spMk id="6" creationId="{784317C4-698D-BBD5-8605-55B51D7EE941}"/>
          </ac:spMkLst>
        </pc:spChg>
        <pc:spChg chg="add mod">
          <ac:chgData name="Li, Cong" userId="025630f4-267e-4cb3-8cd5-8795177f99f4" providerId="ADAL" clId="{929A2CC8-B112-421C-81E2-D5D63B23E300}" dt="2026-07-18T06:02:11.333" v="2644" actId="1035"/>
          <ac:spMkLst>
            <pc:docMk/>
            <pc:sldMk cId="2864123508" sldId="439"/>
            <ac:spMk id="16" creationId="{669C0539-A119-E250-EEE8-F2110EE6317D}"/>
          </ac:spMkLst>
        </pc:spChg>
        <pc:spChg chg="add mod">
          <ac:chgData name="Li, Cong" userId="025630f4-267e-4cb3-8cd5-8795177f99f4" providerId="ADAL" clId="{929A2CC8-B112-421C-81E2-D5D63B23E300}" dt="2026-07-18T06:03:03.488" v="2667" actId="1035"/>
          <ac:spMkLst>
            <pc:docMk/>
            <pc:sldMk cId="2864123508" sldId="439"/>
            <ac:spMk id="18" creationId="{595EC3FE-4251-D12F-C3CA-F97D209705B6}"/>
          </ac:spMkLst>
        </pc:spChg>
        <pc:spChg chg="mod">
          <ac:chgData name="Li, Cong" userId="025630f4-267e-4cb3-8cd5-8795177f99f4" providerId="ADAL" clId="{929A2CC8-B112-421C-81E2-D5D63B23E300}" dt="2026-07-18T05:59:06.316" v="2595" actId="21"/>
          <ac:spMkLst>
            <pc:docMk/>
            <pc:sldMk cId="2864123508" sldId="439"/>
            <ac:spMk id="19" creationId="{A5EF7DDD-2AE2-94FE-DB51-E9FADC94A138}"/>
          </ac:spMkLst>
        </pc:spChg>
        <pc:picChg chg="add mod ord">
          <ac:chgData name="Li, Cong" userId="025630f4-267e-4cb3-8cd5-8795177f99f4" providerId="ADAL" clId="{929A2CC8-B112-421C-81E2-D5D63B23E300}" dt="2026-07-18T05:59:32.285" v="2602" actId="1076"/>
          <ac:picMkLst>
            <pc:docMk/>
            <pc:sldMk cId="2864123508" sldId="439"/>
            <ac:picMk id="7" creationId="{AB6524F6-BA58-25B5-3E41-A21361474037}"/>
          </ac:picMkLst>
        </pc:picChg>
        <pc:picChg chg="add mod">
          <ac:chgData name="Li, Cong" userId="025630f4-267e-4cb3-8cd5-8795177f99f4" providerId="ADAL" clId="{929A2CC8-B112-421C-81E2-D5D63B23E300}" dt="2026-07-18T06:02:17.653" v="2651" actId="1035"/>
          <ac:picMkLst>
            <pc:docMk/>
            <pc:sldMk cId="2864123508" sldId="439"/>
            <ac:picMk id="17" creationId="{7F972072-FE9D-B5B4-7AFC-423B79F14444}"/>
          </ac:picMkLst>
        </pc:picChg>
        <pc:cxnChg chg="add mod">
          <ac:chgData name="Li, Cong" userId="025630f4-267e-4cb3-8cd5-8795177f99f4" providerId="ADAL" clId="{929A2CC8-B112-421C-81E2-D5D63B23E300}" dt="2026-07-18T05:59:41.816" v="2622" actId="14100"/>
          <ac:cxnSpMkLst>
            <pc:docMk/>
            <pc:sldMk cId="2864123508" sldId="439"/>
            <ac:cxnSpMk id="8" creationId="{64526BA7-008F-3334-E4C2-41B8E1B26F5F}"/>
          </ac:cxnSpMkLst>
        </pc:cxnChg>
        <pc:cxnChg chg="add mod">
          <ac:chgData name="Li, Cong" userId="025630f4-267e-4cb3-8cd5-8795177f99f4" providerId="ADAL" clId="{929A2CC8-B112-421C-81E2-D5D63B23E300}" dt="2026-07-18T06:00:02.831" v="2630" actId="1035"/>
          <ac:cxnSpMkLst>
            <pc:docMk/>
            <pc:sldMk cId="2864123508" sldId="439"/>
            <ac:cxnSpMk id="11" creationId="{B04F9CF2-BA28-3750-0697-A95E167F070C}"/>
          </ac:cxnSpMkLst>
        </pc:cxnChg>
      </pc:sldChg>
      <pc:sldChg chg="addSp delSp modSp add mod delAnim">
        <pc:chgData name="Li, Cong" userId="025630f4-267e-4cb3-8cd5-8795177f99f4" providerId="ADAL" clId="{929A2CC8-B112-421C-81E2-D5D63B23E300}" dt="2026-07-18T05:55:41.887" v="2367" actId="1035"/>
        <pc:sldMkLst>
          <pc:docMk/>
          <pc:sldMk cId="3262814318" sldId="442"/>
        </pc:sldMkLst>
        <pc:spChg chg="mod">
          <ac:chgData name="Li, Cong" userId="025630f4-267e-4cb3-8cd5-8795177f99f4" providerId="ADAL" clId="{929A2CC8-B112-421C-81E2-D5D63B23E300}" dt="2026-07-18T05:53:40.081" v="2105" actId="20577"/>
          <ac:spMkLst>
            <pc:docMk/>
            <pc:sldMk cId="3262814318" sldId="442"/>
            <ac:spMk id="2" creationId="{A28E2D78-60C8-095D-0994-F30879B1547D}"/>
          </ac:spMkLst>
        </pc:spChg>
        <pc:spChg chg="mod">
          <ac:chgData name="Li, Cong" userId="025630f4-267e-4cb3-8cd5-8795177f99f4" providerId="ADAL" clId="{929A2CC8-B112-421C-81E2-D5D63B23E300}" dt="2026-07-18T05:55:41.887" v="2367" actId="1035"/>
          <ac:spMkLst>
            <pc:docMk/>
            <pc:sldMk cId="3262814318" sldId="442"/>
            <ac:spMk id="19" creationId="{7E36F551-E56B-8D8C-79B2-BAB74BE5624F}"/>
          </ac:spMkLst>
        </pc:spChg>
        <pc:picChg chg="add mod">
          <ac:chgData name="Li, Cong" userId="025630f4-267e-4cb3-8cd5-8795177f99f4" providerId="ADAL" clId="{929A2CC8-B112-421C-81E2-D5D63B23E300}" dt="2026-07-18T05:55:36.428" v="2361" actId="1036"/>
          <ac:picMkLst>
            <pc:docMk/>
            <pc:sldMk cId="3262814318" sldId="442"/>
            <ac:picMk id="4" creationId="{22279FC0-CB19-5B4B-4342-F17504B9645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1A23F-BDB5-3BC5-4810-4BF390E81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934F2-CFD3-1D20-E04E-D22BA85DA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94DD4-53C9-E5DB-C47E-976516914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BFF67-65F1-E93C-C731-B4EE12A5D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105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59EF2-24C4-DCFD-FE9A-965BE79A2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FE6F8-9183-39EB-564F-59E8D107E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533FD-C909-9BF1-736B-7FB8EA299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0F250-03E7-E2B2-4377-DEC62D9C2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86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2.6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2.6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C6311E-776B-5466-D3AF-C5C83503B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84147"/>
            <a:ext cx="2629267" cy="525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JIT Compilation  </a:t>
            </a:r>
            <a:r>
              <a:rPr lang="zh-CN" altLang="en-US" dirty="0">
                <a:ea typeface="ＭＳ Ｐゴシック" panose="020B0600070205080204" pitchFamily="34" charset="-128"/>
              </a:rPr>
              <a:t>即时编译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99CE4-F0B2-7EE2-3AD4-F0C8FC773C69}"/>
              </a:ext>
            </a:extLst>
          </p:cNvPr>
          <p:cNvSpPr txBox="1"/>
          <p:nvPr/>
        </p:nvSpPr>
        <p:spPr>
          <a:xfrm>
            <a:off x="609600" y="242491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Import ‘</a:t>
            </a:r>
            <a:r>
              <a:rPr lang="en-US" altLang="zh-CN" sz="2200" dirty="0" err="1"/>
              <a:t>njit</a:t>
            </a:r>
            <a:r>
              <a:rPr lang="en-US" altLang="zh-CN" sz="2200" dirty="0"/>
              <a:t>’ from the ‘</a:t>
            </a:r>
            <a:r>
              <a:rPr lang="en-US" altLang="zh-CN" sz="2200" dirty="0" err="1"/>
              <a:t>numba</a:t>
            </a:r>
            <a:r>
              <a:rPr lang="en-US" altLang="zh-CN" sz="2200" dirty="0"/>
              <a:t>’ library</a:t>
            </a:r>
          </a:p>
          <a:p>
            <a:pPr algn="ctr"/>
            <a:r>
              <a:rPr lang="zh-CN" altLang="en-US" sz="2200" dirty="0"/>
              <a:t>从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numba</a:t>
            </a:r>
            <a:r>
              <a:rPr lang="en-US" altLang="zh-CN" sz="2200" dirty="0"/>
              <a:t>’</a:t>
            </a:r>
            <a:r>
              <a:rPr lang="zh-CN" altLang="en-US" sz="2200" dirty="0"/>
              <a:t>库中导入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njit</a:t>
            </a:r>
            <a:r>
              <a:rPr lang="en-US" altLang="zh-CN" sz="2200" dirty="0"/>
              <a:t>’</a:t>
            </a:r>
            <a:endParaRPr lang="zh-CN" altLang="en-US" sz="2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Duplicate ‘simply.py’ as ‘simple_njit.py’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</a:t>
            </a:r>
            <a:r>
              <a:rPr lang="en-US" altLang="zh-CN" sz="2200" dirty="0"/>
              <a:t>’simply.py’</a:t>
            </a:r>
            <a:r>
              <a:rPr lang="zh-CN" altLang="en-US" sz="2200"/>
              <a:t>复制为</a:t>
            </a:r>
            <a:r>
              <a:rPr lang="en-US" altLang="zh-CN" sz="2200" dirty="0"/>
              <a:t>’simple_njit.py’</a:t>
            </a:r>
            <a:endParaRPr lang="zh-CN" altLang="en-US" sz="2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56F974-7872-E523-51F0-DE4336887CF6}"/>
              </a:ext>
            </a:extLst>
          </p:cNvPr>
          <p:cNvSpPr/>
          <p:nvPr/>
        </p:nvSpPr>
        <p:spPr bwMode="auto">
          <a:xfrm>
            <a:off x="731520" y="3531757"/>
            <a:ext cx="2629267" cy="278243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B275B-9757-C97D-4FB4-DE97C516AF07}"/>
              </a:ext>
            </a:extLst>
          </p:cNvPr>
          <p:cNvSpPr txBox="1"/>
          <p:nvPr/>
        </p:nvSpPr>
        <p:spPr>
          <a:xfrm>
            <a:off x="609600" y="4132137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define a function for iterative calculation &amp; decorate it for just-in-time compilation using ‘</a:t>
            </a:r>
            <a:r>
              <a:rPr lang="en-US" altLang="zh-CN" sz="2200" dirty="0" err="1"/>
              <a:t>njit</a:t>
            </a:r>
            <a:r>
              <a:rPr lang="en-US" altLang="zh-CN" sz="2200" dirty="0"/>
              <a:t>’</a:t>
            </a:r>
          </a:p>
          <a:p>
            <a:pPr algn="ctr"/>
            <a:r>
              <a:rPr lang="zh-CN" altLang="en-US" sz="2200" dirty="0"/>
              <a:t>随即定义一个迭代计算的函数，并用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njit</a:t>
            </a:r>
            <a:r>
              <a:rPr lang="en-US" altLang="zh-CN" sz="2200" dirty="0"/>
              <a:t>’</a:t>
            </a:r>
            <a:r>
              <a:rPr lang="zh-CN" altLang="en-US" sz="2200" dirty="0"/>
              <a:t>标饰为即时编译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F0C2FF-019E-39D2-EDA7-5A03FDC5F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5288294"/>
            <a:ext cx="3692405" cy="130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1F145-0CA1-4761-F738-9AD865F86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2D78-60C8-095D-0994-F30879B15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JIT Compilation  </a:t>
            </a:r>
            <a:r>
              <a:rPr lang="zh-CN" altLang="en-US" dirty="0">
                <a:ea typeface="ＭＳ Ｐゴシック" panose="020B0600070205080204" pitchFamily="34" charset="-128"/>
              </a:rPr>
              <a:t>即时编译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36F551-E56B-8D8C-79B2-BAB74BE5624F}"/>
              </a:ext>
            </a:extLst>
          </p:cNvPr>
          <p:cNvSpPr txBox="1"/>
          <p:nvPr/>
        </p:nvSpPr>
        <p:spPr>
          <a:xfrm>
            <a:off x="531341" y="1828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Call the function w/ a light load to trigger compilation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用一个小型的工作负载调用该函数，触发即时编译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79FC0-CB19-5B4B-4342-F17504B96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24935"/>
            <a:ext cx="3921037" cy="110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1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A38A1-9197-AB84-31DA-A0DA5575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6524F6-BA58-25B5-3E41-A21361474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309104"/>
            <a:ext cx="4126806" cy="525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FD038B-E340-B4C2-2178-C87D35C1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Iterative Calculation  </a:t>
            </a:r>
            <a:r>
              <a:rPr lang="zh-CN" altLang="en-US" dirty="0">
                <a:ea typeface="ＭＳ Ｐゴシック" panose="020B0600070205080204" pitchFamily="34" charset="-128"/>
              </a:rPr>
              <a:t>迭代计算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EF7DDD-2AE2-94FE-DB51-E9FADC94A138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Change the formal iterative calculation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将程序中正式的迭代计算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317C4-698D-BBD5-8605-55B51D7EE941}"/>
              </a:ext>
            </a:extLst>
          </p:cNvPr>
          <p:cNvSpPr txBox="1"/>
          <p:nvPr/>
        </p:nvSpPr>
        <p:spPr>
          <a:xfrm>
            <a:off x="609600" y="30480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 the function call</a:t>
            </a:r>
          </a:p>
          <a:p>
            <a:pPr algn="ctr"/>
            <a:r>
              <a:rPr lang="zh-CN" altLang="en-US" sz="2200" dirty="0"/>
              <a:t>改为函数调用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526BA7-008F-3334-E4C2-41B8E1B26F5F}"/>
              </a:ext>
            </a:extLst>
          </p:cNvPr>
          <p:cNvCxnSpPr>
            <a:cxnSpLocks/>
          </p:cNvCxnSpPr>
          <p:nvPr/>
        </p:nvCxnSpPr>
        <p:spPr bwMode="auto">
          <a:xfrm>
            <a:off x="1143000" y="2431429"/>
            <a:ext cx="411766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4F9CF2-BA28-3750-0697-A95E167F070C}"/>
              </a:ext>
            </a:extLst>
          </p:cNvPr>
          <p:cNvCxnSpPr>
            <a:cxnSpLocks/>
          </p:cNvCxnSpPr>
          <p:nvPr/>
        </p:nvCxnSpPr>
        <p:spPr bwMode="auto">
          <a:xfrm>
            <a:off x="1600200" y="2686050"/>
            <a:ext cx="3505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69C0539-A119-E250-EEE8-F2110EE6317D}"/>
              </a:ext>
            </a:extLst>
          </p:cNvPr>
          <p:cNvSpPr/>
          <p:nvPr/>
        </p:nvSpPr>
        <p:spPr bwMode="auto">
          <a:xfrm>
            <a:off x="2267295" y="2895600"/>
            <a:ext cx="424743" cy="103796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F972072-FE9D-B5B4-7AFC-423B79F14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038600"/>
            <a:ext cx="5555755" cy="2629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5EC3FE-4251-D12F-C3CA-F97D209705B6}"/>
              </a:ext>
            </a:extLst>
          </p:cNvPr>
          <p:cNvSpPr txBox="1"/>
          <p:nvPr/>
        </p:nvSpPr>
        <p:spPr>
          <a:xfrm>
            <a:off x="609600" y="4876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  <a:cs typeface="Arial" panose="020B0604020202020204" pitchFamily="34" charset="0"/>
              </a:rPr>
              <a:t>python simple_njit.py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12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 animBg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15908</TotalTime>
  <Words>203</Words>
  <Application>Microsoft Office PowerPoint</Application>
  <PresentationFormat>On-screen Show (4:3)</PresentationFormat>
  <Paragraphs>26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2.6</vt:lpstr>
      <vt:lpstr>JIT Compilation  即时编译 (1)</vt:lpstr>
      <vt:lpstr>JIT Compilation  即时编译 (2)</vt:lpstr>
      <vt:lpstr>Iterative Calculation  迭代计算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1148</cp:revision>
  <dcterms:created xsi:type="dcterms:W3CDTF">2003-03-13T01:36:43Z</dcterms:created>
  <dcterms:modified xsi:type="dcterms:W3CDTF">2026-08-15T00:34:36Z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