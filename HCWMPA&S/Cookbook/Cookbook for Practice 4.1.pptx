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5"/>
  </p:notesMasterIdLst>
  <p:handoutMasterIdLst>
    <p:handoutMasterId r:id="rId16"/>
  </p:handoutMasterIdLst>
  <p:sldIdLst>
    <p:sldId id="286" r:id="rId2"/>
    <p:sldId id="415" r:id="rId3"/>
    <p:sldId id="435" r:id="rId4"/>
    <p:sldId id="438" r:id="rId5"/>
    <p:sldId id="439" r:id="rId6"/>
    <p:sldId id="440" r:id="rId7"/>
    <p:sldId id="430" r:id="rId8"/>
    <p:sldId id="441" r:id="rId9"/>
    <p:sldId id="431" r:id="rId10"/>
    <p:sldId id="432" r:id="rId11"/>
    <p:sldId id="436" r:id="rId12"/>
    <p:sldId id="437" r:id="rId13"/>
    <p:sldId id="353" r:id="rId1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9E0A4-EC45-4EC7-A41C-75DF3B842FE2}" v="1454" dt="2026-07-25T08:58:18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 varScale="1">
        <p:scale>
          <a:sx n="58" d="100"/>
          <a:sy n="58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">
      <pc:chgData name="Li, Cong" userId="025630f4-267e-4cb3-8cd5-8795177f99f4" providerId="ADAL" clId="{929A2CC8-B112-421C-81E2-D5D63B23E300}" dt="2026-08-22T02:41:21.645" v="7940" actId="20577"/>
      <pc:docMkLst>
        <pc:docMk/>
      </pc:docMkLst>
      <pc:sldChg chg="modSp mod">
        <pc:chgData name="Li, Cong" userId="025630f4-267e-4cb3-8cd5-8795177f99f4" providerId="ADAL" clId="{929A2CC8-B112-421C-81E2-D5D63B23E300}" dt="2026-07-25T07:29:24.603" v="379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25T07:29:24.603" v="379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25T07:29:21.163" v="3788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8-22T02:41:18.505" v="7936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8-22T02:41:18.505" v="7936" actId="20577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7-25T07:32:01.278" v="4019" actId="1036"/>
          <ac:spMkLst>
            <pc:docMk/>
            <pc:sldMk cId="796492521" sldId="415"/>
            <ac:spMk id="8" creationId="{09893ABE-23FF-165D-DDA2-8D0905FDB8F4}"/>
          </ac:spMkLst>
        </pc:spChg>
        <pc:spChg chg="add mod">
          <ac:chgData name="Li, Cong" userId="025630f4-267e-4cb3-8cd5-8795177f99f4" providerId="ADAL" clId="{929A2CC8-B112-421C-81E2-D5D63B23E300}" dt="2026-07-25T07:32:09.238" v="4028" actId="20577"/>
          <ac:spMkLst>
            <pc:docMk/>
            <pc:sldMk cId="796492521" sldId="415"/>
            <ac:spMk id="11" creationId="{A3DE4361-0528-9A32-9B49-B6D88AD36DAC}"/>
          </ac:spMkLst>
        </pc:spChg>
        <pc:spChg chg="add mod">
          <ac:chgData name="Li, Cong" userId="025630f4-267e-4cb3-8cd5-8795177f99f4" providerId="ADAL" clId="{929A2CC8-B112-421C-81E2-D5D63B23E300}" dt="2026-07-25T07:29:37.415" v="3807"/>
          <ac:spMkLst>
            <pc:docMk/>
            <pc:sldMk cId="796492521" sldId="415"/>
            <ac:spMk id="19" creationId="{23CD657D-BF24-8236-C712-84C3BC6A85FC}"/>
          </ac:spMkLst>
        </pc:spChg>
        <pc:picChg chg="add mod">
          <ac:chgData name="Li, Cong" userId="025630f4-267e-4cb3-8cd5-8795177f99f4" providerId="ADAL" clId="{929A2CC8-B112-421C-81E2-D5D63B23E300}" dt="2026-07-25T07:32:01.278" v="4019" actId="1036"/>
          <ac:picMkLst>
            <pc:docMk/>
            <pc:sldMk cId="796492521" sldId="415"/>
            <ac:picMk id="4" creationId="{2293498E-2A92-C2CA-D1F4-DFB0917B9ED9}"/>
          </ac:picMkLst>
        </pc:picChg>
        <pc:picChg chg="add mod">
          <ac:chgData name="Li, Cong" userId="025630f4-267e-4cb3-8cd5-8795177f99f4" providerId="ADAL" clId="{929A2CC8-B112-421C-81E2-D5D63B23E300}" dt="2026-08-22T02:34:42.883" v="7931" actId="1076"/>
          <ac:picMkLst>
            <pc:docMk/>
            <pc:sldMk cId="796492521" sldId="415"/>
            <ac:picMk id="10" creationId="{5925D60D-C595-088F-1F44-A88BCCEEEEC8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43:21.503" v="6967" actId="1076"/>
        <pc:sldMkLst>
          <pc:docMk/>
          <pc:sldMk cId="3096758139" sldId="430"/>
        </pc:sldMkLst>
        <pc:spChg chg="mod">
          <ac:chgData name="Li, Cong" userId="025630f4-267e-4cb3-8cd5-8795177f99f4" providerId="ADAL" clId="{929A2CC8-B112-421C-81E2-D5D63B23E300}" dt="2026-07-25T08:28:15.976" v="6180" actId="20577"/>
          <ac:spMkLst>
            <pc:docMk/>
            <pc:sldMk cId="3096758139" sldId="430"/>
            <ac:spMk id="2" creationId="{69A52266-0D64-5B92-737B-CB16EB0AFCB0}"/>
          </ac:spMkLst>
        </pc:spChg>
        <pc:spChg chg="mod">
          <ac:chgData name="Li, Cong" userId="025630f4-267e-4cb3-8cd5-8795177f99f4" providerId="ADAL" clId="{929A2CC8-B112-421C-81E2-D5D63B23E300}" dt="2026-07-25T08:20:49.065" v="5971" actId="20577"/>
          <ac:spMkLst>
            <pc:docMk/>
            <pc:sldMk cId="3096758139" sldId="430"/>
            <ac:spMk id="8" creationId="{136E88FC-349D-7E1F-073B-F650CE56F8DD}"/>
          </ac:spMkLst>
        </pc:spChg>
        <pc:spChg chg="mod">
          <ac:chgData name="Li, Cong" userId="025630f4-267e-4cb3-8cd5-8795177f99f4" providerId="ADAL" clId="{929A2CC8-B112-421C-81E2-D5D63B23E300}" dt="2026-07-25T08:37:43.894" v="6749" actId="20577"/>
          <ac:spMkLst>
            <pc:docMk/>
            <pc:sldMk cId="3096758139" sldId="430"/>
            <ac:spMk id="9" creationId="{BC23485C-6558-44BC-2842-C7B91F700C5C}"/>
          </ac:spMkLst>
        </pc:spChg>
        <pc:picChg chg="add mod">
          <ac:chgData name="Li, Cong" userId="025630f4-267e-4cb3-8cd5-8795177f99f4" providerId="ADAL" clId="{929A2CC8-B112-421C-81E2-D5D63B23E300}" dt="2026-07-25T08:21:42.635" v="5985" actId="1035"/>
          <ac:picMkLst>
            <pc:docMk/>
            <pc:sldMk cId="3096758139" sldId="430"/>
            <ac:picMk id="10" creationId="{D2C4E272-042C-1A1A-5647-700295B95B7C}"/>
          </ac:picMkLst>
        </pc:picChg>
        <pc:picChg chg="add mod">
          <ac:chgData name="Li, Cong" userId="025630f4-267e-4cb3-8cd5-8795177f99f4" providerId="ADAL" clId="{929A2CC8-B112-421C-81E2-D5D63B23E300}" dt="2026-07-25T08:43:21.503" v="6967" actId="1076"/>
          <ac:picMkLst>
            <pc:docMk/>
            <pc:sldMk cId="3096758139" sldId="430"/>
            <ac:picMk id="13" creationId="{FC57FFF0-47CE-6319-30C9-FD7EB6877437}"/>
          </ac:picMkLst>
        </pc:picChg>
      </pc:sldChg>
      <pc:sldChg chg="addSp delSp modSp add mod addAnim delAnim modAnim">
        <pc:chgData name="Li, Cong" userId="025630f4-267e-4cb3-8cd5-8795177f99f4" providerId="ADAL" clId="{929A2CC8-B112-421C-81E2-D5D63B23E300}" dt="2026-07-25T08:46:45.110" v="7274" actId="20577"/>
        <pc:sldMkLst>
          <pc:docMk/>
          <pc:sldMk cId="3917499689" sldId="431"/>
        </pc:sldMkLst>
        <pc:spChg chg="mod">
          <ac:chgData name="Li, Cong" userId="025630f4-267e-4cb3-8cd5-8795177f99f4" providerId="ADAL" clId="{929A2CC8-B112-421C-81E2-D5D63B23E300}" dt="2026-07-25T08:46:45.110" v="7274" actId="20577"/>
          <ac:spMkLst>
            <pc:docMk/>
            <pc:sldMk cId="3917499689" sldId="431"/>
            <ac:spMk id="2" creationId="{746C3847-96CC-A958-6BCB-C5E0129A9BAD}"/>
          </ac:spMkLst>
        </pc:spChg>
        <pc:spChg chg="add mod">
          <ac:chgData name="Li, Cong" userId="025630f4-267e-4cb3-8cd5-8795177f99f4" providerId="ADAL" clId="{929A2CC8-B112-421C-81E2-D5D63B23E300}" dt="2026-07-25T08:46:04.301" v="7255" actId="20577"/>
          <ac:spMkLst>
            <pc:docMk/>
            <pc:sldMk cId="3917499689" sldId="431"/>
            <ac:spMk id="3" creationId="{FFD1B8D1-D549-AE13-EBD6-07D952F84C86}"/>
          </ac:spMkLst>
        </pc:spChg>
        <pc:spChg chg="add mod">
          <ac:chgData name="Li, Cong" userId="025630f4-267e-4cb3-8cd5-8795177f99f4" providerId="ADAL" clId="{929A2CC8-B112-421C-81E2-D5D63B23E300}" dt="2026-07-25T08:46:16.498" v="7268" actId="1035"/>
          <ac:spMkLst>
            <pc:docMk/>
            <pc:sldMk cId="3917499689" sldId="431"/>
            <ac:spMk id="13" creationId="{F264CFFA-EF6F-6E9A-12CD-6C43215E86BB}"/>
          </ac:spMkLst>
        </pc:spChg>
        <pc:picChg chg="add mod">
          <ac:chgData name="Li, Cong" userId="025630f4-267e-4cb3-8cd5-8795177f99f4" providerId="ADAL" clId="{929A2CC8-B112-421C-81E2-D5D63B23E300}" dt="2026-07-25T08:45:39.476" v="7206" actId="1036"/>
          <ac:picMkLst>
            <pc:docMk/>
            <pc:sldMk cId="3917499689" sldId="431"/>
            <ac:picMk id="8" creationId="{DB2EFA44-45E3-C375-1330-D8E8837CFF19}"/>
          </ac:picMkLst>
        </pc:picChg>
        <pc:picChg chg="add mod">
          <ac:chgData name="Li, Cong" userId="025630f4-267e-4cb3-8cd5-8795177f99f4" providerId="ADAL" clId="{929A2CC8-B112-421C-81E2-D5D63B23E300}" dt="2026-07-25T08:46:09.084" v="7259" actId="1036"/>
          <ac:picMkLst>
            <pc:docMk/>
            <pc:sldMk cId="3917499689" sldId="431"/>
            <ac:picMk id="12" creationId="{146139ED-73B0-199D-7CA6-CA0BBEA97B34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51:08.855" v="7446" actId="1076"/>
        <pc:sldMkLst>
          <pc:docMk/>
          <pc:sldMk cId="4054827256" sldId="432"/>
        </pc:sldMkLst>
        <pc:spChg chg="mod">
          <ac:chgData name="Li, Cong" userId="025630f4-267e-4cb3-8cd5-8795177f99f4" providerId="ADAL" clId="{929A2CC8-B112-421C-81E2-D5D63B23E300}" dt="2026-07-25T08:49:18.960" v="7314" actId="20577"/>
          <ac:spMkLst>
            <pc:docMk/>
            <pc:sldMk cId="4054827256" sldId="432"/>
            <ac:spMk id="2" creationId="{CA478C15-2E9A-E940-D1CE-A694B408884C}"/>
          </ac:spMkLst>
        </pc:spChg>
        <pc:spChg chg="add mod">
          <ac:chgData name="Li, Cong" userId="025630f4-267e-4cb3-8cd5-8795177f99f4" providerId="ADAL" clId="{929A2CC8-B112-421C-81E2-D5D63B23E300}" dt="2026-07-25T08:50:44.585" v="7419" actId="1036"/>
          <ac:spMkLst>
            <pc:docMk/>
            <pc:sldMk cId="4054827256" sldId="432"/>
            <ac:spMk id="7" creationId="{220C6FC0-FC83-5E9C-492A-ED8283D16CC1}"/>
          </ac:spMkLst>
        </pc:spChg>
        <pc:spChg chg="add mod">
          <ac:chgData name="Li, Cong" userId="025630f4-267e-4cb3-8cd5-8795177f99f4" providerId="ADAL" clId="{929A2CC8-B112-421C-81E2-D5D63B23E300}" dt="2026-07-25T08:51:00.533" v="7445" actId="1035"/>
          <ac:spMkLst>
            <pc:docMk/>
            <pc:sldMk cId="4054827256" sldId="432"/>
            <ac:spMk id="11" creationId="{2FEDE64E-9298-650A-20E5-A1E46B3CCB24}"/>
          </ac:spMkLst>
        </pc:spChg>
        <pc:picChg chg="add mod">
          <ac:chgData name="Li, Cong" userId="025630f4-267e-4cb3-8cd5-8795177f99f4" providerId="ADAL" clId="{929A2CC8-B112-421C-81E2-D5D63B23E300}" dt="2026-07-25T08:50:39.213" v="7417" actId="1035"/>
          <ac:picMkLst>
            <pc:docMk/>
            <pc:sldMk cId="4054827256" sldId="432"/>
            <ac:picMk id="9" creationId="{D5B22281-5928-9E74-7E42-938AFC356F2D}"/>
          </ac:picMkLst>
        </pc:picChg>
        <pc:picChg chg="add mod">
          <ac:chgData name="Li, Cong" userId="025630f4-267e-4cb3-8cd5-8795177f99f4" providerId="ADAL" clId="{929A2CC8-B112-421C-81E2-D5D63B23E300}" dt="2026-07-25T08:51:08.855" v="7446" actId="1076"/>
          <ac:picMkLst>
            <pc:docMk/>
            <pc:sldMk cId="4054827256" sldId="432"/>
            <ac:picMk id="12" creationId="{42C8B787-31C3-E98B-CBC2-4288117AAB57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8-22T02:41:21.645" v="7940" actId="20577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8-22T02:41:21.645" v="7940" actId="20577"/>
          <ac:spMkLst>
            <pc:docMk/>
            <pc:sldMk cId="3553648521" sldId="435"/>
            <ac:spMk id="2" creationId="{4CE32745-8FBC-5E24-87AD-6CCA0AD31545}"/>
          </ac:spMkLst>
        </pc:spChg>
        <pc:spChg chg="mod">
          <ac:chgData name="Li, Cong" userId="025630f4-267e-4cb3-8cd5-8795177f99f4" providerId="ADAL" clId="{929A2CC8-B112-421C-81E2-D5D63B23E300}" dt="2026-07-25T07:34:14.992" v="4152" actId="1035"/>
          <ac:spMkLst>
            <pc:docMk/>
            <pc:sldMk cId="3553648521" sldId="435"/>
            <ac:spMk id="8" creationId="{B5E01C2E-BDCB-ECFB-B515-44C5AB2F3678}"/>
          </ac:spMkLst>
        </pc:spChg>
        <pc:spChg chg="add mod">
          <ac:chgData name="Li, Cong" userId="025630f4-267e-4cb3-8cd5-8795177f99f4" providerId="ADAL" clId="{929A2CC8-B112-421C-81E2-D5D63B23E300}" dt="2026-07-25T07:43:02.309" v="4394" actId="20577"/>
          <ac:spMkLst>
            <pc:docMk/>
            <pc:sldMk cId="3553648521" sldId="435"/>
            <ac:spMk id="12" creationId="{03633E8F-0674-BF84-44B0-D09635AC10B9}"/>
          </ac:spMkLst>
        </pc:spChg>
        <pc:picChg chg="add mod">
          <ac:chgData name="Li, Cong" userId="025630f4-267e-4cb3-8cd5-8795177f99f4" providerId="ADAL" clId="{929A2CC8-B112-421C-81E2-D5D63B23E300}" dt="2026-08-22T02:34:51.457" v="7932" actId="1076"/>
          <ac:picMkLst>
            <pc:docMk/>
            <pc:sldMk cId="3553648521" sldId="435"/>
            <ac:picMk id="4" creationId="{378DAEA5-DF22-8660-FECE-4512D2424C10}"/>
          </ac:picMkLst>
        </pc:picChg>
        <pc:picChg chg="add mod">
          <ac:chgData name="Li, Cong" userId="025630f4-267e-4cb3-8cd5-8795177f99f4" providerId="ADAL" clId="{929A2CC8-B112-421C-81E2-D5D63B23E300}" dt="2026-07-25T07:43:05.346" v="4396" actId="1036"/>
          <ac:picMkLst>
            <pc:docMk/>
            <pc:sldMk cId="3553648521" sldId="435"/>
            <ac:picMk id="9" creationId="{9E260F12-CE2A-180C-C0A0-4BD7FF7C91FE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55:05.702" v="7708"/>
        <pc:sldMkLst>
          <pc:docMk/>
          <pc:sldMk cId="2500736471" sldId="436"/>
        </pc:sldMkLst>
        <pc:spChg chg="mod">
          <ac:chgData name="Li, Cong" userId="025630f4-267e-4cb3-8cd5-8795177f99f4" providerId="ADAL" clId="{929A2CC8-B112-421C-81E2-D5D63B23E300}" dt="2026-07-25T08:52:02.707" v="7470" actId="20577"/>
          <ac:spMkLst>
            <pc:docMk/>
            <pc:sldMk cId="2500736471" sldId="436"/>
            <ac:spMk id="2" creationId="{C9CC3D3E-1583-4606-7428-6D7DA64F886E}"/>
          </ac:spMkLst>
        </pc:spChg>
        <pc:spChg chg="mod">
          <ac:chgData name="Li, Cong" userId="025630f4-267e-4cb3-8cd5-8795177f99f4" providerId="ADAL" clId="{929A2CC8-B112-421C-81E2-D5D63B23E300}" dt="2026-07-25T08:53:23.538" v="7592" actId="20577"/>
          <ac:spMkLst>
            <pc:docMk/>
            <pc:sldMk cId="2500736471" sldId="436"/>
            <ac:spMk id="7" creationId="{74242651-BF0A-BB1B-A552-A7B454ACE1B3}"/>
          </ac:spMkLst>
        </pc:spChg>
        <pc:spChg chg="mod">
          <ac:chgData name="Li, Cong" userId="025630f4-267e-4cb3-8cd5-8795177f99f4" providerId="ADAL" clId="{929A2CC8-B112-421C-81E2-D5D63B23E300}" dt="2026-07-25T08:54:39.063" v="7700" actId="1035"/>
          <ac:spMkLst>
            <pc:docMk/>
            <pc:sldMk cId="2500736471" sldId="436"/>
            <ac:spMk id="11" creationId="{C6833F2C-B812-7AE3-B5E7-4EE37E497793}"/>
          </ac:spMkLst>
        </pc:spChg>
        <pc:picChg chg="add mod">
          <ac:chgData name="Li, Cong" userId="025630f4-267e-4cb3-8cd5-8795177f99f4" providerId="ADAL" clId="{929A2CC8-B112-421C-81E2-D5D63B23E300}" dt="2026-07-25T08:53:28.225" v="7595" actId="1036"/>
          <ac:picMkLst>
            <pc:docMk/>
            <pc:sldMk cId="2500736471" sldId="436"/>
            <ac:picMk id="5" creationId="{31C2D136-54E1-E9D2-8D23-4B80A82BFE55}"/>
          </ac:picMkLst>
        </pc:picChg>
        <pc:picChg chg="add mod ord">
          <ac:chgData name="Li, Cong" userId="025630f4-267e-4cb3-8cd5-8795177f99f4" providerId="ADAL" clId="{929A2CC8-B112-421C-81E2-D5D63B23E300}" dt="2026-07-25T08:54:39.063" v="7700" actId="1035"/>
          <ac:picMkLst>
            <pc:docMk/>
            <pc:sldMk cId="2500736471" sldId="436"/>
            <ac:picMk id="10" creationId="{3121E650-AFF3-EBEC-E523-A6A95192A4E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58:18.182" v="7930" actId="20577"/>
        <pc:sldMkLst>
          <pc:docMk/>
          <pc:sldMk cId="282637004" sldId="437"/>
        </pc:sldMkLst>
        <pc:spChg chg="mod">
          <ac:chgData name="Li, Cong" userId="025630f4-267e-4cb3-8cd5-8795177f99f4" providerId="ADAL" clId="{929A2CC8-B112-421C-81E2-D5D63B23E300}" dt="2026-07-25T08:54:53.079" v="7707" actId="20577"/>
          <ac:spMkLst>
            <pc:docMk/>
            <pc:sldMk cId="282637004" sldId="437"/>
            <ac:spMk id="2" creationId="{D82067D3-D188-7906-1929-F63631074D6D}"/>
          </ac:spMkLst>
        </pc:spChg>
        <pc:spChg chg="add mod">
          <ac:chgData name="Li, Cong" userId="025630f4-267e-4cb3-8cd5-8795177f99f4" providerId="ADAL" clId="{929A2CC8-B112-421C-81E2-D5D63B23E300}" dt="2026-07-25T08:58:18.182" v="7930" actId="20577"/>
          <ac:spMkLst>
            <pc:docMk/>
            <pc:sldMk cId="282637004" sldId="437"/>
            <ac:spMk id="6" creationId="{132DED21-3254-6C59-08C2-F82B286647D6}"/>
          </ac:spMkLst>
        </pc:spChg>
        <pc:spChg chg="mod">
          <ac:chgData name="Li, Cong" userId="025630f4-267e-4cb3-8cd5-8795177f99f4" providerId="ADAL" clId="{929A2CC8-B112-421C-81E2-D5D63B23E300}" dt="2026-07-25T08:56:47.697" v="7866" actId="1035"/>
          <ac:spMkLst>
            <pc:docMk/>
            <pc:sldMk cId="282637004" sldId="437"/>
            <ac:spMk id="7" creationId="{27425F78-0061-37B1-EAE4-E10B7AF980FA}"/>
          </ac:spMkLst>
        </pc:spChg>
        <pc:picChg chg="add mod">
          <ac:chgData name="Li, Cong" userId="025630f4-267e-4cb3-8cd5-8795177f99f4" providerId="ADAL" clId="{929A2CC8-B112-421C-81E2-D5D63B23E300}" dt="2026-07-25T08:57:22.277" v="7884" actId="1035"/>
          <ac:picMkLst>
            <pc:docMk/>
            <pc:sldMk cId="282637004" sldId="437"/>
            <ac:picMk id="4" creationId="{36F0D2AF-F736-BD2C-0ADA-A6EE8CC7EFD4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21:08.551" v="5973" actId="207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7-25T07:59:44.039" v="4732" actId="6549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7-25T07:59:11.623" v="4729" actId="14100"/>
          <ac:spMkLst>
            <pc:docMk/>
            <pc:sldMk cId="975484450" sldId="438"/>
            <ac:spMk id="7" creationId="{A4065BFE-A34B-2BC4-0257-F15BE6584811}"/>
          </ac:spMkLst>
        </pc:spChg>
        <pc:spChg chg="mod">
          <ac:chgData name="Li, Cong" userId="025630f4-267e-4cb3-8cd5-8795177f99f4" providerId="ADAL" clId="{929A2CC8-B112-421C-81E2-D5D63B23E300}" dt="2026-07-25T07:54:19.683" v="4612" actId="20577"/>
          <ac:spMkLst>
            <pc:docMk/>
            <pc:sldMk cId="975484450" sldId="438"/>
            <ac:spMk id="8" creationId="{8018E688-5B9D-3631-BF5E-0841744C57C9}"/>
          </ac:spMkLst>
        </pc:spChg>
        <pc:spChg chg="add mod">
          <ac:chgData name="Li, Cong" userId="025630f4-267e-4cb3-8cd5-8795177f99f4" providerId="ADAL" clId="{929A2CC8-B112-421C-81E2-D5D63B23E300}" dt="2026-07-25T08:21:08.551" v="5973" actId="207"/>
          <ac:spMkLst>
            <pc:docMk/>
            <pc:sldMk cId="975484450" sldId="438"/>
            <ac:spMk id="14" creationId="{25BC2CCD-718D-DDB3-6D38-EA4EBE10D9EF}"/>
          </ac:spMkLst>
        </pc:spChg>
        <pc:picChg chg="add mod">
          <ac:chgData name="Li, Cong" userId="025630f4-267e-4cb3-8cd5-8795177f99f4" providerId="ADAL" clId="{929A2CC8-B112-421C-81E2-D5D63B23E300}" dt="2026-07-25T07:53:04.242" v="4572" actId="1036"/>
          <ac:picMkLst>
            <pc:docMk/>
            <pc:sldMk cId="975484450" sldId="438"/>
            <ac:picMk id="5" creationId="{20FC7324-AFE1-59F7-FC14-F14642ADA4F6}"/>
          </ac:picMkLst>
        </pc:picChg>
        <pc:cxnChg chg="add mod">
          <ac:chgData name="Li, Cong" userId="025630f4-267e-4cb3-8cd5-8795177f99f4" providerId="ADAL" clId="{929A2CC8-B112-421C-81E2-D5D63B23E300}" dt="2026-07-25T07:59:11.623" v="4729" actId="14100"/>
          <ac:cxnSpMkLst>
            <pc:docMk/>
            <pc:sldMk cId="975484450" sldId="438"/>
            <ac:cxnSpMk id="6" creationId="{7467CE57-881C-F306-0BA7-EF5088445781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43:38.875" v="6969" actId="1076"/>
        <pc:sldMkLst>
          <pc:docMk/>
          <pc:sldMk cId="1836001582" sldId="439"/>
        </pc:sldMkLst>
        <pc:spChg chg="mod">
          <ac:chgData name="Li, Cong" userId="025630f4-267e-4cb3-8cd5-8795177f99f4" providerId="ADAL" clId="{929A2CC8-B112-421C-81E2-D5D63B23E300}" dt="2026-07-25T08:05:15.031" v="5273" actId="20577"/>
          <ac:spMkLst>
            <pc:docMk/>
            <pc:sldMk cId="1836001582" sldId="439"/>
            <ac:spMk id="2" creationId="{9C14DF8F-2529-71B4-5052-D1CB4794A1CB}"/>
          </ac:spMkLst>
        </pc:spChg>
        <pc:spChg chg="mod">
          <ac:chgData name="Li, Cong" userId="025630f4-267e-4cb3-8cd5-8795177f99f4" providerId="ADAL" clId="{929A2CC8-B112-421C-81E2-D5D63B23E300}" dt="2026-07-25T08:06:27.282" v="5407" actId="20577"/>
          <ac:spMkLst>
            <pc:docMk/>
            <pc:sldMk cId="1836001582" sldId="439"/>
            <ac:spMk id="8" creationId="{A9D98966-2C3F-6857-1358-DE54F6A94A3F}"/>
          </ac:spMkLst>
        </pc:spChg>
        <pc:spChg chg="add mod">
          <ac:chgData name="Li, Cong" userId="025630f4-267e-4cb3-8cd5-8795177f99f4" providerId="ADAL" clId="{929A2CC8-B112-421C-81E2-D5D63B23E300}" dt="2026-07-25T08:08:33.933" v="5579" actId="1036"/>
          <ac:spMkLst>
            <pc:docMk/>
            <pc:sldMk cId="1836001582" sldId="439"/>
            <ac:spMk id="12" creationId="{E3710EA4-4F61-4577-E73B-AE66C28FD521}"/>
          </ac:spMkLst>
        </pc:spChg>
        <pc:picChg chg="add mod">
          <ac:chgData name="Li, Cong" userId="025630f4-267e-4cb3-8cd5-8795177f99f4" providerId="ADAL" clId="{929A2CC8-B112-421C-81E2-D5D63B23E300}" dt="2026-07-25T08:06:52.076" v="5429" actId="1035"/>
          <ac:picMkLst>
            <pc:docMk/>
            <pc:sldMk cId="1836001582" sldId="439"/>
            <ac:picMk id="4" creationId="{89FBA317-A003-D49D-25FF-17E35589EB0E}"/>
          </ac:picMkLst>
        </pc:picChg>
        <pc:picChg chg="add mod">
          <ac:chgData name="Li, Cong" userId="025630f4-267e-4cb3-8cd5-8795177f99f4" providerId="ADAL" clId="{929A2CC8-B112-421C-81E2-D5D63B23E300}" dt="2026-07-25T08:43:38.875" v="6969" actId="1076"/>
          <ac:picMkLst>
            <pc:docMk/>
            <pc:sldMk cId="1836001582" sldId="439"/>
            <ac:picMk id="10" creationId="{14A52D8A-F155-8347-ECF9-99710BA2C76F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43:31.765" v="6968" actId="1076"/>
        <pc:sldMkLst>
          <pc:docMk/>
          <pc:sldMk cId="2130296144" sldId="440"/>
        </pc:sldMkLst>
        <pc:spChg chg="mod">
          <ac:chgData name="Li, Cong" userId="025630f4-267e-4cb3-8cd5-8795177f99f4" providerId="ADAL" clId="{929A2CC8-B112-421C-81E2-D5D63B23E300}" dt="2026-07-25T08:08:41.040" v="5581" actId="20577"/>
          <ac:spMkLst>
            <pc:docMk/>
            <pc:sldMk cId="2130296144" sldId="440"/>
            <ac:spMk id="2" creationId="{A5848D72-2F91-DA59-F5BF-32C1876B6E86}"/>
          </ac:spMkLst>
        </pc:spChg>
        <pc:spChg chg="mod">
          <ac:chgData name="Li, Cong" userId="025630f4-267e-4cb3-8cd5-8795177f99f4" providerId="ADAL" clId="{929A2CC8-B112-421C-81E2-D5D63B23E300}" dt="2026-07-25T08:09:03.245" v="5621" actId="20577"/>
          <ac:spMkLst>
            <pc:docMk/>
            <pc:sldMk cId="2130296144" sldId="440"/>
            <ac:spMk id="8" creationId="{F65207BA-44D8-F50C-0531-65B47543C123}"/>
          </ac:spMkLst>
        </pc:spChg>
        <pc:spChg chg="mod">
          <ac:chgData name="Li, Cong" userId="025630f4-267e-4cb3-8cd5-8795177f99f4" providerId="ADAL" clId="{929A2CC8-B112-421C-81E2-D5D63B23E300}" dt="2026-07-25T08:11:07.293" v="5776" actId="1036"/>
          <ac:spMkLst>
            <pc:docMk/>
            <pc:sldMk cId="2130296144" sldId="440"/>
            <ac:spMk id="12" creationId="{5D437E38-556C-1D23-68EE-B62EF8D25D06}"/>
          </ac:spMkLst>
        </pc:spChg>
        <pc:picChg chg="add mod ord">
          <ac:chgData name="Li, Cong" userId="025630f4-267e-4cb3-8cd5-8795177f99f4" providerId="ADAL" clId="{929A2CC8-B112-421C-81E2-D5D63B23E300}" dt="2026-07-25T08:43:31.765" v="6968" actId="1076"/>
          <ac:picMkLst>
            <pc:docMk/>
            <pc:sldMk cId="2130296144" sldId="440"/>
            <ac:picMk id="5" creationId="{14135717-D4A6-B309-517A-B9D2F3400ECD}"/>
          </ac:picMkLst>
        </pc:picChg>
        <pc:picChg chg="add mod">
          <ac:chgData name="Li, Cong" userId="025630f4-267e-4cb3-8cd5-8795177f99f4" providerId="ADAL" clId="{929A2CC8-B112-421C-81E2-D5D63B23E300}" dt="2026-07-25T08:10:57.915" v="5768" actId="1035"/>
          <ac:picMkLst>
            <pc:docMk/>
            <pc:sldMk cId="2130296144" sldId="440"/>
            <ac:picMk id="7" creationId="{A7702069-2C00-33F0-F1C7-A6784E6EA251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7-25T08:43:12.669" v="6966" actId="1076"/>
        <pc:sldMkLst>
          <pc:docMk/>
          <pc:sldMk cId="1948687007" sldId="441"/>
        </pc:sldMkLst>
        <pc:spChg chg="mod">
          <ac:chgData name="Li, Cong" userId="025630f4-267e-4cb3-8cd5-8795177f99f4" providerId="ADAL" clId="{929A2CC8-B112-421C-81E2-D5D63B23E300}" dt="2026-07-25T08:28:24.041" v="6183" actId="20577"/>
          <ac:spMkLst>
            <pc:docMk/>
            <pc:sldMk cId="1948687007" sldId="441"/>
            <ac:spMk id="2" creationId="{BA2FAF7C-E4C6-F528-C631-805F715DD5EC}"/>
          </ac:spMkLst>
        </pc:spChg>
        <pc:spChg chg="mod">
          <ac:chgData name="Li, Cong" userId="025630f4-267e-4cb3-8cd5-8795177f99f4" providerId="ADAL" clId="{929A2CC8-B112-421C-81E2-D5D63B23E300}" dt="2026-07-25T08:36:37.066" v="6592" actId="20577"/>
          <ac:spMkLst>
            <pc:docMk/>
            <pc:sldMk cId="1948687007" sldId="441"/>
            <ac:spMk id="8" creationId="{205B9DCB-6FFF-5A59-A2B7-89E4DF525639}"/>
          </ac:spMkLst>
        </pc:spChg>
        <pc:spChg chg="mod">
          <ac:chgData name="Li, Cong" userId="025630f4-267e-4cb3-8cd5-8795177f99f4" providerId="ADAL" clId="{929A2CC8-B112-421C-81E2-D5D63B23E300}" dt="2026-07-25T08:37:10.875" v="6717" actId="20577"/>
          <ac:spMkLst>
            <pc:docMk/>
            <pc:sldMk cId="1948687007" sldId="441"/>
            <ac:spMk id="9" creationId="{FE58FE84-4BC0-81C0-1412-7BA1F2935AE4}"/>
          </ac:spMkLst>
        </pc:spChg>
        <pc:picChg chg="add mod">
          <ac:chgData name="Li, Cong" userId="025630f4-267e-4cb3-8cd5-8795177f99f4" providerId="ADAL" clId="{929A2CC8-B112-421C-81E2-D5D63B23E300}" dt="2026-07-25T08:43:12.669" v="6966" actId="1076"/>
          <ac:picMkLst>
            <pc:docMk/>
            <pc:sldMk cId="1948687007" sldId="441"/>
            <ac:picMk id="4" creationId="{E241FCEA-AB51-18CC-FFB4-1F09FAF9A2E7}"/>
          </ac:picMkLst>
        </pc:picChg>
        <pc:picChg chg="add mod">
          <ac:chgData name="Li, Cong" userId="025630f4-267e-4cb3-8cd5-8795177f99f4" providerId="ADAL" clId="{929A2CC8-B112-421C-81E2-D5D63B23E300}" dt="2026-07-25T08:42:51.563" v="6962" actId="1076"/>
          <ac:picMkLst>
            <pc:docMk/>
            <pc:sldMk cId="1948687007" sldId="441"/>
            <ac:picMk id="6" creationId="{D948C1DA-90E7-1BE1-919C-2E1E454250D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4.1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>
                <a:ea typeface="SimSun" panose="02010600030101010101" pitchFamily="2" charset="-122"/>
              </a:rPr>
              <a:t>4.1</a:t>
            </a:r>
            <a:r>
              <a:rPr lang="zh-CN" altLang="en-US" sz="3600" b="1" kern="0">
                <a:ea typeface="SimSun" panose="02010600030101010101" pitchFamily="2" charset="-122"/>
              </a:rPr>
              <a:t>攻</a:t>
            </a:r>
            <a:r>
              <a:rPr lang="zh-CN" altLang="en-US" sz="3600" b="1" kern="0" dirty="0">
                <a:ea typeface="SimSun" panose="02010600030101010101" pitchFamily="2" charset="-122"/>
              </a:rPr>
              <a:t>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93ABE-23FF-165D-DDA2-8D0905FDB8F4}"/>
              </a:ext>
            </a:extLst>
          </p:cNvPr>
          <p:cNvSpPr txBox="1"/>
          <p:nvPr/>
        </p:nvSpPr>
        <p:spPr>
          <a:xfrm>
            <a:off x="213360" y="4681670"/>
            <a:ext cx="8717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As always, 10,000,000 steps, records for the last 256 steps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和以前一样，</a:t>
            </a:r>
            <a:r>
              <a:rPr lang="en-US" altLang="zh-CN" sz="2200" dirty="0"/>
              <a:t>10,000,000</a:t>
            </a:r>
            <a:r>
              <a:rPr lang="zh-CN" altLang="en-US" sz="2200" dirty="0"/>
              <a:t>步，记录最后</a:t>
            </a:r>
            <a:r>
              <a:rPr lang="en-US" altLang="zh-CN" sz="2200" dirty="0"/>
              <a:t>256</a:t>
            </a:r>
            <a:r>
              <a:rPr lang="zh-CN" altLang="en-US" sz="2200" dirty="0"/>
              <a:t>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531341" y="151267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new file ‘multithread.cpp’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创建一个新文件</a:t>
            </a:r>
            <a:r>
              <a:rPr lang="en-US" altLang="zh-CN" sz="2200" dirty="0"/>
              <a:t>’ multithread.cpp’</a:t>
            </a:r>
            <a:endParaRPr lang="zh-CN" alt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93498E-2A92-C2CA-D1F4-DFB0917B9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36788"/>
            <a:ext cx="2697857" cy="5830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25D60D-C595-088F-1F44-A88BCCEEE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52800"/>
            <a:ext cx="2400635" cy="10402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DE4361-0528-9A32-9B49-B6D88AD36DAC}"/>
              </a:ext>
            </a:extLst>
          </p:cNvPr>
          <p:cNvSpPr txBox="1"/>
          <p:nvPr/>
        </p:nvSpPr>
        <p:spPr>
          <a:xfrm>
            <a:off x="754331" y="2596088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Include various header files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引用各种头文件</a:t>
            </a: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895-A074-294F-E626-3FCECBB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745-8FBC-5E24-87AD-6CCA0AD3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Basic Settings  </a:t>
            </a:r>
            <a:r>
              <a:rPr lang="zh-CN" altLang="en-US" dirty="0">
                <a:ea typeface="ＭＳ Ｐゴシック" panose="020B0600070205080204" pitchFamily="34" charset="-128"/>
              </a:rPr>
              <a:t>基本设置 </a:t>
            </a:r>
            <a:r>
              <a:rPr lang="en-US" altLang="zh-CN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01C2E-BDCB-ECFB-B515-44C5AB2F3678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Again, use the 16 coefficients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依然使用这</a:t>
            </a:r>
            <a:r>
              <a:rPr lang="en-US" altLang="zh-CN" sz="2200" dirty="0"/>
              <a:t>16</a:t>
            </a:r>
            <a:r>
              <a:rPr lang="zh-CN" altLang="en-US" sz="2200" dirty="0"/>
              <a:t>个系数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DAEA5-DF22-8660-FECE-4512D2424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84872"/>
            <a:ext cx="7110452" cy="1348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260F12-CE2A-180C-C0A0-4BD7FF7C9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391030"/>
            <a:ext cx="4172532" cy="8573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633E8F-0674-BF84-44B0-D09635AC10B9}"/>
              </a:ext>
            </a:extLst>
          </p:cNvPr>
          <p:cNvSpPr txBox="1"/>
          <p:nvPr/>
        </p:nvSpPr>
        <p:spPr>
          <a:xfrm>
            <a:off x="609600" y="3916831"/>
            <a:ext cx="7924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the number of series to process, number of threads used, &amp; number of series per threads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定义要处理的序列数，参与处理的线程数，</a:t>
            </a:r>
            <a:endParaRPr lang="en-US" altLang="zh-CN" sz="2200" dirty="0"/>
          </a:p>
          <a:p>
            <a:pPr algn="ctr"/>
            <a:r>
              <a:rPr lang="zh-CN" altLang="en-US" sz="2200" dirty="0"/>
              <a:t>以及单个线程需要处理的序列数</a:t>
            </a:r>
          </a:p>
        </p:txBody>
      </p:sp>
    </p:spTree>
    <p:extLst>
      <p:ext uri="{BB962C8B-B14F-4D97-AF65-F5344CB8AC3E}">
        <p14:creationId xmlns:p14="http://schemas.microsoft.com/office/powerpoint/2010/main" val="355364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8583-4B42-0E9F-8804-FDB43742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7EA1-21B3-FC9D-AE71-78D906C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Data  </a:t>
            </a:r>
            <a:r>
              <a:rPr lang="zh-CN" altLang="en-US" dirty="0">
                <a:ea typeface="ＭＳ Ｐゴシック" panose="020B0600070205080204" pitchFamily="34" charset="-128"/>
              </a:rPr>
              <a:t>线程数据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18E688-5B9D-3631-BF5E-0841744C57C9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Define a struct for transferring critical data to a thread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为将关键数据传给线程定义一个结构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FC7324-AFE1-59F7-FC14-F14642ADA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03850"/>
            <a:ext cx="2537814" cy="18633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7CE57-881C-F306-0BA7-EF5088445781}"/>
              </a:ext>
            </a:extLst>
          </p:cNvPr>
          <p:cNvCxnSpPr>
            <a:cxnSpLocks/>
            <a:stCxn id="7" idx="1"/>
          </p:cNvCxnSpPr>
          <p:nvPr/>
        </p:nvCxnSpPr>
        <p:spPr bwMode="auto">
          <a:xfrm flipH="1">
            <a:off x="3269334" y="3429000"/>
            <a:ext cx="168366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4065BFE-A34B-2BC4-0257-F15BE6584811}"/>
              </a:ext>
            </a:extLst>
          </p:cNvPr>
          <p:cNvSpPr txBox="1"/>
          <p:nvPr/>
        </p:nvSpPr>
        <p:spPr>
          <a:xfrm>
            <a:off x="4953000" y="2875002"/>
            <a:ext cx="3581400" cy="110799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Coefficients, values of series, &amp; records</a:t>
            </a:r>
          </a:p>
          <a:p>
            <a:pPr algn="ctr"/>
            <a:r>
              <a:rPr lang="zh-CN" altLang="en-US" sz="2200" dirty="0"/>
              <a:t>系数，序列数值，以及记录</a:t>
            </a:r>
          </a:p>
        </p:txBody>
      </p:sp>
    </p:spTree>
    <p:extLst>
      <p:ext uri="{BB962C8B-B14F-4D97-AF65-F5344CB8AC3E}">
        <p14:creationId xmlns:p14="http://schemas.microsoft.com/office/powerpoint/2010/main" val="9754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3634E-57BE-A917-4F4E-7FEA4C2A8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4DF8F-2529-71B4-5052-D1CB4794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Function  </a:t>
            </a:r>
            <a:r>
              <a:rPr lang="zh-CN" altLang="en-US" dirty="0">
                <a:ea typeface="ＭＳ Ｐゴシック" panose="020B0600070205080204" pitchFamily="34" charset="-128"/>
              </a:rPr>
              <a:t>线程函数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98966-2C3F-6857-1358-DE54F6A94A3F}"/>
              </a:ext>
            </a:extLst>
          </p:cNvPr>
          <p:cNvSpPr txBox="1"/>
          <p:nvPr/>
        </p:nvSpPr>
        <p:spPr>
          <a:xfrm>
            <a:off x="609600" y="1600200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Write a function be run in a thread, starting w/ </a:t>
            </a:r>
            <a:br>
              <a:rPr lang="en-US" altLang="zh-CN" sz="2200" dirty="0"/>
            </a:br>
            <a:r>
              <a:rPr lang="en-US" altLang="zh-CN" sz="2200" dirty="0"/>
              <a:t>extracting the data transferred to the thread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编写一个在线程中执行的函数，始于抽取出传入线程的数据</a:t>
            </a:r>
            <a:endParaRPr lang="zh-CN" altLang="en-US" sz="2200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BA317-A003-D49D-25FF-17E35589E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06756"/>
            <a:ext cx="4618364" cy="7544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A52D8A-F155-8347-ECF9-99710BA2C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419344"/>
            <a:ext cx="6504577" cy="18290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710EA4-4F61-4577-E73B-AE66C28FD521}"/>
              </a:ext>
            </a:extLst>
          </p:cNvPr>
          <p:cNvSpPr txBox="1"/>
          <p:nvPr/>
        </p:nvSpPr>
        <p:spPr>
          <a:xfrm>
            <a:off x="609600" y="364932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the iterative &amp; parallel calculation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然后就是迭代并行计算</a:t>
            </a:r>
            <a:endParaRPr lang="zh-CN" altLang="en-US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00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1CF2-39C6-068E-D0D1-AD5A65B3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135717-D4A6-B309-517A-B9D2F3400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339050"/>
            <a:ext cx="6458851" cy="2080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848D72-2F91-DA59-F5BF-32C1876B6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Function  </a:t>
            </a:r>
            <a:r>
              <a:rPr lang="zh-CN" altLang="en-US" dirty="0">
                <a:ea typeface="ＭＳ Ｐゴシック" panose="020B0600070205080204" pitchFamily="34" charset="-128"/>
              </a:rPr>
              <a:t>线程函数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207BA-44D8-F50C-0531-65B47543C123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Calculation &amp; recording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计算和记录</a:t>
            </a:r>
            <a:endParaRPr lang="zh-CN" altLang="en-US" sz="2200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37E38-556C-1D23-68EE-B62EF8D25D06}"/>
              </a:ext>
            </a:extLst>
          </p:cNvPr>
          <p:cNvSpPr txBox="1"/>
          <p:nvPr/>
        </p:nvSpPr>
        <p:spPr>
          <a:xfrm>
            <a:off x="609600" y="46382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Finally return 0 to indicate a success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最后返回</a:t>
            </a:r>
            <a:r>
              <a:rPr lang="en-US" altLang="zh-CN" sz="2200" dirty="0"/>
              <a:t>0</a:t>
            </a:r>
            <a:r>
              <a:rPr lang="zh-CN" altLang="en-US" sz="2200" dirty="0"/>
              <a:t>表示成功</a:t>
            </a:r>
            <a:endParaRPr lang="zh-CN" altLang="en-US" sz="2200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702069-2C00-33F0-F1C7-A6784E6EA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26768"/>
            <a:ext cx="1497539" cy="49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29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2CE0-4BA3-20AA-CE02-5A33B3AA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2266-0D64-5B92-737B-CB16EB0AF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Initializing Thread Data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初始化线程数据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E88FC-349D-7E1F-073B-F650CE56F8DD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main program, create thread </a:t>
            </a:r>
            <a:r>
              <a:rPr lang="en-US" altLang="zh-CN" sz="2200" dirty="0">
                <a:solidFill>
                  <a:srgbClr val="C00000"/>
                </a:solidFill>
              </a:rPr>
              <a:t>handles</a:t>
            </a:r>
            <a:r>
              <a:rPr lang="en-US" altLang="zh-CN" sz="2200" dirty="0"/>
              <a:t> &amp; thread data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在主程序中创建线程</a:t>
            </a:r>
            <a:r>
              <a:rPr lang="zh-CN" altLang="en-US" sz="2200" dirty="0">
                <a:solidFill>
                  <a:srgbClr val="C00000"/>
                </a:solidFill>
              </a:rPr>
              <a:t>句柄</a:t>
            </a:r>
            <a:r>
              <a:rPr lang="zh-CN" altLang="en-US" sz="2200" dirty="0"/>
              <a:t>和线程数据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23485C-6558-44BC-2842-C7B91F700C5C}"/>
              </a:ext>
            </a:extLst>
          </p:cNvPr>
          <p:cNvSpPr txBox="1"/>
          <p:nvPr/>
        </p:nvSpPr>
        <p:spPr>
          <a:xfrm>
            <a:off x="213360" y="3665220"/>
            <a:ext cx="871728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 each thread, initialize the thread data, </a:t>
            </a:r>
            <a:br>
              <a:rPr lang="en-US" altLang="zh-CN" sz="2200" dirty="0"/>
            </a:br>
            <a:r>
              <a:rPr lang="en-US" altLang="zh-CN" sz="2200" dirty="0"/>
              <a:t>starting w/ space allocation for the ‘x’ &amp; ‘mu’ arrays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为每个线程初始化线程数据，从</a:t>
            </a:r>
            <a:r>
              <a:rPr lang="en-US" altLang="zh-CN" sz="2200" dirty="0"/>
              <a:t>’x’</a:t>
            </a:r>
            <a:r>
              <a:rPr lang="zh-CN" altLang="en-US" sz="2200" dirty="0"/>
              <a:t>和</a:t>
            </a:r>
            <a:r>
              <a:rPr lang="en-US" altLang="zh-CN" sz="2200" dirty="0"/>
              <a:t>’mu’</a:t>
            </a:r>
            <a:r>
              <a:rPr lang="zh-CN" altLang="en-US" sz="2200" dirty="0"/>
              <a:t>数组空间分配开始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C4E272-042C-1A1A-5647-700295B95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1673"/>
            <a:ext cx="3269436" cy="1040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57FFF0-47CE-6319-30C9-FD7EB6877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799097"/>
            <a:ext cx="4229690" cy="128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5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E5D64-5C01-7A2B-C788-D50769142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FAF7C-E4C6-F528-C631-805F715DD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Initializing Thread Data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初始化线程数据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5B9DCB-6FFF-5A59-A2B7-89E4DF525639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set ‘x’ to be zeros, &amp; replicate the coefficients</a:t>
            </a:r>
          </a:p>
          <a:p>
            <a:pPr algn="ctr"/>
            <a:r>
              <a:rPr lang="zh-CN" altLang="en-US" sz="2200" dirty="0"/>
              <a:t>现在把</a:t>
            </a:r>
            <a:r>
              <a:rPr lang="en-US" altLang="zh-CN" sz="2200" dirty="0"/>
              <a:t>’x’</a:t>
            </a:r>
            <a:r>
              <a:rPr lang="zh-CN" altLang="en-US" sz="2200" dirty="0"/>
              <a:t>清零，并复制系数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8FE84-4BC0-81C0-1412-7BA1F2935AE4}"/>
              </a:ext>
            </a:extLst>
          </p:cNvPr>
          <p:cNvSpPr txBox="1"/>
          <p:nvPr/>
        </p:nvSpPr>
        <p:spPr>
          <a:xfrm>
            <a:off x="609600" y="39549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allocate space for the ‘records’ array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随后为</a:t>
            </a:r>
            <a:r>
              <a:rPr lang="en-US" altLang="zh-CN" sz="2200" dirty="0"/>
              <a:t>’records’</a:t>
            </a:r>
            <a:r>
              <a:rPr lang="zh-CN" altLang="en-US" sz="2200" dirty="0"/>
              <a:t>数组分配空间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1FCEA-AB51-18CC-FFB4-1F09FAF9A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438400"/>
            <a:ext cx="6858958" cy="1348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48C1DA-90E7-1BE1-919C-2E1E45425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724400"/>
            <a:ext cx="5681503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8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6C7E-8DA3-8AA9-127B-1B9C56701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C3847-96CC-A958-6BCB-C5E0129A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Create &amp; Run the Threads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创建并运行线程</a:t>
            </a:r>
            <a:endParaRPr lang="zh-CN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1B8D1-D549-AE13-EBD6-07D952F84C86}"/>
              </a:ext>
            </a:extLst>
          </p:cNvPr>
          <p:cNvSpPr txBox="1"/>
          <p:nvPr/>
        </p:nvSpPr>
        <p:spPr>
          <a:xfrm>
            <a:off x="609600" y="1552332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Start timing, &amp; create the threads to</a:t>
            </a:r>
            <a:r>
              <a:rPr lang="zh-CN" altLang="en-US" sz="2200" dirty="0"/>
              <a:t> </a:t>
            </a:r>
            <a:br>
              <a:rPr lang="en-US" altLang="zh-CN" sz="2200" dirty="0"/>
            </a:br>
            <a:r>
              <a:rPr lang="en-US" altLang="zh-CN" sz="2200" dirty="0"/>
              <a:t>execute</a:t>
            </a:r>
            <a:r>
              <a:rPr lang="zh-CN" altLang="en-US" sz="2200" dirty="0"/>
              <a:t> </a:t>
            </a:r>
            <a:r>
              <a:rPr lang="en-US" altLang="zh-CN" sz="2200" dirty="0"/>
              <a:t>the</a:t>
            </a:r>
            <a:r>
              <a:rPr lang="zh-CN" altLang="en-US" sz="2200" dirty="0"/>
              <a:t> </a:t>
            </a:r>
            <a:r>
              <a:rPr lang="en-US" altLang="zh-CN" sz="2200" dirty="0"/>
              <a:t>thread</a:t>
            </a:r>
            <a:r>
              <a:rPr lang="zh-CN" altLang="en-US" sz="2200" dirty="0"/>
              <a:t> </a:t>
            </a:r>
            <a:r>
              <a:rPr lang="en-US" altLang="zh-CN" sz="2200" dirty="0"/>
              <a:t>functions w/ the thread data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200" dirty="0"/>
              <a:t>开始计时，创建线程，给定线程数据，开始运行线程函数</a:t>
            </a:r>
            <a:endParaRPr lang="en-US" altLang="zh-CN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2EFA44-45E3-C375-1330-D8E8837CF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708650"/>
            <a:ext cx="6253082" cy="1863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6139ED-73B0-199D-7CA6-CA0BBEA97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5874947"/>
            <a:ext cx="6744641" cy="5258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64CFFA-EF6F-6E9A-12CD-6C43215E86BB}"/>
              </a:ext>
            </a:extLst>
          </p:cNvPr>
          <p:cNvSpPr txBox="1"/>
          <p:nvPr/>
        </p:nvSpPr>
        <p:spPr>
          <a:xfrm>
            <a:off x="609600" y="4800600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Wait for the return of the thread execution &amp; </a:t>
            </a:r>
          </a:p>
          <a:p>
            <a:pPr algn="ctr"/>
            <a:r>
              <a:rPr lang="en-US" altLang="zh-CN" sz="2200" dirty="0"/>
              <a:t>stop the timer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等待线程执行返回，结束计时</a:t>
            </a:r>
          </a:p>
        </p:txBody>
      </p:sp>
    </p:spTree>
    <p:extLst>
      <p:ext uri="{BB962C8B-B14F-4D97-AF65-F5344CB8AC3E}">
        <p14:creationId xmlns:p14="http://schemas.microsoft.com/office/powerpoint/2010/main" val="391749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C439F-FA57-55CB-0F1C-75C8EF520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8C15-2E9A-E940-D1CE-A694B408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Execution time  </a:t>
            </a:r>
            <a:r>
              <a:rPr lang="zh-CN" altLang="en-US" dirty="0">
                <a:ea typeface="ＭＳ Ｐゴシック" panose="020B0600070205080204" pitchFamily="34" charset="-128"/>
              </a:rPr>
              <a:t>执行时间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C6FC0-FC83-5E9C-492A-ED8283D16CC1}"/>
              </a:ext>
            </a:extLst>
          </p:cNvPr>
          <p:cNvSpPr txBox="1"/>
          <p:nvPr/>
        </p:nvSpPr>
        <p:spPr>
          <a:xfrm>
            <a:off x="609600" y="16689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Calculate &amp; print the execution time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200" dirty="0"/>
              <a:t>计算并打印执行时间</a:t>
            </a:r>
            <a:endParaRPr lang="en-US" altLang="zh-CN" sz="2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B22281-5928-9E74-7E42-938AFC356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438400"/>
            <a:ext cx="6390262" cy="5601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EDE64E-9298-650A-20E5-A1E46B3CCB24}"/>
              </a:ext>
            </a:extLst>
          </p:cNvPr>
          <p:cNvSpPr txBox="1"/>
          <p:nvPr/>
        </p:nvSpPr>
        <p:spPr>
          <a:xfrm>
            <a:off x="605481" y="3276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print a message &amp; wait for a click of return</a:t>
            </a:r>
          </a:p>
          <a:p>
            <a:pPr algn="ctr"/>
            <a:r>
              <a:rPr lang="zh-CN" altLang="en-US" sz="2200" dirty="0"/>
              <a:t>随后打印提示信息，并等待回车按键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C8B787-31C3-E98B-CBC2-4288117AA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046041"/>
            <a:ext cx="6756073" cy="56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2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9A97-6702-D0C4-94B0-9C34CB1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121E650-AFF3-EBEC-E523-A6A95192A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4038600"/>
            <a:ext cx="7796348" cy="23777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CC3D3E-1583-4606-7428-6D7DA64F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 Output  </a:t>
            </a:r>
            <a:r>
              <a:rPr lang="zh-CN" altLang="en-US" dirty="0">
                <a:ea typeface="ＭＳ Ｐゴシック" panose="020B0600070205080204" pitchFamily="34" charset="-128"/>
              </a:rPr>
              <a:t>结果输出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833F2C-B812-7AE3-B5E7-4EE37E497793}"/>
              </a:ext>
            </a:extLst>
          </p:cNvPr>
          <p:cNvSpPr txBox="1"/>
          <p:nvPr/>
        </p:nvSpPr>
        <p:spPr>
          <a:xfrm>
            <a:off x="605481" y="32766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Print out the corresponding records</a:t>
            </a:r>
          </a:p>
          <a:p>
            <a:pPr algn="ctr"/>
            <a:r>
              <a:rPr lang="zh-CN" altLang="en-US" sz="2200" dirty="0"/>
              <a:t>打印对应的记录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42651-BF0A-BB1B-A552-A7B454ACE1B3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Pick a random thread &amp; a random replica</a:t>
            </a:r>
            <a:endParaRPr lang="en-US" altLang="zh-CN" sz="2200" dirty="0">
              <a:solidFill>
                <a:srgbClr val="C00000"/>
              </a:solidFill>
            </a:endParaRPr>
          </a:p>
          <a:p>
            <a:pPr algn="ctr"/>
            <a:r>
              <a:rPr lang="zh-CN" altLang="en-US" sz="2200" dirty="0"/>
              <a:t>随机挑选一个线程和一个副本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C2D136-54E1-E9D2-8D23-4B80A82BF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2476421"/>
            <a:ext cx="5052766" cy="57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3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AF76B-FB3B-089A-018E-9193FF0B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067D3-D188-7906-1929-F63631074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Run It  </a:t>
            </a:r>
            <a:r>
              <a:rPr lang="zh-CN" altLang="en-US" dirty="0">
                <a:ea typeface="ＭＳ Ｐゴシック" panose="020B0600070205080204" pitchFamily="34" charset="-128"/>
              </a:rPr>
              <a:t>运行之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25F78-0061-37B1-EAE4-E10B7AF980FA}"/>
              </a:ext>
            </a:extLst>
          </p:cNvPr>
          <p:cNvSpPr txBox="1"/>
          <p:nvPr/>
        </p:nvSpPr>
        <p:spPr>
          <a:xfrm>
            <a:off x="609600" y="1676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Close the ‘main’ function w/ a return</a:t>
            </a:r>
          </a:p>
          <a:p>
            <a:pPr algn="ctr"/>
            <a:r>
              <a:rPr lang="zh-CN" altLang="en-US" sz="2200" dirty="0"/>
              <a:t>从</a:t>
            </a:r>
            <a:r>
              <a:rPr lang="en-US" altLang="zh-CN" sz="2200" dirty="0"/>
              <a:t>’main’</a:t>
            </a:r>
            <a:r>
              <a:rPr lang="zh-CN" altLang="en-US" sz="2200" dirty="0"/>
              <a:t>函数返回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F0D2AF-F736-BD2C-0ADA-A6EE8CC7E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38400"/>
            <a:ext cx="1520402" cy="525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DED21-3254-6C59-08C2-F82B286647D6}"/>
              </a:ext>
            </a:extLst>
          </p:cNvPr>
          <p:cNvSpPr txBox="1"/>
          <p:nvPr/>
        </p:nvSpPr>
        <p:spPr>
          <a:xfrm>
            <a:off x="609600" y="3200400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it  </a:t>
            </a:r>
            <a:r>
              <a:rPr lang="zh-CN" altLang="en-US" sz="2200" dirty="0"/>
              <a:t>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SRC=multithread.cpp NATIVE=1</a:t>
            </a:r>
          </a:p>
          <a:p>
            <a:pPr algn="ctr"/>
            <a:r>
              <a:rPr lang="en-US" altLang="zh-CN" sz="2200">
                <a:latin typeface="Consolas" panose="020B0609020204030204" pitchFamily="49" charset="0"/>
              </a:rPr>
              <a:t>run-multithread.</a:t>
            </a:r>
            <a:r>
              <a:rPr lang="en-US" altLang="zh-CN" sz="2200" dirty="0">
                <a:latin typeface="Consolas" panose="020B0609020204030204" pitchFamily="49" charset="0"/>
              </a:rPr>
              <a:t>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63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15929</TotalTime>
  <Words>683</Words>
  <Application>Microsoft Office PowerPoint</Application>
  <PresentationFormat>On-screen Show (4:3)</PresentationFormat>
  <Paragraphs>67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4.1</vt:lpstr>
      <vt:lpstr>Basic Settings  基本设置 (1)</vt:lpstr>
      <vt:lpstr>Basic Settings  基本设置 (2)</vt:lpstr>
      <vt:lpstr>Thread Data  线程数据</vt:lpstr>
      <vt:lpstr>Thread Function  线程函数 (1)</vt:lpstr>
      <vt:lpstr>Thread Function  线程函数 (2)</vt:lpstr>
      <vt:lpstr>Initializing Thread Data 初始化线程数据 (1)</vt:lpstr>
      <vt:lpstr>Initializing Thread Data 初始化线程数据 (2)</vt:lpstr>
      <vt:lpstr>Create &amp; Run the Threads 创建并运行线程</vt:lpstr>
      <vt:lpstr>Execution time  执行时间</vt:lpstr>
      <vt:lpstr>Result Output  结果输出</vt:lpstr>
      <vt:lpstr>Run It 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1149</cp:revision>
  <dcterms:created xsi:type="dcterms:W3CDTF">2003-03-13T01:36:43Z</dcterms:created>
  <dcterms:modified xsi:type="dcterms:W3CDTF">2026-08-22T07:40:55Z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