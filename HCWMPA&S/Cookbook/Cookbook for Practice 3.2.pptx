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8"/>
  </p:notesMasterIdLst>
  <p:handoutMasterIdLst>
    <p:handoutMasterId r:id="rId9"/>
  </p:handoutMasterIdLst>
  <p:sldIdLst>
    <p:sldId id="286" r:id="rId2"/>
    <p:sldId id="415" r:id="rId3"/>
    <p:sldId id="442" r:id="rId4"/>
    <p:sldId id="439" r:id="rId5"/>
    <p:sldId id="443" r:id="rId6"/>
    <p:sldId id="353" r:id="rId7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80897" autoAdjust="0"/>
  </p:normalViewPr>
  <p:slideViewPr>
    <p:cSldViewPr>
      <p:cViewPr varScale="1">
        <p:scale>
          <a:sx n="58" d="100"/>
          <a:sy n="58" d="100"/>
        </p:scale>
        <p:origin x="144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redo custSel addSld delSld modSld sldOrd">
      <pc:chgData name="Li, Cong" userId="025630f4-267e-4cb3-8cd5-8795177f99f4" providerId="ADAL" clId="{929A2CC8-B112-421C-81E2-D5D63B23E300}" dt="2026-08-15T00:35:21.729" v="2792" actId="20577"/>
      <pc:docMkLst>
        <pc:docMk/>
      </pc:docMkLst>
      <pc:sldChg chg="modSp mod">
        <pc:chgData name="Li, Cong" userId="025630f4-267e-4cb3-8cd5-8795177f99f4" providerId="ADAL" clId="{929A2CC8-B112-421C-81E2-D5D63B23E300}" dt="2026-07-25T01:06:33.728" v="1644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7-25T01:06:33.728" v="1644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7-25T01:06:30.369" v="1642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Sp mod addAnim delAnim modAnim">
        <pc:chgData name="Li, Cong" userId="025630f4-267e-4cb3-8cd5-8795177f99f4" providerId="ADAL" clId="{929A2CC8-B112-421C-81E2-D5D63B23E300}" dt="2026-08-15T00:35:21.729" v="2792" actId="20577"/>
        <pc:sldMkLst>
          <pc:docMk/>
          <pc:sldMk cId="796492521" sldId="415"/>
        </pc:sldMkLst>
        <pc:spChg chg="mod">
          <ac:chgData name="Li, Cong" userId="025630f4-267e-4cb3-8cd5-8795177f99f4" providerId="ADAL" clId="{929A2CC8-B112-421C-81E2-D5D63B23E300}" dt="2026-07-25T01:08:56.052" v="1724" actId="20577"/>
          <ac:spMkLst>
            <pc:docMk/>
            <pc:sldMk cId="796492521" sldId="415"/>
            <ac:spMk id="2" creationId="{ADE6B920-28FE-41F4-B19E-AF72E4D6D2C6}"/>
          </ac:spMkLst>
        </pc:spChg>
        <pc:spChg chg="mod">
          <ac:chgData name="Li, Cong" userId="025630f4-267e-4cb3-8cd5-8795177f99f4" providerId="ADAL" clId="{929A2CC8-B112-421C-81E2-D5D63B23E300}" dt="2026-07-25T01:11:21.593" v="2133" actId="1035"/>
          <ac:spMkLst>
            <pc:docMk/>
            <pc:sldMk cId="796492521" sldId="415"/>
            <ac:spMk id="9" creationId="{52E99CE4-F0B2-7EE2-3AD4-F0C8FC773C69}"/>
          </ac:spMkLst>
        </pc:spChg>
        <pc:spChg chg="mod">
          <ac:chgData name="Li, Cong" userId="025630f4-267e-4cb3-8cd5-8795177f99f4" providerId="ADAL" clId="{929A2CC8-B112-421C-81E2-D5D63B23E300}" dt="2026-08-15T00:35:21.729" v="2792" actId="20577"/>
          <ac:spMkLst>
            <pc:docMk/>
            <pc:sldMk cId="796492521" sldId="415"/>
            <ac:spMk id="19" creationId="{23CD657D-BF24-8236-C712-84C3BC6A85FC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7-25T01:20:07.855" v="2564" actId="20577"/>
        <pc:sldMkLst>
          <pc:docMk/>
          <pc:sldMk cId="2864123508" sldId="439"/>
        </pc:sldMkLst>
        <pc:spChg chg="mod">
          <ac:chgData name="Li, Cong" userId="025630f4-267e-4cb3-8cd5-8795177f99f4" providerId="ADAL" clId="{929A2CC8-B112-421C-81E2-D5D63B23E300}" dt="2026-07-25T01:20:07.855" v="2564" actId="20577"/>
          <ac:spMkLst>
            <pc:docMk/>
            <pc:sldMk cId="2864123508" sldId="439"/>
            <ac:spMk id="2" creationId="{FBFD038B-E340-B4C2-2178-C87D35C14DBC}"/>
          </ac:spMkLst>
        </pc:spChg>
        <pc:spChg chg="add mod">
          <ac:chgData name="Li, Cong" userId="025630f4-267e-4cb3-8cd5-8795177f99f4" providerId="ADAL" clId="{929A2CC8-B112-421C-81E2-D5D63B23E300}" dt="2026-07-25T01:16:45.261" v="2519" actId="20577"/>
          <ac:spMkLst>
            <pc:docMk/>
            <pc:sldMk cId="2864123508" sldId="439"/>
            <ac:spMk id="6" creationId="{784317C4-698D-BBD5-8605-55B51D7EE941}"/>
          </ac:spMkLst>
        </pc:spChg>
        <pc:spChg chg="add mod">
          <ac:chgData name="Li, Cong" userId="025630f4-267e-4cb3-8cd5-8795177f99f4" providerId="ADAL" clId="{929A2CC8-B112-421C-81E2-D5D63B23E300}" dt="2026-07-25T01:16:48.681" v="2520" actId="1036"/>
          <ac:spMkLst>
            <pc:docMk/>
            <pc:sldMk cId="2864123508" sldId="439"/>
            <ac:spMk id="16" creationId="{669C0539-A119-E250-EEE8-F2110EE6317D}"/>
          </ac:spMkLst>
        </pc:spChg>
        <pc:spChg chg="mod">
          <ac:chgData name="Li, Cong" userId="025630f4-267e-4cb3-8cd5-8795177f99f4" providerId="ADAL" clId="{929A2CC8-B112-421C-81E2-D5D63B23E300}" dt="2026-07-25T01:18:30.355" v="2544" actId="1076"/>
          <ac:spMkLst>
            <pc:docMk/>
            <pc:sldMk cId="2864123508" sldId="439"/>
            <ac:spMk id="19" creationId="{A5EF7DDD-2AE2-94FE-DB51-E9FADC94A138}"/>
          </ac:spMkLst>
        </pc:spChg>
        <pc:grpChg chg="add mod">
          <ac:chgData name="Li, Cong" userId="025630f4-267e-4cb3-8cd5-8795177f99f4" providerId="ADAL" clId="{929A2CC8-B112-421C-81E2-D5D63B23E300}" dt="2026-07-25T01:19:01.790" v="2548" actId="164"/>
          <ac:grpSpMkLst>
            <pc:docMk/>
            <pc:sldMk cId="2864123508" sldId="439"/>
            <ac:grpSpMk id="23" creationId="{8E59056E-AEBB-0EB5-4951-5FCA9B6306D7}"/>
          </ac:grpSpMkLst>
        </pc:grpChg>
        <pc:grpChg chg="add mod">
          <ac:chgData name="Li, Cong" userId="025630f4-267e-4cb3-8cd5-8795177f99f4" providerId="ADAL" clId="{929A2CC8-B112-421C-81E2-D5D63B23E300}" dt="2026-07-25T01:19:24.597" v="2558" actId="1037"/>
          <ac:grpSpMkLst>
            <pc:docMk/>
            <pc:sldMk cId="2864123508" sldId="439"/>
            <ac:grpSpMk id="24" creationId="{35970A59-E431-F14C-9177-8EE1149FEFD9}"/>
          </ac:grpSpMkLst>
        </pc:grpChg>
        <pc:picChg chg="add mod">
          <ac:chgData name="Li, Cong" userId="025630f4-267e-4cb3-8cd5-8795177f99f4" providerId="ADAL" clId="{929A2CC8-B112-421C-81E2-D5D63B23E300}" dt="2026-07-25T01:19:08.343" v="2551" actId="1076"/>
          <ac:picMkLst>
            <pc:docMk/>
            <pc:sldMk cId="2864123508" sldId="439"/>
            <ac:picMk id="7" creationId="{4347E56D-5C6A-7529-9BC1-EF478B6D2BD6}"/>
          </ac:picMkLst>
        </pc:picChg>
        <pc:picChg chg="add mod">
          <ac:chgData name="Li, Cong" userId="025630f4-267e-4cb3-8cd5-8795177f99f4" providerId="ADAL" clId="{929A2CC8-B112-421C-81E2-D5D63B23E300}" dt="2026-07-25T01:17:37.925" v="2530" actId="1035"/>
          <ac:picMkLst>
            <pc:docMk/>
            <pc:sldMk cId="2864123508" sldId="439"/>
            <ac:picMk id="10" creationId="{EBC995D8-07FB-FBA9-4385-37CD3FA702CC}"/>
          </ac:picMkLst>
        </pc:picChg>
        <pc:cxnChg chg="add mod">
          <ac:chgData name="Li, Cong" userId="025630f4-267e-4cb3-8cd5-8795177f99f4" providerId="ADAL" clId="{929A2CC8-B112-421C-81E2-D5D63B23E300}" dt="2026-07-25T01:19:01.790" v="2548" actId="164"/>
          <ac:cxnSpMkLst>
            <pc:docMk/>
            <pc:sldMk cId="2864123508" sldId="439"/>
            <ac:cxnSpMk id="14" creationId="{0396E06C-A35F-D43E-D051-2BC7041D4C3C}"/>
          </ac:cxnSpMkLst>
        </pc:cxnChg>
        <pc:cxnChg chg="add mod">
          <ac:chgData name="Li, Cong" userId="025630f4-267e-4cb3-8cd5-8795177f99f4" providerId="ADAL" clId="{929A2CC8-B112-421C-81E2-D5D63B23E300}" dt="2026-07-25T01:19:01.790" v="2548" actId="164"/>
          <ac:cxnSpMkLst>
            <pc:docMk/>
            <pc:sldMk cId="2864123508" sldId="439"/>
            <ac:cxnSpMk id="17" creationId="{6D8AF381-9B0D-C381-4E76-A625BE923ED4}"/>
          </ac:cxnSpMkLst>
        </pc:cxnChg>
        <pc:cxnChg chg="add mod">
          <ac:chgData name="Li, Cong" userId="025630f4-267e-4cb3-8cd5-8795177f99f4" providerId="ADAL" clId="{929A2CC8-B112-421C-81E2-D5D63B23E300}" dt="2026-07-25T01:19:01.790" v="2548" actId="164"/>
          <ac:cxnSpMkLst>
            <pc:docMk/>
            <pc:sldMk cId="2864123508" sldId="439"/>
            <ac:cxnSpMk id="22" creationId="{DBBA6053-CF40-F3B1-6BFC-82FDF16B3DFC}"/>
          </ac:cxnSpMkLst>
        </pc:cxnChg>
        <pc:cxnChg chg="mod">
          <ac:chgData name="Li, Cong" userId="025630f4-267e-4cb3-8cd5-8795177f99f4" providerId="ADAL" clId="{929A2CC8-B112-421C-81E2-D5D63B23E300}" dt="2026-07-25T01:19:06.439" v="2549"/>
          <ac:cxnSpMkLst>
            <pc:docMk/>
            <pc:sldMk cId="2864123508" sldId="439"/>
            <ac:cxnSpMk id="25" creationId="{B01F5131-EF97-4448-0F8E-54D200767EF1}"/>
          </ac:cxnSpMkLst>
        </pc:cxnChg>
        <pc:cxnChg chg="mod">
          <ac:chgData name="Li, Cong" userId="025630f4-267e-4cb3-8cd5-8795177f99f4" providerId="ADAL" clId="{929A2CC8-B112-421C-81E2-D5D63B23E300}" dt="2026-07-25T01:19:06.439" v="2549"/>
          <ac:cxnSpMkLst>
            <pc:docMk/>
            <pc:sldMk cId="2864123508" sldId="439"/>
            <ac:cxnSpMk id="26" creationId="{78EC3410-223E-5A3B-7314-13998D7FBB06}"/>
          </ac:cxnSpMkLst>
        </pc:cxnChg>
        <pc:cxnChg chg="mod">
          <ac:chgData name="Li, Cong" userId="025630f4-267e-4cb3-8cd5-8795177f99f4" providerId="ADAL" clId="{929A2CC8-B112-421C-81E2-D5D63B23E300}" dt="2026-07-25T01:19:06.439" v="2549"/>
          <ac:cxnSpMkLst>
            <pc:docMk/>
            <pc:sldMk cId="2864123508" sldId="439"/>
            <ac:cxnSpMk id="27" creationId="{8BE8013E-6E00-6E58-8BC9-CE8DA3BED036}"/>
          </ac:cxnSpMkLst>
        </pc:cxnChg>
      </pc:sldChg>
      <pc:sldChg chg="delSp modSp add mod modAnim">
        <pc:chgData name="Li, Cong" userId="025630f4-267e-4cb3-8cd5-8795177f99f4" providerId="ADAL" clId="{929A2CC8-B112-421C-81E2-D5D63B23E300}" dt="2026-07-25T01:13:16.912" v="2301"/>
        <pc:sldMkLst>
          <pc:docMk/>
          <pc:sldMk cId="290062108" sldId="442"/>
        </pc:sldMkLst>
        <pc:spChg chg="mod">
          <ac:chgData name="Li, Cong" userId="025630f4-267e-4cb3-8cd5-8795177f99f4" providerId="ADAL" clId="{929A2CC8-B112-421C-81E2-D5D63B23E300}" dt="2026-07-25T01:11:38.808" v="2175" actId="20577"/>
          <ac:spMkLst>
            <pc:docMk/>
            <pc:sldMk cId="290062108" sldId="442"/>
            <ac:spMk id="2" creationId="{849C359C-BEB8-4B44-0C28-C3200C4C908A}"/>
          </ac:spMkLst>
        </pc:spChg>
        <pc:spChg chg="mod">
          <ac:chgData name="Li, Cong" userId="025630f4-267e-4cb3-8cd5-8795177f99f4" providerId="ADAL" clId="{929A2CC8-B112-421C-81E2-D5D63B23E300}" dt="2026-07-25T01:13:11.067" v="2300" actId="1035"/>
          <ac:spMkLst>
            <pc:docMk/>
            <pc:sldMk cId="290062108" sldId="442"/>
            <ac:spMk id="7" creationId="{39BCDDB2-907C-0ED8-211B-32FF34B27A68}"/>
          </ac:spMkLst>
        </pc:spChg>
        <pc:spChg chg="mod">
          <ac:chgData name="Li, Cong" userId="025630f4-267e-4cb3-8cd5-8795177f99f4" providerId="ADAL" clId="{929A2CC8-B112-421C-81E2-D5D63B23E300}" dt="2026-07-25T01:13:04.639" v="2297" actId="20577"/>
          <ac:spMkLst>
            <pc:docMk/>
            <pc:sldMk cId="290062108" sldId="442"/>
            <ac:spMk id="9" creationId="{6A707967-1790-FE8F-8889-96030B77C7F2}"/>
          </ac:spMkLst>
        </pc:spChg>
        <pc:picChg chg="mod">
          <ac:chgData name="Li, Cong" userId="025630f4-267e-4cb3-8cd5-8795177f99f4" providerId="ADAL" clId="{929A2CC8-B112-421C-81E2-D5D63B23E300}" dt="2026-07-25T01:13:11.067" v="2300" actId="1035"/>
          <ac:picMkLst>
            <pc:docMk/>
            <pc:sldMk cId="290062108" sldId="442"/>
            <ac:picMk id="5" creationId="{241B442E-05FF-1EBE-0A5F-BDEC899E6693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5T01:31:30.503" v="2774" actId="20577"/>
        <pc:sldMkLst>
          <pc:docMk/>
          <pc:sldMk cId="1321968831" sldId="443"/>
        </pc:sldMkLst>
        <pc:spChg chg="mod">
          <ac:chgData name="Li, Cong" userId="025630f4-267e-4cb3-8cd5-8795177f99f4" providerId="ADAL" clId="{929A2CC8-B112-421C-81E2-D5D63B23E300}" dt="2026-07-25T01:20:14.465" v="2566" actId="20577"/>
          <ac:spMkLst>
            <pc:docMk/>
            <pc:sldMk cId="1321968831" sldId="443"/>
            <ac:spMk id="2" creationId="{56A44F06-CB52-03DB-953D-C3CC8BC1B5E8}"/>
          </ac:spMkLst>
        </pc:spChg>
        <pc:spChg chg="add mod">
          <ac:chgData name="Li, Cong" userId="025630f4-267e-4cb3-8cd5-8795177f99f4" providerId="ADAL" clId="{929A2CC8-B112-421C-81E2-D5D63B23E300}" dt="2026-07-25T01:31:30.503" v="2774" actId="20577"/>
          <ac:spMkLst>
            <pc:docMk/>
            <pc:sldMk cId="1321968831" sldId="443"/>
            <ac:spMk id="9" creationId="{B947D400-C5F9-A2CB-945D-E5BF99E669AE}"/>
          </ac:spMkLst>
        </pc:spChg>
        <pc:spChg chg="mod">
          <ac:chgData name="Li, Cong" userId="025630f4-267e-4cb3-8cd5-8795177f99f4" providerId="ADAL" clId="{929A2CC8-B112-421C-81E2-D5D63B23E300}" dt="2026-07-25T01:21:23.796" v="2685" actId="20577"/>
          <ac:spMkLst>
            <pc:docMk/>
            <pc:sldMk cId="1321968831" sldId="443"/>
            <ac:spMk id="19" creationId="{80D4BEFC-8D58-1ACC-041D-AC2649DDAC9C}"/>
          </ac:spMkLst>
        </pc:spChg>
        <pc:grpChg chg="mod">
          <ac:chgData name="Li, Cong" userId="025630f4-267e-4cb3-8cd5-8795177f99f4" providerId="ADAL" clId="{929A2CC8-B112-421C-81E2-D5D63B23E300}" dt="2026-07-25T01:22:17.487" v="2724" actId="1037"/>
          <ac:grpSpMkLst>
            <pc:docMk/>
            <pc:sldMk cId="1321968831" sldId="443"/>
            <ac:grpSpMk id="24" creationId="{1A9DD5E6-5CBA-3461-2672-322D87C7A716}"/>
          </ac:grpSpMkLst>
        </pc:grpChg>
        <pc:picChg chg="add mod">
          <ac:chgData name="Li, Cong" userId="025630f4-267e-4cb3-8cd5-8795177f99f4" providerId="ADAL" clId="{929A2CC8-B112-421C-81E2-D5D63B23E300}" dt="2026-07-25T01:22:08.147" v="2701" actId="1035"/>
          <ac:picMkLst>
            <pc:docMk/>
            <pc:sldMk cId="1321968831" sldId="443"/>
            <ac:picMk id="4" creationId="{F5F4837A-D146-C97B-5B55-5F220A20E5B2}"/>
          </ac:picMkLst>
        </pc:picChg>
        <pc:picChg chg="add mod">
          <ac:chgData name="Li, Cong" userId="025630f4-267e-4cb3-8cd5-8795177f99f4" providerId="ADAL" clId="{929A2CC8-B112-421C-81E2-D5D63B23E300}" dt="2026-07-25T01:25:29.448" v="2738" actId="1035"/>
          <ac:picMkLst>
            <pc:docMk/>
            <pc:sldMk cId="1321968831" sldId="443"/>
            <ac:picMk id="8" creationId="{E76B40FE-5C15-2F68-4AC5-4AE8228CB30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45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D91A3-74E2-8C1B-8223-DB4DFDBAC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4EFBA-FF2C-38AF-3A58-B7445AB3A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78F52C-4090-2EA4-60A1-1425DA7AC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31EB5-3850-A114-5C1C-9FB0D03BD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9454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59EF2-24C4-DCFD-FE9A-965BE79A2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AFE6F8-9183-39EB-564F-59E8D107E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533FD-C909-9BF1-736B-7FB8EA299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0F250-03E7-E2B2-4377-DEC62D9C2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86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7C72D-FBE6-F799-0E4D-98B25B2CA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E3EBBD-1391-47F1-31A7-2CD0C832F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61CFC-1F94-9297-3D49-7DE323CF1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07FD2-AB3F-E49C-7040-937A2EC5C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8286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3.2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3.2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Vector  </a:t>
            </a:r>
            <a:r>
              <a:rPr lang="zh-CN" altLang="en-US" dirty="0">
                <a:ea typeface="ＭＳ Ｐゴシック" panose="020B0600070205080204" pitchFamily="34" charset="-128"/>
              </a:rPr>
              <a:t>向量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E99CE4-F0B2-7EE2-3AD4-F0C8FC773C69}"/>
              </a:ext>
            </a:extLst>
          </p:cNvPr>
          <p:cNvSpPr txBox="1"/>
          <p:nvPr/>
        </p:nvSpPr>
        <p:spPr>
          <a:xfrm>
            <a:off x="969818" y="2602125"/>
            <a:ext cx="72043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this program, we employ the similar operation pattern on the 1-D arrays, mathematically vectors </a:t>
            </a:r>
          </a:p>
          <a:p>
            <a:pPr algn="ctr"/>
            <a:r>
              <a:rPr lang="zh-CN" altLang="en-US" sz="2200" dirty="0"/>
              <a:t>在这个程序中，我们也采用类似的模式操作</a:t>
            </a:r>
            <a:r>
              <a:rPr lang="en-US" altLang="zh-CN" sz="2200" dirty="0"/>
              <a:t>1</a:t>
            </a:r>
            <a:r>
              <a:rPr lang="zh-CN" altLang="en-US" sz="2200" dirty="0"/>
              <a:t>维数组，数学上就是所谓的向量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D657D-BF24-8236-C712-84C3BC6A85FC}"/>
              </a:ext>
            </a:extLst>
          </p:cNvPr>
          <p:cNvSpPr txBox="1"/>
          <p:nvPr/>
        </p:nvSpPr>
        <p:spPr>
          <a:xfrm>
            <a:off x="531341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Duplicate ‘simple.cpp’ as ‘vector.cpp’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</a:t>
            </a:r>
            <a:r>
              <a:rPr lang="en-US" altLang="zh-CN" sz="2200" dirty="0"/>
              <a:t>’simple.cpp’</a:t>
            </a:r>
            <a:r>
              <a:rPr lang="zh-CN" altLang="en-US" sz="2200"/>
              <a:t>复制为</a:t>
            </a:r>
            <a:r>
              <a:rPr lang="en-US" altLang="zh-CN" sz="2200" dirty="0"/>
              <a:t>’vector.cpp’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7A9E5-014E-23D5-6239-1CE723A8A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1B442E-05FF-1EBE-0A5F-BDEC899E6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56" y="2590800"/>
            <a:ext cx="5670071" cy="3955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9C359C-BEB8-4B44-0C28-C3200C4C9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Split the Loop  </a:t>
            </a:r>
            <a:r>
              <a:rPr lang="zh-CN" altLang="en-US" dirty="0"/>
              <a:t>拆分循环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707967-1790-FE8F-8889-96030B77C7F2}"/>
              </a:ext>
            </a:extLst>
          </p:cNvPr>
          <p:cNvSpPr txBox="1"/>
          <p:nvPr/>
        </p:nvSpPr>
        <p:spPr>
          <a:xfrm>
            <a:off x="609600" y="1748862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Split the outer loop into 2 loops</a:t>
            </a:r>
          </a:p>
          <a:p>
            <a:pPr algn="ctr"/>
            <a:r>
              <a:rPr lang="zh-CN" altLang="en-US" sz="2200" dirty="0"/>
              <a:t>将外重循环拆分为两个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BCDDB2-907C-0ED8-211B-32FF34B27A68}"/>
              </a:ext>
            </a:extLst>
          </p:cNvPr>
          <p:cNvSpPr/>
          <p:nvPr/>
        </p:nvSpPr>
        <p:spPr bwMode="auto">
          <a:xfrm>
            <a:off x="1127230" y="4115367"/>
            <a:ext cx="3762822" cy="860417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06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A38A1-9197-AB84-31DA-A0DA5575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038B-E340-B4C2-2178-C87D35C1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Re-order the Loops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重排循环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EF7DDD-2AE2-94FE-DB51-E9FADC94A138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Re-order the inner loop with the outer loop</a:t>
            </a:r>
          </a:p>
          <a:p>
            <a:pPr algn="ctr"/>
            <a:r>
              <a:rPr lang="zh-CN" altLang="en-US" sz="2200" dirty="0"/>
              <a:t>将内重循环与外重循环重排，交换位置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317C4-698D-BBD5-8605-55B51D7EE941}"/>
              </a:ext>
            </a:extLst>
          </p:cNvPr>
          <p:cNvSpPr txBox="1"/>
          <p:nvPr/>
        </p:nvSpPr>
        <p:spPr>
          <a:xfrm>
            <a:off x="609600" y="32766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</a:t>
            </a:r>
          </a:p>
          <a:p>
            <a:pPr algn="ctr"/>
            <a:r>
              <a:rPr lang="zh-CN" altLang="en-US" sz="2200" dirty="0"/>
              <a:t>为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669C0539-A119-E250-EEE8-F2110EE6317D}"/>
              </a:ext>
            </a:extLst>
          </p:cNvPr>
          <p:cNvSpPr/>
          <p:nvPr/>
        </p:nvSpPr>
        <p:spPr bwMode="auto">
          <a:xfrm>
            <a:off x="2267295" y="3229238"/>
            <a:ext cx="424743" cy="103796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47E56D-5C6A-7529-9BC1-EF478B6D2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2308085"/>
            <a:ext cx="5704366" cy="8345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C995D8-07FB-FBA9-4385-37CD3FA70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343400"/>
            <a:ext cx="5189945" cy="823075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8E59056E-AEBB-0EB5-4951-5FCA9B6306D7}"/>
              </a:ext>
            </a:extLst>
          </p:cNvPr>
          <p:cNvGrpSpPr/>
          <p:nvPr/>
        </p:nvGrpSpPr>
        <p:grpSpPr>
          <a:xfrm>
            <a:off x="838200" y="2438400"/>
            <a:ext cx="284163" cy="579120"/>
            <a:chOff x="838200" y="2438400"/>
            <a:chExt cx="284163" cy="57912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396E06C-A35F-D43E-D051-2BC7041D4C3C}"/>
                </a:ext>
              </a:extLst>
            </p:cNvPr>
            <p:cNvCxnSpPr/>
            <p:nvPr/>
          </p:nvCxnSpPr>
          <p:spPr bwMode="auto">
            <a:xfrm flipH="1">
              <a:off x="838200" y="3017520"/>
              <a:ext cx="28416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D8AF381-9B0D-C381-4E76-A625BE923ED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38200" y="2438400"/>
              <a:ext cx="0" cy="57912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BA6053-CF40-F3B1-6BFC-82FDF16B3DFC}"/>
                </a:ext>
              </a:extLst>
            </p:cNvPr>
            <p:cNvCxnSpPr/>
            <p:nvPr/>
          </p:nvCxnSpPr>
          <p:spPr bwMode="auto">
            <a:xfrm flipH="1">
              <a:off x="838200" y="2438400"/>
              <a:ext cx="28416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5970A59-E431-F14C-9177-8EE1149FEFD9}"/>
              </a:ext>
            </a:extLst>
          </p:cNvPr>
          <p:cNvGrpSpPr/>
          <p:nvPr/>
        </p:nvGrpSpPr>
        <p:grpSpPr>
          <a:xfrm rot="10800000">
            <a:off x="6834475" y="2431365"/>
            <a:ext cx="284163" cy="579120"/>
            <a:chOff x="838200" y="2438400"/>
            <a:chExt cx="284163" cy="579120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01F5131-EF97-4448-0F8E-54D200767EF1}"/>
                </a:ext>
              </a:extLst>
            </p:cNvPr>
            <p:cNvCxnSpPr/>
            <p:nvPr/>
          </p:nvCxnSpPr>
          <p:spPr bwMode="auto">
            <a:xfrm flipH="1">
              <a:off x="838200" y="3017520"/>
              <a:ext cx="28416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8EC3410-223E-5A3B-7314-13998D7FBB0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38200" y="2438400"/>
              <a:ext cx="0" cy="57912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BE8013E-6E00-6E58-8BC9-CE8DA3BED036}"/>
                </a:ext>
              </a:extLst>
            </p:cNvPr>
            <p:cNvCxnSpPr/>
            <p:nvPr/>
          </p:nvCxnSpPr>
          <p:spPr bwMode="auto">
            <a:xfrm flipH="1">
              <a:off x="838200" y="2438400"/>
              <a:ext cx="28416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86412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A9921-64B8-0CD4-5543-DCA48ED1A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44F06-CB52-03DB-953D-C3CC8BC1B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Re-order the Loops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重排循环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D4BEFC-8D58-1ACC-041D-AC2649DDAC9C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For the 2</a:t>
            </a:r>
            <a:r>
              <a:rPr lang="en-US" altLang="zh-CN" sz="2200" baseline="30000" dirty="0"/>
              <a:t>nd</a:t>
            </a:r>
            <a:r>
              <a:rPr lang="en-US" altLang="zh-CN" sz="2200" dirty="0"/>
              <a:t> part, perform the same re-ordering</a:t>
            </a:r>
          </a:p>
          <a:p>
            <a:pPr algn="ctr"/>
            <a:r>
              <a:rPr lang="zh-CN" altLang="en-US" sz="2200" dirty="0"/>
              <a:t>对于第二部分，进行同样的重排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B25345-F7D2-7DF8-964A-2D70C08AFF8B}"/>
              </a:ext>
            </a:extLst>
          </p:cNvPr>
          <p:cNvSpPr txBox="1"/>
          <p:nvPr/>
        </p:nvSpPr>
        <p:spPr>
          <a:xfrm>
            <a:off x="609600" y="32766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</a:t>
            </a:r>
          </a:p>
          <a:p>
            <a:pPr algn="ctr"/>
            <a:r>
              <a:rPr lang="zh-CN" altLang="en-US" sz="2200" dirty="0"/>
              <a:t>为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B7535D0E-973B-E6EF-2E01-60F8790D81D5}"/>
              </a:ext>
            </a:extLst>
          </p:cNvPr>
          <p:cNvSpPr/>
          <p:nvPr/>
        </p:nvSpPr>
        <p:spPr bwMode="auto">
          <a:xfrm>
            <a:off x="2267295" y="3229238"/>
            <a:ext cx="424743" cy="103796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F8AD52D-1963-EE4A-7191-D10111169534}"/>
              </a:ext>
            </a:extLst>
          </p:cNvPr>
          <p:cNvGrpSpPr/>
          <p:nvPr/>
        </p:nvGrpSpPr>
        <p:grpSpPr>
          <a:xfrm>
            <a:off x="838200" y="2438400"/>
            <a:ext cx="284163" cy="579120"/>
            <a:chOff x="838200" y="2438400"/>
            <a:chExt cx="284163" cy="57912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FDF87CB-27C8-D982-B544-28F0DA909E00}"/>
                </a:ext>
              </a:extLst>
            </p:cNvPr>
            <p:cNvCxnSpPr/>
            <p:nvPr/>
          </p:nvCxnSpPr>
          <p:spPr bwMode="auto">
            <a:xfrm flipH="1">
              <a:off x="838200" y="3017520"/>
              <a:ext cx="28416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BD9F51B-3AE4-C5FA-1814-519D372BA26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38200" y="2438400"/>
              <a:ext cx="0" cy="57912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540156E-B882-96E5-AE20-676C47E21FB7}"/>
                </a:ext>
              </a:extLst>
            </p:cNvPr>
            <p:cNvCxnSpPr/>
            <p:nvPr/>
          </p:nvCxnSpPr>
          <p:spPr bwMode="auto">
            <a:xfrm flipH="1">
              <a:off x="838200" y="2438400"/>
              <a:ext cx="28416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A9DD5E6-5CBA-3461-2672-322D87C7A716}"/>
              </a:ext>
            </a:extLst>
          </p:cNvPr>
          <p:cNvGrpSpPr/>
          <p:nvPr/>
        </p:nvGrpSpPr>
        <p:grpSpPr>
          <a:xfrm rot="10800000">
            <a:off x="5837237" y="2431365"/>
            <a:ext cx="284163" cy="579120"/>
            <a:chOff x="838200" y="2438400"/>
            <a:chExt cx="284163" cy="579120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CCBD93E-B901-8230-9C4F-6B860C8CBD73}"/>
                </a:ext>
              </a:extLst>
            </p:cNvPr>
            <p:cNvCxnSpPr/>
            <p:nvPr/>
          </p:nvCxnSpPr>
          <p:spPr bwMode="auto">
            <a:xfrm flipH="1">
              <a:off x="838200" y="3017520"/>
              <a:ext cx="28416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494EBEC-D6CD-92A4-6FBB-ED22334C44B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38200" y="2438400"/>
              <a:ext cx="0" cy="57912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392F8E4-E288-1329-6FF6-B729884DA1A9}"/>
                </a:ext>
              </a:extLst>
            </p:cNvPr>
            <p:cNvCxnSpPr/>
            <p:nvPr/>
          </p:nvCxnSpPr>
          <p:spPr bwMode="auto">
            <a:xfrm flipH="1">
              <a:off x="838200" y="2438400"/>
              <a:ext cx="28416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5F4837A-D146-C97B-5B55-5F220A20E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2362200"/>
            <a:ext cx="4709818" cy="7887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6B40FE-5C15-2F68-4AC5-4AE8228CB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343400"/>
            <a:ext cx="4252554" cy="7887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47D400-C5F9-A2CB-945D-E5BF99E669AE}"/>
              </a:ext>
            </a:extLst>
          </p:cNvPr>
          <p:cNvSpPr txBox="1"/>
          <p:nvPr/>
        </p:nvSpPr>
        <p:spPr>
          <a:xfrm>
            <a:off x="609600" y="5555159"/>
            <a:ext cx="7924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Compile &amp; run it  </a:t>
            </a:r>
            <a:r>
              <a:rPr lang="zh-CN" altLang="en-US" sz="2200" dirty="0"/>
              <a:t>编译并运行之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mingw32-make SRC=vector.cpp NATIVE=1</a:t>
            </a:r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run-vector.exe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96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15911</TotalTime>
  <Words>219</Words>
  <Application>Microsoft Office PowerPoint</Application>
  <PresentationFormat>On-screen Show (4:3)</PresentationFormat>
  <Paragraphs>31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SimSun</vt:lpstr>
      <vt:lpstr>Arial</vt:lpstr>
      <vt:lpstr>Comic Sans MS</vt:lpstr>
      <vt:lpstr>Consolas</vt:lpstr>
      <vt:lpstr>Tahoma</vt:lpstr>
      <vt:lpstr>Times New Roman</vt:lpstr>
      <vt:lpstr>Wingdings</vt:lpstr>
      <vt:lpstr>Blends</vt:lpstr>
      <vt:lpstr>Cookbook for Practice 3.2</vt:lpstr>
      <vt:lpstr>Vector  向量</vt:lpstr>
      <vt:lpstr>Split the Loop  拆分循环</vt:lpstr>
      <vt:lpstr>Re-order the Loops   重排循环 (1)</vt:lpstr>
      <vt:lpstr>Re-order the Loops   重排循环 (2)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1148</cp:revision>
  <dcterms:created xsi:type="dcterms:W3CDTF">2003-03-13T01:36:43Z</dcterms:created>
  <dcterms:modified xsi:type="dcterms:W3CDTF">2026-08-15T00:35:23Z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