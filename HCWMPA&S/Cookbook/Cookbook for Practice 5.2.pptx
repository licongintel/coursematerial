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15" r:id="rId3"/>
    <p:sldId id="444" r:id="rId4"/>
    <p:sldId id="442" r:id="rId5"/>
    <p:sldId id="436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815AF-7A69-40DF-9DE7-A89206AB9F5D}" v="74" dt="2026-09-05T05:31:06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14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9-05T05:31:06.540" v="1901" actId="20577"/>
      <pc:docMkLst>
        <pc:docMk/>
      </pc:docMkLst>
      <pc:sldChg chg="modSp mod">
        <pc:chgData name="Li, Cong" userId="025630f4-267e-4cb3-8cd5-8795177f99f4" providerId="ADAL" clId="{929A2CC8-B112-421C-81E2-D5D63B23E300}" dt="2026-09-04T23:17:57.076" v="1614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04T23:17:57.076" v="1614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04T23:17:54.397" v="1612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9-05T01:23:42.175" v="1726" actId="1035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8-30T07:22:32.839" v="88" actId="20577"/>
          <ac:spMkLst>
            <pc:docMk/>
            <pc:sldMk cId="796492521" sldId="415"/>
            <ac:spMk id="2" creationId="{ADE6B920-28FE-41F4-B19E-AF72E4D6D2C6}"/>
          </ac:spMkLst>
        </pc:spChg>
        <pc:spChg chg="mod">
          <ac:chgData name="Li, Cong" userId="025630f4-267e-4cb3-8cd5-8795177f99f4" providerId="ADAL" clId="{929A2CC8-B112-421C-81E2-D5D63B23E300}" dt="2026-09-05T01:23:42.175" v="1726" actId="1035"/>
          <ac:spMkLst>
            <pc:docMk/>
            <pc:sldMk cId="796492521" sldId="415"/>
            <ac:spMk id="8" creationId="{9B06690F-1101-E0DE-0135-B16494A89744}"/>
          </ac:spMkLst>
        </pc:spChg>
        <pc:spChg chg="del mod">
          <ac:chgData name="Li, Cong" userId="025630f4-267e-4cb3-8cd5-8795177f99f4" providerId="ADAL" clId="{929A2CC8-B112-421C-81E2-D5D63B23E300}" dt="2026-09-05T01:22:36.435" v="1678" actId="478"/>
          <ac:spMkLst>
            <pc:docMk/>
            <pc:sldMk cId="796492521" sldId="415"/>
            <ac:spMk id="9" creationId="{52E99CE4-F0B2-7EE2-3AD4-F0C8FC773C69}"/>
          </ac:spMkLst>
        </pc:spChg>
        <pc:spChg chg="del mod">
          <ac:chgData name="Li, Cong" userId="025630f4-267e-4cb3-8cd5-8795177f99f4" providerId="ADAL" clId="{929A2CC8-B112-421C-81E2-D5D63B23E300}" dt="2026-09-05T01:23:30.402" v="1718" actId="478"/>
          <ac:spMkLst>
            <pc:docMk/>
            <pc:sldMk cId="796492521" sldId="415"/>
            <ac:spMk id="10" creationId="{E6CA8E8A-B258-D0C6-C300-1ED577CBA5F0}"/>
          </ac:spMkLst>
        </pc:spChg>
        <pc:spChg chg="add del mod">
          <ac:chgData name="Li, Cong" userId="025630f4-267e-4cb3-8cd5-8795177f99f4" providerId="ADAL" clId="{929A2CC8-B112-421C-81E2-D5D63B23E300}" dt="2026-09-05T01:23:30.402" v="1718" actId="478"/>
          <ac:spMkLst>
            <pc:docMk/>
            <pc:sldMk cId="796492521" sldId="415"/>
            <ac:spMk id="14" creationId="{89F16C79-9AA0-0070-328D-5BF931AE8EDB}"/>
          </ac:spMkLst>
        </pc:spChg>
        <pc:spChg chg="mod">
          <ac:chgData name="Li, Cong" userId="025630f4-267e-4cb3-8cd5-8795177f99f4" providerId="ADAL" clId="{929A2CC8-B112-421C-81E2-D5D63B23E300}" dt="2026-08-30T07:28:49.651" v="116" actId="1076"/>
          <ac:spMkLst>
            <pc:docMk/>
            <pc:sldMk cId="796492521" sldId="415"/>
            <ac:spMk id="19" creationId="{23CD657D-BF24-8236-C712-84C3BC6A85FC}"/>
          </ac:spMkLst>
        </pc:spChg>
        <pc:spChg chg="add mod">
          <ac:chgData name="Li, Cong" userId="025630f4-267e-4cb3-8cd5-8795177f99f4" providerId="ADAL" clId="{929A2CC8-B112-421C-81E2-D5D63B23E300}" dt="2026-09-05T01:22:52.803" v="1708" actId="1036"/>
          <ac:spMkLst>
            <pc:docMk/>
            <pc:sldMk cId="796492521" sldId="415"/>
            <ac:spMk id="21" creationId="{DCF6E78A-66BA-3034-E1F3-F73E88F880E9}"/>
          </ac:spMkLst>
        </pc:spChg>
        <pc:spChg chg="add del mod">
          <ac:chgData name="Li, Cong" userId="025630f4-267e-4cb3-8cd5-8795177f99f4" providerId="ADAL" clId="{929A2CC8-B112-421C-81E2-D5D63B23E300}" dt="2026-09-05T01:22:58.637" v="1710" actId="478"/>
          <ac:spMkLst>
            <pc:docMk/>
            <pc:sldMk cId="796492521" sldId="415"/>
            <ac:spMk id="22" creationId="{66BA2855-6289-DF64-574D-B55AAF139949}"/>
          </ac:spMkLst>
        </pc:spChg>
        <pc:picChg chg="add mod ord">
          <ac:chgData name="Li, Cong" userId="025630f4-267e-4cb3-8cd5-8795177f99f4" providerId="ADAL" clId="{929A2CC8-B112-421C-81E2-D5D63B23E300}" dt="2026-09-05T01:23:42.175" v="1726" actId="1035"/>
          <ac:picMkLst>
            <pc:docMk/>
            <pc:sldMk cId="796492521" sldId="415"/>
            <ac:picMk id="4" creationId="{D51A91F8-A0CD-9B26-9FC7-E5CA1852A44B}"/>
          </ac:picMkLst>
        </pc:picChg>
        <pc:picChg chg="add del mod ord">
          <ac:chgData name="Li, Cong" userId="025630f4-267e-4cb3-8cd5-8795177f99f4" providerId="ADAL" clId="{929A2CC8-B112-421C-81E2-D5D63B23E300}" dt="2026-09-05T01:22:30.313" v="1676" actId="478"/>
          <ac:picMkLst>
            <pc:docMk/>
            <pc:sldMk cId="796492521" sldId="415"/>
            <ac:picMk id="11" creationId="{2C582392-3FDA-4032-E68C-D93CE033F128}"/>
          </ac:picMkLst>
        </pc:picChg>
        <pc:picChg chg="add del mod ord">
          <ac:chgData name="Li, Cong" userId="025630f4-267e-4cb3-8cd5-8795177f99f4" providerId="ADAL" clId="{929A2CC8-B112-421C-81E2-D5D63B23E300}" dt="2026-09-05T01:22:59.467" v="1711" actId="478"/>
          <ac:picMkLst>
            <pc:docMk/>
            <pc:sldMk cId="796492521" sldId="415"/>
            <ac:picMk id="13" creationId="{64E23007-3E39-D739-E0D5-A41A07F6A697}"/>
          </ac:picMkLst>
        </pc:picChg>
        <pc:cxnChg chg="add del mod">
          <ac:chgData name="Li, Cong" userId="025630f4-267e-4cb3-8cd5-8795177f99f4" providerId="ADAL" clId="{929A2CC8-B112-421C-81E2-D5D63B23E300}" dt="2026-09-05T01:22:30.313" v="1676" actId="478"/>
          <ac:cxnSpMkLst>
            <pc:docMk/>
            <pc:sldMk cId="796492521" sldId="415"/>
            <ac:cxnSpMk id="15" creationId="{29EA4E50-835D-D4F6-105E-39CAAF3AB7D1}"/>
          </ac:cxnSpMkLst>
        </pc:cxnChg>
        <pc:cxnChg chg="add del mod">
          <ac:chgData name="Li, Cong" userId="025630f4-267e-4cb3-8cd5-8795177f99f4" providerId="ADAL" clId="{929A2CC8-B112-421C-81E2-D5D63B23E300}" dt="2026-09-05T01:22:30.313" v="1676" actId="478"/>
          <ac:cxnSpMkLst>
            <pc:docMk/>
            <pc:sldMk cId="796492521" sldId="415"/>
            <ac:cxnSpMk id="18" creationId="{D694B4C8-57B4-7C81-D989-9A4B3EC0F4B7}"/>
          </ac:cxnSpMkLst>
        </pc:cxnChg>
      </pc:sldChg>
      <pc:sldChg chg="addSp modSp add mod modAnim">
        <pc:chgData name="Li, Cong" userId="025630f4-267e-4cb3-8cd5-8795177f99f4" providerId="ADAL" clId="{929A2CC8-B112-421C-81E2-D5D63B23E300}" dt="2026-09-05T05:31:06.540" v="1901" actId="20577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9-05T05:31:06.540" v="1901" actId="20577"/>
          <ac:spMkLst>
            <pc:docMk/>
            <pc:sldMk cId="2500736471" sldId="436"/>
            <ac:spMk id="3" creationId="{9AA3AE69-9555-771C-1E69-538C9CBB58CB}"/>
          </ac:spMkLst>
        </pc:spChg>
        <pc:spChg chg="add mod">
          <ac:chgData name="Li, Cong" userId="025630f4-267e-4cb3-8cd5-8795177f99f4" providerId="ADAL" clId="{929A2CC8-B112-421C-81E2-D5D63B23E300}" dt="2026-09-05T05:31:03.793" v="1899" actId="20577"/>
          <ac:spMkLst>
            <pc:docMk/>
            <pc:sldMk cId="2500736471" sldId="436"/>
            <ac:spMk id="4" creationId="{53E26B54-0101-6EA5-82F5-BEBAB3F2FE48}"/>
          </ac:spMkLst>
        </pc:spChg>
        <pc:spChg chg="mod">
          <ac:chgData name="Li, Cong" userId="025630f4-267e-4cb3-8cd5-8795177f99f4" providerId="ADAL" clId="{929A2CC8-B112-421C-81E2-D5D63B23E300}" dt="2026-09-05T05:30:45.664" v="1886" actId="6549"/>
          <ac:spMkLst>
            <pc:docMk/>
            <pc:sldMk cId="2500736471" sldId="436"/>
            <ac:spMk id="9" creationId="{669D48EE-ADFA-F533-C68C-3F7B9F6A6A27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9-05T01:27:06.954" v="1779"/>
        <pc:sldMkLst>
          <pc:docMk/>
          <pc:sldMk cId="290062108" sldId="442"/>
        </pc:sldMkLst>
        <pc:spChg chg="mod">
          <ac:chgData name="Li, Cong" userId="025630f4-267e-4cb3-8cd5-8795177f99f4" providerId="ADAL" clId="{929A2CC8-B112-421C-81E2-D5D63B23E300}" dt="2026-08-30T07:52:58.308" v="1315" actId="20577"/>
          <ac:spMkLst>
            <pc:docMk/>
            <pc:sldMk cId="290062108" sldId="442"/>
            <ac:spMk id="2" creationId="{849C359C-BEB8-4B44-0C28-C3200C4C908A}"/>
          </ac:spMkLst>
        </pc:spChg>
        <pc:spChg chg="mod">
          <ac:chgData name="Li, Cong" userId="025630f4-267e-4cb3-8cd5-8795177f99f4" providerId="ADAL" clId="{929A2CC8-B112-421C-81E2-D5D63B23E300}" dt="2026-09-05T00:57:37.289" v="1622" actId="20577"/>
          <ac:spMkLst>
            <pc:docMk/>
            <pc:sldMk cId="290062108" sldId="442"/>
            <ac:spMk id="9" creationId="{6A707967-1790-FE8F-8889-96030B77C7F2}"/>
          </ac:spMkLst>
        </pc:spChg>
        <pc:spChg chg="add mod">
          <ac:chgData name="Li, Cong" userId="025630f4-267e-4cb3-8cd5-8795177f99f4" providerId="ADAL" clId="{929A2CC8-B112-421C-81E2-D5D63B23E300}" dt="2026-08-30T08:00:50.779" v="1477" actId="14100"/>
          <ac:spMkLst>
            <pc:docMk/>
            <pc:sldMk cId="290062108" sldId="442"/>
            <ac:spMk id="16" creationId="{84E1114F-1A34-764A-9A05-F4D9429408AD}"/>
          </ac:spMkLst>
        </pc:spChg>
        <pc:spChg chg="add mod">
          <ac:chgData name="Li, Cong" userId="025630f4-267e-4cb3-8cd5-8795177f99f4" providerId="ADAL" clId="{929A2CC8-B112-421C-81E2-D5D63B23E300}" dt="2026-08-30T08:01:01.818" v="1480" actId="14100"/>
          <ac:spMkLst>
            <pc:docMk/>
            <pc:sldMk cId="290062108" sldId="442"/>
            <ac:spMk id="17" creationId="{FF0820F7-2B8E-BBFD-9F3D-9943459B03DE}"/>
          </ac:spMkLst>
        </pc:spChg>
        <pc:spChg chg="add mod">
          <ac:chgData name="Li, Cong" userId="025630f4-267e-4cb3-8cd5-8795177f99f4" providerId="ADAL" clId="{929A2CC8-B112-421C-81E2-D5D63B23E300}" dt="2026-08-30T07:52:18.122" v="1292" actId="1035"/>
          <ac:spMkLst>
            <pc:docMk/>
            <pc:sldMk cId="290062108" sldId="442"/>
            <ac:spMk id="18" creationId="{074F1BE8-C079-FC9A-9F97-A2A3CCB7727A}"/>
          </ac:spMkLst>
        </pc:spChg>
        <pc:spChg chg="add mod">
          <ac:chgData name="Li, Cong" userId="025630f4-267e-4cb3-8cd5-8795177f99f4" providerId="ADAL" clId="{929A2CC8-B112-421C-81E2-D5D63B23E300}" dt="2026-08-30T07:52:18.122" v="1292" actId="1035"/>
          <ac:spMkLst>
            <pc:docMk/>
            <pc:sldMk cId="290062108" sldId="442"/>
            <ac:spMk id="19" creationId="{30352FE7-BCEE-F0FD-9315-5244541AF8EB}"/>
          </ac:spMkLst>
        </pc:spChg>
        <pc:spChg chg="add mod">
          <ac:chgData name="Li, Cong" userId="025630f4-267e-4cb3-8cd5-8795177f99f4" providerId="ADAL" clId="{929A2CC8-B112-421C-81E2-D5D63B23E300}" dt="2026-08-30T07:56:16.346" v="1426" actId="1035"/>
          <ac:spMkLst>
            <pc:docMk/>
            <pc:sldMk cId="290062108" sldId="442"/>
            <ac:spMk id="22" creationId="{C0DD09DD-301E-C729-E959-5FE499E7A249}"/>
          </ac:spMkLst>
        </pc:spChg>
        <pc:spChg chg="add mod">
          <ac:chgData name="Li, Cong" userId="025630f4-267e-4cb3-8cd5-8795177f99f4" providerId="ADAL" clId="{929A2CC8-B112-421C-81E2-D5D63B23E300}" dt="2026-08-30T07:56:05.250" v="1421" actId="20577"/>
          <ac:spMkLst>
            <pc:docMk/>
            <pc:sldMk cId="290062108" sldId="442"/>
            <ac:spMk id="23" creationId="{DA733E3B-A371-5333-65D2-8EF9A55965A1}"/>
          </ac:spMkLst>
        </pc:spChg>
        <pc:picChg chg="add mod ord">
          <ac:chgData name="Li, Cong" userId="025630f4-267e-4cb3-8cd5-8795177f99f4" providerId="ADAL" clId="{929A2CC8-B112-421C-81E2-D5D63B23E300}" dt="2026-09-05T01:26:26.709" v="1777" actId="1035"/>
          <ac:picMkLst>
            <pc:docMk/>
            <pc:sldMk cId="290062108" sldId="442"/>
            <ac:picMk id="4" creationId="{00289148-0A55-BD20-A3BB-B8B0CA33A28D}"/>
          </ac:picMkLst>
        </pc:picChg>
        <pc:picChg chg="add mod">
          <ac:chgData name="Li, Cong" userId="025630f4-267e-4cb3-8cd5-8795177f99f4" providerId="ADAL" clId="{929A2CC8-B112-421C-81E2-D5D63B23E300}" dt="2026-08-30T07:47:34.569" v="1225" actId="1035"/>
          <ac:picMkLst>
            <pc:docMk/>
            <pc:sldMk cId="290062108" sldId="442"/>
            <ac:picMk id="5" creationId="{70AB010F-C37F-BF80-9643-B0217CEA6D0B}"/>
          </ac:picMkLst>
        </pc:picChg>
        <pc:picChg chg="add del mod">
          <ac:chgData name="Li, Cong" userId="025630f4-267e-4cb3-8cd5-8795177f99f4" providerId="ADAL" clId="{929A2CC8-B112-421C-81E2-D5D63B23E300}" dt="2026-09-05T01:26:01.948" v="1766" actId="478"/>
          <ac:picMkLst>
            <pc:docMk/>
            <pc:sldMk cId="290062108" sldId="442"/>
            <ac:picMk id="21" creationId="{AF60614A-E54F-F000-3920-B2CF295E9D48}"/>
          </ac:picMkLst>
        </pc:picChg>
        <pc:picChg chg="add mod ord">
          <ac:chgData name="Li, Cong" userId="025630f4-267e-4cb3-8cd5-8795177f99f4" providerId="ADAL" clId="{929A2CC8-B112-421C-81E2-D5D63B23E300}" dt="2026-08-30T08:00:42.436" v="1475" actId="167"/>
          <ac:picMkLst>
            <pc:docMk/>
            <pc:sldMk cId="290062108" sldId="442"/>
            <ac:picMk id="25" creationId="{36737789-A659-5101-1609-9D78EF674A28}"/>
          </ac:picMkLst>
        </pc:picChg>
        <pc:cxnChg chg="add mod">
          <ac:chgData name="Li, Cong" userId="025630f4-267e-4cb3-8cd5-8795177f99f4" providerId="ADAL" clId="{929A2CC8-B112-421C-81E2-D5D63B23E300}" dt="2026-08-30T07:51:07.408" v="1271" actId="14100"/>
          <ac:cxnSpMkLst>
            <pc:docMk/>
            <pc:sldMk cId="290062108" sldId="442"/>
            <ac:cxnSpMk id="10" creationId="{3B3DC6C2-C323-5BB2-05BA-B8254A4B7BD8}"/>
          </ac:cxnSpMkLst>
        </pc:cxnChg>
        <pc:cxnChg chg="add mod">
          <ac:chgData name="Li, Cong" userId="025630f4-267e-4cb3-8cd5-8795177f99f4" providerId="ADAL" clId="{929A2CC8-B112-421C-81E2-D5D63B23E300}" dt="2026-08-30T07:51:20.865" v="1276" actId="14100"/>
          <ac:cxnSpMkLst>
            <pc:docMk/>
            <pc:sldMk cId="290062108" sldId="442"/>
            <ac:cxnSpMk id="13" creationId="{335ADEDE-A3B4-90BD-4D43-B8451DD8692A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05T01:28:18.084" v="1820" actId="20577"/>
        <pc:sldMkLst>
          <pc:docMk/>
          <pc:sldMk cId="1357482514" sldId="444"/>
        </pc:sldMkLst>
        <pc:spChg chg="mod">
          <ac:chgData name="Li, Cong" userId="025630f4-267e-4cb3-8cd5-8795177f99f4" providerId="ADAL" clId="{929A2CC8-B112-421C-81E2-D5D63B23E300}" dt="2026-08-30T07:52:52.745" v="1312" actId="20577"/>
          <ac:spMkLst>
            <pc:docMk/>
            <pc:sldMk cId="1357482514" sldId="444"/>
            <ac:spMk id="2" creationId="{B122C5B0-6503-A3D0-2B4B-9886FF33A1A8}"/>
          </ac:spMkLst>
        </pc:spChg>
        <pc:spChg chg="add mod">
          <ac:chgData name="Li, Cong" userId="025630f4-267e-4cb3-8cd5-8795177f99f4" providerId="ADAL" clId="{929A2CC8-B112-421C-81E2-D5D63B23E300}" dt="2026-09-05T01:27:50.289" v="1786" actId="1035"/>
          <ac:spMkLst>
            <pc:docMk/>
            <pc:sldMk cId="1357482514" sldId="444"/>
            <ac:spMk id="6" creationId="{378AFD18-55D0-10C2-CFBB-8442952CF16A}"/>
          </ac:spMkLst>
        </pc:spChg>
        <pc:spChg chg="add mod">
          <ac:chgData name="Li, Cong" userId="025630f4-267e-4cb3-8cd5-8795177f99f4" providerId="ADAL" clId="{929A2CC8-B112-421C-81E2-D5D63B23E300}" dt="2026-09-05T01:25:17.770" v="1760" actId="14100"/>
          <ac:spMkLst>
            <pc:docMk/>
            <pc:sldMk cId="1357482514" sldId="444"/>
            <ac:spMk id="8" creationId="{F35BD76A-67C8-41B2-DA3C-7223DF27BE38}"/>
          </ac:spMkLst>
        </pc:spChg>
        <pc:spChg chg="add mod">
          <ac:chgData name="Li, Cong" userId="025630f4-267e-4cb3-8cd5-8795177f99f4" providerId="ADAL" clId="{929A2CC8-B112-421C-81E2-D5D63B23E300}" dt="2026-08-30T07:50:42.224" v="1266" actId="14100"/>
          <ac:spMkLst>
            <pc:docMk/>
            <pc:sldMk cId="1357482514" sldId="444"/>
            <ac:spMk id="12" creationId="{9A7BF13D-35EB-1469-BE38-805596D0D377}"/>
          </ac:spMkLst>
        </pc:spChg>
        <pc:spChg chg="mod">
          <ac:chgData name="Li, Cong" userId="025630f4-267e-4cb3-8cd5-8795177f99f4" providerId="ADAL" clId="{929A2CC8-B112-421C-81E2-D5D63B23E300}" dt="2026-09-05T01:28:18.084" v="1820" actId="20577"/>
          <ac:spMkLst>
            <pc:docMk/>
            <pc:sldMk cId="1357482514" sldId="444"/>
            <ac:spMk id="19" creationId="{BE089E5D-9257-2F38-01AB-A4806A023CE6}"/>
          </ac:spMkLst>
        </pc:spChg>
        <pc:spChg chg="mod">
          <ac:chgData name="Li, Cong" userId="025630f4-267e-4cb3-8cd5-8795177f99f4" providerId="ADAL" clId="{929A2CC8-B112-421C-81E2-D5D63B23E300}" dt="2026-09-05T01:27:47.348" v="1785" actId="1035"/>
          <ac:spMkLst>
            <pc:docMk/>
            <pc:sldMk cId="1357482514" sldId="444"/>
            <ac:spMk id="20" creationId="{D506ED27-C251-12E7-3C91-EF79102F4785}"/>
          </ac:spMkLst>
        </pc:spChg>
        <pc:picChg chg="add mod ord">
          <ac:chgData name="Li, Cong" userId="025630f4-267e-4cb3-8cd5-8795177f99f4" providerId="ADAL" clId="{929A2CC8-B112-421C-81E2-D5D63B23E300}" dt="2026-09-05T01:25:09.466" v="1759" actId="1035"/>
          <ac:picMkLst>
            <pc:docMk/>
            <pc:sldMk cId="1357482514" sldId="444"/>
            <ac:picMk id="4" creationId="{BB576C55-2A3C-E751-096B-889BCEFC3A69}"/>
          </ac:picMkLst>
        </pc:picChg>
        <pc:picChg chg="add del mod ord">
          <ac:chgData name="Li, Cong" userId="025630f4-267e-4cb3-8cd5-8795177f99f4" providerId="ADAL" clId="{929A2CC8-B112-421C-81E2-D5D63B23E300}" dt="2026-09-05T01:24:36.407" v="1727" actId="478"/>
          <ac:picMkLst>
            <pc:docMk/>
            <pc:sldMk cId="1357482514" sldId="444"/>
            <ac:picMk id="17" creationId="{AE30D67D-6CD3-2886-8C64-00111E7EE08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FDD5-6AFB-5B0B-8A09-17EC344B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65086-8C87-891E-02DB-3D91D8ACC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1D963-C828-3C3C-7562-D29BC1CD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F52AA-8091-4222-2EAB-3EC5BAA9E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9057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91A3-74E2-8C1B-8223-DB4DFDBA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4EFBA-FF2C-38AF-3A58-B7445AB3A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8F52C-4090-2EA4-60A1-1425DA7AC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31EB5-3850-A114-5C1C-9FB0D03BD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454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5.2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>
                <a:ea typeface="SimSun" panose="02010600030101010101" pitchFamily="2" charset="-122"/>
              </a:rPr>
              <a:t>5.2</a:t>
            </a:r>
            <a:r>
              <a:rPr lang="zh-CN" altLang="en-US" sz="3600" b="1" kern="0">
                <a:ea typeface="SimSun" panose="02010600030101010101" pitchFamily="2" charset="-122"/>
              </a:rPr>
              <a:t>攻</a:t>
            </a:r>
            <a:r>
              <a:rPr lang="zh-CN" altLang="en-US" sz="3600" b="1" kern="0" dirty="0">
                <a:ea typeface="SimSun" panose="02010600030101010101" pitchFamily="2" charset="-122"/>
              </a:rPr>
              <a:t>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1A91F8-A0CD-9B26-9FC7-E5CA1852A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76601"/>
            <a:ext cx="2274888" cy="9945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基本配置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447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‘pipeline.cpp’ as ‘tile.cpp’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’pipeline.cpp’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’tile.cpp’</a:t>
            </a:r>
            <a:endParaRPr lang="zh-CN" alt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06690F-1101-E0DE-0135-B16494A89744}"/>
              </a:ext>
            </a:extLst>
          </p:cNvPr>
          <p:cNvSpPr/>
          <p:nvPr/>
        </p:nvSpPr>
        <p:spPr bwMode="auto">
          <a:xfrm>
            <a:off x="721582" y="3276600"/>
            <a:ext cx="1793020" cy="76944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6E78A-66BA-3034-E1F3-F73E88F880E9}"/>
              </a:ext>
            </a:extLst>
          </p:cNvPr>
          <p:cNvSpPr txBox="1"/>
          <p:nvPr/>
        </p:nvSpPr>
        <p:spPr>
          <a:xfrm>
            <a:off x="1263651" y="2430959"/>
            <a:ext cx="6159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another compilation time option </a:t>
            </a:r>
          </a:p>
          <a:p>
            <a:pPr algn="ctr"/>
            <a:r>
              <a:rPr lang="zh-CN" altLang="en-US" sz="2200" dirty="0"/>
              <a:t>新加一个编译时指定的选项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D716-84EE-9B97-2335-1FD4F748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576C55-2A3C-E751-096B-889BCEFC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562792"/>
            <a:ext cx="5418576" cy="15889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22C5B0-6503-A3D0-2B4B-9886FF33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New Tiling Loop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新的分块循环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089E5D-9257-2F38-01AB-A4806A023CE6}"/>
              </a:ext>
            </a:extLst>
          </p:cNvPr>
          <p:cNvSpPr txBox="1"/>
          <p:nvPr/>
        </p:nvSpPr>
        <p:spPr>
          <a:xfrm>
            <a:off x="724929" y="1676400"/>
            <a:ext cx="76941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‘main’ function, after starting timing, add a new loop for the tiles, calculate the start &amp; end of the tiles, &amp; indent the other loops into the new loop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函数中，在开始计时之后为分块加入一个新的循环，计算分块的起始和结束，并将其他循环缩进入新的循环中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06ED27-C251-12E7-3C91-EF79102F4785}"/>
              </a:ext>
            </a:extLst>
          </p:cNvPr>
          <p:cNvSpPr/>
          <p:nvPr/>
        </p:nvSpPr>
        <p:spPr bwMode="auto">
          <a:xfrm>
            <a:off x="1152144" y="3571829"/>
            <a:ext cx="4715256" cy="27940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AFD18-55D0-10C2-CFBB-8442952CF16A}"/>
              </a:ext>
            </a:extLst>
          </p:cNvPr>
          <p:cNvSpPr/>
          <p:nvPr/>
        </p:nvSpPr>
        <p:spPr bwMode="auto">
          <a:xfrm>
            <a:off x="1122363" y="3856014"/>
            <a:ext cx="173037" cy="25659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BD76A-67C8-41B2-DA3C-7223DF27BE38}"/>
              </a:ext>
            </a:extLst>
          </p:cNvPr>
          <p:cNvSpPr/>
          <p:nvPr/>
        </p:nvSpPr>
        <p:spPr bwMode="auto">
          <a:xfrm>
            <a:off x="1637918" y="4086224"/>
            <a:ext cx="4932802" cy="56197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7BF13D-35EB-1469-BE38-805596D0D377}"/>
              </a:ext>
            </a:extLst>
          </p:cNvPr>
          <p:cNvSpPr/>
          <p:nvPr/>
        </p:nvSpPr>
        <p:spPr bwMode="auto">
          <a:xfrm>
            <a:off x="1150939" y="4634491"/>
            <a:ext cx="486980" cy="53864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48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A9E5-014E-23D5-6239-1CE723A8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289148-0A55-BD20-A3BB-B8B0CA33A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5159761"/>
            <a:ext cx="5075628" cy="12689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737789-A659-5101-1609-9D78EF674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3806147"/>
            <a:ext cx="4366870" cy="308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9C359C-BEB8-4B44-0C28-C3200C4C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New Tiling Loop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新的分块循环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07967-1790-FE8F-8889-96030B77C7F2}"/>
              </a:ext>
            </a:extLst>
          </p:cNvPr>
          <p:cNvSpPr txBox="1"/>
          <p:nvPr/>
        </p:nvSpPr>
        <p:spPr>
          <a:xfrm>
            <a:off x="419099" y="17526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start &amp; end index of the </a:t>
            </a:r>
            <a:r>
              <a:rPr lang="en-US" altLang="zh-CN" sz="2200" b="1" dirty="0">
                <a:solidFill>
                  <a:srgbClr val="C00000"/>
                </a:solidFill>
              </a:rPr>
              <a:t>2</a:t>
            </a:r>
            <a:r>
              <a:rPr lang="en-US" altLang="zh-CN" sz="2200" dirty="0"/>
              <a:t> most inner loops from</a:t>
            </a:r>
          </a:p>
          <a:p>
            <a:pPr algn="ctr"/>
            <a:r>
              <a:rPr lang="zh-CN" altLang="en-US" sz="2200" dirty="0"/>
              <a:t>将</a:t>
            </a:r>
            <a:r>
              <a:rPr lang="zh-CN" altLang="en-US" sz="2200" b="1" dirty="0">
                <a:solidFill>
                  <a:srgbClr val="C00000"/>
                </a:solidFill>
              </a:rPr>
              <a:t>两个</a:t>
            </a:r>
            <a:r>
              <a:rPr lang="zh-CN" altLang="en-US" sz="2200" dirty="0"/>
              <a:t>最里面的循环的开始和结束索引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B010F-C37F-BF80-9643-B0217CEA6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392" y="2590800"/>
            <a:ext cx="3795289" cy="32008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DC6C2-C323-5BB2-05BA-B8254A4B7BD8}"/>
              </a:ext>
            </a:extLst>
          </p:cNvPr>
          <p:cNvCxnSpPr>
            <a:cxnSpLocks/>
          </p:cNvCxnSpPr>
          <p:nvPr/>
        </p:nvCxnSpPr>
        <p:spPr bwMode="auto">
          <a:xfrm>
            <a:off x="3482340" y="2758440"/>
            <a:ext cx="1828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5ADEDE-A3B4-90BD-4D43-B8451DD8692A}"/>
              </a:ext>
            </a:extLst>
          </p:cNvPr>
          <p:cNvCxnSpPr>
            <a:cxnSpLocks/>
          </p:cNvCxnSpPr>
          <p:nvPr/>
        </p:nvCxnSpPr>
        <p:spPr bwMode="auto">
          <a:xfrm>
            <a:off x="4343400" y="2758440"/>
            <a:ext cx="76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1114F-1A34-764A-9A05-F4D9429408AD}"/>
              </a:ext>
            </a:extLst>
          </p:cNvPr>
          <p:cNvSpPr/>
          <p:nvPr/>
        </p:nvSpPr>
        <p:spPr bwMode="auto">
          <a:xfrm flipV="1">
            <a:off x="3482340" y="3802156"/>
            <a:ext cx="861060" cy="31264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0820F7-2B8E-BBFD-9F3D-9943459B03DE}"/>
              </a:ext>
            </a:extLst>
          </p:cNvPr>
          <p:cNvSpPr/>
          <p:nvPr/>
        </p:nvSpPr>
        <p:spPr bwMode="auto">
          <a:xfrm flipV="1">
            <a:off x="5016023" y="3835639"/>
            <a:ext cx="622776" cy="27915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F1BE8-C079-FC9A-9F97-A2A3CCB7727A}"/>
              </a:ext>
            </a:extLst>
          </p:cNvPr>
          <p:cNvSpPr txBox="1"/>
          <p:nvPr/>
        </p:nvSpPr>
        <p:spPr>
          <a:xfrm>
            <a:off x="609600" y="2895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0352FE7-BCEE-F0FD-9315-5244541AF8EB}"/>
              </a:ext>
            </a:extLst>
          </p:cNvPr>
          <p:cNvSpPr/>
          <p:nvPr/>
        </p:nvSpPr>
        <p:spPr bwMode="auto">
          <a:xfrm>
            <a:off x="3048000" y="3048000"/>
            <a:ext cx="475905" cy="6096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DD09DD-301E-C729-E959-5FE499E7A249}"/>
              </a:ext>
            </a:extLst>
          </p:cNvPr>
          <p:cNvSpPr/>
          <p:nvPr/>
        </p:nvSpPr>
        <p:spPr bwMode="auto">
          <a:xfrm flipV="1">
            <a:off x="1122363" y="5918198"/>
            <a:ext cx="173037" cy="30479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733E3B-A371-5333-65D2-8EF9A55965A1}"/>
              </a:ext>
            </a:extLst>
          </p:cNvPr>
          <p:cNvSpPr txBox="1"/>
          <p:nvPr/>
        </p:nvSpPr>
        <p:spPr>
          <a:xfrm>
            <a:off x="609600" y="4413248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Close the new tiling loop</a:t>
            </a:r>
          </a:p>
          <a:p>
            <a:pPr algn="ctr"/>
            <a:r>
              <a:rPr lang="zh-CN" altLang="en-US" sz="2200" dirty="0"/>
              <a:t>结束这个新的分块循环</a:t>
            </a:r>
          </a:p>
        </p:txBody>
      </p:sp>
    </p:spTree>
    <p:extLst>
      <p:ext uri="{BB962C8B-B14F-4D97-AF65-F5344CB8AC3E}">
        <p14:creationId xmlns:p14="http://schemas.microsoft.com/office/powerpoint/2010/main" val="29006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 animBg="1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Compile &amp; Run It  </a:t>
            </a:r>
            <a:r>
              <a:rPr lang="zh-CN" altLang="en-US" dirty="0">
                <a:ea typeface="ＭＳ Ｐゴシック" panose="020B0600070205080204" pitchFamily="34" charset="-128"/>
              </a:rPr>
              <a:t>编译并运行之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D48EE-ADFA-F533-C68C-3F7B9F6A6A27}"/>
              </a:ext>
            </a:extLst>
          </p:cNvPr>
          <p:cNvSpPr txBox="1"/>
          <p:nvPr/>
        </p:nvSpPr>
        <p:spPr>
          <a:xfrm>
            <a:off x="221974" y="1753850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the 1-tile run  </a:t>
            </a:r>
            <a:r>
              <a:rPr lang="zh-CN" altLang="en-US" sz="2200" dirty="0"/>
              <a:t>编译并运行单块配置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SRC=tile.cpp NATIVE=1 EXTRA_CXXFLAGS="-DSERIES=65536 -DSTEPS=80000" –B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run-tile.exe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3AE69-9555-771C-1E69-538C9CBB58CB}"/>
              </a:ext>
            </a:extLst>
          </p:cNvPr>
          <p:cNvSpPr txBox="1"/>
          <p:nvPr/>
        </p:nvSpPr>
        <p:spPr>
          <a:xfrm>
            <a:off x="228600" y="3352800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w/ 64 tiles  </a:t>
            </a:r>
            <a:r>
              <a:rPr lang="zh-CN" altLang="en-US" sz="2200" dirty="0"/>
              <a:t>用</a:t>
            </a:r>
            <a:r>
              <a:rPr lang="en-US" altLang="zh-CN" sz="2200" dirty="0"/>
              <a:t>64</a:t>
            </a:r>
            <a:r>
              <a:rPr lang="zh-CN" altLang="en-US" sz="2200" dirty="0"/>
              <a:t>个分块进行编译并运行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SRC=tile.cpp NATIVE=1 EXTRA_CXXFLAGS="-DSERIES=65536 –DSTEPS=80000 -</a:t>
            </a:r>
            <a:r>
              <a:rPr lang="en-US" altLang="zh-CN" sz="2200">
                <a:latin typeface="Consolas" panose="020B0609020204030204" pitchFamily="49" charset="0"/>
              </a:rPr>
              <a:t>DTILES=64" </a:t>
            </a:r>
            <a:r>
              <a:rPr lang="en-US" altLang="zh-CN" sz="2200" dirty="0">
                <a:latin typeface="Consolas" panose="020B0609020204030204" pitchFamily="49" charset="0"/>
              </a:rPr>
              <a:t>-B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run-tile.exe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26B54-0101-6EA5-82F5-BEBAB3F2FE48}"/>
              </a:ext>
            </a:extLst>
          </p:cNvPr>
          <p:cNvSpPr txBox="1"/>
          <p:nvPr/>
        </p:nvSpPr>
        <p:spPr>
          <a:xfrm>
            <a:off x="221974" y="4951750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w/ 2048 tiles  </a:t>
            </a:r>
            <a:r>
              <a:rPr lang="zh-CN" altLang="en-US" sz="2200" dirty="0"/>
              <a:t>用</a:t>
            </a:r>
            <a:r>
              <a:rPr lang="en-US" altLang="zh-CN" sz="2200" dirty="0"/>
              <a:t>2048</a:t>
            </a:r>
            <a:r>
              <a:rPr lang="zh-CN" altLang="en-US" sz="2200" dirty="0"/>
              <a:t>个分块进行编译并运行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SRC=tile.cpp NATIVE=1 EXTRA_CXXFLAGS="-DSERIES=65536 –DSTEPS=80000 -DTILES=2048" -B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run-tile.exe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16132</TotalTime>
  <Words>378</Words>
  <Application>Microsoft Office PowerPoint</Application>
  <PresentationFormat>On-screen Show (4:3)</PresentationFormat>
  <Paragraphs>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5.2</vt:lpstr>
      <vt:lpstr>Basic Settings  基本配置</vt:lpstr>
      <vt:lpstr>New Tiling Loop   新的分块循环 (1)</vt:lpstr>
      <vt:lpstr>New Tiling Loop   新的分块循环 (2)</vt:lpstr>
      <vt:lpstr>Compile &amp; Run It  编译并运行之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1153</cp:revision>
  <dcterms:created xsi:type="dcterms:W3CDTF">2003-03-13T01:36:43Z</dcterms:created>
  <dcterms:modified xsi:type="dcterms:W3CDTF">2026-09-05T05:31:08Z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