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15" r:id="rId3"/>
    <p:sldId id="442" r:id="rId4"/>
    <p:sldId id="446" r:id="rId5"/>
    <p:sldId id="435" r:id="rId6"/>
    <p:sldId id="443" r:id="rId7"/>
    <p:sldId id="444" r:id="rId8"/>
    <p:sldId id="445" r:id="rId9"/>
    <p:sldId id="436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9E0A4-EC45-4EC7-A41C-75DF3B842FE2}" v="1454" dt="2026-07-25T08:58:18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9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25T08:58:18.182" v="7930" actId="20577"/>
      <pc:docMkLst>
        <pc:docMk/>
      </pc:docMkLst>
      <pc:sldChg chg="modSp mod">
        <pc:chgData name="Li, Cong" userId="025630f4-267e-4cb3-8cd5-8795177f99f4" providerId="ADAL" clId="{929A2CC8-B112-421C-81E2-D5D63B23E300}" dt="2026-07-25T07:29:24.603" v="379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7:29:24.603" v="379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7:29:21.163" v="378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25T07:32:09.238" v="4028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1T06:38:35.086" v="207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5T07:32:01.278" v="4019" actId="1036"/>
          <ac:spMkLst>
            <pc:docMk/>
            <pc:sldMk cId="796492521" sldId="415"/>
            <ac:spMk id="8" creationId="{09893ABE-23FF-165D-DDA2-8D0905FDB8F4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9" creationId="{52E99CE4-F0B2-7EE2-3AD4-F0C8FC773C69}"/>
          </ac:spMkLst>
        </pc:spChg>
        <pc:spChg chg="add mod">
          <ac:chgData name="Li, Cong" userId="025630f4-267e-4cb3-8cd5-8795177f99f4" providerId="ADAL" clId="{929A2CC8-B112-421C-81E2-D5D63B23E300}" dt="2026-07-25T07:32:09.238" v="4028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25T07:29:37.415" v="380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25T07:32:01.278" v="4019" actId="1036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25T07:29:59.544" v="3812" actId="478"/>
          <ac:picMkLst>
            <pc:docMk/>
            <pc:sldMk cId="796492521" sldId="415"/>
            <ac:picMk id="5" creationId="{46D1AAC7-ABD4-723B-EDCA-95E367AFBE4B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7" creationId="{4D58DBCC-9FF3-FFC8-AEF0-753F4027BFCF}"/>
          </ac:picMkLst>
        </pc:picChg>
        <pc:picChg chg="add mod">
          <ac:chgData name="Li, Cong" userId="025630f4-267e-4cb3-8cd5-8795177f99f4" providerId="ADAL" clId="{929A2CC8-B112-421C-81E2-D5D63B23E300}" dt="2026-07-25T07:32:04.194" v="4020" actId="1035"/>
          <ac:picMkLst>
            <pc:docMk/>
            <pc:sldMk cId="796492521" sldId="415"/>
            <ac:picMk id="10" creationId="{5925D60D-C595-088F-1F44-A88BCCEEEEC8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12" creationId="{00129F49-83E7-075F-1B60-525ADB2D15C1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21.503" v="6967" actId="107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25T08:28:15.976" v="6180" actId="20577"/>
          <ac:spMkLst>
            <pc:docMk/>
            <pc:sldMk cId="3096758139" sldId="430"/>
            <ac:spMk id="2" creationId="{69A52266-0D64-5B92-737B-CB16EB0AFCB0}"/>
          </ac:spMkLst>
        </pc:spChg>
        <pc:spChg chg="add del mod">
          <ac:chgData name="Li, Cong" userId="025630f4-267e-4cb3-8cd5-8795177f99f4" providerId="ADAL" clId="{929A2CC8-B112-421C-81E2-D5D63B23E300}" dt="2026-07-25T08:19:55.492" v="5780" actId="478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25T08:20:49.065" v="5971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25T08:37:43.894" v="6749" actId="20577"/>
          <ac:spMkLst>
            <pc:docMk/>
            <pc:sldMk cId="3096758139" sldId="430"/>
            <ac:spMk id="9" creationId="{BC23485C-6558-44BC-2842-C7B91F700C5C}"/>
          </ac:spMkLst>
        </pc:spChg>
        <pc:spChg chg="add del mod">
          <ac:chgData name="Li, Cong" userId="025630f4-267e-4cb3-8cd5-8795177f99f4" providerId="ADAL" clId="{929A2CC8-B112-421C-81E2-D5D63B23E300}" dt="2026-07-25T08:35:04.397" v="6398" actId="478"/>
          <ac:spMkLst>
            <pc:docMk/>
            <pc:sldMk cId="3096758139" sldId="430"/>
            <ac:spMk id="14" creationId="{37737AC5-7026-E886-1326-93BE9FF1449E}"/>
          </ac:spMkLst>
        </pc:spChg>
        <pc:picChg chg="add del">
          <ac:chgData name="Li, Cong" userId="025630f4-267e-4cb3-8cd5-8795177f99f4" providerId="ADAL" clId="{929A2CC8-B112-421C-81E2-D5D63B23E300}" dt="2026-07-25T08:04:04.327" v="5131" actId="22"/>
          <ac:picMkLst>
            <pc:docMk/>
            <pc:sldMk cId="3096758139" sldId="430"/>
            <ac:picMk id="4" creationId="{456E0660-F0B9-081B-0892-53FE3CFB294E}"/>
          </ac:picMkLst>
        </pc:picChg>
        <pc:picChg chg="add del mod">
          <ac:chgData name="Li, Cong" userId="025630f4-267e-4cb3-8cd5-8795177f99f4" providerId="ADAL" clId="{929A2CC8-B112-421C-81E2-D5D63B23E300}" dt="2026-07-25T08:19:54.901" v="5779" actId="478"/>
          <ac:picMkLst>
            <pc:docMk/>
            <pc:sldMk cId="3096758139" sldId="430"/>
            <ac:picMk id="5" creationId="{D91F8B5A-1904-B368-C2B2-14FC8DB702EC}"/>
          </ac:picMkLst>
        </pc:picChg>
        <pc:picChg chg="add mod">
          <ac:chgData name="Li, Cong" userId="025630f4-267e-4cb3-8cd5-8795177f99f4" providerId="ADAL" clId="{929A2CC8-B112-421C-81E2-D5D63B23E300}" dt="2026-07-25T08:21:42.635" v="5985" actId="1035"/>
          <ac:picMkLst>
            <pc:docMk/>
            <pc:sldMk cId="3096758139" sldId="430"/>
            <ac:picMk id="10" creationId="{D2C4E272-042C-1A1A-5647-700295B95B7C}"/>
          </ac:picMkLst>
        </pc:picChg>
        <pc:picChg chg="add del mod">
          <ac:chgData name="Li, Cong" userId="025630f4-267e-4cb3-8cd5-8795177f99f4" providerId="ADAL" clId="{929A2CC8-B112-421C-81E2-D5D63B23E300}" dt="2026-07-25T08:25:19.626" v="5988" actId="478"/>
          <ac:picMkLst>
            <pc:docMk/>
            <pc:sldMk cId="3096758139" sldId="430"/>
            <ac:picMk id="11" creationId="{8F2D1CD3-96C0-E55C-07A0-F33B2013F6F4}"/>
          </ac:picMkLst>
        </pc:picChg>
        <pc:picChg chg="add mod">
          <ac:chgData name="Li, Cong" userId="025630f4-267e-4cb3-8cd5-8795177f99f4" providerId="ADAL" clId="{929A2CC8-B112-421C-81E2-D5D63B23E300}" dt="2026-07-25T08:43:21.503" v="6967" actId="1076"/>
          <ac:picMkLst>
            <pc:docMk/>
            <pc:sldMk cId="3096758139" sldId="430"/>
            <ac:picMk id="13" creationId="{FC57FFF0-47CE-6319-30C9-FD7EB6877437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7-25T08:46:45.110" v="7274" actId="2057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25T08:46:45.110" v="727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25T08:46:04.301" v="7255" actId="20577"/>
          <ac:spMkLst>
            <pc:docMk/>
            <pc:sldMk cId="3917499689" sldId="431"/>
            <ac:spMk id="3" creationId="{FFD1B8D1-D549-AE13-EBD6-07D952F84C86}"/>
          </ac:spMkLst>
        </pc:spChg>
        <pc:spChg chg="add del mod">
          <ac:chgData name="Li, Cong" userId="025630f4-267e-4cb3-8cd5-8795177f99f4" providerId="ADAL" clId="{929A2CC8-B112-421C-81E2-D5D63B23E300}" dt="2026-07-25T08:39:50.827" v="6825" actId="478"/>
          <ac:spMkLst>
            <pc:docMk/>
            <pc:sldMk cId="3917499689" sldId="431"/>
            <ac:spMk id="11" creationId="{6324BCDC-0BF8-4E2C-6A5E-2E96A5876DB6}"/>
          </ac:spMkLst>
        </pc:spChg>
        <pc:spChg chg="add mod">
          <ac:chgData name="Li, Cong" userId="025630f4-267e-4cb3-8cd5-8795177f99f4" providerId="ADAL" clId="{929A2CC8-B112-421C-81E2-D5D63B23E300}" dt="2026-07-25T08:46:16.498" v="7268" actId="1035"/>
          <ac:spMkLst>
            <pc:docMk/>
            <pc:sldMk cId="3917499689" sldId="431"/>
            <ac:spMk id="13" creationId="{F264CFFA-EF6F-6E9A-12CD-6C43215E86BB}"/>
          </ac:spMkLst>
        </pc:spChg>
        <pc:spChg chg="add del mod">
          <ac:chgData name="Li, Cong" userId="025630f4-267e-4cb3-8cd5-8795177f99f4" providerId="ADAL" clId="{929A2CC8-B112-421C-81E2-D5D63B23E300}" dt="2026-07-25T08:39:54.361" v="6828" actId="478"/>
          <ac:spMkLst>
            <pc:docMk/>
            <pc:sldMk cId="3917499689" sldId="431"/>
            <ac:spMk id="15" creationId="{470DFAB0-73DA-6612-A9F5-06692A9D2243}"/>
          </ac:spMkLst>
        </pc:spChg>
        <pc:picChg chg="add del mod ord">
          <ac:chgData name="Li, Cong" userId="025630f4-267e-4cb3-8cd5-8795177f99f4" providerId="ADAL" clId="{929A2CC8-B112-421C-81E2-D5D63B23E300}" dt="2026-07-25T08:39:52.585" v="6827" actId="478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25T08:40:34.630" v="6833" actId="22"/>
          <ac:picMkLst>
            <pc:docMk/>
            <pc:sldMk cId="3917499689" sldId="431"/>
            <ac:picMk id="6" creationId="{E4E83ED0-5E38-3AA8-C96E-22EB505E7212}"/>
          </ac:picMkLst>
        </pc:picChg>
        <pc:picChg chg="add mod">
          <ac:chgData name="Li, Cong" userId="025630f4-267e-4cb3-8cd5-8795177f99f4" providerId="ADAL" clId="{929A2CC8-B112-421C-81E2-D5D63B23E300}" dt="2026-07-25T08:45:39.476" v="7206" actId="1036"/>
          <ac:picMkLst>
            <pc:docMk/>
            <pc:sldMk cId="3917499689" sldId="431"/>
            <ac:picMk id="8" creationId="{DB2EFA44-45E3-C375-1330-D8E8837CFF19}"/>
          </ac:picMkLst>
        </pc:picChg>
        <pc:picChg chg="add mod">
          <ac:chgData name="Li, Cong" userId="025630f4-267e-4cb3-8cd5-8795177f99f4" providerId="ADAL" clId="{929A2CC8-B112-421C-81E2-D5D63B23E300}" dt="2026-07-25T08:46:09.084" v="7259" actId="1036"/>
          <ac:picMkLst>
            <pc:docMk/>
            <pc:sldMk cId="3917499689" sldId="431"/>
            <ac:picMk id="12" creationId="{146139ED-73B0-199D-7CA6-CA0BBEA97B34}"/>
          </ac:picMkLst>
        </pc:picChg>
        <pc:cxnChg chg="add del mod">
          <ac:chgData name="Li, Cong" userId="025630f4-267e-4cb3-8cd5-8795177f99f4" providerId="ADAL" clId="{929A2CC8-B112-421C-81E2-D5D63B23E300}" dt="2026-07-25T08:39:52.119" v="6826" actId="478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1:08.855" v="7446" actId="1076"/>
        <pc:sldMkLst>
          <pc:docMk/>
          <pc:sldMk cId="4054827256" sldId="432"/>
        </pc:sldMkLst>
        <pc:spChg chg="mod">
          <ac:chgData name="Li, Cong" userId="025630f4-267e-4cb3-8cd5-8795177f99f4" providerId="ADAL" clId="{929A2CC8-B112-421C-81E2-D5D63B23E300}" dt="2026-07-25T08:49:18.960" v="7314" actId="20577"/>
          <ac:spMkLst>
            <pc:docMk/>
            <pc:sldMk cId="4054827256" sldId="432"/>
            <ac:spMk id="2" creationId="{CA478C15-2E9A-E940-D1CE-A694B408884C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25T08:50:44.585" v="7419" actId="1036"/>
          <ac:spMkLst>
            <pc:docMk/>
            <pc:sldMk cId="4054827256" sldId="432"/>
            <ac:spMk id="7" creationId="{220C6FC0-FC83-5E9C-492A-ED8283D16CC1}"/>
          </ac:spMkLst>
        </pc:spChg>
        <pc:spChg chg="add mod">
          <ac:chgData name="Li, Cong" userId="025630f4-267e-4cb3-8cd5-8795177f99f4" providerId="ADAL" clId="{929A2CC8-B112-421C-81E2-D5D63B23E300}" dt="2026-07-25T08:51:00.533" v="7445" actId="1035"/>
          <ac:spMkLst>
            <pc:docMk/>
            <pc:sldMk cId="4054827256" sldId="432"/>
            <ac:spMk id="11" creationId="{2FEDE64E-9298-650A-20E5-A1E46B3CCB24}"/>
          </ac:spMkLst>
        </pc:spChg>
        <pc:spChg chg="add del mod">
          <ac:chgData name="Li, Cong" userId="025630f4-267e-4cb3-8cd5-8795177f99f4" providerId="ADAL" clId="{929A2CC8-B112-421C-81E2-D5D63B23E300}" dt="2026-07-25T08:49:00.444" v="7276" actId="478"/>
          <ac:spMkLst>
            <pc:docMk/>
            <pc:sldMk cId="4054827256" sldId="432"/>
            <ac:spMk id="15" creationId="{3AB63780-9987-9013-2F08-CE38332E1572}"/>
          </ac:spMkLst>
        </pc:spChg>
        <pc:spChg chg="add del mod or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20" creationId="{C8AEB5BB-CB7F-9051-51EF-E5ABBDE837E4}"/>
          </ac:spMkLst>
        </pc:spChg>
        <pc:picChg chg="add del mod">
          <ac:chgData name="Li, Cong" userId="025630f4-267e-4cb3-8cd5-8795177f99f4" providerId="ADAL" clId="{929A2CC8-B112-421C-81E2-D5D63B23E300}" dt="2026-07-25T08:49:00.444" v="7276" actId="478"/>
          <ac:picMkLst>
            <pc:docMk/>
            <pc:sldMk cId="4054827256" sldId="432"/>
            <ac:picMk id="5" creationId="{325C3671-E891-630F-98CA-C4F7B515D592}"/>
          </ac:picMkLst>
        </pc:picChg>
        <pc:picChg chg="add del mod">
          <ac:chgData name="Li, Cong" userId="025630f4-267e-4cb3-8cd5-8795177f99f4" providerId="ADAL" clId="{929A2CC8-B112-421C-81E2-D5D63B23E300}" dt="2026-07-25T08:49:23.116" v="7315" actId="478"/>
          <ac:picMkLst>
            <pc:docMk/>
            <pc:sldMk cId="4054827256" sldId="432"/>
            <ac:picMk id="6" creationId="{508AD550-4427-6082-9A88-F54E87480218}"/>
          </ac:picMkLst>
        </pc:picChg>
        <pc:picChg chg="add mod">
          <ac:chgData name="Li, Cong" userId="025630f4-267e-4cb3-8cd5-8795177f99f4" providerId="ADAL" clId="{929A2CC8-B112-421C-81E2-D5D63B23E300}" dt="2026-07-25T08:50:39.213" v="7417" actId="1035"/>
          <ac:picMkLst>
            <pc:docMk/>
            <pc:sldMk cId="4054827256" sldId="432"/>
            <ac:picMk id="9" creationId="{D5B22281-5928-9E74-7E42-938AFC356F2D}"/>
          </ac:picMkLst>
        </pc:picChg>
        <pc:picChg chg="add del mod">
          <ac:chgData name="Li, Cong" userId="025630f4-267e-4cb3-8cd5-8795177f99f4" providerId="ADAL" clId="{929A2CC8-B112-421C-81E2-D5D63B23E300}" dt="2026-07-25T08:49:04.049" v="7278" actId="478"/>
          <ac:picMkLst>
            <pc:docMk/>
            <pc:sldMk cId="4054827256" sldId="432"/>
            <ac:picMk id="10" creationId="{C53A1CA4-72A2-4404-6894-E1FC52856584}"/>
          </ac:picMkLst>
        </pc:picChg>
        <pc:picChg chg="add mod">
          <ac:chgData name="Li, Cong" userId="025630f4-267e-4cb3-8cd5-8795177f99f4" providerId="ADAL" clId="{929A2CC8-B112-421C-81E2-D5D63B23E300}" dt="2026-07-25T08:51:08.855" v="7446" actId="1076"/>
          <ac:picMkLst>
            <pc:docMk/>
            <pc:sldMk cId="4054827256" sldId="432"/>
            <ac:picMk id="12" creationId="{42C8B787-31C3-E98B-CBC2-4288117AAB57}"/>
          </ac:picMkLst>
        </pc:picChg>
        <pc:cxnChg chg="add del mod">
          <ac:chgData name="Li, Cong" userId="025630f4-267e-4cb3-8cd5-8795177f99f4" providerId="ADAL" clId="{929A2CC8-B112-421C-81E2-D5D63B23E300}" dt="2026-07-25T08:49:04.049" v="7278" actId="478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4269070550" sldId="433"/>
        </pc:sldMkLst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731515794" sldId="434"/>
        </pc:sldMkLst>
      </pc:sldChg>
      <pc:sldChg chg="addSp delSp modSp add mod delAnim modAnim">
        <pc:chgData name="Li, Cong" userId="025630f4-267e-4cb3-8cd5-8795177f99f4" providerId="ADAL" clId="{929A2CC8-B112-421C-81E2-D5D63B23E300}" dt="2026-07-25T07:43:14.404" v="439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25T07:33:29.886" v="4066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25T07:34:14.992" v="4152" actId="1035"/>
          <ac:spMkLst>
            <pc:docMk/>
            <pc:sldMk cId="3553648521" sldId="435"/>
            <ac:spMk id="8" creationId="{B5E01C2E-BDCB-ECFB-B515-44C5AB2F3678}"/>
          </ac:spMkLst>
        </pc:spChg>
        <pc:spChg chg="add del mod">
          <ac:chgData name="Li, Cong" userId="025630f4-267e-4cb3-8cd5-8795177f99f4" providerId="ADAL" clId="{929A2CC8-B112-421C-81E2-D5D63B23E300}" dt="2026-07-25T07:34:05.118" v="4129" actId="478"/>
          <ac:spMkLst>
            <pc:docMk/>
            <pc:sldMk cId="3553648521" sldId="435"/>
            <ac:spMk id="10" creationId="{4FD7CD47-036D-3B7E-F628-EFB8A00B09EE}"/>
          </ac:spMkLst>
        </pc:spChg>
        <pc:spChg chg="add mod">
          <ac:chgData name="Li, Cong" userId="025630f4-267e-4cb3-8cd5-8795177f99f4" providerId="ADAL" clId="{929A2CC8-B112-421C-81E2-D5D63B23E300}" dt="2026-07-25T07:43:02.309" v="4394" actId="20577"/>
          <ac:spMkLst>
            <pc:docMk/>
            <pc:sldMk cId="3553648521" sldId="435"/>
            <ac:spMk id="12" creationId="{03633E8F-0674-BF84-44B0-D09635AC10B9}"/>
          </ac:spMkLst>
        </pc:spChg>
        <pc:picChg chg="add mod">
          <ac:chgData name="Li, Cong" userId="025630f4-267e-4cb3-8cd5-8795177f99f4" providerId="ADAL" clId="{929A2CC8-B112-421C-81E2-D5D63B23E300}" dt="2026-07-25T07:34:17.703" v="4154" actId="1036"/>
          <ac:picMkLst>
            <pc:docMk/>
            <pc:sldMk cId="3553648521" sldId="435"/>
            <ac:picMk id="4" creationId="{378DAEA5-DF22-8660-FECE-4512D2424C10}"/>
          </ac:picMkLst>
        </pc:picChg>
        <pc:picChg chg="add del mod">
          <ac:chgData name="Li, Cong" userId="025630f4-267e-4cb3-8cd5-8795177f99f4" providerId="ADAL" clId="{929A2CC8-B112-421C-81E2-D5D63B23E300}" dt="2026-07-25T07:34:05.118" v="4129" actId="478"/>
          <ac:picMkLst>
            <pc:docMk/>
            <pc:sldMk cId="3553648521" sldId="435"/>
            <ac:picMk id="5" creationId="{896092D0-BC1A-6875-097B-4D2F18543FFC}"/>
          </ac:picMkLst>
        </pc:picChg>
        <pc:picChg chg="add mod">
          <ac:chgData name="Li, Cong" userId="025630f4-267e-4cb3-8cd5-8795177f99f4" providerId="ADAL" clId="{929A2CC8-B112-421C-81E2-D5D63B23E300}" dt="2026-07-25T07:43:05.346" v="4396" actId="1036"/>
          <ac:picMkLst>
            <pc:docMk/>
            <pc:sldMk cId="3553648521" sldId="435"/>
            <ac:picMk id="9" creationId="{9E260F12-CE2A-180C-C0A0-4BD7FF7C91FE}"/>
          </ac:picMkLst>
        </pc:picChg>
        <pc:cxnChg chg="add del mod">
          <ac:chgData name="Li, Cong" userId="025630f4-267e-4cb3-8cd5-8795177f99f4" providerId="ADAL" clId="{929A2CC8-B112-421C-81E2-D5D63B23E300}" dt="2026-07-25T07:34:05.118" v="4129" actId="478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5:05.702" v="7708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25T08:52:02.707" v="7470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25T08:53:23.538" v="7592" actId="20577"/>
          <ac:spMkLst>
            <pc:docMk/>
            <pc:sldMk cId="2500736471" sldId="436"/>
            <ac:spMk id="7" creationId="{74242651-BF0A-BB1B-A552-A7B454ACE1B3}"/>
          </ac:spMkLst>
        </pc:spChg>
        <pc:spChg chg="add del mod">
          <ac:chgData name="Li, Cong" userId="025630f4-267e-4cb3-8cd5-8795177f99f4" providerId="ADAL" clId="{929A2CC8-B112-421C-81E2-D5D63B23E300}" dt="2026-07-25T08:54:01.539" v="7602" actId="478"/>
          <ac:spMkLst>
            <pc:docMk/>
            <pc:sldMk cId="2500736471" sldId="436"/>
            <ac:spMk id="8" creationId="{D13550F0-3043-713F-5EB1-B4B80BB6A864}"/>
          </ac:spMkLst>
        </pc:spChg>
        <pc:spChg chg="mod">
          <ac:chgData name="Li, Cong" userId="025630f4-267e-4cb3-8cd5-8795177f99f4" providerId="ADAL" clId="{929A2CC8-B112-421C-81E2-D5D63B23E300}" dt="2026-07-25T08:54:39.063" v="7700" actId="1035"/>
          <ac:spMkLst>
            <pc:docMk/>
            <pc:sldMk cId="2500736471" sldId="436"/>
            <ac:spMk id="11" creationId="{C6833F2C-B812-7AE3-B5E7-4EE37E497793}"/>
          </ac:spMkLst>
        </pc:spChg>
        <pc:picChg chg="add del mod">
          <ac:chgData name="Li, Cong" userId="025630f4-267e-4cb3-8cd5-8795177f99f4" providerId="ADAL" clId="{929A2CC8-B112-421C-81E2-D5D63B23E300}" dt="2026-07-25T08:52:24.720" v="7471" actId="478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25T08:53:28.225" v="7595" actId="1036"/>
          <ac:picMkLst>
            <pc:docMk/>
            <pc:sldMk cId="2500736471" sldId="436"/>
            <ac:picMk id="5" creationId="{31C2D136-54E1-E9D2-8D23-4B80A82BFE55}"/>
          </ac:picMkLst>
        </pc:picChg>
        <pc:picChg chg="add del mod">
          <ac:chgData name="Li, Cong" userId="025630f4-267e-4cb3-8cd5-8795177f99f4" providerId="ADAL" clId="{929A2CC8-B112-421C-81E2-D5D63B23E300}" dt="2026-07-25T08:53:55.391" v="7600" actId="478"/>
          <ac:picMkLst>
            <pc:docMk/>
            <pc:sldMk cId="2500736471" sldId="436"/>
            <ac:picMk id="6" creationId="{B5EE734A-C458-1615-2EFE-97C684BF15BF}"/>
          </ac:picMkLst>
        </pc:picChg>
        <pc:picChg chg="add mod ord">
          <ac:chgData name="Li, Cong" userId="025630f4-267e-4cb3-8cd5-8795177f99f4" providerId="ADAL" clId="{929A2CC8-B112-421C-81E2-D5D63B23E300}" dt="2026-07-25T08:54:39.063" v="7700" actId="1035"/>
          <ac:picMkLst>
            <pc:docMk/>
            <pc:sldMk cId="2500736471" sldId="436"/>
            <ac:picMk id="10" creationId="{3121E650-AFF3-EBEC-E523-A6A95192A4E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8:18.182" v="7930" actId="2057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25T08:54:53.079" v="7707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25T08:58:00.910" v="7885" actId="478"/>
          <ac:spMkLst>
            <pc:docMk/>
            <pc:sldMk cId="282637004" sldId="437"/>
            <ac:spMk id="5" creationId="{9929F279-FC61-4ADC-41E8-62C7F9339070}"/>
          </ac:spMkLst>
        </pc:spChg>
        <pc:spChg chg="add mod">
          <ac:chgData name="Li, Cong" userId="025630f4-267e-4cb3-8cd5-8795177f99f4" providerId="ADAL" clId="{929A2CC8-B112-421C-81E2-D5D63B23E300}" dt="2026-07-25T08:58:18.182" v="7930" actId="20577"/>
          <ac:spMkLst>
            <pc:docMk/>
            <pc:sldMk cId="282637004" sldId="437"/>
            <ac:spMk id="6" creationId="{132DED21-3254-6C59-08C2-F82B286647D6}"/>
          </ac:spMkLst>
        </pc:spChg>
        <pc:spChg chg="mod">
          <ac:chgData name="Li, Cong" userId="025630f4-267e-4cb3-8cd5-8795177f99f4" providerId="ADAL" clId="{929A2CC8-B112-421C-81E2-D5D63B23E300}" dt="2026-07-25T08:56:47.697" v="7866" actId="1035"/>
          <ac:spMkLst>
            <pc:docMk/>
            <pc:sldMk cId="282637004" sldId="437"/>
            <ac:spMk id="7" creationId="{27425F78-0061-37B1-EAE4-E10B7AF980FA}"/>
          </ac:spMkLst>
        </pc:spChg>
        <pc:picChg chg="add mod">
          <ac:chgData name="Li, Cong" userId="025630f4-267e-4cb3-8cd5-8795177f99f4" providerId="ADAL" clId="{929A2CC8-B112-421C-81E2-D5D63B23E300}" dt="2026-07-25T08:57:22.277" v="7884" actId="1035"/>
          <ac:picMkLst>
            <pc:docMk/>
            <pc:sldMk cId="282637004" sldId="437"/>
            <ac:picMk id="4" creationId="{36F0D2AF-F736-BD2C-0ADA-A6EE8CC7EFD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21:08.551" v="5973" actId="20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7-25T07:59:44.039" v="4732" actId="6549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7-25T07:59:11.623" v="4729" actId="14100"/>
          <ac:spMkLst>
            <pc:docMk/>
            <pc:sldMk cId="975484450" sldId="438"/>
            <ac:spMk id="7" creationId="{A4065BFE-A34B-2BC4-0257-F15BE6584811}"/>
          </ac:spMkLst>
        </pc:spChg>
        <pc:spChg chg="mod">
          <ac:chgData name="Li, Cong" userId="025630f4-267e-4cb3-8cd5-8795177f99f4" providerId="ADAL" clId="{929A2CC8-B112-421C-81E2-D5D63B23E300}" dt="2026-07-25T07:54:19.683" v="4612" actId="20577"/>
          <ac:spMkLst>
            <pc:docMk/>
            <pc:sldMk cId="975484450" sldId="438"/>
            <ac:spMk id="8" creationId="{8018E688-5B9D-3631-BF5E-0841744C57C9}"/>
          </ac:spMkLst>
        </pc:spChg>
        <pc:spChg chg="del">
          <ac:chgData name="Li, Cong" userId="025630f4-267e-4cb3-8cd5-8795177f99f4" providerId="ADAL" clId="{929A2CC8-B112-421C-81E2-D5D63B23E300}" dt="2026-07-25T07:51:24.252" v="4426" actId="478"/>
          <ac:spMkLst>
            <pc:docMk/>
            <pc:sldMk cId="975484450" sldId="438"/>
            <ac:spMk id="12" creationId="{1211B9B9-7FF8-2DC0-4E85-5CE593F70341}"/>
          </ac:spMkLst>
        </pc:spChg>
        <pc:spChg chg="add mod">
          <ac:chgData name="Li, Cong" userId="025630f4-267e-4cb3-8cd5-8795177f99f4" providerId="ADAL" clId="{929A2CC8-B112-421C-81E2-D5D63B23E300}" dt="2026-07-25T08:21:08.551" v="5973" actId="207"/>
          <ac:spMkLst>
            <pc:docMk/>
            <pc:sldMk cId="975484450" sldId="438"/>
            <ac:spMk id="14" creationId="{25BC2CCD-718D-DDB3-6D38-EA4EBE10D9EF}"/>
          </ac:spMkLst>
        </pc:spChg>
        <pc:picChg chg="del">
          <ac:chgData name="Li, Cong" userId="025630f4-267e-4cb3-8cd5-8795177f99f4" providerId="ADAL" clId="{929A2CC8-B112-421C-81E2-D5D63B23E300}" dt="2026-07-25T07:51:21.303" v="4425" actId="478"/>
          <ac:picMkLst>
            <pc:docMk/>
            <pc:sldMk cId="975484450" sldId="438"/>
            <ac:picMk id="4" creationId="{E3831C5F-E9A8-AB5A-C6E1-C098AB617D35}"/>
          </ac:picMkLst>
        </pc:picChg>
        <pc:picChg chg="add mod">
          <ac:chgData name="Li, Cong" userId="025630f4-267e-4cb3-8cd5-8795177f99f4" providerId="ADAL" clId="{929A2CC8-B112-421C-81E2-D5D63B23E300}" dt="2026-07-25T07:53:04.242" v="4572" actId="1036"/>
          <ac:picMkLst>
            <pc:docMk/>
            <pc:sldMk cId="975484450" sldId="438"/>
            <ac:picMk id="5" creationId="{20FC7324-AFE1-59F7-FC14-F14642ADA4F6}"/>
          </ac:picMkLst>
        </pc:picChg>
        <pc:picChg chg="del">
          <ac:chgData name="Li, Cong" userId="025630f4-267e-4cb3-8cd5-8795177f99f4" providerId="ADAL" clId="{929A2CC8-B112-421C-81E2-D5D63B23E300}" dt="2026-07-25T07:51:24.252" v="4426" actId="478"/>
          <ac:picMkLst>
            <pc:docMk/>
            <pc:sldMk cId="975484450" sldId="438"/>
            <ac:picMk id="9" creationId="{9FB84D2C-9BA2-DBFF-36CF-F340354B8487}"/>
          </ac:picMkLst>
        </pc:picChg>
        <pc:cxnChg chg="add mod">
          <ac:chgData name="Li, Cong" userId="025630f4-267e-4cb3-8cd5-8795177f99f4" providerId="ADAL" clId="{929A2CC8-B112-421C-81E2-D5D63B23E300}" dt="2026-07-25T07:59:11.623" v="4729" actId="14100"/>
          <ac:cxnSpMkLst>
            <pc:docMk/>
            <pc:sldMk cId="975484450" sldId="438"/>
            <ac:cxnSpMk id="6" creationId="{7467CE57-881C-F306-0BA7-EF508844578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8.875" v="6969" actId="1076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7-25T08:05:15.031" v="5273" actId="20577"/>
          <ac:spMkLst>
            <pc:docMk/>
            <pc:sldMk cId="1836001582" sldId="439"/>
            <ac:spMk id="2" creationId="{9C14DF8F-2529-71B4-5052-D1CB4794A1CB}"/>
          </ac:spMkLst>
        </pc:spChg>
        <pc:spChg chg="del">
          <ac:chgData name="Li, Cong" userId="025630f4-267e-4cb3-8cd5-8795177f99f4" providerId="ADAL" clId="{929A2CC8-B112-421C-81E2-D5D63B23E300}" dt="2026-07-25T08:05:07.783" v="5265" actId="478"/>
          <ac:spMkLst>
            <pc:docMk/>
            <pc:sldMk cId="1836001582" sldId="439"/>
            <ac:spMk id="7" creationId="{4EBD2487-3583-D1C7-2F32-A29718F5C10F}"/>
          </ac:spMkLst>
        </pc:spChg>
        <pc:spChg chg="mod">
          <ac:chgData name="Li, Cong" userId="025630f4-267e-4cb3-8cd5-8795177f99f4" providerId="ADAL" clId="{929A2CC8-B112-421C-81E2-D5D63B23E300}" dt="2026-07-25T08:06:27.282" v="540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7-25T08:08:33.933" v="5579" actId="1036"/>
          <ac:spMkLst>
            <pc:docMk/>
            <pc:sldMk cId="1836001582" sldId="439"/>
            <ac:spMk id="12" creationId="{E3710EA4-4F61-4577-E73B-AE66C28FD521}"/>
          </ac:spMkLst>
        </pc:spChg>
        <pc:spChg chg="del">
          <ac:chgData name="Li, Cong" userId="025630f4-267e-4cb3-8cd5-8795177f99f4" providerId="ADAL" clId="{929A2CC8-B112-421C-81E2-D5D63B23E300}" dt="2026-07-25T08:05:09.837" v="5266" actId="478"/>
          <ac:spMkLst>
            <pc:docMk/>
            <pc:sldMk cId="1836001582" sldId="439"/>
            <ac:spMk id="14" creationId="{DA094B6B-C6E9-145F-BEC2-F97539B2DB11}"/>
          </ac:spMkLst>
        </pc:spChg>
        <pc:picChg chg="add mod">
          <ac:chgData name="Li, Cong" userId="025630f4-267e-4cb3-8cd5-8795177f99f4" providerId="ADAL" clId="{929A2CC8-B112-421C-81E2-D5D63B23E300}" dt="2026-07-25T08:06:52.076" v="5429" actId="1035"/>
          <ac:picMkLst>
            <pc:docMk/>
            <pc:sldMk cId="1836001582" sldId="439"/>
            <ac:picMk id="4" creationId="{89FBA317-A003-D49D-25FF-17E35589EB0E}"/>
          </ac:picMkLst>
        </pc:picChg>
        <pc:picChg chg="del">
          <ac:chgData name="Li, Cong" userId="025630f4-267e-4cb3-8cd5-8795177f99f4" providerId="ADAL" clId="{929A2CC8-B112-421C-81E2-D5D63B23E300}" dt="2026-07-25T08:05:07.783" v="5265" actId="478"/>
          <ac:picMkLst>
            <pc:docMk/>
            <pc:sldMk cId="1836001582" sldId="439"/>
            <ac:picMk id="5" creationId="{E1AC0387-3EE6-EB05-99BD-6B7F64322AA2}"/>
          </ac:picMkLst>
        </pc:picChg>
        <pc:picChg chg="add mod">
          <ac:chgData name="Li, Cong" userId="025630f4-267e-4cb3-8cd5-8795177f99f4" providerId="ADAL" clId="{929A2CC8-B112-421C-81E2-D5D63B23E300}" dt="2026-07-25T08:43:38.875" v="6969" actId="1076"/>
          <ac:picMkLst>
            <pc:docMk/>
            <pc:sldMk cId="1836001582" sldId="439"/>
            <ac:picMk id="10" creationId="{14A52D8A-F155-8347-ECF9-99710BA2C76F}"/>
          </ac:picMkLst>
        </pc:picChg>
        <pc:cxnChg chg="del mod">
          <ac:chgData name="Li, Cong" userId="025630f4-267e-4cb3-8cd5-8795177f99f4" providerId="ADAL" clId="{929A2CC8-B112-421C-81E2-D5D63B23E300}" dt="2026-07-25T08:05:07.783" v="5265" actId="478"/>
          <ac:cxnSpMkLst>
            <pc:docMk/>
            <pc:sldMk cId="1836001582" sldId="439"/>
            <ac:cxnSpMk id="6" creationId="{12E438BC-DC11-9F6A-DB22-195A25E2348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1.765" v="6968" actId="1076"/>
        <pc:sldMkLst>
          <pc:docMk/>
          <pc:sldMk cId="2130296144" sldId="440"/>
        </pc:sldMkLst>
        <pc:spChg chg="mod">
          <ac:chgData name="Li, Cong" userId="025630f4-267e-4cb3-8cd5-8795177f99f4" providerId="ADAL" clId="{929A2CC8-B112-421C-81E2-D5D63B23E300}" dt="2026-07-25T08:08:41.040" v="5581" actId="20577"/>
          <ac:spMkLst>
            <pc:docMk/>
            <pc:sldMk cId="2130296144" sldId="440"/>
            <ac:spMk id="2" creationId="{A5848D72-2F91-DA59-F5BF-32C1876B6E86}"/>
          </ac:spMkLst>
        </pc:spChg>
        <pc:spChg chg="mod">
          <ac:chgData name="Li, Cong" userId="025630f4-267e-4cb3-8cd5-8795177f99f4" providerId="ADAL" clId="{929A2CC8-B112-421C-81E2-D5D63B23E300}" dt="2026-07-25T08:09:03.245" v="5621" actId="20577"/>
          <ac:spMkLst>
            <pc:docMk/>
            <pc:sldMk cId="2130296144" sldId="440"/>
            <ac:spMk id="8" creationId="{F65207BA-44D8-F50C-0531-65B47543C123}"/>
          </ac:spMkLst>
        </pc:spChg>
        <pc:spChg chg="mod">
          <ac:chgData name="Li, Cong" userId="025630f4-267e-4cb3-8cd5-8795177f99f4" providerId="ADAL" clId="{929A2CC8-B112-421C-81E2-D5D63B23E300}" dt="2026-07-25T08:11:07.293" v="5776" actId="1036"/>
          <ac:spMkLst>
            <pc:docMk/>
            <pc:sldMk cId="2130296144" sldId="440"/>
            <ac:spMk id="12" creationId="{5D437E38-556C-1D23-68EE-B62EF8D25D06}"/>
          </ac:spMkLst>
        </pc:spChg>
        <pc:picChg chg="del">
          <ac:chgData name="Li, Cong" userId="025630f4-267e-4cb3-8cd5-8795177f99f4" providerId="ADAL" clId="{929A2CC8-B112-421C-81E2-D5D63B23E300}" dt="2026-07-25T08:09:22.742" v="5622" actId="478"/>
          <ac:picMkLst>
            <pc:docMk/>
            <pc:sldMk cId="2130296144" sldId="440"/>
            <ac:picMk id="4" creationId="{46A77E9A-C0A5-7E87-19C3-2C3934850DE1}"/>
          </ac:picMkLst>
        </pc:picChg>
        <pc:picChg chg="add mod ord">
          <ac:chgData name="Li, Cong" userId="025630f4-267e-4cb3-8cd5-8795177f99f4" providerId="ADAL" clId="{929A2CC8-B112-421C-81E2-D5D63B23E300}" dt="2026-07-25T08:43:31.765" v="6968" actId="1076"/>
          <ac:picMkLst>
            <pc:docMk/>
            <pc:sldMk cId="2130296144" sldId="440"/>
            <ac:picMk id="5" creationId="{14135717-D4A6-B309-517A-B9D2F3400ECD}"/>
          </ac:picMkLst>
        </pc:picChg>
        <pc:picChg chg="add mod">
          <ac:chgData name="Li, Cong" userId="025630f4-267e-4cb3-8cd5-8795177f99f4" providerId="ADAL" clId="{929A2CC8-B112-421C-81E2-D5D63B23E300}" dt="2026-07-25T08:10:57.915" v="5768" actId="1035"/>
          <ac:picMkLst>
            <pc:docMk/>
            <pc:sldMk cId="2130296144" sldId="440"/>
            <ac:picMk id="7" creationId="{A7702069-2C00-33F0-F1C7-A6784E6EA251}"/>
          </ac:picMkLst>
        </pc:picChg>
        <pc:picChg chg="del">
          <ac:chgData name="Li, Cong" userId="025630f4-267e-4cb3-8cd5-8795177f99f4" providerId="ADAL" clId="{929A2CC8-B112-421C-81E2-D5D63B23E300}" dt="2026-07-25T08:09:41.111" v="5632" actId="478"/>
          <ac:picMkLst>
            <pc:docMk/>
            <pc:sldMk cId="2130296144" sldId="440"/>
            <ac:picMk id="10" creationId="{D4330C72-4E94-A6E5-DF3D-8F85FE26CF3D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5T08:43:12.669" v="6966" actId="1076"/>
        <pc:sldMkLst>
          <pc:docMk/>
          <pc:sldMk cId="1948687007" sldId="441"/>
        </pc:sldMkLst>
        <pc:spChg chg="mod">
          <ac:chgData name="Li, Cong" userId="025630f4-267e-4cb3-8cd5-8795177f99f4" providerId="ADAL" clId="{929A2CC8-B112-421C-81E2-D5D63B23E300}" dt="2026-07-25T08:28:24.041" v="6183" actId="20577"/>
          <ac:spMkLst>
            <pc:docMk/>
            <pc:sldMk cId="1948687007" sldId="441"/>
            <ac:spMk id="2" creationId="{BA2FAF7C-E4C6-F528-C631-805F715DD5EC}"/>
          </ac:spMkLst>
        </pc:spChg>
        <pc:spChg chg="mod">
          <ac:chgData name="Li, Cong" userId="025630f4-267e-4cb3-8cd5-8795177f99f4" providerId="ADAL" clId="{929A2CC8-B112-421C-81E2-D5D63B23E300}" dt="2026-07-25T08:36:37.066" v="6592" actId="20577"/>
          <ac:spMkLst>
            <pc:docMk/>
            <pc:sldMk cId="1948687007" sldId="441"/>
            <ac:spMk id="8" creationId="{205B9DCB-6FFF-5A59-A2B7-89E4DF525639}"/>
          </ac:spMkLst>
        </pc:spChg>
        <pc:spChg chg="mod">
          <ac:chgData name="Li, Cong" userId="025630f4-267e-4cb3-8cd5-8795177f99f4" providerId="ADAL" clId="{929A2CC8-B112-421C-81E2-D5D63B23E300}" dt="2026-07-25T08:37:10.875" v="6717" actId="20577"/>
          <ac:spMkLst>
            <pc:docMk/>
            <pc:sldMk cId="1948687007" sldId="441"/>
            <ac:spMk id="9" creationId="{FE58FE84-4BC0-81C0-1412-7BA1F2935AE4}"/>
          </ac:spMkLst>
        </pc:spChg>
        <pc:picChg chg="add mod">
          <ac:chgData name="Li, Cong" userId="025630f4-267e-4cb3-8cd5-8795177f99f4" providerId="ADAL" clId="{929A2CC8-B112-421C-81E2-D5D63B23E300}" dt="2026-07-25T08:43:12.669" v="6966" actId="1076"/>
          <ac:picMkLst>
            <pc:docMk/>
            <pc:sldMk cId="1948687007" sldId="441"/>
            <ac:picMk id="4" creationId="{E241FCEA-AB51-18CC-FFB4-1F09FAF9A2E7}"/>
          </ac:picMkLst>
        </pc:picChg>
        <pc:picChg chg="add mod">
          <ac:chgData name="Li, Cong" userId="025630f4-267e-4cb3-8cd5-8795177f99f4" providerId="ADAL" clId="{929A2CC8-B112-421C-81E2-D5D63B23E300}" dt="2026-07-25T08:42:51.563" v="6962" actId="1076"/>
          <ac:picMkLst>
            <pc:docMk/>
            <pc:sldMk cId="1948687007" sldId="441"/>
            <ac:picMk id="6" creationId="{D948C1DA-90E7-1BE1-919C-2E1E454250D5}"/>
          </ac:picMkLst>
        </pc:picChg>
        <pc:picChg chg="del">
          <ac:chgData name="Li, Cong" userId="025630f4-267e-4cb3-8cd5-8795177f99f4" providerId="ADAL" clId="{929A2CC8-B112-421C-81E2-D5D63B23E300}" dt="2026-07-25T08:27:19.490" v="6112" actId="478"/>
          <ac:picMkLst>
            <pc:docMk/>
            <pc:sldMk cId="1948687007" sldId="441"/>
            <ac:picMk id="10" creationId="{4E72B74C-CAB1-DF7B-A5FA-C31BFC181651}"/>
          </ac:picMkLst>
        </pc:picChg>
        <pc:picChg chg="del">
          <ac:chgData name="Li, Cong" userId="025630f4-267e-4cb3-8cd5-8795177f99f4" providerId="ADAL" clId="{929A2CC8-B112-421C-81E2-D5D63B23E300}" dt="2026-07-25T08:28:54.194" v="6192" actId="478"/>
          <ac:picMkLst>
            <pc:docMk/>
            <pc:sldMk cId="1948687007" sldId="441"/>
            <ac:picMk id="13" creationId="{6B0F190F-92BC-A5DA-01C5-8A7B5443E8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A513-3F22-36BA-B8B4-539C56A8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4B4F0-C885-6728-B5A0-996653342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B1A74-4879-E141-A6C9-9F716B6A6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32C4-97AE-20D3-5602-EE1CD304D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405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C494-36F8-BAAC-CD2B-990FAF2F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C938F-D9C5-3E9E-C735-8561EC386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91EBC-23BF-145B-1BAE-207F4F996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50DE8-2484-D3BC-30BD-A8891A1D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4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3.4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3.4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‘simple.cpp’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’simple.cpp’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754331" y="2596088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Include some header files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引用一些头文件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04BAEC-D36B-0FD6-637E-AF514FEB6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52800"/>
            <a:ext cx="2086822" cy="53035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E3B81A-27DE-20ED-F820-94CEEC92EF15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>
            <a:off x="2809879" y="3737521"/>
            <a:ext cx="15335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C0514F-747F-78CE-6654-A308A16B9263}"/>
              </a:ext>
            </a:extLst>
          </p:cNvPr>
          <p:cNvSpPr txBox="1"/>
          <p:nvPr/>
        </p:nvSpPr>
        <p:spPr>
          <a:xfrm>
            <a:off x="4343400" y="3352800"/>
            <a:ext cx="35814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customized header file</a:t>
            </a:r>
          </a:p>
          <a:p>
            <a:pPr algn="ctr"/>
            <a:r>
              <a:rPr lang="zh-CN" altLang="en-US" sz="2200" dirty="0"/>
              <a:t>一个自己定制的头文件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7552B6-8C0C-56AA-C9BB-17E6C4882314}"/>
              </a:ext>
            </a:extLst>
          </p:cNvPr>
          <p:cNvSpPr txBox="1"/>
          <p:nvPr/>
        </p:nvSpPr>
        <p:spPr>
          <a:xfrm>
            <a:off x="609600" y="425514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the training &amp; test data files</a:t>
            </a:r>
          </a:p>
          <a:p>
            <a:pPr algn="ctr"/>
            <a:r>
              <a:rPr lang="zh-CN" altLang="en-US" sz="2200" dirty="0"/>
              <a:t>定义训练和测试数据文件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B8BFFE-5C41-10DC-83ED-756689B19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78652"/>
            <a:ext cx="4744112" cy="56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CFE6-E405-21CD-B900-64F29722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189D-6874-E411-CCEA-8DAB171A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Look at the Customized Header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看看自己定制的头文件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C72135-BA3A-11B9-754E-A290B1EE2134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Inside the</a:t>
            </a:r>
            <a:r>
              <a:rPr lang="zh-CN" altLang="en-US" sz="2200" dirty="0"/>
              <a:t> </a:t>
            </a:r>
            <a:r>
              <a:rPr lang="en-US" altLang="zh-CN" sz="2200" dirty="0"/>
              <a:t>existing ‘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’, we see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在已有的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</a:t>
            </a:r>
            <a:r>
              <a:rPr lang="zh-CN" altLang="en-US" sz="2200" dirty="0"/>
              <a:t>中我们看到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5FD27-2EE2-4CA8-F477-4D510670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72887"/>
            <a:ext cx="1806192" cy="2629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22A28E-B47B-44F3-3097-E6D1B0925A1A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 bwMode="auto">
          <a:xfrm flipH="1">
            <a:off x="2537712" y="2594521"/>
            <a:ext cx="1510409" cy="9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600034-C814-80C2-C200-93B7D9EFBA44}"/>
              </a:ext>
            </a:extLst>
          </p:cNvPr>
          <p:cNvSpPr txBox="1"/>
          <p:nvPr/>
        </p:nvSpPr>
        <p:spPr>
          <a:xfrm>
            <a:off x="4048121" y="2209800"/>
            <a:ext cx="1971679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Array length</a:t>
            </a:r>
          </a:p>
          <a:p>
            <a:pPr algn="ctr"/>
            <a:r>
              <a:rPr lang="zh-CN" altLang="en-US" sz="2200" dirty="0"/>
              <a:t>数组长度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D12BEA-B088-8CE2-BE66-C300A0BCEAC1}"/>
              </a:ext>
            </a:extLst>
          </p:cNvPr>
          <p:cNvCxnSpPr>
            <a:cxnSpLocks/>
            <a:stCxn id="17" idx="1"/>
            <a:endCxn id="7" idx="3"/>
          </p:cNvCxnSpPr>
          <p:nvPr/>
        </p:nvCxnSpPr>
        <p:spPr bwMode="auto">
          <a:xfrm flipH="1">
            <a:off x="2526281" y="4032980"/>
            <a:ext cx="1361691" cy="147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3ECF95-86EC-DA8B-AAE8-EFD4682997D4}"/>
              </a:ext>
            </a:extLst>
          </p:cNvPr>
          <p:cNvSpPr txBox="1"/>
          <p:nvPr/>
        </p:nvSpPr>
        <p:spPr>
          <a:xfrm>
            <a:off x="3887972" y="2971151"/>
            <a:ext cx="5185140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</a:t>
            </a:r>
            <a:r>
              <a:rPr lang="en-US" altLang="zh-CN" sz="2200" dirty="0">
                <a:solidFill>
                  <a:srgbClr val="C00000"/>
                </a:solidFill>
              </a:rPr>
              <a:t>struct</a:t>
            </a:r>
            <a:r>
              <a:rPr lang="en-US" altLang="zh-CN" sz="2200" dirty="0"/>
              <a:t> to represent training/test data, including data size, input data (2D array), class label (1D array)</a:t>
            </a:r>
          </a:p>
          <a:p>
            <a:pPr algn="ctr"/>
            <a:r>
              <a:rPr lang="zh-CN" altLang="en-US" sz="2200" dirty="0"/>
              <a:t>一个表示训练</a:t>
            </a:r>
            <a:r>
              <a:rPr lang="en-US" altLang="zh-CN" sz="2200" dirty="0"/>
              <a:t>/</a:t>
            </a:r>
            <a:r>
              <a:rPr lang="zh-CN" altLang="en-US" sz="2200" dirty="0"/>
              <a:t>测试数据的</a:t>
            </a:r>
            <a:r>
              <a:rPr lang="zh-CN" altLang="en-US" sz="2200" dirty="0">
                <a:solidFill>
                  <a:srgbClr val="C00000"/>
                </a:solidFill>
              </a:rPr>
              <a:t>结构</a:t>
            </a:r>
            <a:r>
              <a:rPr lang="zh-CN" altLang="en-US" sz="2200" dirty="0"/>
              <a:t>，包含数据量，输入数据（</a:t>
            </a:r>
            <a:r>
              <a:rPr lang="en-US" altLang="zh-CN" sz="2200" dirty="0"/>
              <a:t>2</a:t>
            </a:r>
            <a:r>
              <a:rPr lang="zh-CN" altLang="en-US" sz="2200" dirty="0"/>
              <a:t>维数组），类别标记（</a:t>
            </a:r>
            <a:r>
              <a:rPr lang="en-US" altLang="zh-CN" sz="2200" dirty="0"/>
              <a:t>1</a:t>
            </a:r>
            <a:r>
              <a:rPr lang="zh-CN" altLang="en-US" sz="2200" dirty="0"/>
              <a:t>维数组）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36469-CEE2-009E-240A-39C703D87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53282"/>
            <a:ext cx="1794761" cy="1588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034795-043B-FCAB-D1E1-3DAD0EED46C2}"/>
              </a:ext>
            </a:extLst>
          </p:cNvPr>
          <p:cNvSpPr txBox="1"/>
          <p:nvPr/>
        </p:nvSpPr>
        <p:spPr>
          <a:xfrm>
            <a:off x="731520" y="5105400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‘*’ here refers to legacy C/C++ </a:t>
            </a:r>
            <a:r>
              <a:rPr lang="en-US" altLang="zh-CN" sz="2200" dirty="0">
                <a:solidFill>
                  <a:srgbClr val="C00000"/>
                </a:solidFill>
              </a:rPr>
              <a:t>pointers</a:t>
            </a:r>
            <a:r>
              <a:rPr lang="en-US" altLang="zh-CN" sz="2200" dirty="0"/>
              <a:t>. We don’t go to those details, but simply regard them as arrays 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这里的</a:t>
            </a:r>
            <a:r>
              <a:rPr lang="en-US" altLang="zh-CN" sz="2200" dirty="0"/>
              <a:t>’*’</a:t>
            </a:r>
            <a:r>
              <a:rPr lang="zh-CN" altLang="en-US" sz="2200" dirty="0"/>
              <a:t>代表了传统的</a:t>
            </a:r>
            <a:r>
              <a:rPr lang="en-US" altLang="zh-CN" sz="2200" dirty="0"/>
              <a:t>C/C++</a:t>
            </a:r>
            <a:r>
              <a:rPr lang="zh-CN" altLang="en-US" sz="2200" dirty="0">
                <a:solidFill>
                  <a:srgbClr val="C00000"/>
                </a:solidFill>
              </a:rPr>
              <a:t>指针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algn="ctr"/>
            <a:r>
              <a:rPr lang="zh-CN" altLang="en-US" sz="2200" dirty="0"/>
              <a:t>我们不讲细节了，只是简单把它们当作数组使用</a:t>
            </a:r>
          </a:p>
        </p:txBody>
      </p:sp>
    </p:spTree>
    <p:extLst>
      <p:ext uri="{BB962C8B-B14F-4D97-AF65-F5344CB8AC3E}">
        <p14:creationId xmlns:p14="http://schemas.microsoft.com/office/powerpoint/2010/main" val="342726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7" grpId="0" animBg="1"/>
      <p:bldP spid="17" grpId="1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48D8-2A19-1CF1-28BF-64EC3567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5A98-D890-B1FC-BA5C-E4AC8EB9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Look at the Customized Header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看看自己定制的头文件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E85360-8A0D-CA84-7231-7ED019637B92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Inside the</a:t>
            </a:r>
            <a:r>
              <a:rPr lang="zh-CN" altLang="en-US" sz="2200" dirty="0"/>
              <a:t> </a:t>
            </a:r>
            <a:r>
              <a:rPr lang="en-US" altLang="zh-CN" sz="2200" dirty="0"/>
              <a:t>existing ‘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’, we see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在已有的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data.h</a:t>
            </a:r>
            <a:r>
              <a:rPr lang="en-US" altLang="zh-CN" sz="2200" dirty="0"/>
              <a:t>’</a:t>
            </a:r>
            <a:r>
              <a:rPr lang="zh-CN" altLang="en-US" sz="2200" dirty="0"/>
              <a:t>中我们看到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03CDB-3E7F-93F8-1866-FADEE27E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72887"/>
            <a:ext cx="1806192" cy="2629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853FB5-5FEA-145A-50CC-886B68809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00610"/>
            <a:ext cx="4378301" cy="28579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F90E15-9FD2-B92D-8019-87B1E28D3DEA}"/>
              </a:ext>
            </a:extLst>
          </p:cNvPr>
          <p:cNvSpPr txBox="1"/>
          <p:nvPr/>
        </p:nvSpPr>
        <p:spPr>
          <a:xfrm>
            <a:off x="328101" y="5813441"/>
            <a:ext cx="518514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function to read data from file </a:t>
            </a:r>
          </a:p>
          <a:p>
            <a:pPr algn="ctr"/>
            <a:r>
              <a:rPr lang="zh-CN" altLang="en-US" sz="2200" dirty="0"/>
              <a:t>从文件中读取数据的函数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7C7296-BE77-00AF-9EC0-EED3A83B99E2}"/>
              </a:ext>
            </a:extLst>
          </p:cNvPr>
          <p:cNvCxnSpPr>
            <a:cxnSpLocks/>
            <a:stCxn id="27" idx="0"/>
            <a:endCxn id="26" idx="2"/>
          </p:cNvCxnSpPr>
          <p:nvPr/>
        </p:nvCxnSpPr>
        <p:spPr bwMode="auto">
          <a:xfrm flipV="1">
            <a:off x="2920671" y="5486400"/>
            <a:ext cx="0" cy="3270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870C7FA-6E71-CFD8-2DB3-458F62278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53282"/>
            <a:ext cx="1794761" cy="15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8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Distance Calculation  </a:t>
            </a:r>
            <a:r>
              <a:rPr lang="zh-CN" altLang="en-US" dirty="0">
                <a:ea typeface="ＭＳ Ｐゴシック" panose="020B0600070205080204" pitchFamily="34" charset="-128"/>
              </a:rPr>
              <a:t>距离计算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01C2E-BDCB-ECFB-B515-44C5AB2F3678}"/>
              </a:ext>
            </a:extLst>
          </p:cNvPr>
          <p:cNvSpPr txBox="1"/>
          <p:nvPr/>
        </p:nvSpPr>
        <p:spPr>
          <a:xfrm>
            <a:off x="1524000" y="1600200"/>
            <a:ext cx="609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 back to ‘simple.cpp’, write a function to calculate Euclidean distance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回到</a:t>
            </a:r>
            <a:r>
              <a:rPr lang="en-US" altLang="zh-CN" sz="2200" dirty="0"/>
              <a:t>’simple.cpp’</a:t>
            </a:r>
            <a:r>
              <a:rPr lang="zh-CN" altLang="en-US" sz="2200" dirty="0"/>
              <a:t>，编写一个计算欧氏距离的函数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52328-00BA-63A7-6553-1BD3267C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6047314" cy="238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ADB4-1C16-7F09-1FC9-AE224A33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4A40-A174-C108-DFEF-B3E7AB89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BAADC-4949-1116-EC15-B9129E508906}"/>
              </a:ext>
            </a:extLst>
          </p:cNvPr>
          <p:cNvSpPr txBox="1"/>
          <p:nvPr/>
        </p:nvSpPr>
        <p:spPr>
          <a:xfrm>
            <a:off x="419100" y="16689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w/ the ‘main’ function, read the training/testing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从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函数开始，读取训练</a:t>
            </a:r>
            <a:r>
              <a:rPr lang="en-US" altLang="zh-CN" sz="2200" dirty="0"/>
              <a:t>/</a:t>
            </a:r>
            <a:r>
              <a:rPr lang="zh-CN" altLang="en-US" sz="2200" dirty="0"/>
              <a:t>测试数据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7C10C-5128-C799-A0FB-8B07832A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8400"/>
            <a:ext cx="5898703" cy="1040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596441-8F47-215B-0293-FA0744832341}"/>
              </a:ext>
            </a:extLst>
          </p:cNvPr>
          <p:cNvSpPr txBox="1"/>
          <p:nvPr/>
        </p:nvSpPr>
        <p:spPr>
          <a:xfrm>
            <a:off x="419100" y="3733800"/>
            <a:ext cx="830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Track the number of correct classification, start timing, &amp; then loop over all the test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准备记录正确分类的数目，开始计时，并循环遍历所有的测试数据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FB991D-6089-4714-426B-6863FAD9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867209"/>
            <a:ext cx="4846997" cy="10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9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7CFE-4754-BCD2-CA58-D0B60611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9B0-06FB-5196-B5DB-3AEC017E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Classification  </a:t>
            </a:r>
            <a:r>
              <a:rPr lang="zh-CN" altLang="en-US" dirty="0">
                <a:ea typeface="ＭＳ Ｐゴシック" panose="020B0600070205080204" pitchFamily="34" charset="-128"/>
              </a:rPr>
              <a:t>最近邻分类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B7B53-6279-827A-E8B7-9EA6577CE840}"/>
              </a:ext>
            </a:extLst>
          </p:cNvPr>
          <p:cNvSpPr txBox="1"/>
          <p:nvPr/>
        </p:nvSpPr>
        <p:spPr>
          <a:xfrm>
            <a:off x="419100" y="16689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Track the minimum distance so far &amp; the corresponding class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准备记录到目前为止的最短距离及其下标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D11C6-57EE-0FAF-A62C-1513C6527101}"/>
              </a:ext>
            </a:extLst>
          </p:cNvPr>
          <p:cNvSpPr txBox="1"/>
          <p:nvPr/>
        </p:nvSpPr>
        <p:spPr>
          <a:xfrm>
            <a:off x="419100" y="3311604"/>
            <a:ext cx="830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 over the training data, calculate the distance, &amp; update the trackers if it’s a closer neighbor</a:t>
            </a:r>
          </a:p>
          <a:p>
            <a:pPr algn="ctr"/>
            <a:r>
              <a:rPr lang="zh-CN" altLang="en-US" sz="2200" dirty="0"/>
              <a:t>循环遍历训练数据，计算距离，如果是一个更近的邻居，更新记录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E74F1-E41D-6318-CE80-ACC60813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2720719" cy="525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7FB1B9-EDFD-E93C-6EF0-F03DF75D0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419600"/>
            <a:ext cx="7556285" cy="232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3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20D6-9D7A-34C3-5DE1-7F1A1503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2705-0CB7-8B9D-115C-B9B1830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Check Recognition Correctness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检查识别正确性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CF5D4-E5ED-2D43-B04E-A6BDB43CE1A3}"/>
              </a:ext>
            </a:extLst>
          </p:cNvPr>
          <p:cNvSpPr txBox="1"/>
          <p:nvPr/>
        </p:nvSpPr>
        <p:spPr>
          <a:xfrm>
            <a:off x="419100" y="16689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classification result w/ the ground truth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对比分类结果和真实类别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EB744-8A13-B698-B91B-A7DBF6E27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38400"/>
            <a:ext cx="5178512" cy="1005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684C45-2C95-1D8F-8669-A6174BFE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737652"/>
            <a:ext cx="2617835" cy="5487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099BDD-4F29-81BA-2A76-5224D579548C}"/>
              </a:ext>
            </a:extLst>
          </p:cNvPr>
          <p:cNvSpPr txBox="1"/>
          <p:nvPr/>
        </p:nvSpPr>
        <p:spPr>
          <a:xfrm>
            <a:off x="419100" y="3967681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outer loop &amp; stop timing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结束外重循环并停止计时</a:t>
            </a:r>
          </a:p>
        </p:txBody>
      </p:sp>
    </p:spTree>
    <p:extLst>
      <p:ext uri="{BB962C8B-B14F-4D97-AF65-F5344CB8AC3E}">
        <p14:creationId xmlns:p14="http://schemas.microsoft.com/office/powerpoint/2010/main" val="111641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Output  </a:t>
            </a:r>
            <a:r>
              <a:rPr lang="zh-CN" altLang="en-US" dirty="0">
                <a:ea typeface="ＭＳ Ｐゴシック" panose="020B0600070205080204" pitchFamily="34" charset="-128"/>
              </a:rPr>
              <a:t>结果输出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33F2C-B812-7AE3-B5E7-4EE37E497793}"/>
              </a:ext>
            </a:extLst>
          </p:cNvPr>
          <p:cNvSpPr txBox="1"/>
          <p:nvPr/>
        </p:nvSpPr>
        <p:spPr>
          <a:xfrm>
            <a:off x="605481" y="3878759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recognition accuracy  </a:t>
            </a:r>
            <a:r>
              <a:rPr lang="zh-CN" altLang="en-US" sz="2200" dirty="0"/>
              <a:t>输出识别结果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42651-BF0A-BB1B-A552-A7B454ACE1B3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Output execution time, latency per sample, &amp; throughput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200" dirty="0"/>
              <a:t>输出执行时间、单数据的耗时和吞吐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94807-6DDC-8FA6-DD74-7895E326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362200"/>
            <a:ext cx="7807780" cy="1337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F47218-2DC8-4910-AC02-C50E5A9AE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94910"/>
            <a:ext cx="6138767" cy="1063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D48EE-ADFA-F533-C68C-3F7B9F6A6A27}"/>
              </a:ext>
            </a:extLst>
          </p:cNvPr>
          <p:cNvSpPr txBox="1"/>
          <p:nvPr/>
        </p:nvSpPr>
        <p:spPr>
          <a:xfrm>
            <a:off x="609600" y="5555159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SRC=simple.cpp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run-simple.exe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16136</TotalTime>
  <Words>638</Words>
  <Application>Microsoft Office PowerPoint</Application>
  <PresentationFormat>On-screen Show (4:3)</PresentationFormat>
  <Paragraphs>58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3.4</vt:lpstr>
      <vt:lpstr>Basic Settings  基本设置</vt:lpstr>
      <vt:lpstr>Look at the Customized Header   看看自己定制的头文件</vt:lpstr>
      <vt:lpstr>Look at the Customized Header   看看自己定制的头文件</vt:lpstr>
      <vt:lpstr>Distance Calculation  距离计算</vt:lpstr>
      <vt:lpstr>Main Program  主程序</vt:lpstr>
      <vt:lpstr>Nearest Neighbor Classification  最近邻分类</vt:lpstr>
      <vt:lpstr>Check Recognition Correctness   检查识别正确性</vt:lpstr>
      <vt:lpstr>Result Output  结果输出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1152</cp:revision>
  <dcterms:created xsi:type="dcterms:W3CDTF">2003-03-13T01:36:43Z</dcterms:created>
  <dcterms:modified xsi:type="dcterms:W3CDTF">2026-08-22T07:13:22Z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