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17"/>
  </p:notesMasterIdLst>
  <p:handoutMasterIdLst>
    <p:handoutMasterId r:id="rId18"/>
  </p:handoutMasterIdLst>
  <p:sldIdLst>
    <p:sldId id="286" r:id="rId2"/>
    <p:sldId id="415" r:id="rId3"/>
    <p:sldId id="452" r:id="rId4"/>
    <p:sldId id="438" r:id="rId5"/>
    <p:sldId id="453" r:id="rId6"/>
    <p:sldId id="454" r:id="rId7"/>
    <p:sldId id="435" r:id="rId8"/>
    <p:sldId id="455" r:id="rId9"/>
    <p:sldId id="446" r:id="rId10"/>
    <p:sldId id="447" r:id="rId11"/>
    <p:sldId id="456" r:id="rId12"/>
    <p:sldId id="448" r:id="rId13"/>
    <p:sldId id="457" r:id="rId14"/>
    <p:sldId id="436" r:id="rId15"/>
    <p:sldId id="353" r:id="rId16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99"/>
    <a:srgbClr val="B2B2B2"/>
    <a:srgbClr val="993366"/>
    <a:srgbClr val="339933"/>
    <a:srgbClr val="33CC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C9E0A4-EC45-4EC7-A41C-75DF3B842FE2}" v="1454" dt="2026-07-25T08:58:18.18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63" autoAdjust="0"/>
    <p:restoredTop sz="80897" autoAdjust="0"/>
  </p:normalViewPr>
  <p:slideViewPr>
    <p:cSldViewPr>
      <p:cViewPr>
        <p:scale>
          <a:sx n="70" d="100"/>
          <a:sy n="70" d="100"/>
        </p:scale>
        <p:origin x="264" y="-48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, Cong" userId="025630f4-267e-4cb3-8cd5-8795177f99f4" providerId="ADAL" clId="{929A2CC8-B112-421C-81E2-D5D63B23E300}"/>
    <pc:docChg chg="undo custSel addSld delSld modSld">
      <pc:chgData name="Li, Cong" userId="025630f4-267e-4cb3-8cd5-8795177f99f4" providerId="ADAL" clId="{929A2CC8-B112-421C-81E2-D5D63B23E300}" dt="2026-07-25T08:58:18.182" v="7930" actId="20577"/>
      <pc:docMkLst>
        <pc:docMk/>
      </pc:docMkLst>
      <pc:sldChg chg="modSp mod">
        <pc:chgData name="Li, Cong" userId="025630f4-267e-4cb3-8cd5-8795177f99f4" providerId="ADAL" clId="{929A2CC8-B112-421C-81E2-D5D63B23E300}" dt="2026-07-25T07:29:24.603" v="3791" actId="20577"/>
        <pc:sldMkLst>
          <pc:docMk/>
          <pc:sldMk cId="0" sldId="286"/>
        </pc:sldMkLst>
        <pc:spChg chg="mod">
          <ac:chgData name="Li, Cong" userId="025630f4-267e-4cb3-8cd5-8795177f99f4" providerId="ADAL" clId="{929A2CC8-B112-421C-81E2-D5D63B23E300}" dt="2026-07-25T07:29:24.603" v="3791" actId="20577"/>
          <ac:spMkLst>
            <pc:docMk/>
            <pc:sldMk cId="0" sldId="286"/>
            <ac:spMk id="4" creationId="{D050F980-1D76-4E39-94EB-A1B939407DEF}"/>
          </ac:spMkLst>
        </pc:spChg>
        <pc:spChg chg="mod">
          <ac:chgData name="Li, Cong" userId="025630f4-267e-4cb3-8cd5-8795177f99f4" providerId="ADAL" clId="{929A2CC8-B112-421C-81E2-D5D63B23E300}" dt="2026-07-25T07:29:21.163" v="3788" actId="20577"/>
          <ac:spMkLst>
            <pc:docMk/>
            <pc:sldMk cId="0" sldId="286"/>
            <ac:spMk id="5122" creationId="{00000000-0000-0000-0000-000000000000}"/>
          </ac:spMkLst>
        </pc:spChg>
      </pc:sldChg>
      <pc:sldChg chg="addSp delSp modSp mod delAnim modAnim">
        <pc:chgData name="Li, Cong" userId="025630f4-267e-4cb3-8cd5-8795177f99f4" providerId="ADAL" clId="{929A2CC8-B112-421C-81E2-D5D63B23E300}" dt="2026-07-25T07:32:09.238" v="4028" actId="20577"/>
        <pc:sldMkLst>
          <pc:docMk/>
          <pc:sldMk cId="796492521" sldId="415"/>
        </pc:sldMkLst>
        <pc:spChg chg="mod">
          <ac:chgData name="Li, Cong" userId="025630f4-267e-4cb3-8cd5-8795177f99f4" providerId="ADAL" clId="{929A2CC8-B112-421C-81E2-D5D63B23E300}" dt="2026-07-11T06:38:35.086" v="207" actId="20577"/>
          <ac:spMkLst>
            <pc:docMk/>
            <pc:sldMk cId="796492521" sldId="415"/>
            <ac:spMk id="2" creationId="{ADE6B920-28FE-41F4-B19E-AF72E4D6D2C6}"/>
          </ac:spMkLst>
        </pc:spChg>
        <pc:spChg chg="add mod">
          <ac:chgData name="Li, Cong" userId="025630f4-267e-4cb3-8cd5-8795177f99f4" providerId="ADAL" clId="{929A2CC8-B112-421C-81E2-D5D63B23E300}" dt="2026-07-25T07:32:01.278" v="4019" actId="1036"/>
          <ac:spMkLst>
            <pc:docMk/>
            <pc:sldMk cId="796492521" sldId="415"/>
            <ac:spMk id="8" creationId="{09893ABE-23FF-165D-DDA2-8D0905FDB8F4}"/>
          </ac:spMkLst>
        </pc:spChg>
        <pc:spChg chg="add del mod">
          <ac:chgData name="Li, Cong" userId="025630f4-267e-4cb3-8cd5-8795177f99f4" providerId="ADAL" clId="{929A2CC8-B112-421C-81E2-D5D63B23E300}" dt="2026-07-25T07:30:08.363" v="3813" actId="478"/>
          <ac:spMkLst>
            <pc:docMk/>
            <pc:sldMk cId="796492521" sldId="415"/>
            <ac:spMk id="9" creationId="{52E99CE4-F0B2-7EE2-3AD4-F0C8FC773C69}"/>
          </ac:spMkLst>
        </pc:spChg>
        <pc:spChg chg="add mod">
          <ac:chgData name="Li, Cong" userId="025630f4-267e-4cb3-8cd5-8795177f99f4" providerId="ADAL" clId="{929A2CC8-B112-421C-81E2-D5D63B23E300}" dt="2026-07-25T07:32:09.238" v="4028" actId="20577"/>
          <ac:spMkLst>
            <pc:docMk/>
            <pc:sldMk cId="796492521" sldId="415"/>
            <ac:spMk id="11" creationId="{A3DE4361-0528-9A32-9B49-B6D88AD36DAC}"/>
          </ac:spMkLst>
        </pc:spChg>
        <pc:spChg chg="add del mod">
          <ac:chgData name="Li, Cong" userId="025630f4-267e-4cb3-8cd5-8795177f99f4" providerId="ADAL" clId="{929A2CC8-B112-421C-81E2-D5D63B23E300}" dt="2026-07-25T07:30:08.363" v="3813" actId="478"/>
          <ac:spMkLst>
            <pc:docMk/>
            <pc:sldMk cId="796492521" sldId="415"/>
            <ac:spMk id="18" creationId="{80AB2A7A-E9B0-E260-77C9-C851888CF536}"/>
          </ac:spMkLst>
        </pc:spChg>
        <pc:spChg chg="add mod">
          <ac:chgData name="Li, Cong" userId="025630f4-267e-4cb3-8cd5-8795177f99f4" providerId="ADAL" clId="{929A2CC8-B112-421C-81E2-D5D63B23E300}" dt="2026-07-25T07:29:37.415" v="3807"/>
          <ac:spMkLst>
            <pc:docMk/>
            <pc:sldMk cId="796492521" sldId="415"/>
            <ac:spMk id="19" creationId="{23CD657D-BF24-8236-C712-84C3BC6A85FC}"/>
          </ac:spMkLst>
        </pc:spChg>
        <pc:picChg chg="add mod">
          <ac:chgData name="Li, Cong" userId="025630f4-267e-4cb3-8cd5-8795177f99f4" providerId="ADAL" clId="{929A2CC8-B112-421C-81E2-D5D63B23E300}" dt="2026-07-25T07:32:01.278" v="4019" actId="1036"/>
          <ac:picMkLst>
            <pc:docMk/>
            <pc:sldMk cId="796492521" sldId="415"/>
            <ac:picMk id="4" creationId="{2293498E-2A92-C2CA-D1F4-DFB0917B9ED9}"/>
          </ac:picMkLst>
        </pc:picChg>
        <pc:picChg chg="add del mod">
          <ac:chgData name="Li, Cong" userId="025630f4-267e-4cb3-8cd5-8795177f99f4" providerId="ADAL" clId="{929A2CC8-B112-421C-81E2-D5D63B23E300}" dt="2026-07-25T07:29:59.544" v="3812" actId="478"/>
          <ac:picMkLst>
            <pc:docMk/>
            <pc:sldMk cId="796492521" sldId="415"/>
            <ac:picMk id="5" creationId="{46D1AAC7-ABD4-723B-EDCA-95E367AFBE4B}"/>
          </ac:picMkLst>
        </pc:picChg>
        <pc:picChg chg="add del mod">
          <ac:chgData name="Li, Cong" userId="025630f4-267e-4cb3-8cd5-8795177f99f4" providerId="ADAL" clId="{929A2CC8-B112-421C-81E2-D5D63B23E300}" dt="2026-07-25T07:30:08.363" v="3813" actId="478"/>
          <ac:picMkLst>
            <pc:docMk/>
            <pc:sldMk cId="796492521" sldId="415"/>
            <ac:picMk id="7" creationId="{4D58DBCC-9FF3-FFC8-AEF0-753F4027BFCF}"/>
          </ac:picMkLst>
        </pc:picChg>
        <pc:picChg chg="add mod">
          <ac:chgData name="Li, Cong" userId="025630f4-267e-4cb3-8cd5-8795177f99f4" providerId="ADAL" clId="{929A2CC8-B112-421C-81E2-D5D63B23E300}" dt="2026-07-25T07:32:04.194" v="4020" actId="1035"/>
          <ac:picMkLst>
            <pc:docMk/>
            <pc:sldMk cId="796492521" sldId="415"/>
            <ac:picMk id="10" creationId="{5925D60D-C595-088F-1F44-A88BCCEEEEC8}"/>
          </ac:picMkLst>
        </pc:picChg>
        <pc:picChg chg="add del mod">
          <ac:chgData name="Li, Cong" userId="025630f4-267e-4cb3-8cd5-8795177f99f4" providerId="ADAL" clId="{929A2CC8-B112-421C-81E2-D5D63B23E300}" dt="2026-07-25T07:30:08.363" v="3813" actId="478"/>
          <ac:picMkLst>
            <pc:docMk/>
            <pc:sldMk cId="796492521" sldId="415"/>
            <ac:picMk id="12" creationId="{00129F49-83E7-075F-1B60-525ADB2D15C1}"/>
          </ac:picMkLst>
        </pc:picChg>
      </pc:sldChg>
      <pc:sldChg chg="addSp delSp modSp add mod delAnim modAnim">
        <pc:chgData name="Li, Cong" userId="025630f4-267e-4cb3-8cd5-8795177f99f4" providerId="ADAL" clId="{929A2CC8-B112-421C-81E2-D5D63B23E300}" dt="2026-07-25T08:43:21.503" v="6967" actId="1076"/>
        <pc:sldMkLst>
          <pc:docMk/>
          <pc:sldMk cId="3096758139" sldId="430"/>
        </pc:sldMkLst>
        <pc:spChg chg="mod">
          <ac:chgData name="Li, Cong" userId="025630f4-267e-4cb3-8cd5-8795177f99f4" providerId="ADAL" clId="{929A2CC8-B112-421C-81E2-D5D63B23E300}" dt="2026-07-25T08:28:15.976" v="6180" actId="20577"/>
          <ac:spMkLst>
            <pc:docMk/>
            <pc:sldMk cId="3096758139" sldId="430"/>
            <ac:spMk id="2" creationId="{69A52266-0D64-5B92-737B-CB16EB0AFCB0}"/>
          </ac:spMkLst>
        </pc:spChg>
        <pc:spChg chg="add del mod">
          <ac:chgData name="Li, Cong" userId="025630f4-267e-4cb3-8cd5-8795177f99f4" providerId="ADAL" clId="{929A2CC8-B112-421C-81E2-D5D63B23E300}" dt="2026-07-25T08:19:55.492" v="5780" actId="478"/>
          <ac:spMkLst>
            <pc:docMk/>
            <pc:sldMk cId="3096758139" sldId="430"/>
            <ac:spMk id="6" creationId="{8E0999AE-67E5-E1F3-13CF-5B1CB2E9B4E2}"/>
          </ac:spMkLst>
        </pc:spChg>
        <pc:spChg chg="mod">
          <ac:chgData name="Li, Cong" userId="025630f4-267e-4cb3-8cd5-8795177f99f4" providerId="ADAL" clId="{929A2CC8-B112-421C-81E2-D5D63B23E300}" dt="2026-07-25T08:20:49.065" v="5971" actId="20577"/>
          <ac:spMkLst>
            <pc:docMk/>
            <pc:sldMk cId="3096758139" sldId="430"/>
            <ac:spMk id="8" creationId="{136E88FC-349D-7E1F-073B-F650CE56F8DD}"/>
          </ac:spMkLst>
        </pc:spChg>
        <pc:spChg chg="mod">
          <ac:chgData name="Li, Cong" userId="025630f4-267e-4cb3-8cd5-8795177f99f4" providerId="ADAL" clId="{929A2CC8-B112-421C-81E2-D5D63B23E300}" dt="2026-07-25T08:37:43.894" v="6749" actId="20577"/>
          <ac:spMkLst>
            <pc:docMk/>
            <pc:sldMk cId="3096758139" sldId="430"/>
            <ac:spMk id="9" creationId="{BC23485C-6558-44BC-2842-C7B91F700C5C}"/>
          </ac:spMkLst>
        </pc:spChg>
        <pc:spChg chg="add del mod">
          <ac:chgData name="Li, Cong" userId="025630f4-267e-4cb3-8cd5-8795177f99f4" providerId="ADAL" clId="{929A2CC8-B112-421C-81E2-D5D63B23E300}" dt="2026-07-25T08:35:04.397" v="6398" actId="478"/>
          <ac:spMkLst>
            <pc:docMk/>
            <pc:sldMk cId="3096758139" sldId="430"/>
            <ac:spMk id="14" creationId="{37737AC5-7026-E886-1326-93BE9FF1449E}"/>
          </ac:spMkLst>
        </pc:spChg>
        <pc:picChg chg="add del">
          <ac:chgData name="Li, Cong" userId="025630f4-267e-4cb3-8cd5-8795177f99f4" providerId="ADAL" clId="{929A2CC8-B112-421C-81E2-D5D63B23E300}" dt="2026-07-25T08:04:04.327" v="5131" actId="22"/>
          <ac:picMkLst>
            <pc:docMk/>
            <pc:sldMk cId="3096758139" sldId="430"/>
            <ac:picMk id="4" creationId="{456E0660-F0B9-081B-0892-53FE3CFB294E}"/>
          </ac:picMkLst>
        </pc:picChg>
        <pc:picChg chg="add del mod">
          <ac:chgData name="Li, Cong" userId="025630f4-267e-4cb3-8cd5-8795177f99f4" providerId="ADAL" clId="{929A2CC8-B112-421C-81E2-D5D63B23E300}" dt="2026-07-25T08:19:54.901" v="5779" actId="478"/>
          <ac:picMkLst>
            <pc:docMk/>
            <pc:sldMk cId="3096758139" sldId="430"/>
            <ac:picMk id="5" creationId="{D91F8B5A-1904-B368-C2B2-14FC8DB702EC}"/>
          </ac:picMkLst>
        </pc:picChg>
        <pc:picChg chg="add mod">
          <ac:chgData name="Li, Cong" userId="025630f4-267e-4cb3-8cd5-8795177f99f4" providerId="ADAL" clId="{929A2CC8-B112-421C-81E2-D5D63B23E300}" dt="2026-07-25T08:21:42.635" v="5985" actId="1035"/>
          <ac:picMkLst>
            <pc:docMk/>
            <pc:sldMk cId="3096758139" sldId="430"/>
            <ac:picMk id="10" creationId="{D2C4E272-042C-1A1A-5647-700295B95B7C}"/>
          </ac:picMkLst>
        </pc:picChg>
        <pc:picChg chg="add del mod">
          <ac:chgData name="Li, Cong" userId="025630f4-267e-4cb3-8cd5-8795177f99f4" providerId="ADAL" clId="{929A2CC8-B112-421C-81E2-D5D63B23E300}" dt="2026-07-25T08:25:19.626" v="5988" actId="478"/>
          <ac:picMkLst>
            <pc:docMk/>
            <pc:sldMk cId="3096758139" sldId="430"/>
            <ac:picMk id="11" creationId="{8F2D1CD3-96C0-E55C-07A0-F33B2013F6F4}"/>
          </ac:picMkLst>
        </pc:picChg>
        <pc:picChg chg="add mod">
          <ac:chgData name="Li, Cong" userId="025630f4-267e-4cb3-8cd5-8795177f99f4" providerId="ADAL" clId="{929A2CC8-B112-421C-81E2-D5D63B23E300}" dt="2026-07-25T08:43:21.503" v="6967" actId="1076"/>
          <ac:picMkLst>
            <pc:docMk/>
            <pc:sldMk cId="3096758139" sldId="430"/>
            <ac:picMk id="13" creationId="{FC57FFF0-47CE-6319-30C9-FD7EB6877437}"/>
          </ac:picMkLst>
        </pc:picChg>
      </pc:sldChg>
      <pc:sldChg chg="addSp delSp modSp add mod addAnim delAnim modAnim">
        <pc:chgData name="Li, Cong" userId="025630f4-267e-4cb3-8cd5-8795177f99f4" providerId="ADAL" clId="{929A2CC8-B112-421C-81E2-D5D63B23E300}" dt="2026-07-25T08:46:45.110" v="7274" actId="20577"/>
        <pc:sldMkLst>
          <pc:docMk/>
          <pc:sldMk cId="3917499689" sldId="431"/>
        </pc:sldMkLst>
        <pc:spChg chg="mod">
          <ac:chgData name="Li, Cong" userId="025630f4-267e-4cb3-8cd5-8795177f99f4" providerId="ADAL" clId="{929A2CC8-B112-421C-81E2-D5D63B23E300}" dt="2026-07-25T08:46:45.110" v="7274" actId="20577"/>
          <ac:spMkLst>
            <pc:docMk/>
            <pc:sldMk cId="3917499689" sldId="431"/>
            <ac:spMk id="2" creationId="{746C3847-96CC-A958-6BCB-C5E0129A9BAD}"/>
          </ac:spMkLst>
        </pc:spChg>
        <pc:spChg chg="add mod">
          <ac:chgData name="Li, Cong" userId="025630f4-267e-4cb3-8cd5-8795177f99f4" providerId="ADAL" clId="{929A2CC8-B112-421C-81E2-D5D63B23E300}" dt="2026-07-25T08:46:04.301" v="7255" actId="20577"/>
          <ac:spMkLst>
            <pc:docMk/>
            <pc:sldMk cId="3917499689" sldId="431"/>
            <ac:spMk id="3" creationId="{FFD1B8D1-D549-AE13-EBD6-07D952F84C86}"/>
          </ac:spMkLst>
        </pc:spChg>
        <pc:spChg chg="add del mod">
          <ac:chgData name="Li, Cong" userId="025630f4-267e-4cb3-8cd5-8795177f99f4" providerId="ADAL" clId="{929A2CC8-B112-421C-81E2-D5D63B23E300}" dt="2026-07-25T08:39:50.827" v="6825" actId="478"/>
          <ac:spMkLst>
            <pc:docMk/>
            <pc:sldMk cId="3917499689" sldId="431"/>
            <ac:spMk id="11" creationId="{6324BCDC-0BF8-4E2C-6A5E-2E96A5876DB6}"/>
          </ac:spMkLst>
        </pc:spChg>
        <pc:spChg chg="add mod">
          <ac:chgData name="Li, Cong" userId="025630f4-267e-4cb3-8cd5-8795177f99f4" providerId="ADAL" clId="{929A2CC8-B112-421C-81E2-D5D63B23E300}" dt="2026-07-25T08:46:16.498" v="7268" actId="1035"/>
          <ac:spMkLst>
            <pc:docMk/>
            <pc:sldMk cId="3917499689" sldId="431"/>
            <ac:spMk id="13" creationId="{F264CFFA-EF6F-6E9A-12CD-6C43215E86BB}"/>
          </ac:spMkLst>
        </pc:spChg>
        <pc:spChg chg="add del mod">
          <ac:chgData name="Li, Cong" userId="025630f4-267e-4cb3-8cd5-8795177f99f4" providerId="ADAL" clId="{929A2CC8-B112-421C-81E2-D5D63B23E300}" dt="2026-07-25T08:39:54.361" v="6828" actId="478"/>
          <ac:spMkLst>
            <pc:docMk/>
            <pc:sldMk cId="3917499689" sldId="431"/>
            <ac:spMk id="15" creationId="{470DFAB0-73DA-6612-A9F5-06692A9D2243}"/>
          </ac:spMkLst>
        </pc:spChg>
        <pc:picChg chg="add del mod ord">
          <ac:chgData name="Li, Cong" userId="025630f4-267e-4cb3-8cd5-8795177f99f4" providerId="ADAL" clId="{929A2CC8-B112-421C-81E2-D5D63B23E300}" dt="2026-07-25T08:39:52.585" v="6827" actId="478"/>
          <ac:picMkLst>
            <pc:docMk/>
            <pc:sldMk cId="3917499689" sldId="431"/>
            <ac:picMk id="5" creationId="{C80A1882-68F9-2B21-5DE6-F770D0DE4321}"/>
          </ac:picMkLst>
        </pc:picChg>
        <pc:picChg chg="add del mod">
          <ac:chgData name="Li, Cong" userId="025630f4-267e-4cb3-8cd5-8795177f99f4" providerId="ADAL" clId="{929A2CC8-B112-421C-81E2-D5D63B23E300}" dt="2026-07-25T08:40:34.630" v="6833" actId="22"/>
          <ac:picMkLst>
            <pc:docMk/>
            <pc:sldMk cId="3917499689" sldId="431"/>
            <ac:picMk id="6" creationId="{E4E83ED0-5E38-3AA8-C96E-22EB505E7212}"/>
          </ac:picMkLst>
        </pc:picChg>
        <pc:picChg chg="add mod">
          <ac:chgData name="Li, Cong" userId="025630f4-267e-4cb3-8cd5-8795177f99f4" providerId="ADAL" clId="{929A2CC8-B112-421C-81E2-D5D63B23E300}" dt="2026-07-25T08:45:39.476" v="7206" actId="1036"/>
          <ac:picMkLst>
            <pc:docMk/>
            <pc:sldMk cId="3917499689" sldId="431"/>
            <ac:picMk id="8" creationId="{DB2EFA44-45E3-C375-1330-D8E8837CFF19}"/>
          </ac:picMkLst>
        </pc:picChg>
        <pc:picChg chg="add mod">
          <ac:chgData name="Li, Cong" userId="025630f4-267e-4cb3-8cd5-8795177f99f4" providerId="ADAL" clId="{929A2CC8-B112-421C-81E2-D5D63B23E300}" dt="2026-07-25T08:46:09.084" v="7259" actId="1036"/>
          <ac:picMkLst>
            <pc:docMk/>
            <pc:sldMk cId="3917499689" sldId="431"/>
            <ac:picMk id="12" creationId="{146139ED-73B0-199D-7CA6-CA0BBEA97B34}"/>
          </ac:picMkLst>
        </pc:picChg>
        <pc:cxnChg chg="add del mod">
          <ac:chgData name="Li, Cong" userId="025630f4-267e-4cb3-8cd5-8795177f99f4" providerId="ADAL" clId="{929A2CC8-B112-421C-81E2-D5D63B23E300}" dt="2026-07-25T08:39:52.119" v="6826" actId="478"/>
          <ac:cxnSpMkLst>
            <pc:docMk/>
            <pc:sldMk cId="3917499689" sldId="431"/>
            <ac:cxnSpMk id="10" creationId="{CED4B927-82C7-B653-D294-D9C0BB7682C7}"/>
          </ac:cxnSpMkLst>
        </pc:cxnChg>
      </pc:sldChg>
      <pc:sldChg chg="addSp delSp modSp add mod delAnim modAnim">
        <pc:chgData name="Li, Cong" userId="025630f4-267e-4cb3-8cd5-8795177f99f4" providerId="ADAL" clId="{929A2CC8-B112-421C-81E2-D5D63B23E300}" dt="2026-07-25T08:51:08.855" v="7446" actId="1076"/>
        <pc:sldMkLst>
          <pc:docMk/>
          <pc:sldMk cId="4054827256" sldId="432"/>
        </pc:sldMkLst>
        <pc:spChg chg="mod">
          <ac:chgData name="Li, Cong" userId="025630f4-267e-4cb3-8cd5-8795177f99f4" providerId="ADAL" clId="{929A2CC8-B112-421C-81E2-D5D63B23E300}" dt="2026-07-25T08:49:18.960" v="7314" actId="20577"/>
          <ac:spMkLst>
            <pc:docMk/>
            <pc:sldMk cId="4054827256" sldId="432"/>
            <ac:spMk id="2" creationId="{CA478C15-2E9A-E940-D1CE-A694B408884C}"/>
          </ac:spMkLst>
        </pc:spChg>
        <pc:spChg chg="add del mod">
          <ac:chgData name="Li, Cong" userId="025630f4-267e-4cb3-8cd5-8795177f99f4" providerId="ADAL" clId="{929A2CC8-B112-421C-81E2-D5D63B23E300}" dt="2026-07-25T08:49:04.049" v="7278" actId="478"/>
          <ac:spMkLst>
            <pc:docMk/>
            <pc:sldMk cId="4054827256" sldId="432"/>
            <ac:spMk id="4" creationId="{3009B7F8-6D1B-C289-A061-4A89949DE277}"/>
          </ac:spMkLst>
        </pc:spChg>
        <pc:spChg chg="add mod">
          <ac:chgData name="Li, Cong" userId="025630f4-267e-4cb3-8cd5-8795177f99f4" providerId="ADAL" clId="{929A2CC8-B112-421C-81E2-D5D63B23E300}" dt="2026-07-25T08:50:44.585" v="7419" actId="1036"/>
          <ac:spMkLst>
            <pc:docMk/>
            <pc:sldMk cId="4054827256" sldId="432"/>
            <ac:spMk id="7" creationId="{220C6FC0-FC83-5E9C-492A-ED8283D16CC1}"/>
          </ac:spMkLst>
        </pc:spChg>
        <pc:spChg chg="add mod">
          <ac:chgData name="Li, Cong" userId="025630f4-267e-4cb3-8cd5-8795177f99f4" providerId="ADAL" clId="{929A2CC8-B112-421C-81E2-D5D63B23E300}" dt="2026-07-25T08:51:00.533" v="7445" actId="1035"/>
          <ac:spMkLst>
            <pc:docMk/>
            <pc:sldMk cId="4054827256" sldId="432"/>
            <ac:spMk id="11" creationId="{2FEDE64E-9298-650A-20E5-A1E46B3CCB24}"/>
          </ac:spMkLst>
        </pc:spChg>
        <pc:spChg chg="add del mod">
          <ac:chgData name="Li, Cong" userId="025630f4-267e-4cb3-8cd5-8795177f99f4" providerId="ADAL" clId="{929A2CC8-B112-421C-81E2-D5D63B23E300}" dt="2026-07-25T08:49:00.444" v="7276" actId="478"/>
          <ac:spMkLst>
            <pc:docMk/>
            <pc:sldMk cId="4054827256" sldId="432"/>
            <ac:spMk id="15" creationId="{3AB63780-9987-9013-2F08-CE38332E1572}"/>
          </ac:spMkLst>
        </pc:spChg>
        <pc:spChg chg="add del mod ord">
          <ac:chgData name="Li, Cong" userId="025630f4-267e-4cb3-8cd5-8795177f99f4" providerId="ADAL" clId="{929A2CC8-B112-421C-81E2-D5D63B23E300}" dt="2026-07-25T08:49:04.049" v="7278" actId="478"/>
          <ac:spMkLst>
            <pc:docMk/>
            <pc:sldMk cId="4054827256" sldId="432"/>
            <ac:spMk id="18" creationId="{485C741F-B0BD-80BC-02BE-22633D3D26BB}"/>
          </ac:spMkLst>
        </pc:spChg>
        <pc:spChg chg="add del mod">
          <ac:chgData name="Li, Cong" userId="025630f4-267e-4cb3-8cd5-8795177f99f4" providerId="ADAL" clId="{929A2CC8-B112-421C-81E2-D5D63B23E300}" dt="2026-07-25T08:49:04.049" v="7278" actId="478"/>
          <ac:spMkLst>
            <pc:docMk/>
            <pc:sldMk cId="4054827256" sldId="432"/>
            <ac:spMk id="20" creationId="{C8AEB5BB-CB7F-9051-51EF-E5ABBDE837E4}"/>
          </ac:spMkLst>
        </pc:spChg>
        <pc:picChg chg="add del mod">
          <ac:chgData name="Li, Cong" userId="025630f4-267e-4cb3-8cd5-8795177f99f4" providerId="ADAL" clId="{929A2CC8-B112-421C-81E2-D5D63B23E300}" dt="2026-07-25T08:49:00.444" v="7276" actId="478"/>
          <ac:picMkLst>
            <pc:docMk/>
            <pc:sldMk cId="4054827256" sldId="432"/>
            <ac:picMk id="5" creationId="{325C3671-E891-630F-98CA-C4F7B515D592}"/>
          </ac:picMkLst>
        </pc:picChg>
        <pc:picChg chg="add del mod">
          <ac:chgData name="Li, Cong" userId="025630f4-267e-4cb3-8cd5-8795177f99f4" providerId="ADAL" clId="{929A2CC8-B112-421C-81E2-D5D63B23E300}" dt="2026-07-25T08:49:23.116" v="7315" actId="478"/>
          <ac:picMkLst>
            <pc:docMk/>
            <pc:sldMk cId="4054827256" sldId="432"/>
            <ac:picMk id="6" creationId="{508AD550-4427-6082-9A88-F54E87480218}"/>
          </ac:picMkLst>
        </pc:picChg>
        <pc:picChg chg="add mod">
          <ac:chgData name="Li, Cong" userId="025630f4-267e-4cb3-8cd5-8795177f99f4" providerId="ADAL" clId="{929A2CC8-B112-421C-81E2-D5D63B23E300}" dt="2026-07-25T08:50:39.213" v="7417" actId="1035"/>
          <ac:picMkLst>
            <pc:docMk/>
            <pc:sldMk cId="4054827256" sldId="432"/>
            <ac:picMk id="9" creationId="{D5B22281-5928-9E74-7E42-938AFC356F2D}"/>
          </ac:picMkLst>
        </pc:picChg>
        <pc:picChg chg="add del mod">
          <ac:chgData name="Li, Cong" userId="025630f4-267e-4cb3-8cd5-8795177f99f4" providerId="ADAL" clId="{929A2CC8-B112-421C-81E2-D5D63B23E300}" dt="2026-07-25T08:49:04.049" v="7278" actId="478"/>
          <ac:picMkLst>
            <pc:docMk/>
            <pc:sldMk cId="4054827256" sldId="432"/>
            <ac:picMk id="10" creationId="{C53A1CA4-72A2-4404-6894-E1FC52856584}"/>
          </ac:picMkLst>
        </pc:picChg>
        <pc:picChg chg="add mod">
          <ac:chgData name="Li, Cong" userId="025630f4-267e-4cb3-8cd5-8795177f99f4" providerId="ADAL" clId="{929A2CC8-B112-421C-81E2-D5D63B23E300}" dt="2026-07-25T08:51:08.855" v="7446" actId="1076"/>
          <ac:picMkLst>
            <pc:docMk/>
            <pc:sldMk cId="4054827256" sldId="432"/>
            <ac:picMk id="12" creationId="{42C8B787-31C3-E98B-CBC2-4288117AAB57}"/>
          </ac:picMkLst>
        </pc:picChg>
        <pc:cxnChg chg="add del mod">
          <ac:chgData name="Li, Cong" userId="025630f4-267e-4cb3-8cd5-8795177f99f4" providerId="ADAL" clId="{929A2CC8-B112-421C-81E2-D5D63B23E300}" dt="2026-07-25T08:49:04.049" v="7278" actId="478"/>
          <ac:cxnSpMkLst>
            <pc:docMk/>
            <pc:sldMk cId="4054827256" sldId="432"/>
            <ac:cxnSpMk id="13" creationId="{195A285F-77FC-6AD9-9894-B4CF118F27A1}"/>
          </ac:cxnSpMkLst>
        </pc:cxnChg>
      </pc:sldChg>
      <pc:sldChg chg="addSp delSp modSp add del mod delAnim modAnim">
        <pc:chgData name="Li, Cong" userId="025630f4-267e-4cb3-8cd5-8795177f99f4" providerId="ADAL" clId="{929A2CC8-B112-421C-81E2-D5D63B23E300}" dt="2026-07-25T08:51:48.040" v="7447" actId="47"/>
        <pc:sldMkLst>
          <pc:docMk/>
          <pc:sldMk cId="4269070550" sldId="433"/>
        </pc:sldMkLst>
      </pc:sldChg>
      <pc:sldChg chg="addSp delSp modSp add del mod delAnim modAnim">
        <pc:chgData name="Li, Cong" userId="025630f4-267e-4cb3-8cd5-8795177f99f4" providerId="ADAL" clId="{929A2CC8-B112-421C-81E2-D5D63B23E300}" dt="2026-07-25T08:51:48.040" v="7447" actId="47"/>
        <pc:sldMkLst>
          <pc:docMk/>
          <pc:sldMk cId="731515794" sldId="434"/>
        </pc:sldMkLst>
      </pc:sldChg>
      <pc:sldChg chg="addSp delSp modSp add mod delAnim modAnim">
        <pc:chgData name="Li, Cong" userId="025630f4-267e-4cb3-8cd5-8795177f99f4" providerId="ADAL" clId="{929A2CC8-B112-421C-81E2-D5D63B23E300}" dt="2026-07-25T07:43:14.404" v="4397"/>
        <pc:sldMkLst>
          <pc:docMk/>
          <pc:sldMk cId="3553648521" sldId="435"/>
        </pc:sldMkLst>
        <pc:spChg chg="mod">
          <ac:chgData name="Li, Cong" userId="025630f4-267e-4cb3-8cd5-8795177f99f4" providerId="ADAL" clId="{929A2CC8-B112-421C-81E2-D5D63B23E300}" dt="2026-07-25T07:33:29.886" v="4066" actId="20577"/>
          <ac:spMkLst>
            <pc:docMk/>
            <pc:sldMk cId="3553648521" sldId="435"/>
            <ac:spMk id="2" creationId="{4CE32745-8FBC-5E24-87AD-6CCA0AD31545}"/>
          </ac:spMkLst>
        </pc:spChg>
        <pc:spChg chg="mod">
          <ac:chgData name="Li, Cong" userId="025630f4-267e-4cb3-8cd5-8795177f99f4" providerId="ADAL" clId="{929A2CC8-B112-421C-81E2-D5D63B23E300}" dt="2026-07-25T07:34:14.992" v="4152" actId="1035"/>
          <ac:spMkLst>
            <pc:docMk/>
            <pc:sldMk cId="3553648521" sldId="435"/>
            <ac:spMk id="8" creationId="{B5E01C2E-BDCB-ECFB-B515-44C5AB2F3678}"/>
          </ac:spMkLst>
        </pc:spChg>
        <pc:spChg chg="add del mod">
          <ac:chgData name="Li, Cong" userId="025630f4-267e-4cb3-8cd5-8795177f99f4" providerId="ADAL" clId="{929A2CC8-B112-421C-81E2-D5D63B23E300}" dt="2026-07-25T07:34:05.118" v="4129" actId="478"/>
          <ac:spMkLst>
            <pc:docMk/>
            <pc:sldMk cId="3553648521" sldId="435"/>
            <ac:spMk id="10" creationId="{4FD7CD47-036D-3B7E-F628-EFB8A00B09EE}"/>
          </ac:spMkLst>
        </pc:spChg>
        <pc:spChg chg="add mod">
          <ac:chgData name="Li, Cong" userId="025630f4-267e-4cb3-8cd5-8795177f99f4" providerId="ADAL" clId="{929A2CC8-B112-421C-81E2-D5D63B23E300}" dt="2026-07-25T07:43:02.309" v="4394" actId="20577"/>
          <ac:spMkLst>
            <pc:docMk/>
            <pc:sldMk cId="3553648521" sldId="435"/>
            <ac:spMk id="12" creationId="{03633E8F-0674-BF84-44B0-D09635AC10B9}"/>
          </ac:spMkLst>
        </pc:spChg>
        <pc:picChg chg="add mod">
          <ac:chgData name="Li, Cong" userId="025630f4-267e-4cb3-8cd5-8795177f99f4" providerId="ADAL" clId="{929A2CC8-B112-421C-81E2-D5D63B23E300}" dt="2026-07-25T07:34:17.703" v="4154" actId="1036"/>
          <ac:picMkLst>
            <pc:docMk/>
            <pc:sldMk cId="3553648521" sldId="435"/>
            <ac:picMk id="4" creationId="{378DAEA5-DF22-8660-FECE-4512D2424C10}"/>
          </ac:picMkLst>
        </pc:picChg>
        <pc:picChg chg="add del mod">
          <ac:chgData name="Li, Cong" userId="025630f4-267e-4cb3-8cd5-8795177f99f4" providerId="ADAL" clId="{929A2CC8-B112-421C-81E2-D5D63B23E300}" dt="2026-07-25T07:34:05.118" v="4129" actId="478"/>
          <ac:picMkLst>
            <pc:docMk/>
            <pc:sldMk cId="3553648521" sldId="435"/>
            <ac:picMk id="5" creationId="{896092D0-BC1A-6875-097B-4D2F18543FFC}"/>
          </ac:picMkLst>
        </pc:picChg>
        <pc:picChg chg="add mod">
          <ac:chgData name="Li, Cong" userId="025630f4-267e-4cb3-8cd5-8795177f99f4" providerId="ADAL" clId="{929A2CC8-B112-421C-81E2-D5D63B23E300}" dt="2026-07-25T07:43:05.346" v="4396" actId="1036"/>
          <ac:picMkLst>
            <pc:docMk/>
            <pc:sldMk cId="3553648521" sldId="435"/>
            <ac:picMk id="9" creationId="{9E260F12-CE2A-180C-C0A0-4BD7FF7C91FE}"/>
          </ac:picMkLst>
        </pc:picChg>
        <pc:cxnChg chg="add del mod">
          <ac:chgData name="Li, Cong" userId="025630f4-267e-4cb3-8cd5-8795177f99f4" providerId="ADAL" clId="{929A2CC8-B112-421C-81E2-D5D63B23E300}" dt="2026-07-25T07:34:05.118" v="4129" actId="478"/>
          <ac:cxnSpMkLst>
            <pc:docMk/>
            <pc:sldMk cId="3553648521" sldId="435"/>
            <ac:cxnSpMk id="6" creationId="{7473F64C-B8AC-C88D-9483-36CF3A649380}"/>
          </ac:cxnSpMkLst>
        </pc:cxnChg>
      </pc:sldChg>
      <pc:sldChg chg="addSp delSp modSp add mod delAnim modAnim">
        <pc:chgData name="Li, Cong" userId="025630f4-267e-4cb3-8cd5-8795177f99f4" providerId="ADAL" clId="{929A2CC8-B112-421C-81E2-D5D63B23E300}" dt="2026-07-25T08:55:05.702" v="7708"/>
        <pc:sldMkLst>
          <pc:docMk/>
          <pc:sldMk cId="2500736471" sldId="436"/>
        </pc:sldMkLst>
        <pc:spChg chg="mod">
          <ac:chgData name="Li, Cong" userId="025630f4-267e-4cb3-8cd5-8795177f99f4" providerId="ADAL" clId="{929A2CC8-B112-421C-81E2-D5D63B23E300}" dt="2026-07-25T08:52:02.707" v="7470" actId="20577"/>
          <ac:spMkLst>
            <pc:docMk/>
            <pc:sldMk cId="2500736471" sldId="436"/>
            <ac:spMk id="2" creationId="{C9CC3D3E-1583-4606-7428-6D7DA64F886E}"/>
          </ac:spMkLst>
        </pc:spChg>
        <pc:spChg chg="mod">
          <ac:chgData name="Li, Cong" userId="025630f4-267e-4cb3-8cd5-8795177f99f4" providerId="ADAL" clId="{929A2CC8-B112-421C-81E2-D5D63B23E300}" dt="2026-07-25T08:53:23.538" v="7592" actId="20577"/>
          <ac:spMkLst>
            <pc:docMk/>
            <pc:sldMk cId="2500736471" sldId="436"/>
            <ac:spMk id="7" creationId="{74242651-BF0A-BB1B-A552-A7B454ACE1B3}"/>
          </ac:spMkLst>
        </pc:spChg>
        <pc:spChg chg="add del mod">
          <ac:chgData name="Li, Cong" userId="025630f4-267e-4cb3-8cd5-8795177f99f4" providerId="ADAL" clId="{929A2CC8-B112-421C-81E2-D5D63B23E300}" dt="2026-07-25T08:54:01.539" v="7602" actId="478"/>
          <ac:spMkLst>
            <pc:docMk/>
            <pc:sldMk cId="2500736471" sldId="436"/>
            <ac:spMk id="8" creationId="{D13550F0-3043-713F-5EB1-B4B80BB6A864}"/>
          </ac:spMkLst>
        </pc:spChg>
        <pc:spChg chg="mod">
          <ac:chgData name="Li, Cong" userId="025630f4-267e-4cb3-8cd5-8795177f99f4" providerId="ADAL" clId="{929A2CC8-B112-421C-81E2-D5D63B23E300}" dt="2026-07-25T08:54:39.063" v="7700" actId="1035"/>
          <ac:spMkLst>
            <pc:docMk/>
            <pc:sldMk cId="2500736471" sldId="436"/>
            <ac:spMk id="11" creationId="{C6833F2C-B812-7AE3-B5E7-4EE37E497793}"/>
          </ac:spMkLst>
        </pc:spChg>
        <pc:picChg chg="add del mod">
          <ac:chgData name="Li, Cong" userId="025630f4-267e-4cb3-8cd5-8795177f99f4" providerId="ADAL" clId="{929A2CC8-B112-421C-81E2-D5D63B23E300}" dt="2026-07-25T08:52:24.720" v="7471" actId="478"/>
          <ac:picMkLst>
            <pc:docMk/>
            <pc:sldMk cId="2500736471" sldId="436"/>
            <ac:picMk id="4" creationId="{16C615D1-5252-76AA-9630-CAAA47A316A1}"/>
          </ac:picMkLst>
        </pc:picChg>
        <pc:picChg chg="add mod">
          <ac:chgData name="Li, Cong" userId="025630f4-267e-4cb3-8cd5-8795177f99f4" providerId="ADAL" clId="{929A2CC8-B112-421C-81E2-D5D63B23E300}" dt="2026-07-25T08:53:28.225" v="7595" actId="1036"/>
          <ac:picMkLst>
            <pc:docMk/>
            <pc:sldMk cId="2500736471" sldId="436"/>
            <ac:picMk id="5" creationId="{31C2D136-54E1-E9D2-8D23-4B80A82BFE55}"/>
          </ac:picMkLst>
        </pc:picChg>
        <pc:picChg chg="add del mod">
          <ac:chgData name="Li, Cong" userId="025630f4-267e-4cb3-8cd5-8795177f99f4" providerId="ADAL" clId="{929A2CC8-B112-421C-81E2-D5D63B23E300}" dt="2026-07-25T08:53:55.391" v="7600" actId="478"/>
          <ac:picMkLst>
            <pc:docMk/>
            <pc:sldMk cId="2500736471" sldId="436"/>
            <ac:picMk id="6" creationId="{B5EE734A-C458-1615-2EFE-97C684BF15BF}"/>
          </ac:picMkLst>
        </pc:picChg>
        <pc:picChg chg="add mod ord">
          <ac:chgData name="Li, Cong" userId="025630f4-267e-4cb3-8cd5-8795177f99f4" providerId="ADAL" clId="{929A2CC8-B112-421C-81E2-D5D63B23E300}" dt="2026-07-25T08:54:39.063" v="7700" actId="1035"/>
          <ac:picMkLst>
            <pc:docMk/>
            <pc:sldMk cId="2500736471" sldId="436"/>
            <ac:picMk id="10" creationId="{3121E650-AFF3-EBEC-E523-A6A95192A4EB}"/>
          </ac:picMkLst>
        </pc:picChg>
      </pc:sldChg>
      <pc:sldChg chg="addSp delSp modSp add mod delAnim modAnim">
        <pc:chgData name="Li, Cong" userId="025630f4-267e-4cb3-8cd5-8795177f99f4" providerId="ADAL" clId="{929A2CC8-B112-421C-81E2-D5D63B23E300}" dt="2026-07-25T08:58:18.182" v="7930" actId="20577"/>
        <pc:sldMkLst>
          <pc:docMk/>
          <pc:sldMk cId="282637004" sldId="437"/>
        </pc:sldMkLst>
        <pc:spChg chg="mod">
          <ac:chgData name="Li, Cong" userId="025630f4-267e-4cb3-8cd5-8795177f99f4" providerId="ADAL" clId="{929A2CC8-B112-421C-81E2-D5D63B23E300}" dt="2026-07-25T08:54:53.079" v="7707" actId="20577"/>
          <ac:spMkLst>
            <pc:docMk/>
            <pc:sldMk cId="282637004" sldId="437"/>
            <ac:spMk id="2" creationId="{D82067D3-D188-7906-1929-F63631074D6D}"/>
          </ac:spMkLst>
        </pc:spChg>
        <pc:spChg chg="add del mod">
          <ac:chgData name="Li, Cong" userId="025630f4-267e-4cb3-8cd5-8795177f99f4" providerId="ADAL" clId="{929A2CC8-B112-421C-81E2-D5D63B23E300}" dt="2026-07-25T08:58:00.910" v="7885" actId="478"/>
          <ac:spMkLst>
            <pc:docMk/>
            <pc:sldMk cId="282637004" sldId="437"/>
            <ac:spMk id="5" creationId="{9929F279-FC61-4ADC-41E8-62C7F9339070}"/>
          </ac:spMkLst>
        </pc:spChg>
        <pc:spChg chg="add mod">
          <ac:chgData name="Li, Cong" userId="025630f4-267e-4cb3-8cd5-8795177f99f4" providerId="ADAL" clId="{929A2CC8-B112-421C-81E2-D5D63B23E300}" dt="2026-07-25T08:58:18.182" v="7930" actId="20577"/>
          <ac:spMkLst>
            <pc:docMk/>
            <pc:sldMk cId="282637004" sldId="437"/>
            <ac:spMk id="6" creationId="{132DED21-3254-6C59-08C2-F82B286647D6}"/>
          </ac:spMkLst>
        </pc:spChg>
        <pc:spChg chg="mod">
          <ac:chgData name="Li, Cong" userId="025630f4-267e-4cb3-8cd5-8795177f99f4" providerId="ADAL" clId="{929A2CC8-B112-421C-81E2-D5D63B23E300}" dt="2026-07-25T08:56:47.697" v="7866" actId="1035"/>
          <ac:spMkLst>
            <pc:docMk/>
            <pc:sldMk cId="282637004" sldId="437"/>
            <ac:spMk id="7" creationId="{27425F78-0061-37B1-EAE4-E10B7AF980FA}"/>
          </ac:spMkLst>
        </pc:spChg>
        <pc:picChg chg="add mod">
          <ac:chgData name="Li, Cong" userId="025630f4-267e-4cb3-8cd5-8795177f99f4" providerId="ADAL" clId="{929A2CC8-B112-421C-81E2-D5D63B23E300}" dt="2026-07-25T08:57:22.277" v="7884" actId="1035"/>
          <ac:picMkLst>
            <pc:docMk/>
            <pc:sldMk cId="282637004" sldId="437"/>
            <ac:picMk id="4" creationId="{36F0D2AF-F736-BD2C-0ADA-A6EE8CC7EFD4}"/>
          </ac:picMkLst>
        </pc:picChg>
      </pc:sldChg>
      <pc:sldChg chg="addSp delSp modSp add mod delAnim modAnim">
        <pc:chgData name="Li, Cong" userId="025630f4-267e-4cb3-8cd5-8795177f99f4" providerId="ADAL" clId="{929A2CC8-B112-421C-81E2-D5D63B23E300}" dt="2026-07-25T08:21:08.551" v="5973" actId="207"/>
        <pc:sldMkLst>
          <pc:docMk/>
          <pc:sldMk cId="975484450" sldId="438"/>
        </pc:sldMkLst>
        <pc:spChg chg="mod">
          <ac:chgData name="Li, Cong" userId="025630f4-267e-4cb3-8cd5-8795177f99f4" providerId="ADAL" clId="{929A2CC8-B112-421C-81E2-D5D63B23E300}" dt="2026-07-25T07:59:44.039" v="4732" actId="6549"/>
          <ac:spMkLst>
            <pc:docMk/>
            <pc:sldMk cId="975484450" sldId="438"/>
            <ac:spMk id="2" creationId="{24937EA1-21B3-FC9D-AE71-78D906CE5B9E}"/>
          </ac:spMkLst>
        </pc:spChg>
        <pc:spChg chg="add mod">
          <ac:chgData name="Li, Cong" userId="025630f4-267e-4cb3-8cd5-8795177f99f4" providerId="ADAL" clId="{929A2CC8-B112-421C-81E2-D5D63B23E300}" dt="2026-07-25T07:59:11.623" v="4729" actId="14100"/>
          <ac:spMkLst>
            <pc:docMk/>
            <pc:sldMk cId="975484450" sldId="438"/>
            <ac:spMk id="7" creationId="{A4065BFE-A34B-2BC4-0257-F15BE6584811}"/>
          </ac:spMkLst>
        </pc:spChg>
        <pc:spChg chg="mod">
          <ac:chgData name="Li, Cong" userId="025630f4-267e-4cb3-8cd5-8795177f99f4" providerId="ADAL" clId="{929A2CC8-B112-421C-81E2-D5D63B23E300}" dt="2026-07-25T07:54:19.683" v="4612" actId="20577"/>
          <ac:spMkLst>
            <pc:docMk/>
            <pc:sldMk cId="975484450" sldId="438"/>
            <ac:spMk id="8" creationId="{8018E688-5B9D-3631-BF5E-0841744C57C9}"/>
          </ac:spMkLst>
        </pc:spChg>
        <pc:spChg chg="del">
          <ac:chgData name="Li, Cong" userId="025630f4-267e-4cb3-8cd5-8795177f99f4" providerId="ADAL" clId="{929A2CC8-B112-421C-81E2-D5D63B23E300}" dt="2026-07-25T07:51:24.252" v="4426" actId="478"/>
          <ac:spMkLst>
            <pc:docMk/>
            <pc:sldMk cId="975484450" sldId="438"/>
            <ac:spMk id="12" creationId="{1211B9B9-7FF8-2DC0-4E85-5CE593F70341}"/>
          </ac:spMkLst>
        </pc:spChg>
        <pc:spChg chg="add mod">
          <ac:chgData name="Li, Cong" userId="025630f4-267e-4cb3-8cd5-8795177f99f4" providerId="ADAL" clId="{929A2CC8-B112-421C-81E2-D5D63B23E300}" dt="2026-07-25T08:21:08.551" v="5973" actId="207"/>
          <ac:spMkLst>
            <pc:docMk/>
            <pc:sldMk cId="975484450" sldId="438"/>
            <ac:spMk id="14" creationId="{25BC2CCD-718D-DDB3-6D38-EA4EBE10D9EF}"/>
          </ac:spMkLst>
        </pc:spChg>
        <pc:picChg chg="del">
          <ac:chgData name="Li, Cong" userId="025630f4-267e-4cb3-8cd5-8795177f99f4" providerId="ADAL" clId="{929A2CC8-B112-421C-81E2-D5D63B23E300}" dt="2026-07-25T07:51:21.303" v="4425" actId="478"/>
          <ac:picMkLst>
            <pc:docMk/>
            <pc:sldMk cId="975484450" sldId="438"/>
            <ac:picMk id="4" creationId="{E3831C5F-E9A8-AB5A-C6E1-C098AB617D35}"/>
          </ac:picMkLst>
        </pc:picChg>
        <pc:picChg chg="add mod">
          <ac:chgData name="Li, Cong" userId="025630f4-267e-4cb3-8cd5-8795177f99f4" providerId="ADAL" clId="{929A2CC8-B112-421C-81E2-D5D63B23E300}" dt="2026-07-25T07:53:04.242" v="4572" actId="1036"/>
          <ac:picMkLst>
            <pc:docMk/>
            <pc:sldMk cId="975484450" sldId="438"/>
            <ac:picMk id="5" creationId="{20FC7324-AFE1-59F7-FC14-F14642ADA4F6}"/>
          </ac:picMkLst>
        </pc:picChg>
        <pc:picChg chg="del">
          <ac:chgData name="Li, Cong" userId="025630f4-267e-4cb3-8cd5-8795177f99f4" providerId="ADAL" clId="{929A2CC8-B112-421C-81E2-D5D63B23E300}" dt="2026-07-25T07:51:24.252" v="4426" actId="478"/>
          <ac:picMkLst>
            <pc:docMk/>
            <pc:sldMk cId="975484450" sldId="438"/>
            <ac:picMk id="9" creationId="{9FB84D2C-9BA2-DBFF-36CF-F340354B8487}"/>
          </ac:picMkLst>
        </pc:picChg>
        <pc:cxnChg chg="add mod">
          <ac:chgData name="Li, Cong" userId="025630f4-267e-4cb3-8cd5-8795177f99f4" providerId="ADAL" clId="{929A2CC8-B112-421C-81E2-D5D63B23E300}" dt="2026-07-25T07:59:11.623" v="4729" actId="14100"/>
          <ac:cxnSpMkLst>
            <pc:docMk/>
            <pc:sldMk cId="975484450" sldId="438"/>
            <ac:cxnSpMk id="6" creationId="{7467CE57-881C-F306-0BA7-EF5088445781}"/>
          </ac:cxnSpMkLst>
        </pc:cxnChg>
      </pc:sldChg>
      <pc:sldChg chg="addSp delSp modSp add mod delAnim modAnim">
        <pc:chgData name="Li, Cong" userId="025630f4-267e-4cb3-8cd5-8795177f99f4" providerId="ADAL" clId="{929A2CC8-B112-421C-81E2-D5D63B23E300}" dt="2026-07-25T08:43:38.875" v="6969" actId="1076"/>
        <pc:sldMkLst>
          <pc:docMk/>
          <pc:sldMk cId="1836001582" sldId="439"/>
        </pc:sldMkLst>
        <pc:spChg chg="mod">
          <ac:chgData name="Li, Cong" userId="025630f4-267e-4cb3-8cd5-8795177f99f4" providerId="ADAL" clId="{929A2CC8-B112-421C-81E2-D5D63B23E300}" dt="2026-07-25T08:05:15.031" v="5273" actId="20577"/>
          <ac:spMkLst>
            <pc:docMk/>
            <pc:sldMk cId="1836001582" sldId="439"/>
            <ac:spMk id="2" creationId="{9C14DF8F-2529-71B4-5052-D1CB4794A1CB}"/>
          </ac:spMkLst>
        </pc:spChg>
        <pc:spChg chg="del">
          <ac:chgData name="Li, Cong" userId="025630f4-267e-4cb3-8cd5-8795177f99f4" providerId="ADAL" clId="{929A2CC8-B112-421C-81E2-D5D63B23E300}" dt="2026-07-25T08:05:07.783" v="5265" actId="478"/>
          <ac:spMkLst>
            <pc:docMk/>
            <pc:sldMk cId="1836001582" sldId="439"/>
            <ac:spMk id="7" creationId="{4EBD2487-3583-D1C7-2F32-A29718F5C10F}"/>
          </ac:spMkLst>
        </pc:spChg>
        <pc:spChg chg="mod">
          <ac:chgData name="Li, Cong" userId="025630f4-267e-4cb3-8cd5-8795177f99f4" providerId="ADAL" clId="{929A2CC8-B112-421C-81E2-D5D63B23E300}" dt="2026-07-25T08:06:27.282" v="5407" actId="20577"/>
          <ac:spMkLst>
            <pc:docMk/>
            <pc:sldMk cId="1836001582" sldId="439"/>
            <ac:spMk id="8" creationId="{A9D98966-2C3F-6857-1358-DE54F6A94A3F}"/>
          </ac:spMkLst>
        </pc:spChg>
        <pc:spChg chg="add mod">
          <ac:chgData name="Li, Cong" userId="025630f4-267e-4cb3-8cd5-8795177f99f4" providerId="ADAL" clId="{929A2CC8-B112-421C-81E2-D5D63B23E300}" dt="2026-07-25T08:08:33.933" v="5579" actId="1036"/>
          <ac:spMkLst>
            <pc:docMk/>
            <pc:sldMk cId="1836001582" sldId="439"/>
            <ac:spMk id="12" creationId="{E3710EA4-4F61-4577-E73B-AE66C28FD521}"/>
          </ac:spMkLst>
        </pc:spChg>
        <pc:spChg chg="del">
          <ac:chgData name="Li, Cong" userId="025630f4-267e-4cb3-8cd5-8795177f99f4" providerId="ADAL" clId="{929A2CC8-B112-421C-81E2-D5D63B23E300}" dt="2026-07-25T08:05:09.837" v="5266" actId="478"/>
          <ac:spMkLst>
            <pc:docMk/>
            <pc:sldMk cId="1836001582" sldId="439"/>
            <ac:spMk id="14" creationId="{DA094B6B-C6E9-145F-BEC2-F97539B2DB11}"/>
          </ac:spMkLst>
        </pc:spChg>
        <pc:picChg chg="add mod">
          <ac:chgData name="Li, Cong" userId="025630f4-267e-4cb3-8cd5-8795177f99f4" providerId="ADAL" clId="{929A2CC8-B112-421C-81E2-D5D63B23E300}" dt="2026-07-25T08:06:52.076" v="5429" actId="1035"/>
          <ac:picMkLst>
            <pc:docMk/>
            <pc:sldMk cId="1836001582" sldId="439"/>
            <ac:picMk id="4" creationId="{89FBA317-A003-D49D-25FF-17E35589EB0E}"/>
          </ac:picMkLst>
        </pc:picChg>
        <pc:picChg chg="del">
          <ac:chgData name="Li, Cong" userId="025630f4-267e-4cb3-8cd5-8795177f99f4" providerId="ADAL" clId="{929A2CC8-B112-421C-81E2-D5D63B23E300}" dt="2026-07-25T08:05:07.783" v="5265" actId="478"/>
          <ac:picMkLst>
            <pc:docMk/>
            <pc:sldMk cId="1836001582" sldId="439"/>
            <ac:picMk id="5" creationId="{E1AC0387-3EE6-EB05-99BD-6B7F64322AA2}"/>
          </ac:picMkLst>
        </pc:picChg>
        <pc:picChg chg="add mod">
          <ac:chgData name="Li, Cong" userId="025630f4-267e-4cb3-8cd5-8795177f99f4" providerId="ADAL" clId="{929A2CC8-B112-421C-81E2-D5D63B23E300}" dt="2026-07-25T08:43:38.875" v="6969" actId="1076"/>
          <ac:picMkLst>
            <pc:docMk/>
            <pc:sldMk cId="1836001582" sldId="439"/>
            <ac:picMk id="10" creationId="{14A52D8A-F155-8347-ECF9-99710BA2C76F}"/>
          </ac:picMkLst>
        </pc:picChg>
        <pc:cxnChg chg="del mod">
          <ac:chgData name="Li, Cong" userId="025630f4-267e-4cb3-8cd5-8795177f99f4" providerId="ADAL" clId="{929A2CC8-B112-421C-81E2-D5D63B23E300}" dt="2026-07-25T08:05:07.783" v="5265" actId="478"/>
          <ac:cxnSpMkLst>
            <pc:docMk/>
            <pc:sldMk cId="1836001582" sldId="439"/>
            <ac:cxnSpMk id="6" creationId="{12E438BC-DC11-9F6A-DB22-195A25E23482}"/>
          </ac:cxnSpMkLst>
        </pc:cxnChg>
      </pc:sldChg>
      <pc:sldChg chg="addSp delSp modSp add mod delAnim modAnim">
        <pc:chgData name="Li, Cong" userId="025630f4-267e-4cb3-8cd5-8795177f99f4" providerId="ADAL" clId="{929A2CC8-B112-421C-81E2-D5D63B23E300}" dt="2026-07-25T08:43:31.765" v="6968" actId="1076"/>
        <pc:sldMkLst>
          <pc:docMk/>
          <pc:sldMk cId="2130296144" sldId="440"/>
        </pc:sldMkLst>
        <pc:spChg chg="mod">
          <ac:chgData name="Li, Cong" userId="025630f4-267e-4cb3-8cd5-8795177f99f4" providerId="ADAL" clId="{929A2CC8-B112-421C-81E2-D5D63B23E300}" dt="2026-07-25T08:08:41.040" v="5581" actId="20577"/>
          <ac:spMkLst>
            <pc:docMk/>
            <pc:sldMk cId="2130296144" sldId="440"/>
            <ac:spMk id="2" creationId="{A5848D72-2F91-DA59-F5BF-32C1876B6E86}"/>
          </ac:spMkLst>
        </pc:spChg>
        <pc:spChg chg="mod">
          <ac:chgData name="Li, Cong" userId="025630f4-267e-4cb3-8cd5-8795177f99f4" providerId="ADAL" clId="{929A2CC8-B112-421C-81E2-D5D63B23E300}" dt="2026-07-25T08:09:03.245" v="5621" actId="20577"/>
          <ac:spMkLst>
            <pc:docMk/>
            <pc:sldMk cId="2130296144" sldId="440"/>
            <ac:spMk id="8" creationId="{F65207BA-44D8-F50C-0531-65B47543C123}"/>
          </ac:spMkLst>
        </pc:spChg>
        <pc:spChg chg="mod">
          <ac:chgData name="Li, Cong" userId="025630f4-267e-4cb3-8cd5-8795177f99f4" providerId="ADAL" clId="{929A2CC8-B112-421C-81E2-D5D63B23E300}" dt="2026-07-25T08:11:07.293" v="5776" actId="1036"/>
          <ac:spMkLst>
            <pc:docMk/>
            <pc:sldMk cId="2130296144" sldId="440"/>
            <ac:spMk id="12" creationId="{5D437E38-556C-1D23-68EE-B62EF8D25D06}"/>
          </ac:spMkLst>
        </pc:spChg>
        <pc:picChg chg="del">
          <ac:chgData name="Li, Cong" userId="025630f4-267e-4cb3-8cd5-8795177f99f4" providerId="ADAL" clId="{929A2CC8-B112-421C-81E2-D5D63B23E300}" dt="2026-07-25T08:09:22.742" v="5622" actId="478"/>
          <ac:picMkLst>
            <pc:docMk/>
            <pc:sldMk cId="2130296144" sldId="440"/>
            <ac:picMk id="4" creationId="{46A77E9A-C0A5-7E87-19C3-2C3934850DE1}"/>
          </ac:picMkLst>
        </pc:picChg>
        <pc:picChg chg="add mod ord">
          <ac:chgData name="Li, Cong" userId="025630f4-267e-4cb3-8cd5-8795177f99f4" providerId="ADAL" clId="{929A2CC8-B112-421C-81E2-D5D63B23E300}" dt="2026-07-25T08:43:31.765" v="6968" actId="1076"/>
          <ac:picMkLst>
            <pc:docMk/>
            <pc:sldMk cId="2130296144" sldId="440"/>
            <ac:picMk id="5" creationId="{14135717-D4A6-B309-517A-B9D2F3400ECD}"/>
          </ac:picMkLst>
        </pc:picChg>
        <pc:picChg chg="add mod">
          <ac:chgData name="Li, Cong" userId="025630f4-267e-4cb3-8cd5-8795177f99f4" providerId="ADAL" clId="{929A2CC8-B112-421C-81E2-D5D63B23E300}" dt="2026-07-25T08:10:57.915" v="5768" actId="1035"/>
          <ac:picMkLst>
            <pc:docMk/>
            <pc:sldMk cId="2130296144" sldId="440"/>
            <ac:picMk id="7" creationId="{A7702069-2C00-33F0-F1C7-A6784E6EA251}"/>
          </ac:picMkLst>
        </pc:picChg>
        <pc:picChg chg="del">
          <ac:chgData name="Li, Cong" userId="025630f4-267e-4cb3-8cd5-8795177f99f4" providerId="ADAL" clId="{929A2CC8-B112-421C-81E2-D5D63B23E300}" dt="2026-07-25T08:09:41.111" v="5632" actId="478"/>
          <ac:picMkLst>
            <pc:docMk/>
            <pc:sldMk cId="2130296144" sldId="440"/>
            <ac:picMk id="10" creationId="{D4330C72-4E94-A6E5-DF3D-8F85FE26CF3D}"/>
          </ac:picMkLst>
        </pc:picChg>
      </pc:sldChg>
      <pc:sldChg chg="addSp delSp modSp add mod modAnim">
        <pc:chgData name="Li, Cong" userId="025630f4-267e-4cb3-8cd5-8795177f99f4" providerId="ADAL" clId="{929A2CC8-B112-421C-81E2-D5D63B23E300}" dt="2026-07-25T08:43:12.669" v="6966" actId="1076"/>
        <pc:sldMkLst>
          <pc:docMk/>
          <pc:sldMk cId="1948687007" sldId="441"/>
        </pc:sldMkLst>
        <pc:spChg chg="mod">
          <ac:chgData name="Li, Cong" userId="025630f4-267e-4cb3-8cd5-8795177f99f4" providerId="ADAL" clId="{929A2CC8-B112-421C-81E2-D5D63B23E300}" dt="2026-07-25T08:28:24.041" v="6183" actId="20577"/>
          <ac:spMkLst>
            <pc:docMk/>
            <pc:sldMk cId="1948687007" sldId="441"/>
            <ac:spMk id="2" creationId="{BA2FAF7C-E4C6-F528-C631-805F715DD5EC}"/>
          </ac:spMkLst>
        </pc:spChg>
        <pc:spChg chg="mod">
          <ac:chgData name="Li, Cong" userId="025630f4-267e-4cb3-8cd5-8795177f99f4" providerId="ADAL" clId="{929A2CC8-B112-421C-81E2-D5D63B23E300}" dt="2026-07-25T08:36:37.066" v="6592" actId="20577"/>
          <ac:spMkLst>
            <pc:docMk/>
            <pc:sldMk cId="1948687007" sldId="441"/>
            <ac:spMk id="8" creationId="{205B9DCB-6FFF-5A59-A2B7-89E4DF525639}"/>
          </ac:spMkLst>
        </pc:spChg>
        <pc:spChg chg="mod">
          <ac:chgData name="Li, Cong" userId="025630f4-267e-4cb3-8cd5-8795177f99f4" providerId="ADAL" clId="{929A2CC8-B112-421C-81E2-D5D63B23E300}" dt="2026-07-25T08:37:10.875" v="6717" actId="20577"/>
          <ac:spMkLst>
            <pc:docMk/>
            <pc:sldMk cId="1948687007" sldId="441"/>
            <ac:spMk id="9" creationId="{FE58FE84-4BC0-81C0-1412-7BA1F2935AE4}"/>
          </ac:spMkLst>
        </pc:spChg>
        <pc:picChg chg="add mod">
          <ac:chgData name="Li, Cong" userId="025630f4-267e-4cb3-8cd5-8795177f99f4" providerId="ADAL" clId="{929A2CC8-B112-421C-81E2-D5D63B23E300}" dt="2026-07-25T08:43:12.669" v="6966" actId="1076"/>
          <ac:picMkLst>
            <pc:docMk/>
            <pc:sldMk cId="1948687007" sldId="441"/>
            <ac:picMk id="4" creationId="{E241FCEA-AB51-18CC-FFB4-1F09FAF9A2E7}"/>
          </ac:picMkLst>
        </pc:picChg>
        <pc:picChg chg="add mod">
          <ac:chgData name="Li, Cong" userId="025630f4-267e-4cb3-8cd5-8795177f99f4" providerId="ADAL" clId="{929A2CC8-B112-421C-81E2-D5D63B23E300}" dt="2026-07-25T08:42:51.563" v="6962" actId="1076"/>
          <ac:picMkLst>
            <pc:docMk/>
            <pc:sldMk cId="1948687007" sldId="441"/>
            <ac:picMk id="6" creationId="{D948C1DA-90E7-1BE1-919C-2E1E454250D5}"/>
          </ac:picMkLst>
        </pc:picChg>
        <pc:picChg chg="del">
          <ac:chgData name="Li, Cong" userId="025630f4-267e-4cb3-8cd5-8795177f99f4" providerId="ADAL" clId="{929A2CC8-B112-421C-81E2-D5D63B23E300}" dt="2026-07-25T08:27:19.490" v="6112" actId="478"/>
          <ac:picMkLst>
            <pc:docMk/>
            <pc:sldMk cId="1948687007" sldId="441"/>
            <ac:picMk id="10" creationId="{4E72B74C-CAB1-DF7B-A5FA-C31BFC181651}"/>
          </ac:picMkLst>
        </pc:picChg>
        <pc:picChg chg="del">
          <ac:chgData name="Li, Cong" userId="025630f4-267e-4cb3-8cd5-8795177f99f4" providerId="ADAL" clId="{929A2CC8-B112-421C-81E2-D5D63B23E300}" dt="2026-07-25T08:28:54.194" v="6192" actId="478"/>
          <ac:picMkLst>
            <pc:docMk/>
            <pc:sldMk cId="1948687007" sldId="441"/>
            <ac:picMk id="13" creationId="{6B0F190F-92BC-A5DA-01C5-8A7B5443E81B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14510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17647-20FE-03DD-566D-2B4C64A2F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330558-D3B0-282D-B3E3-78BA7148FA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EF65D2-37DE-8CEC-99F5-6B8A0F47BB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7CF74-4BD9-3C34-E298-801347E5D7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696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15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Cookbook for Practice 4.3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477465"/>
            <a:ext cx="7772400" cy="115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实践</a:t>
            </a:r>
            <a:r>
              <a:rPr lang="en-US" altLang="zh-CN" sz="3600" b="1" kern="0" dirty="0">
                <a:ea typeface="SimSun" panose="02010600030101010101" pitchFamily="2" charset="-122"/>
              </a:rPr>
              <a:t>4.3</a:t>
            </a:r>
            <a:r>
              <a:rPr lang="zh-CN" altLang="en-US" sz="3600" b="1" kern="0" dirty="0">
                <a:ea typeface="SimSun" panose="02010600030101010101" pitchFamily="2" charset="-122"/>
              </a:rPr>
              <a:t>攻略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0CF5AE70-820E-70F6-DA3B-CB43EF1715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506798"/>
            <a:ext cx="3418048" cy="130320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Thread Data  </a:t>
            </a:r>
            <a:r>
              <a:rPr lang="zh-CN" altLang="en-US" dirty="0">
                <a:ea typeface="ＭＳ Ｐゴシック" panose="020B0600070205080204" pitchFamily="34" charset="-128"/>
              </a:rPr>
              <a:t>线程数据</a:t>
            </a:r>
            <a:endParaRPr lang="zh-CN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CD657D-BF24-8236-C712-84C3BC6A85FC}"/>
              </a:ext>
            </a:extLst>
          </p:cNvPr>
          <p:cNvSpPr txBox="1"/>
          <p:nvPr/>
        </p:nvSpPr>
        <p:spPr>
          <a:xfrm>
            <a:off x="731520" y="1578205"/>
            <a:ext cx="7924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Duplicate ‘dp.cpp’ as ‘dac.cpp’  </a:t>
            </a:r>
            <a:r>
              <a:rPr lang="zh-CN" altLang="en-US" sz="2200" dirty="0"/>
              <a:t>将</a:t>
            </a:r>
            <a:r>
              <a:rPr lang="en-US" altLang="zh-CN" sz="2200" dirty="0"/>
              <a:t>’dp.cpp’</a:t>
            </a:r>
            <a:r>
              <a:rPr lang="zh-CN" altLang="en-US" sz="2200" dirty="0"/>
              <a:t>复制为</a:t>
            </a:r>
            <a:r>
              <a:rPr lang="en-US" altLang="zh-CN" sz="2200" dirty="0"/>
              <a:t>’dac.cpp’</a:t>
            </a:r>
            <a:endParaRPr lang="zh-CN" altLang="en-US" sz="2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DE4361-0528-9A32-9B49-B6D88AD36DAC}"/>
              </a:ext>
            </a:extLst>
          </p:cNvPr>
          <p:cNvSpPr txBox="1"/>
          <p:nvPr/>
        </p:nvSpPr>
        <p:spPr>
          <a:xfrm>
            <a:off x="796265" y="2090058"/>
            <a:ext cx="75514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Modify the thread data struct from  </a:t>
            </a:r>
            <a:r>
              <a:rPr lang="zh-CN" altLang="en-US" sz="2200" dirty="0"/>
              <a:t>将线程数据结构 </a:t>
            </a:r>
            <a:endParaRPr lang="en-US" altLang="zh-CN" sz="2200" dirty="0">
              <a:solidFill>
                <a:srgbClr val="FF0000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B029BAE-A220-1F6B-FC79-4A4A3EDEDC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876800"/>
            <a:ext cx="3806722" cy="1543265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3715972-4D10-0E66-2267-095ED224F1DC}"/>
              </a:ext>
            </a:extLst>
          </p:cNvPr>
          <p:cNvCxnSpPr>
            <a:cxnSpLocks/>
          </p:cNvCxnSpPr>
          <p:nvPr/>
        </p:nvCxnSpPr>
        <p:spPr bwMode="auto">
          <a:xfrm>
            <a:off x="1219200" y="2611114"/>
            <a:ext cx="18288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60D51B1-F092-11C6-7C41-F2C25D31F416}"/>
              </a:ext>
            </a:extLst>
          </p:cNvPr>
          <p:cNvCxnSpPr>
            <a:cxnSpLocks/>
          </p:cNvCxnSpPr>
          <p:nvPr/>
        </p:nvCxnSpPr>
        <p:spPr bwMode="auto">
          <a:xfrm>
            <a:off x="1219200" y="2887798"/>
            <a:ext cx="2930368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D53117A-5CEC-FA7A-135A-82C397EBD66A}"/>
              </a:ext>
            </a:extLst>
          </p:cNvPr>
          <p:cNvCxnSpPr>
            <a:cxnSpLocks/>
          </p:cNvCxnSpPr>
          <p:nvPr/>
        </p:nvCxnSpPr>
        <p:spPr bwMode="auto">
          <a:xfrm>
            <a:off x="1219200" y="3158399"/>
            <a:ext cx="1415681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AC75114-CCE7-D0B1-DF32-051355883CC7}"/>
              </a:ext>
            </a:extLst>
          </p:cNvPr>
          <p:cNvCxnSpPr>
            <a:cxnSpLocks/>
          </p:cNvCxnSpPr>
          <p:nvPr/>
        </p:nvCxnSpPr>
        <p:spPr bwMode="auto">
          <a:xfrm>
            <a:off x="1219200" y="3421198"/>
            <a:ext cx="17526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0A31FAF-2E79-A850-6086-4AC3E245B1FF}"/>
              </a:ext>
            </a:extLst>
          </p:cNvPr>
          <p:cNvCxnSpPr>
            <a:cxnSpLocks/>
            <a:stCxn id="28" idx="1"/>
            <a:endCxn id="32" idx="3"/>
          </p:cNvCxnSpPr>
          <p:nvPr/>
        </p:nvCxnSpPr>
        <p:spPr bwMode="auto">
          <a:xfrm flipH="1">
            <a:off x="4538242" y="5172832"/>
            <a:ext cx="398915" cy="35166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5998A90-7F92-0B14-F2B4-6B377F469420}"/>
              </a:ext>
            </a:extLst>
          </p:cNvPr>
          <p:cNvSpPr txBox="1"/>
          <p:nvPr/>
        </p:nvSpPr>
        <p:spPr>
          <a:xfrm>
            <a:off x="4937157" y="3603171"/>
            <a:ext cx="4204915" cy="31393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Sample to be classified,</a:t>
            </a:r>
          </a:p>
          <a:p>
            <a:pPr algn="ctr"/>
            <a:r>
              <a:rPr lang="en-US" altLang="zh-CN" sz="2200" dirty="0"/>
              <a:t>Start &amp; end of the training data to be processed by the thread, nearest neighbor information, 2 events for control execution </a:t>
            </a:r>
          </a:p>
          <a:p>
            <a:pPr algn="ctr"/>
            <a:r>
              <a:rPr lang="zh-CN" altLang="en-US" sz="2200" dirty="0"/>
              <a:t>待分类数据，该线程处理的训练数据的开始和结束，最近邻信息，两个控制执行的信号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D1A0879-AD81-AFC4-F5D9-B88B7576B711}"/>
              </a:ext>
            </a:extLst>
          </p:cNvPr>
          <p:cNvSpPr txBox="1"/>
          <p:nvPr/>
        </p:nvSpPr>
        <p:spPr>
          <a:xfrm>
            <a:off x="609600" y="38862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to</a:t>
            </a:r>
          </a:p>
          <a:p>
            <a:pPr algn="ctr"/>
            <a:r>
              <a:rPr lang="zh-CN" altLang="en-US" sz="2200" dirty="0"/>
              <a:t>改为</a:t>
            </a:r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FBAFAB00-A2E0-9FC4-A9AD-AE4E6760FE22}"/>
              </a:ext>
            </a:extLst>
          </p:cNvPr>
          <p:cNvSpPr/>
          <p:nvPr/>
        </p:nvSpPr>
        <p:spPr bwMode="auto">
          <a:xfrm>
            <a:off x="2210138" y="3886200"/>
            <a:ext cx="424743" cy="878555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089A523-29C6-3D58-8EB6-10608A9BB65B}"/>
              </a:ext>
            </a:extLst>
          </p:cNvPr>
          <p:cNvSpPr/>
          <p:nvPr/>
        </p:nvSpPr>
        <p:spPr bwMode="auto">
          <a:xfrm>
            <a:off x="1174698" y="4876800"/>
            <a:ext cx="3363544" cy="1295400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96492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8" grpId="0" animBg="1"/>
      <p:bldP spid="29" grpId="0"/>
      <p:bldP spid="30" grpId="0" animBg="1"/>
      <p:bldP spid="3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BB519-16DB-C622-E0C2-569FC5D23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ADC0B78-5F91-BD49-D234-D45BF1D385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4949408"/>
            <a:ext cx="5635776" cy="80021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A488426-F795-A1F4-22CA-6E063DD86F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144" y="3171610"/>
            <a:ext cx="6013019" cy="106313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FDB04E-9436-541A-F607-4C3D42ED4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Thread Function  </a:t>
            </a:r>
            <a:r>
              <a:rPr lang="zh-CN" altLang="en-US" dirty="0">
                <a:ea typeface="ＭＳ Ｐゴシック" panose="020B0600070205080204" pitchFamily="34" charset="-128"/>
              </a:rPr>
              <a:t>线程函数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BF62D5-AC7E-3F09-92FB-377FFB7D81CB}"/>
              </a:ext>
            </a:extLst>
          </p:cNvPr>
          <p:cNvSpPr txBox="1"/>
          <p:nvPr/>
        </p:nvSpPr>
        <p:spPr>
          <a:xfrm>
            <a:off x="530352" y="1447800"/>
            <a:ext cx="7924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Now the thread function processes 1 sample </a:t>
            </a:r>
          </a:p>
          <a:p>
            <a:pPr algn="ctr"/>
            <a:r>
              <a:rPr lang="en-US" altLang="zh-CN" sz="2200" dirty="0"/>
              <a:t>at a time </a:t>
            </a:r>
            <a:r>
              <a:rPr lang="en-US" altLang="zh-CN" sz="2200" dirty="0" err="1"/>
              <a:t>w.r.t.</a:t>
            </a:r>
            <a:r>
              <a:rPr lang="en-US" altLang="zh-CN" sz="2200" dirty="0"/>
              <a:t> part of the training data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现在的线程函数一次只处理一个数据，并只针对部分训练数据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650DA7-9175-21C5-41BB-53F2BE01FEA5}"/>
              </a:ext>
            </a:extLst>
          </p:cNvPr>
          <p:cNvSpPr txBox="1"/>
          <p:nvPr/>
        </p:nvSpPr>
        <p:spPr>
          <a:xfrm>
            <a:off x="1104851" y="2687207"/>
            <a:ext cx="75514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Modify the loop from  </a:t>
            </a:r>
            <a:r>
              <a:rPr lang="zh-CN" altLang="en-US" sz="2200" dirty="0"/>
              <a:t>将循环 </a:t>
            </a:r>
            <a:endParaRPr lang="en-US" altLang="zh-CN" sz="2200" dirty="0">
              <a:solidFill>
                <a:srgbClr val="FF0000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E20DA7B-C083-874C-39F3-DBD2AFE12DCE}"/>
              </a:ext>
            </a:extLst>
          </p:cNvPr>
          <p:cNvCxnSpPr>
            <a:cxnSpLocks/>
          </p:cNvCxnSpPr>
          <p:nvPr/>
        </p:nvCxnSpPr>
        <p:spPr bwMode="auto">
          <a:xfrm>
            <a:off x="1143000" y="3318510"/>
            <a:ext cx="2743200" cy="2035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0E898C3-B101-0626-A20F-69A2C030B403}"/>
              </a:ext>
            </a:extLst>
          </p:cNvPr>
          <p:cNvCxnSpPr>
            <a:cxnSpLocks/>
          </p:cNvCxnSpPr>
          <p:nvPr/>
        </p:nvCxnSpPr>
        <p:spPr bwMode="auto">
          <a:xfrm>
            <a:off x="1143000" y="3842385"/>
            <a:ext cx="6013019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230EB61-9D7B-EBF3-6C6B-F31422A60180}"/>
              </a:ext>
            </a:extLst>
          </p:cNvPr>
          <p:cNvCxnSpPr>
            <a:cxnSpLocks/>
          </p:cNvCxnSpPr>
          <p:nvPr/>
        </p:nvCxnSpPr>
        <p:spPr bwMode="auto">
          <a:xfrm>
            <a:off x="1143000" y="3566160"/>
            <a:ext cx="185928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9DEB7FF-75CC-C536-521B-20E03C743174}"/>
              </a:ext>
            </a:extLst>
          </p:cNvPr>
          <p:cNvSpPr txBox="1"/>
          <p:nvPr/>
        </p:nvSpPr>
        <p:spPr>
          <a:xfrm>
            <a:off x="705091" y="4227305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to</a:t>
            </a:r>
          </a:p>
          <a:p>
            <a:pPr algn="ctr"/>
            <a:r>
              <a:rPr lang="zh-CN" altLang="en-US" sz="2200" dirty="0"/>
              <a:t>改为</a:t>
            </a:r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13DB1102-B7D9-0246-1F15-CFC176EA66DA}"/>
              </a:ext>
            </a:extLst>
          </p:cNvPr>
          <p:cNvSpPr/>
          <p:nvPr/>
        </p:nvSpPr>
        <p:spPr bwMode="auto">
          <a:xfrm>
            <a:off x="2210138" y="4357217"/>
            <a:ext cx="456862" cy="559937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C9857FD-E24C-09A1-E26D-24E0F9EDB19C}"/>
              </a:ext>
            </a:extLst>
          </p:cNvPr>
          <p:cNvSpPr/>
          <p:nvPr/>
        </p:nvSpPr>
        <p:spPr bwMode="auto">
          <a:xfrm>
            <a:off x="1152144" y="4949408"/>
            <a:ext cx="962406" cy="308392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F4D06C-6F5B-FDD3-7E52-E7F6480D545F}"/>
              </a:ext>
            </a:extLst>
          </p:cNvPr>
          <p:cNvSpPr/>
          <p:nvPr/>
        </p:nvSpPr>
        <p:spPr bwMode="auto">
          <a:xfrm>
            <a:off x="1591436" y="5441228"/>
            <a:ext cx="5209413" cy="311872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03A91A8-5051-81C9-C500-AFC3D5603D6A}"/>
              </a:ext>
            </a:extLst>
          </p:cNvPr>
          <p:cNvCxnSpPr>
            <a:cxnSpLocks/>
            <a:stCxn id="14" idx="0"/>
            <a:endCxn id="12" idx="2"/>
          </p:cNvCxnSpPr>
          <p:nvPr/>
        </p:nvCxnSpPr>
        <p:spPr bwMode="auto">
          <a:xfrm flipV="1">
            <a:off x="4196143" y="5753100"/>
            <a:ext cx="0" cy="33390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8DE711F-20E1-A7B4-2B9D-D965EB7E401A}"/>
              </a:ext>
            </a:extLst>
          </p:cNvPr>
          <p:cNvSpPr txBox="1"/>
          <p:nvPr/>
        </p:nvSpPr>
        <p:spPr>
          <a:xfrm>
            <a:off x="604078" y="6087002"/>
            <a:ext cx="7184129" cy="76944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Wait for the event from main program to proceed</a:t>
            </a:r>
          </a:p>
          <a:p>
            <a:pPr algn="ctr"/>
            <a:r>
              <a:rPr lang="zh-CN" altLang="en-US" sz="2200" dirty="0"/>
              <a:t>等待主程序的控制信号才能开始</a:t>
            </a:r>
          </a:p>
        </p:txBody>
      </p:sp>
    </p:spTree>
    <p:extLst>
      <p:ext uri="{BB962C8B-B14F-4D97-AF65-F5344CB8AC3E}">
        <p14:creationId xmlns:p14="http://schemas.microsoft.com/office/powerpoint/2010/main" val="45980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9" grpId="0"/>
      <p:bldP spid="30" grpId="0" animBg="1"/>
      <p:bldP spid="32" grpId="0" animBg="1"/>
      <p:bldP spid="12" grpId="0" animBg="1"/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98583-4B42-0E9F-8804-FDB437427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37EA1-21B3-FC9D-AE71-78D906CE5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Thread Function  </a:t>
            </a:r>
            <a:r>
              <a:rPr lang="zh-CN" altLang="en-US" dirty="0">
                <a:ea typeface="ＭＳ Ｐゴシック" panose="020B0600070205080204" pitchFamily="34" charset="-128"/>
              </a:rPr>
              <a:t>线程函数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47C956-4414-AE2A-0FD1-C654D0368FF5}"/>
              </a:ext>
            </a:extLst>
          </p:cNvPr>
          <p:cNvSpPr txBox="1"/>
          <p:nvPr/>
        </p:nvSpPr>
        <p:spPr>
          <a:xfrm>
            <a:off x="550533" y="1524000"/>
            <a:ext cx="80429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the loop, modify the trackers from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在循环中，将最近邻记录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CC533F-3F68-B9DA-9318-DAB0BD6E2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768" y="2281616"/>
            <a:ext cx="2697857" cy="50299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CEA317C-FF74-92AC-036C-B3A00D752F16}"/>
              </a:ext>
            </a:extLst>
          </p:cNvPr>
          <p:cNvCxnSpPr>
            <a:cxnSpLocks/>
          </p:cNvCxnSpPr>
          <p:nvPr/>
        </p:nvCxnSpPr>
        <p:spPr bwMode="auto">
          <a:xfrm>
            <a:off x="1581150" y="2409251"/>
            <a:ext cx="819150" cy="5715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80C811F-EC19-650F-017C-A90A1F230B48}"/>
              </a:ext>
            </a:extLst>
          </p:cNvPr>
          <p:cNvCxnSpPr>
            <a:cxnSpLocks/>
          </p:cNvCxnSpPr>
          <p:nvPr/>
        </p:nvCxnSpPr>
        <p:spPr bwMode="auto">
          <a:xfrm>
            <a:off x="1581150" y="2662616"/>
            <a:ext cx="43815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90A5B71A-BBBA-83C3-7672-6050C6C03B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768" y="3630289"/>
            <a:ext cx="2366340" cy="48012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6B1EBFED-B3A5-CD23-FC87-9D8778E0E7A7}"/>
              </a:ext>
            </a:extLst>
          </p:cNvPr>
          <p:cNvSpPr/>
          <p:nvPr/>
        </p:nvSpPr>
        <p:spPr bwMode="auto">
          <a:xfrm>
            <a:off x="1572768" y="3630289"/>
            <a:ext cx="446532" cy="480126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FDF31F-29A9-43AC-7790-CEBF53842D29}"/>
              </a:ext>
            </a:extLst>
          </p:cNvPr>
          <p:cNvSpPr txBox="1"/>
          <p:nvPr/>
        </p:nvSpPr>
        <p:spPr>
          <a:xfrm>
            <a:off x="609600" y="2738816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to</a:t>
            </a:r>
          </a:p>
          <a:p>
            <a:pPr algn="ctr"/>
            <a:r>
              <a:rPr lang="zh-CN" altLang="en-US" sz="2200" dirty="0"/>
              <a:t>改为</a:t>
            </a:r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5B3C208E-7BF6-A052-D54F-0F2CA65C66C7}"/>
              </a:ext>
            </a:extLst>
          </p:cNvPr>
          <p:cNvSpPr/>
          <p:nvPr/>
        </p:nvSpPr>
        <p:spPr bwMode="auto">
          <a:xfrm>
            <a:off x="2667000" y="2822706"/>
            <a:ext cx="488205" cy="683613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64A7AE7-4B27-D3C8-6207-6B5EA12106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2768" y="5144442"/>
            <a:ext cx="5875840" cy="32008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65F182A-0919-986A-9C66-E12D5F7C9A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2767" y="6299442"/>
            <a:ext cx="6218788" cy="29722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397D161-2E4A-A5C4-7088-5C51D3BFFD5D}"/>
              </a:ext>
            </a:extLst>
          </p:cNvPr>
          <p:cNvSpPr txBox="1"/>
          <p:nvPr/>
        </p:nvSpPr>
        <p:spPr>
          <a:xfrm>
            <a:off x="660694" y="4419600"/>
            <a:ext cx="80429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Modify the inner loop from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将内重循环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28DD889-6667-C629-68AB-15E4B8F9DC18}"/>
              </a:ext>
            </a:extLst>
          </p:cNvPr>
          <p:cNvSpPr txBox="1"/>
          <p:nvPr/>
        </p:nvSpPr>
        <p:spPr>
          <a:xfrm>
            <a:off x="609600" y="5497263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to</a:t>
            </a:r>
          </a:p>
          <a:p>
            <a:pPr algn="ctr"/>
            <a:r>
              <a:rPr lang="zh-CN" altLang="en-US" sz="2200" dirty="0"/>
              <a:t>改为</a:t>
            </a:r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C73CE917-FE7C-7989-51ED-6B28D2123280}"/>
              </a:ext>
            </a:extLst>
          </p:cNvPr>
          <p:cNvSpPr/>
          <p:nvPr/>
        </p:nvSpPr>
        <p:spPr bwMode="auto">
          <a:xfrm>
            <a:off x="2667000" y="5581153"/>
            <a:ext cx="488205" cy="683613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6F85E60-F7EA-576B-09F7-542559D3DB11}"/>
              </a:ext>
            </a:extLst>
          </p:cNvPr>
          <p:cNvCxnSpPr>
            <a:cxnSpLocks/>
          </p:cNvCxnSpPr>
          <p:nvPr/>
        </p:nvCxnSpPr>
        <p:spPr bwMode="auto">
          <a:xfrm>
            <a:off x="3074162" y="5312104"/>
            <a:ext cx="162085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03E2D00-9DE5-F93C-F704-EB866122808B}"/>
              </a:ext>
            </a:extLst>
          </p:cNvPr>
          <p:cNvCxnSpPr>
            <a:cxnSpLocks/>
          </p:cNvCxnSpPr>
          <p:nvPr/>
        </p:nvCxnSpPr>
        <p:spPr bwMode="auto">
          <a:xfrm flipV="1">
            <a:off x="3931488" y="5312104"/>
            <a:ext cx="2766492" cy="322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4D74AC10-64A6-FE87-5EA2-717545C780AC}"/>
              </a:ext>
            </a:extLst>
          </p:cNvPr>
          <p:cNvSpPr/>
          <p:nvPr/>
        </p:nvSpPr>
        <p:spPr bwMode="auto">
          <a:xfrm>
            <a:off x="3074162" y="6314725"/>
            <a:ext cx="1779778" cy="281940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22611F5-277A-4DE7-7A1E-7869615003A1}"/>
              </a:ext>
            </a:extLst>
          </p:cNvPr>
          <p:cNvSpPr/>
          <p:nvPr/>
        </p:nvSpPr>
        <p:spPr bwMode="auto">
          <a:xfrm>
            <a:off x="5562600" y="6316194"/>
            <a:ext cx="1554480" cy="288090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75484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9" grpId="0"/>
      <p:bldP spid="20" grpId="0" animBg="1"/>
      <p:bldP spid="26" grpId="0"/>
      <p:bldP spid="27" grpId="0"/>
      <p:bldP spid="28" grpId="0" animBg="1"/>
      <p:bldP spid="34" grpId="0" animBg="1"/>
      <p:bldP spid="3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B3BF6-130D-FF1F-8F03-7DB71046E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DD0D82A-54B0-0C44-7824-FF68266145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392" y="5139472"/>
            <a:ext cx="6561736" cy="15661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6D20B85-D694-735D-7ABE-8A20326D4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725" y="2409251"/>
            <a:ext cx="5189945" cy="18404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18C992-88A1-46E2-B604-2FCDF300D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Thread Function  </a:t>
            </a:r>
            <a:r>
              <a:rPr lang="zh-CN" altLang="en-US" dirty="0">
                <a:ea typeface="ＭＳ Ｐゴシック" panose="020B0600070205080204" pitchFamily="34" charset="-128"/>
              </a:rPr>
              <a:t>线程函数 </a:t>
            </a:r>
            <a:r>
              <a:rPr lang="en-US" altLang="zh-CN" dirty="0">
                <a:ea typeface="ＭＳ Ｐゴシック" panose="020B0600070205080204" pitchFamily="34" charset="-128"/>
              </a:rPr>
              <a:t>(3)</a:t>
            </a:r>
            <a:endParaRPr lang="zh-CN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5C8405-4AF5-5C63-0D2B-2DA4BB759FF3}"/>
              </a:ext>
            </a:extLst>
          </p:cNvPr>
          <p:cNvSpPr txBox="1"/>
          <p:nvPr/>
        </p:nvSpPr>
        <p:spPr>
          <a:xfrm>
            <a:off x="550533" y="1524000"/>
            <a:ext cx="80429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the loop, modify the distance calculation &amp; tracking from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在循环中，将距离计算和记录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C5322C7-8608-4E5C-0A9D-F74B46BFB694}"/>
              </a:ext>
            </a:extLst>
          </p:cNvPr>
          <p:cNvCxnSpPr>
            <a:cxnSpLocks/>
          </p:cNvCxnSpPr>
          <p:nvPr/>
        </p:nvCxnSpPr>
        <p:spPr bwMode="auto">
          <a:xfrm>
            <a:off x="4851399" y="2548468"/>
            <a:ext cx="2221915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64ECBFC4-46D1-9377-63CF-5D52275B792A}"/>
              </a:ext>
            </a:extLst>
          </p:cNvPr>
          <p:cNvSpPr/>
          <p:nvPr/>
        </p:nvSpPr>
        <p:spPr bwMode="auto">
          <a:xfrm>
            <a:off x="4800599" y="5159110"/>
            <a:ext cx="626533" cy="217223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57F040-8238-C8F2-038B-D129A01B44DD}"/>
              </a:ext>
            </a:extLst>
          </p:cNvPr>
          <p:cNvSpPr txBox="1"/>
          <p:nvPr/>
        </p:nvSpPr>
        <p:spPr>
          <a:xfrm>
            <a:off x="609600" y="4334004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to</a:t>
            </a:r>
          </a:p>
          <a:p>
            <a:pPr algn="ctr"/>
            <a:r>
              <a:rPr lang="zh-CN" altLang="en-US" sz="2200" dirty="0"/>
              <a:t>改为</a:t>
            </a:r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67F77C1E-E4AA-A49C-3CC3-F63C9D57947D}"/>
              </a:ext>
            </a:extLst>
          </p:cNvPr>
          <p:cNvSpPr/>
          <p:nvPr/>
        </p:nvSpPr>
        <p:spPr bwMode="auto">
          <a:xfrm>
            <a:off x="3352800" y="4315943"/>
            <a:ext cx="488205" cy="683613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DA4415B-51B8-0DE0-C7BC-D53DC2887B2C}"/>
              </a:ext>
            </a:extLst>
          </p:cNvPr>
          <p:cNvSpPr/>
          <p:nvPr/>
        </p:nvSpPr>
        <p:spPr bwMode="auto">
          <a:xfrm>
            <a:off x="2446866" y="5438510"/>
            <a:ext cx="465667" cy="208757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9F36D84-95B9-1588-4BDC-BBD1E87BFE60}"/>
              </a:ext>
            </a:extLst>
          </p:cNvPr>
          <p:cNvSpPr/>
          <p:nvPr/>
        </p:nvSpPr>
        <p:spPr bwMode="auto">
          <a:xfrm>
            <a:off x="2446866" y="5946305"/>
            <a:ext cx="482601" cy="462962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31082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9" grpId="0"/>
      <p:bldP spid="20" grpId="0" animBg="1"/>
      <p:bldP spid="31" grpId="0" animBg="1"/>
      <p:bldP spid="3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BFF8A-8B54-9B9B-D06F-D9DC2152C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132EEC2-9B41-A46B-43D5-AA1940FEE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768" y="2323956"/>
            <a:ext cx="6344536" cy="10288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27F0A0-97E7-5ACC-2F45-EE0F07D6E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Thread Function  </a:t>
            </a:r>
            <a:r>
              <a:rPr lang="zh-CN" altLang="en-US" dirty="0">
                <a:ea typeface="ＭＳ Ｐゴシック" panose="020B0600070205080204" pitchFamily="34" charset="-128"/>
              </a:rPr>
              <a:t>线程函数 </a:t>
            </a:r>
            <a:r>
              <a:rPr lang="en-US" altLang="zh-CN" dirty="0">
                <a:ea typeface="ＭＳ Ｐゴシック" panose="020B0600070205080204" pitchFamily="34" charset="-128"/>
              </a:rPr>
              <a:t>(4)</a:t>
            </a:r>
            <a:endParaRPr lang="zh-CN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12F0FA-98B8-AB9E-CBFA-C45948754B64}"/>
              </a:ext>
            </a:extLst>
          </p:cNvPr>
          <p:cNvSpPr txBox="1"/>
          <p:nvPr/>
        </p:nvSpPr>
        <p:spPr>
          <a:xfrm>
            <a:off x="550533" y="1524000"/>
            <a:ext cx="80429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Replace the classification correctness check w/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将分类正确性检查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4BC279A-D8C4-B43C-EA5C-D85A1E0AB900}"/>
              </a:ext>
            </a:extLst>
          </p:cNvPr>
          <p:cNvCxnSpPr>
            <a:cxnSpLocks/>
          </p:cNvCxnSpPr>
          <p:nvPr/>
        </p:nvCxnSpPr>
        <p:spPr bwMode="auto">
          <a:xfrm>
            <a:off x="1619090" y="2438400"/>
            <a:ext cx="6298214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1EA80E9-79B6-1B1C-7DA0-F808AA8D9227}"/>
              </a:ext>
            </a:extLst>
          </p:cNvPr>
          <p:cNvSpPr txBox="1"/>
          <p:nvPr/>
        </p:nvSpPr>
        <p:spPr>
          <a:xfrm>
            <a:off x="609600" y="35052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w/ a signal of completion to the main program</a:t>
            </a:r>
          </a:p>
          <a:p>
            <a:pPr algn="ctr"/>
            <a:r>
              <a:rPr lang="zh-CN" altLang="en-US" sz="2200" dirty="0"/>
              <a:t>替换为通知主程序的完成信号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21D79B7-65BA-0637-B2EF-49956B8772DF}"/>
              </a:ext>
            </a:extLst>
          </p:cNvPr>
          <p:cNvCxnSpPr>
            <a:cxnSpLocks/>
          </p:cNvCxnSpPr>
          <p:nvPr/>
        </p:nvCxnSpPr>
        <p:spPr bwMode="auto">
          <a:xfrm>
            <a:off x="2057400" y="2971800"/>
            <a:ext cx="16002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F4FA768-8555-93B9-BCF9-2689DE830D9B}"/>
              </a:ext>
            </a:extLst>
          </p:cNvPr>
          <p:cNvCxnSpPr>
            <a:cxnSpLocks/>
          </p:cNvCxnSpPr>
          <p:nvPr/>
        </p:nvCxnSpPr>
        <p:spPr bwMode="auto">
          <a:xfrm>
            <a:off x="1572768" y="2692398"/>
            <a:ext cx="198722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74C7907-7989-A3A5-8B48-F53AF0C5EA73}"/>
              </a:ext>
            </a:extLst>
          </p:cNvPr>
          <p:cNvCxnSpPr>
            <a:cxnSpLocks/>
          </p:cNvCxnSpPr>
          <p:nvPr/>
        </p:nvCxnSpPr>
        <p:spPr bwMode="auto">
          <a:xfrm>
            <a:off x="1572768" y="3200400"/>
            <a:ext cx="198722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77B4278B-29A7-EEF8-3201-9A8C6F5D31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768" y="4343400"/>
            <a:ext cx="2949352" cy="26292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70BB825-AE57-53A5-A37B-AB39276C40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144" y="5745410"/>
            <a:ext cx="6024451" cy="50299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B7C5B83-65B7-BD20-797D-7EBB798C5F83}"/>
              </a:ext>
            </a:extLst>
          </p:cNvPr>
          <p:cNvSpPr txBox="1"/>
          <p:nvPr/>
        </p:nvSpPr>
        <p:spPr>
          <a:xfrm>
            <a:off x="533848" y="497596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Delete the timing as the end of the thread function</a:t>
            </a:r>
          </a:p>
          <a:p>
            <a:pPr algn="ctr"/>
            <a:r>
              <a:rPr lang="zh-CN" altLang="en-US" sz="2200" dirty="0"/>
              <a:t>把线程函数结束处的计时删除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E04EEDF-4E0D-EA53-069D-BF38729C4DFF}"/>
              </a:ext>
            </a:extLst>
          </p:cNvPr>
          <p:cNvCxnSpPr>
            <a:cxnSpLocks/>
          </p:cNvCxnSpPr>
          <p:nvPr/>
        </p:nvCxnSpPr>
        <p:spPr bwMode="auto">
          <a:xfrm>
            <a:off x="1152144" y="5867400"/>
            <a:ext cx="2603427" cy="10886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2CD3FD5-F772-8998-1150-BBB12D64D6B2}"/>
              </a:ext>
            </a:extLst>
          </p:cNvPr>
          <p:cNvCxnSpPr>
            <a:cxnSpLocks/>
          </p:cNvCxnSpPr>
          <p:nvPr/>
        </p:nvCxnSpPr>
        <p:spPr bwMode="auto">
          <a:xfrm>
            <a:off x="1173915" y="6103042"/>
            <a:ext cx="5956228" cy="38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493698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0E895-A074-294F-E626-3FCECBB3D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32745-8FBC-5E24-87AD-6CCA0AD31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Thread Data Initialization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线程数据初始化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E01C2E-BDCB-ECFB-B515-44C5AB2F3678}"/>
              </a:ext>
            </a:extLst>
          </p:cNvPr>
          <p:cNvSpPr txBox="1"/>
          <p:nvPr/>
        </p:nvSpPr>
        <p:spPr>
          <a:xfrm>
            <a:off x="1066800" y="1524000"/>
            <a:ext cx="70104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‘main’ function, create the handle array for signaling thread processing completion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algn="ctr"/>
            <a:r>
              <a:rPr lang="zh-CN" altLang="en-US" sz="2200" dirty="0"/>
              <a:t>在</a:t>
            </a:r>
            <a:r>
              <a:rPr lang="en-US" altLang="zh-CN" sz="2200" dirty="0"/>
              <a:t>’main’</a:t>
            </a:r>
            <a:r>
              <a:rPr lang="zh-CN" altLang="en-US" sz="2200" dirty="0"/>
              <a:t>函数中，创建线程处理结束信号句柄的数组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009EF4-6935-8569-CAE6-BD7CF69DE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144" y="2667000"/>
            <a:ext cx="3292300" cy="49155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7088D05-EABD-427C-1285-9739944F6387}"/>
              </a:ext>
            </a:extLst>
          </p:cNvPr>
          <p:cNvSpPr/>
          <p:nvPr/>
        </p:nvSpPr>
        <p:spPr bwMode="auto">
          <a:xfrm>
            <a:off x="1152144" y="2895600"/>
            <a:ext cx="3292300" cy="262958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042D45F-4A21-9DE2-8318-B849FF470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144" y="4656500"/>
            <a:ext cx="4481185" cy="2514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10362C9-6CDA-51C2-882F-6F8B1DF9EF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143" y="5745442"/>
            <a:ext cx="4961312" cy="27435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0A90AA9-4618-9E11-A3F2-7EC50A169C2D}"/>
              </a:ext>
            </a:extLst>
          </p:cNvPr>
          <p:cNvSpPr/>
          <p:nvPr/>
        </p:nvSpPr>
        <p:spPr bwMode="auto">
          <a:xfrm>
            <a:off x="2540600" y="5770492"/>
            <a:ext cx="981534" cy="249308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DD2A424-58A8-F4BF-402A-0A7922F1D48C}"/>
              </a:ext>
            </a:extLst>
          </p:cNvPr>
          <p:cNvCxnSpPr>
            <a:cxnSpLocks/>
          </p:cNvCxnSpPr>
          <p:nvPr/>
        </p:nvCxnSpPr>
        <p:spPr bwMode="auto">
          <a:xfrm>
            <a:off x="2540000" y="4782247"/>
            <a:ext cx="457200" cy="9886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928CBC6-7780-D3ED-E8B3-45F0D4B1872B}"/>
              </a:ext>
            </a:extLst>
          </p:cNvPr>
          <p:cNvSpPr txBox="1"/>
          <p:nvPr/>
        </p:nvSpPr>
        <p:spPr>
          <a:xfrm>
            <a:off x="800100" y="3469443"/>
            <a:ext cx="7543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Here each thread processes part of the training data but not test data. Modify</a:t>
            </a:r>
          </a:p>
          <a:p>
            <a:pPr algn="ctr"/>
            <a:r>
              <a:rPr lang="zh-CN" altLang="en-US" sz="2200" dirty="0"/>
              <a:t>这里每个线程处理部分训练数据而非测试数据，所以将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8D0393-7FE4-516B-9A24-2DA3713C76EC}"/>
              </a:ext>
            </a:extLst>
          </p:cNvPr>
          <p:cNvSpPr txBox="1"/>
          <p:nvPr/>
        </p:nvSpPr>
        <p:spPr>
          <a:xfrm>
            <a:off x="609600" y="4996359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to</a:t>
            </a:r>
          </a:p>
          <a:p>
            <a:pPr algn="ctr"/>
            <a:r>
              <a:rPr lang="zh-CN" altLang="en-US" sz="2200" dirty="0"/>
              <a:t>改为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3E150A86-7B8F-9CE8-E41F-9B4F02322636}"/>
              </a:ext>
            </a:extLst>
          </p:cNvPr>
          <p:cNvSpPr/>
          <p:nvPr/>
        </p:nvSpPr>
        <p:spPr bwMode="auto">
          <a:xfrm>
            <a:off x="3352800" y="4978298"/>
            <a:ext cx="488205" cy="683613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1CB48A6-DB1F-08E3-9B71-FE6AB54C4747}"/>
              </a:ext>
            </a:extLst>
          </p:cNvPr>
          <p:cNvCxnSpPr>
            <a:cxnSpLocks/>
          </p:cNvCxnSpPr>
          <p:nvPr/>
        </p:nvCxnSpPr>
        <p:spPr bwMode="auto">
          <a:xfrm>
            <a:off x="1600200" y="4782247"/>
            <a:ext cx="6096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991EA6D9-54BE-44BA-AFCE-DE073CE534D7}"/>
              </a:ext>
            </a:extLst>
          </p:cNvPr>
          <p:cNvSpPr/>
          <p:nvPr/>
        </p:nvSpPr>
        <p:spPr bwMode="auto">
          <a:xfrm>
            <a:off x="1591734" y="5745442"/>
            <a:ext cx="651934" cy="274358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53648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/>
      <p:bldP spid="17" grpId="0"/>
      <p:bldP spid="18" grpId="0" animBg="1"/>
      <p:bldP spid="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D14D7-55F4-1E46-2112-C045BACAF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5EE5C3F-DBC4-0389-3C67-7A7A4BFBA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768" y="2286000"/>
            <a:ext cx="4972744" cy="8116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159C04C-86F9-E60F-7471-2BEE7ADF1B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768" y="4069521"/>
            <a:ext cx="5452871" cy="8116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1DBB47-41CF-72BD-6C62-8DE1889B9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Thread Data Initialization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线程数据初始化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5B1E1B-0111-190C-B7CA-DE38BA665CAC}"/>
              </a:ext>
            </a:extLst>
          </p:cNvPr>
          <p:cNvSpPr txBox="1"/>
          <p:nvPr/>
        </p:nvSpPr>
        <p:spPr>
          <a:xfrm>
            <a:off x="1066800" y="1524000"/>
            <a:ext cx="7010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 the loop for thread data initialization, modify </a:t>
            </a:r>
          </a:p>
          <a:p>
            <a:pPr algn="ctr"/>
            <a:r>
              <a:rPr lang="zh-CN" altLang="en-US" sz="2200" dirty="0"/>
              <a:t>在初始化线程数据的循环中，将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A255F18-3F19-3EE7-8986-7A968BA11F7E}"/>
              </a:ext>
            </a:extLst>
          </p:cNvPr>
          <p:cNvSpPr/>
          <p:nvPr/>
        </p:nvSpPr>
        <p:spPr bwMode="auto">
          <a:xfrm>
            <a:off x="2274673" y="4091787"/>
            <a:ext cx="620927" cy="480213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9D4D284-F133-29C9-525E-D2575065A233}"/>
              </a:ext>
            </a:extLst>
          </p:cNvPr>
          <p:cNvCxnSpPr>
            <a:cxnSpLocks/>
          </p:cNvCxnSpPr>
          <p:nvPr/>
        </p:nvCxnSpPr>
        <p:spPr bwMode="auto">
          <a:xfrm>
            <a:off x="2274673" y="2438400"/>
            <a:ext cx="468527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418BB6E-6982-9166-0BA9-E48FC4EA1324}"/>
              </a:ext>
            </a:extLst>
          </p:cNvPr>
          <p:cNvSpPr txBox="1"/>
          <p:nvPr/>
        </p:nvSpPr>
        <p:spPr>
          <a:xfrm>
            <a:off x="609600" y="3218461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to</a:t>
            </a:r>
          </a:p>
          <a:p>
            <a:pPr algn="ctr"/>
            <a:r>
              <a:rPr lang="zh-CN" altLang="en-US" sz="2200" dirty="0"/>
              <a:t>改为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90E9CB33-756C-76B0-C400-B0610B149142}"/>
              </a:ext>
            </a:extLst>
          </p:cNvPr>
          <p:cNvSpPr/>
          <p:nvPr/>
        </p:nvSpPr>
        <p:spPr bwMode="auto">
          <a:xfrm>
            <a:off x="3352800" y="3200400"/>
            <a:ext cx="488205" cy="683613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CED414-E9DC-AC13-ADE8-D22BC3AF22E2}"/>
              </a:ext>
            </a:extLst>
          </p:cNvPr>
          <p:cNvSpPr/>
          <p:nvPr/>
        </p:nvSpPr>
        <p:spPr bwMode="auto">
          <a:xfrm>
            <a:off x="2514600" y="4572001"/>
            <a:ext cx="990600" cy="309163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5F4FA8F-9AF4-D30C-8858-003AB4B58BA4}"/>
              </a:ext>
            </a:extLst>
          </p:cNvPr>
          <p:cNvCxnSpPr>
            <a:cxnSpLocks/>
          </p:cNvCxnSpPr>
          <p:nvPr/>
        </p:nvCxnSpPr>
        <p:spPr bwMode="auto">
          <a:xfrm>
            <a:off x="2274673" y="2691821"/>
            <a:ext cx="468527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9A97D09-342F-FAEB-4352-192941FFD893}"/>
              </a:ext>
            </a:extLst>
          </p:cNvPr>
          <p:cNvCxnSpPr>
            <a:cxnSpLocks/>
          </p:cNvCxnSpPr>
          <p:nvPr/>
        </p:nvCxnSpPr>
        <p:spPr bwMode="auto">
          <a:xfrm>
            <a:off x="2508936" y="2946402"/>
            <a:ext cx="468527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3086307-DA91-1BA6-4493-B9E9955137B5}"/>
              </a:ext>
            </a:extLst>
          </p:cNvPr>
          <p:cNvCxnSpPr>
            <a:cxnSpLocks/>
          </p:cNvCxnSpPr>
          <p:nvPr/>
        </p:nvCxnSpPr>
        <p:spPr bwMode="auto">
          <a:xfrm>
            <a:off x="4343400" y="2438400"/>
            <a:ext cx="5334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5E78792-6351-DE69-ACB3-DAC07F1690DC}"/>
              </a:ext>
            </a:extLst>
          </p:cNvPr>
          <p:cNvCxnSpPr>
            <a:cxnSpLocks/>
          </p:cNvCxnSpPr>
          <p:nvPr/>
        </p:nvCxnSpPr>
        <p:spPr bwMode="auto">
          <a:xfrm>
            <a:off x="5867400" y="2954869"/>
            <a:ext cx="5334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9FE79790-E1B5-63E5-86C5-9F075F636705}"/>
              </a:ext>
            </a:extLst>
          </p:cNvPr>
          <p:cNvSpPr/>
          <p:nvPr/>
        </p:nvSpPr>
        <p:spPr bwMode="auto">
          <a:xfrm>
            <a:off x="4397954" y="4091787"/>
            <a:ext cx="620927" cy="241068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B3A61A-0A5F-36DF-DAD6-8F56144A9A07}"/>
              </a:ext>
            </a:extLst>
          </p:cNvPr>
          <p:cNvSpPr/>
          <p:nvPr/>
        </p:nvSpPr>
        <p:spPr bwMode="auto">
          <a:xfrm>
            <a:off x="6290735" y="4620122"/>
            <a:ext cx="620927" cy="241068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20202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7" grpId="0"/>
      <p:bldP spid="18" grpId="0" animBg="1"/>
      <p:bldP spid="14" grpId="0" animBg="1"/>
      <p:bldP spid="25" grpId="0" animBg="1"/>
      <p:bldP spid="2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BB32E-E189-72CB-AB72-C0B78656D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8C0EB-B02C-84C2-ACD9-F5ABD8060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Thread Data Initialization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线程数据初始化 </a:t>
            </a:r>
            <a:r>
              <a:rPr lang="en-US" altLang="zh-CN" dirty="0">
                <a:ea typeface="ＭＳ Ｐゴシック" panose="020B0600070205080204" pitchFamily="34" charset="-128"/>
              </a:rPr>
              <a:t>(3)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2A3219-E5A4-EAD1-0A2D-D72FD0BF131D}"/>
              </a:ext>
            </a:extLst>
          </p:cNvPr>
          <p:cNvSpPr txBox="1"/>
          <p:nvPr/>
        </p:nvSpPr>
        <p:spPr>
          <a:xfrm>
            <a:off x="876300" y="1592759"/>
            <a:ext cx="7391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Delete the test data assignment in thread data </a:t>
            </a:r>
          </a:p>
          <a:p>
            <a:pPr algn="ctr"/>
            <a:r>
              <a:rPr lang="zh-CN" altLang="en-US" sz="2200" dirty="0"/>
              <a:t>在线程数据中删除测试数据赋值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DB6F15-41DB-1716-7730-EBFD41948D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488" y="2362200"/>
            <a:ext cx="4355438" cy="480127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C6EB533-F120-0F89-B58C-12C2A1F27613}"/>
              </a:ext>
            </a:extLst>
          </p:cNvPr>
          <p:cNvCxnSpPr>
            <a:cxnSpLocks/>
          </p:cNvCxnSpPr>
          <p:nvPr/>
        </p:nvCxnSpPr>
        <p:spPr bwMode="auto">
          <a:xfrm>
            <a:off x="1618488" y="2743200"/>
            <a:ext cx="3410712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F2261524-FBD6-AD13-B109-617BEBA750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768" y="4376276"/>
            <a:ext cx="6733210" cy="130320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A7190C1-A865-BE54-927F-9D5DD416F7D3}"/>
              </a:ext>
            </a:extLst>
          </p:cNvPr>
          <p:cNvSpPr/>
          <p:nvPr/>
        </p:nvSpPr>
        <p:spPr bwMode="auto">
          <a:xfrm>
            <a:off x="1572767" y="4917422"/>
            <a:ext cx="6716099" cy="775806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2A8811-59C0-DC10-B853-2E40EB5CCF91}"/>
              </a:ext>
            </a:extLst>
          </p:cNvPr>
          <p:cNvSpPr txBox="1"/>
          <p:nvPr/>
        </p:nvSpPr>
        <p:spPr>
          <a:xfrm>
            <a:off x="870857" y="3280625"/>
            <a:ext cx="73914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Create the events for signaling cross the main program &amp; the worker threads, assemble the array</a:t>
            </a:r>
          </a:p>
          <a:p>
            <a:pPr algn="ctr"/>
            <a:r>
              <a:rPr lang="zh-CN" altLang="en-US" sz="2200" dirty="0"/>
              <a:t>创建主程序和工作线程间通信的信号，并组建数组</a:t>
            </a:r>
          </a:p>
        </p:txBody>
      </p:sp>
    </p:spTree>
    <p:extLst>
      <p:ext uri="{BB962C8B-B14F-4D97-AF65-F5344CB8AC3E}">
        <p14:creationId xmlns:p14="http://schemas.microsoft.com/office/powerpoint/2010/main" val="2073764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9E36C-C483-4B58-55CB-A3B24C00D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E5493-A102-73C3-7E3A-5C1BD7026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Control the Workers  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控制工作线程</a:t>
            </a:r>
            <a:r>
              <a:rPr lang="en-US" altLang="zh-CN" dirty="0">
                <a:ea typeface="ＭＳ Ｐゴシック" panose="020B0600070205080204" pitchFamily="34" charset="-128"/>
              </a:rPr>
              <a:t> (1)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394E92-40FD-9E15-6C3D-64B6DDF9ACD8}"/>
              </a:ext>
            </a:extLst>
          </p:cNvPr>
          <p:cNvSpPr txBox="1"/>
          <p:nvPr/>
        </p:nvSpPr>
        <p:spPr>
          <a:xfrm>
            <a:off x="675481" y="1721903"/>
            <a:ext cx="779303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After starting the threads, loop over all the test data</a:t>
            </a:r>
          </a:p>
          <a:p>
            <a:pPr algn="ctr"/>
            <a:r>
              <a:rPr lang="zh-CN" altLang="en-US" sz="2200" dirty="0"/>
              <a:t>启动各线程之后，循环遍历所有测试数据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CD9AE4-768E-8C77-CF77-C778199BC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144" y="2483903"/>
            <a:ext cx="5224240" cy="155469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BAAC7D2-07C1-D481-EFC2-F2CCAE48990D}"/>
              </a:ext>
            </a:extLst>
          </p:cNvPr>
          <p:cNvSpPr/>
          <p:nvPr/>
        </p:nvSpPr>
        <p:spPr bwMode="auto">
          <a:xfrm>
            <a:off x="1152145" y="3261250"/>
            <a:ext cx="4867656" cy="777349"/>
          </a:xfrm>
          <a:prstGeom prst="rect">
            <a:avLst/>
          </a:prstGeom>
          <a:solidFill>
            <a:srgbClr val="FFFF00">
              <a:alpha val="33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00301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987F5-441D-C98C-CC8A-66E5F5B55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4D4BD-BFEC-E46E-3BA1-7DAD701AA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Control the Workers  </a:t>
            </a:r>
            <a:br>
              <a:rPr lang="en-US" altLang="zh-CN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控制工作线程</a:t>
            </a:r>
            <a:r>
              <a:rPr lang="en-US" altLang="zh-CN" dirty="0">
                <a:ea typeface="ＭＳ Ｐゴシック" panose="020B0600070205080204" pitchFamily="34" charset="-128"/>
              </a:rPr>
              <a:t> (2)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5E7CEC-9347-DB04-CA2E-25C1E1814613}"/>
              </a:ext>
            </a:extLst>
          </p:cNvPr>
          <p:cNvSpPr txBox="1"/>
          <p:nvPr/>
        </p:nvSpPr>
        <p:spPr>
          <a:xfrm>
            <a:off x="675481" y="1721903"/>
            <a:ext cx="779303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Set the current sample to be classified for all the threads, &amp; then signal them to process</a:t>
            </a:r>
          </a:p>
          <a:p>
            <a:pPr algn="ctr"/>
            <a:r>
              <a:rPr lang="zh-CN" altLang="en-US" sz="2200" dirty="0"/>
              <a:t>为每个线程配置当前要分类的数据，并通知他们开始处理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414FE5-E189-405F-829D-7642430B7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768" y="2895600"/>
            <a:ext cx="3921037" cy="129177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BBD105C-B362-68DF-785A-FA8F5A39E082}"/>
              </a:ext>
            </a:extLst>
          </p:cNvPr>
          <p:cNvSpPr txBox="1"/>
          <p:nvPr/>
        </p:nvSpPr>
        <p:spPr>
          <a:xfrm>
            <a:off x="675481" y="4572000"/>
            <a:ext cx="779303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Wait for the completion from all the threads</a:t>
            </a:r>
          </a:p>
          <a:p>
            <a:pPr algn="ctr"/>
            <a:r>
              <a:rPr lang="zh-CN" altLang="en-US" sz="2200" dirty="0"/>
              <a:t>等待所有线程处理完毕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3A1EBE1-44F9-7AF7-5A0B-4ED9432890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768" y="5353010"/>
            <a:ext cx="7224768" cy="285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180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158A1-27B7-310B-4D87-E09773B4D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590A4-B341-3AD6-B908-CF16EA677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79454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Aggregate the Results  </a:t>
            </a:r>
            <a:r>
              <a:rPr lang="zh-CN" altLang="en-US" dirty="0">
                <a:ea typeface="ＭＳ Ｐゴシック" panose="020B0600070205080204" pitchFamily="34" charset="-128"/>
              </a:rPr>
              <a:t>汇总结果 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1DC6CE-A0FA-0CA3-B66D-9F00F11C521D}"/>
              </a:ext>
            </a:extLst>
          </p:cNvPr>
          <p:cNvSpPr txBox="1"/>
          <p:nvPr/>
        </p:nvSpPr>
        <p:spPr>
          <a:xfrm>
            <a:off x="495300" y="1676400"/>
            <a:ext cx="81534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Aggregate the nearest neighbors from multiple threads, get the final classification result, &amp; check correctness</a:t>
            </a:r>
          </a:p>
          <a:p>
            <a:pPr algn="ctr"/>
            <a:r>
              <a:rPr lang="zh-CN" altLang="en-US" sz="2200" dirty="0"/>
              <a:t>汇总各个线程的最近邻以获得最终分类结果，并检查分类正确性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0961437-B69D-3029-A837-5DC9D440E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144" y="2819400"/>
            <a:ext cx="5681503" cy="385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701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E009E-BEB0-05FD-B1C2-36E4C0CAB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1BB62-48E3-0EB3-DD2C-158B5A21C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2363" y="457200"/>
            <a:ext cx="7945437" cy="914400"/>
          </a:xfrm>
        </p:spPr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Cleanup </a:t>
            </a:r>
            <a:r>
              <a:rPr lang="zh-CN" altLang="en-US" dirty="0">
                <a:ea typeface="ＭＳ Ｐゴシック" panose="020B0600070205080204" pitchFamily="34" charset="-128"/>
              </a:rPr>
              <a:t> 扫除 </a:t>
            </a:r>
            <a:endParaRPr lang="zh-CN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11650F-1FF8-6714-FD23-F53FEB549F18}"/>
              </a:ext>
            </a:extLst>
          </p:cNvPr>
          <p:cNvSpPr txBox="1"/>
          <p:nvPr/>
        </p:nvSpPr>
        <p:spPr>
          <a:xfrm>
            <a:off x="495300" y="1676400"/>
            <a:ext cx="8153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Delete the original aggregation in data parallelism</a:t>
            </a:r>
          </a:p>
          <a:p>
            <a:pPr algn="ctr"/>
            <a:r>
              <a:rPr lang="zh-CN" altLang="en-US" sz="2200" dirty="0"/>
              <a:t>删除数据并行中的汇总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132250-740B-370C-B08B-687BF98DE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843" y="2514600"/>
            <a:ext cx="6733210" cy="181762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10AF361-34E4-2451-A2B2-8851E0378DC8}"/>
              </a:ext>
            </a:extLst>
          </p:cNvPr>
          <p:cNvCxnSpPr>
            <a:cxnSpLocks/>
          </p:cNvCxnSpPr>
          <p:nvPr/>
        </p:nvCxnSpPr>
        <p:spPr bwMode="auto">
          <a:xfrm>
            <a:off x="1171575" y="2647950"/>
            <a:ext cx="6714478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59843EA-18C9-E84E-695B-B2695A68FCC2}"/>
              </a:ext>
            </a:extLst>
          </p:cNvPr>
          <p:cNvCxnSpPr>
            <a:cxnSpLocks/>
          </p:cNvCxnSpPr>
          <p:nvPr/>
        </p:nvCxnSpPr>
        <p:spPr bwMode="auto">
          <a:xfrm>
            <a:off x="1176661" y="3171825"/>
            <a:ext cx="1871339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880D5CE-B665-3315-9696-5AC591B7F8C6}"/>
              </a:ext>
            </a:extLst>
          </p:cNvPr>
          <p:cNvCxnSpPr>
            <a:cxnSpLocks/>
          </p:cNvCxnSpPr>
          <p:nvPr/>
        </p:nvCxnSpPr>
        <p:spPr bwMode="auto">
          <a:xfrm>
            <a:off x="1152843" y="3429000"/>
            <a:ext cx="3952557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53D848E-989E-046D-BAFC-8290F2EE0B7E}"/>
              </a:ext>
            </a:extLst>
          </p:cNvPr>
          <p:cNvCxnSpPr>
            <a:cxnSpLocks/>
          </p:cNvCxnSpPr>
          <p:nvPr/>
        </p:nvCxnSpPr>
        <p:spPr bwMode="auto">
          <a:xfrm>
            <a:off x="1647825" y="3952875"/>
            <a:ext cx="2924175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C5D3751-1DE6-5BCD-3C62-51EC2C9CC809}"/>
              </a:ext>
            </a:extLst>
          </p:cNvPr>
          <p:cNvCxnSpPr>
            <a:cxnSpLocks/>
          </p:cNvCxnSpPr>
          <p:nvPr/>
        </p:nvCxnSpPr>
        <p:spPr bwMode="auto">
          <a:xfrm>
            <a:off x="1162368" y="3676650"/>
            <a:ext cx="133032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3AEC059-F18C-F8FC-B707-7752E40C913C}"/>
              </a:ext>
            </a:extLst>
          </p:cNvPr>
          <p:cNvCxnSpPr>
            <a:cxnSpLocks/>
          </p:cNvCxnSpPr>
          <p:nvPr/>
        </p:nvCxnSpPr>
        <p:spPr bwMode="auto">
          <a:xfrm>
            <a:off x="1171575" y="4191000"/>
            <a:ext cx="133032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2655219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69A97-6702-D0C4-94B0-9C34CB1E4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C3D3E-1583-4606-7428-6D7DA64F8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Result Output  </a:t>
            </a:r>
            <a:r>
              <a:rPr lang="zh-CN" altLang="en-US" dirty="0">
                <a:ea typeface="ＭＳ Ｐゴシック" panose="020B0600070205080204" pitchFamily="34" charset="-128"/>
              </a:rPr>
              <a:t>结果输出</a:t>
            </a:r>
            <a:endParaRPr lang="zh-CN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242651-BF0A-BB1B-A552-A7B454ACE1B3}"/>
              </a:ext>
            </a:extLst>
          </p:cNvPr>
          <p:cNvSpPr txBox="1"/>
          <p:nvPr/>
        </p:nvSpPr>
        <p:spPr>
          <a:xfrm>
            <a:off x="609600" y="16002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Modify the per-thread latency output</a:t>
            </a:r>
          </a:p>
          <a:p>
            <a:pPr algn="ctr"/>
            <a:r>
              <a:rPr lang="zh-CN" altLang="en-US" sz="2200" dirty="0"/>
              <a:t>将每个线程的单数据耗时</a:t>
            </a:r>
            <a:r>
              <a:rPr lang="en-US" altLang="zh-CN" sz="2200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9D48EE-ADFA-F533-C68C-3F7B9F6A6A27}"/>
              </a:ext>
            </a:extLst>
          </p:cNvPr>
          <p:cNvSpPr txBox="1"/>
          <p:nvPr/>
        </p:nvSpPr>
        <p:spPr>
          <a:xfrm>
            <a:off x="117613" y="5638800"/>
            <a:ext cx="890877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Compile &amp; run it  </a:t>
            </a:r>
            <a:r>
              <a:rPr lang="zh-CN" altLang="en-US" sz="2200" dirty="0"/>
              <a:t>编译并运行之</a:t>
            </a:r>
            <a:endParaRPr lang="en-US" altLang="zh-CN" sz="2200" dirty="0"/>
          </a:p>
          <a:p>
            <a:pPr algn="ctr"/>
            <a:r>
              <a:rPr lang="en-US" altLang="zh-CN" sz="2200" dirty="0">
                <a:latin typeface="Consolas" panose="020B0609020204030204" pitchFamily="49" charset="0"/>
              </a:rPr>
              <a:t>mingw32-make SRC=dac.cpp EXTRA_CXXFLAGS="-DTHREADS=2" -B</a:t>
            </a:r>
          </a:p>
          <a:p>
            <a:pPr algn="ctr"/>
            <a:r>
              <a:rPr lang="en-US" altLang="zh-CN" sz="2200" dirty="0">
                <a:latin typeface="Consolas" panose="020B0609020204030204" pitchFamily="49" charset="0"/>
              </a:rPr>
              <a:t>run-dac.exe</a:t>
            </a:r>
            <a:endParaRPr lang="zh-CN" altLang="en-US" sz="2200" dirty="0">
              <a:latin typeface="Consolas" panose="020B06090202040302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1F0F68-67B3-5631-8413-21E28ECA0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144" y="2320072"/>
            <a:ext cx="6721778" cy="15661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AD5EDFF-035B-2544-B23E-8E50EA86D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844" y="4800600"/>
            <a:ext cx="5121355" cy="5144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6DFCACA-CD59-2350-A0B1-CA7582D19EBA}"/>
              </a:ext>
            </a:extLst>
          </p:cNvPr>
          <p:cNvSpPr txBox="1"/>
          <p:nvPr/>
        </p:nvSpPr>
        <p:spPr>
          <a:xfrm>
            <a:off x="609600" y="396240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to global latency</a:t>
            </a:r>
          </a:p>
          <a:p>
            <a:pPr algn="ctr"/>
            <a:r>
              <a:rPr lang="zh-CN" altLang="en-US" sz="2200" dirty="0"/>
              <a:t>改为全局单数据耗时</a:t>
            </a: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87C10687-5943-55DC-322D-52C1F77FBD7A}"/>
              </a:ext>
            </a:extLst>
          </p:cNvPr>
          <p:cNvSpPr/>
          <p:nvPr/>
        </p:nvSpPr>
        <p:spPr bwMode="auto">
          <a:xfrm>
            <a:off x="2667000" y="4005314"/>
            <a:ext cx="488205" cy="683613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99B19A8-6EAB-6DB7-04E2-4A91A672C61F}"/>
              </a:ext>
            </a:extLst>
          </p:cNvPr>
          <p:cNvCxnSpPr>
            <a:cxnSpLocks/>
          </p:cNvCxnSpPr>
          <p:nvPr/>
        </p:nvCxnSpPr>
        <p:spPr bwMode="auto">
          <a:xfrm>
            <a:off x="1178926" y="2463800"/>
            <a:ext cx="3850274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7C5B85B-03A8-AB1C-1BBC-F7061B11675A}"/>
              </a:ext>
            </a:extLst>
          </p:cNvPr>
          <p:cNvCxnSpPr>
            <a:cxnSpLocks/>
          </p:cNvCxnSpPr>
          <p:nvPr/>
        </p:nvCxnSpPr>
        <p:spPr bwMode="auto">
          <a:xfrm>
            <a:off x="2558993" y="3488267"/>
            <a:ext cx="4146607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D684C83-D6EA-EE67-CEBD-6967FF5C3CD0}"/>
              </a:ext>
            </a:extLst>
          </p:cNvPr>
          <p:cNvCxnSpPr>
            <a:cxnSpLocks/>
          </p:cNvCxnSpPr>
          <p:nvPr/>
        </p:nvCxnSpPr>
        <p:spPr bwMode="auto">
          <a:xfrm>
            <a:off x="1617134" y="3234268"/>
            <a:ext cx="6256788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E047B08-7019-04C2-F1DF-BA1A5555EF39}"/>
              </a:ext>
            </a:extLst>
          </p:cNvPr>
          <p:cNvCxnSpPr>
            <a:cxnSpLocks/>
          </p:cNvCxnSpPr>
          <p:nvPr/>
        </p:nvCxnSpPr>
        <p:spPr bwMode="auto">
          <a:xfrm>
            <a:off x="1617134" y="2971800"/>
            <a:ext cx="5621866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8A27322-CDBC-3DBD-A4E1-04BFEBEAA6EF}"/>
              </a:ext>
            </a:extLst>
          </p:cNvPr>
          <p:cNvCxnSpPr>
            <a:cxnSpLocks/>
          </p:cNvCxnSpPr>
          <p:nvPr/>
        </p:nvCxnSpPr>
        <p:spPr bwMode="auto">
          <a:xfrm>
            <a:off x="1162368" y="3759198"/>
            <a:ext cx="133032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873DD94-9825-D83D-98B2-976AF737C372}"/>
              </a:ext>
            </a:extLst>
          </p:cNvPr>
          <p:cNvCxnSpPr>
            <a:cxnSpLocks/>
          </p:cNvCxnSpPr>
          <p:nvPr/>
        </p:nvCxnSpPr>
        <p:spPr bwMode="auto">
          <a:xfrm>
            <a:off x="1179302" y="2734733"/>
            <a:ext cx="133032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CC99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500736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16412</TotalTime>
  <Words>830</Words>
  <Application>Microsoft Office PowerPoint</Application>
  <PresentationFormat>On-screen Show (4:3)</PresentationFormat>
  <Paragraphs>85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ＭＳ Ｐゴシック</vt:lpstr>
      <vt:lpstr>SimSun</vt:lpstr>
      <vt:lpstr>Arial</vt:lpstr>
      <vt:lpstr>Comic Sans MS</vt:lpstr>
      <vt:lpstr>Consolas</vt:lpstr>
      <vt:lpstr>Tahoma</vt:lpstr>
      <vt:lpstr>Times New Roman</vt:lpstr>
      <vt:lpstr>Wingdings</vt:lpstr>
      <vt:lpstr>Blends</vt:lpstr>
      <vt:lpstr>Cookbook for Practice 4.3</vt:lpstr>
      <vt:lpstr>Thread Data  线程数据</vt:lpstr>
      <vt:lpstr>Thread Function  线程函数 (1)</vt:lpstr>
      <vt:lpstr>Thread Function  线程函数 (2)</vt:lpstr>
      <vt:lpstr>Thread Function  线程函数 (3)</vt:lpstr>
      <vt:lpstr>Thread Function  线程函数 (4)</vt:lpstr>
      <vt:lpstr>Thread Data Initialization 线程数据初始化 (1)</vt:lpstr>
      <vt:lpstr>Thread Data Initialization 线程数据初始化 (2)</vt:lpstr>
      <vt:lpstr>Thread Data Initialization 线程数据初始化 (3)</vt:lpstr>
      <vt:lpstr>Control the Workers   控制工作线程 (1)</vt:lpstr>
      <vt:lpstr>Control the Workers   控制工作线程 (2)</vt:lpstr>
      <vt:lpstr>Aggregate the Results  汇总结果 </vt:lpstr>
      <vt:lpstr>Cleanup  扫除 </vt:lpstr>
      <vt:lpstr>Result Output  结果输出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1171</cp:revision>
  <dcterms:created xsi:type="dcterms:W3CDTF">2003-03-13T01:36:43Z</dcterms:created>
  <dcterms:modified xsi:type="dcterms:W3CDTF">2026-08-23T00:33:07Z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bbc1f4d3-c45f-47e7-921d-14370e082f38</vt:lpwstr>
  </property>
  <property fmtid="{D5CDD505-2E9C-101B-9397-08002B2CF9AE}" pid="3" name="CTP_TimeStamp">
    <vt:lpwstr>2019-09-21 01:47:09Z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