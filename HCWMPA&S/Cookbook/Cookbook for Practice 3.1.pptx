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2"/>
  </p:notesMasterIdLst>
  <p:handoutMasterIdLst>
    <p:handoutMasterId r:id="rId13"/>
  </p:handoutMasterIdLst>
  <p:sldIdLst>
    <p:sldId id="286" r:id="rId2"/>
    <p:sldId id="415" r:id="rId3"/>
    <p:sldId id="443" r:id="rId4"/>
    <p:sldId id="444" r:id="rId5"/>
    <p:sldId id="439" r:id="rId6"/>
    <p:sldId id="445" r:id="rId7"/>
    <p:sldId id="446" r:id="rId8"/>
    <p:sldId id="442" r:id="rId9"/>
    <p:sldId id="447" r:id="rId10"/>
    <p:sldId id="353" r:id="rId11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81FBB9-665D-4267-9340-1C5A7B71983E}" v="1002" dt="2026-07-24T08:24:59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14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redo custSel addSld delSld modSld sldOrd">
      <pc:chgData name="Li, Cong" userId="025630f4-267e-4cb3-8cd5-8795177f99f4" providerId="ADAL" clId="{929A2CC8-B112-421C-81E2-D5D63B23E300}" dt="2026-08-15T00:34:54.701" v="6336" actId="20577"/>
      <pc:docMkLst>
        <pc:docMk/>
      </pc:docMkLst>
      <pc:sldChg chg="modSp mod">
        <pc:chgData name="Li, Cong" userId="025630f4-267e-4cb3-8cd5-8795177f99f4" providerId="ADAL" clId="{929A2CC8-B112-421C-81E2-D5D63B23E300}" dt="2026-07-24T05:24:10.987" v="2685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7-24T05:24:10.987" v="2685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7-24T05:24:07.646" v="2683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addAnim delAnim modAnim">
        <pc:chgData name="Li, Cong" userId="025630f4-267e-4cb3-8cd5-8795177f99f4" providerId="ADAL" clId="{929A2CC8-B112-421C-81E2-D5D63B23E300}" dt="2026-08-15T00:34:54.701" v="6336" actId="20577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7-24T05:33:44.317" v="2800" actId="6549"/>
          <ac:spMkLst>
            <pc:docMk/>
            <pc:sldMk cId="796492521" sldId="415"/>
            <ac:spMk id="2" creationId="{ADE6B920-28FE-41F4-B19E-AF72E4D6D2C6}"/>
          </ac:spMkLst>
        </pc:spChg>
        <pc:spChg chg="add mod">
          <ac:chgData name="Li, Cong" userId="025630f4-267e-4cb3-8cd5-8795177f99f4" providerId="ADAL" clId="{929A2CC8-B112-421C-81E2-D5D63B23E300}" dt="2026-07-24T05:51:28.719" v="3131" actId="20577"/>
          <ac:spMkLst>
            <pc:docMk/>
            <pc:sldMk cId="796492521" sldId="415"/>
            <ac:spMk id="6" creationId="{168B275B-9757-C97D-4FB4-DE97C516AF07}"/>
          </ac:spMkLst>
        </pc:spChg>
        <pc:spChg chg="add mod">
          <ac:chgData name="Li, Cong" userId="025630f4-267e-4cb3-8cd5-8795177f99f4" providerId="ADAL" clId="{929A2CC8-B112-421C-81E2-D5D63B23E300}" dt="2026-07-24T05:32:51.518" v="2732" actId="14100"/>
          <ac:spMkLst>
            <pc:docMk/>
            <pc:sldMk cId="796492521" sldId="415"/>
            <ac:spMk id="7" creationId="{0A56F974-7872-E523-51F0-DE4336887CF6}"/>
          </ac:spMkLst>
        </pc:spChg>
        <pc:spChg chg="mod">
          <ac:chgData name="Li, Cong" userId="025630f4-267e-4cb3-8cd5-8795177f99f4" providerId="ADAL" clId="{929A2CC8-B112-421C-81E2-D5D63B23E300}" dt="2026-07-24T05:33:17.888" v="2765" actId="6549"/>
          <ac:spMkLst>
            <pc:docMk/>
            <pc:sldMk cId="796492521" sldId="415"/>
            <ac:spMk id="9" creationId="{52E99CE4-F0B2-7EE2-3AD4-F0C8FC773C69}"/>
          </ac:spMkLst>
        </pc:spChg>
        <pc:spChg chg="mod">
          <ac:chgData name="Li, Cong" userId="025630f4-267e-4cb3-8cd5-8795177f99f4" providerId="ADAL" clId="{929A2CC8-B112-421C-81E2-D5D63B23E300}" dt="2026-08-15T00:34:54.701" v="6336" actId="20577"/>
          <ac:spMkLst>
            <pc:docMk/>
            <pc:sldMk cId="796492521" sldId="415"/>
            <ac:spMk id="19" creationId="{23CD657D-BF24-8236-C712-84C3BC6A85FC}"/>
          </ac:spMkLst>
        </pc:spChg>
        <pc:picChg chg="add mod ord">
          <ac:chgData name="Li, Cong" userId="025630f4-267e-4cb3-8cd5-8795177f99f4" providerId="ADAL" clId="{929A2CC8-B112-421C-81E2-D5D63B23E300}" dt="2026-07-24T05:32:45.516" v="2731" actId="1035"/>
          <ac:picMkLst>
            <pc:docMk/>
            <pc:sldMk cId="796492521" sldId="415"/>
            <ac:picMk id="4" creationId="{D81DE68D-0B12-CDA6-6ADA-67F5A0426DFB}"/>
          </ac:picMkLst>
        </pc:picChg>
      </pc:sldChg>
      <pc:sldChg chg="addSp delSp modSp add mod ord delAnim modAnim">
        <pc:chgData name="Li, Cong" userId="025630f4-267e-4cb3-8cd5-8795177f99f4" providerId="ADAL" clId="{929A2CC8-B112-421C-81E2-D5D63B23E300}" dt="2026-07-24T07:04:52.329" v="5336" actId="20577"/>
        <pc:sldMkLst>
          <pc:docMk/>
          <pc:sldMk cId="2864123508" sldId="439"/>
        </pc:sldMkLst>
        <pc:spChg chg="mod">
          <ac:chgData name="Li, Cong" userId="025630f4-267e-4cb3-8cd5-8795177f99f4" providerId="ADAL" clId="{929A2CC8-B112-421C-81E2-D5D63B23E300}" dt="2026-07-24T07:04:52.329" v="5336" actId="20577"/>
          <ac:spMkLst>
            <pc:docMk/>
            <pc:sldMk cId="2864123508" sldId="439"/>
            <ac:spMk id="2" creationId="{FBFD038B-E340-B4C2-2178-C87D35C14DBC}"/>
          </ac:spMkLst>
        </pc:spChg>
        <pc:spChg chg="add mod">
          <ac:chgData name="Li, Cong" userId="025630f4-267e-4cb3-8cd5-8795177f99f4" providerId="ADAL" clId="{929A2CC8-B112-421C-81E2-D5D63B23E300}" dt="2026-07-24T06:17:16.915" v="4129" actId="20577"/>
          <ac:spMkLst>
            <pc:docMk/>
            <pc:sldMk cId="2864123508" sldId="439"/>
            <ac:spMk id="9" creationId="{388A2562-551B-F736-74E3-3149C0D64161}"/>
          </ac:spMkLst>
        </pc:spChg>
        <pc:spChg chg="add mod">
          <ac:chgData name="Li, Cong" userId="025630f4-267e-4cb3-8cd5-8795177f99f4" providerId="ADAL" clId="{929A2CC8-B112-421C-81E2-D5D63B23E300}" dt="2026-07-24T06:18:37.728" v="4156" actId="1035"/>
          <ac:spMkLst>
            <pc:docMk/>
            <pc:sldMk cId="2864123508" sldId="439"/>
            <ac:spMk id="10" creationId="{1B51F44A-1BE8-C385-3FFD-E27F4A0A3C99}"/>
          </ac:spMkLst>
        </pc:spChg>
        <pc:spChg chg="add mod">
          <ac:chgData name="Li, Cong" userId="025630f4-267e-4cb3-8cd5-8795177f99f4" providerId="ADAL" clId="{929A2CC8-B112-421C-81E2-D5D63B23E300}" dt="2026-07-24T06:18:37.728" v="4156" actId="1035"/>
          <ac:spMkLst>
            <pc:docMk/>
            <pc:sldMk cId="2864123508" sldId="439"/>
            <ac:spMk id="12" creationId="{F36D3658-00AE-9266-4761-8D538F935688}"/>
          </ac:spMkLst>
        </pc:spChg>
        <pc:spChg chg="add mod">
          <ac:chgData name="Li, Cong" userId="025630f4-267e-4cb3-8cd5-8795177f99f4" providerId="ADAL" clId="{929A2CC8-B112-421C-81E2-D5D63B23E300}" dt="2026-07-24T06:18:37.728" v="4156" actId="1035"/>
          <ac:spMkLst>
            <pc:docMk/>
            <pc:sldMk cId="2864123508" sldId="439"/>
            <ac:spMk id="13" creationId="{670DDFAD-D101-F591-7A23-EF02CC2A0E93}"/>
          </ac:spMkLst>
        </pc:spChg>
        <pc:spChg chg="mod">
          <ac:chgData name="Li, Cong" userId="025630f4-267e-4cb3-8cd5-8795177f99f4" providerId="ADAL" clId="{929A2CC8-B112-421C-81E2-D5D63B23E300}" dt="2026-07-24T06:15:58.694" v="3946" actId="20577"/>
          <ac:spMkLst>
            <pc:docMk/>
            <pc:sldMk cId="2864123508" sldId="439"/>
            <ac:spMk id="19" creationId="{A5EF7DDD-2AE2-94FE-DB51-E9FADC94A138}"/>
          </ac:spMkLst>
        </pc:spChg>
        <pc:picChg chg="add mod">
          <ac:chgData name="Li, Cong" userId="025630f4-267e-4cb3-8cd5-8795177f99f4" providerId="ADAL" clId="{929A2CC8-B112-421C-81E2-D5D63B23E300}" dt="2026-07-24T06:18:37.728" v="4156" actId="1035"/>
          <ac:picMkLst>
            <pc:docMk/>
            <pc:sldMk cId="2864123508" sldId="439"/>
            <ac:picMk id="4" creationId="{0DDA76D3-C455-2417-3A5B-822F98679277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4T08:11:26.654" v="6024"/>
        <pc:sldMkLst>
          <pc:docMk/>
          <pc:sldMk cId="3262814318" sldId="442"/>
        </pc:sldMkLst>
        <pc:spChg chg="mod">
          <ac:chgData name="Li, Cong" userId="025630f4-267e-4cb3-8cd5-8795177f99f4" providerId="ADAL" clId="{929A2CC8-B112-421C-81E2-D5D63B23E300}" dt="2026-07-24T08:07:40.229" v="5833" actId="20577"/>
          <ac:spMkLst>
            <pc:docMk/>
            <pc:sldMk cId="3262814318" sldId="442"/>
            <ac:spMk id="2" creationId="{A28E2D78-60C8-095D-0994-F30879B1547D}"/>
          </ac:spMkLst>
        </pc:spChg>
        <pc:spChg chg="mod">
          <ac:chgData name="Li, Cong" userId="025630f4-267e-4cb3-8cd5-8795177f99f4" providerId="ADAL" clId="{929A2CC8-B112-421C-81E2-D5D63B23E300}" dt="2026-07-24T08:09:14.096" v="5957" actId="1035"/>
          <ac:spMkLst>
            <pc:docMk/>
            <pc:sldMk cId="3262814318" sldId="442"/>
            <ac:spMk id="19" creationId="{7E36F551-E56B-8D8C-79B2-BAB74BE5624F}"/>
          </ac:spMkLst>
        </pc:spChg>
        <pc:spChg chg="add mod">
          <ac:chgData name="Li, Cong" userId="025630f4-267e-4cb3-8cd5-8795177f99f4" providerId="ADAL" clId="{929A2CC8-B112-421C-81E2-D5D63B23E300}" dt="2026-07-24T08:11:15.120" v="6023" actId="1035"/>
          <ac:spMkLst>
            <pc:docMk/>
            <pc:sldMk cId="3262814318" sldId="442"/>
            <ac:spMk id="23" creationId="{BDBB3CA5-1438-8314-9B9F-58CDF8AA6547}"/>
          </ac:spMkLst>
        </pc:spChg>
        <pc:spChg chg="add mod">
          <ac:chgData name="Li, Cong" userId="025630f4-267e-4cb3-8cd5-8795177f99f4" providerId="ADAL" clId="{929A2CC8-B112-421C-81E2-D5D63B23E300}" dt="2026-07-24T08:09:44.068" v="5976" actId="1036"/>
          <ac:spMkLst>
            <pc:docMk/>
            <pc:sldMk cId="3262814318" sldId="442"/>
            <ac:spMk id="24" creationId="{9DEFBF53-5830-F7CD-2CA4-D90488A1744D}"/>
          </ac:spMkLst>
        </pc:spChg>
        <pc:picChg chg="add mod">
          <ac:chgData name="Li, Cong" userId="025630f4-267e-4cb3-8cd5-8795177f99f4" providerId="ADAL" clId="{929A2CC8-B112-421C-81E2-D5D63B23E300}" dt="2026-07-24T08:09:14.096" v="5957" actId="1035"/>
          <ac:picMkLst>
            <pc:docMk/>
            <pc:sldMk cId="3262814318" sldId="442"/>
            <ac:picMk id="4" creationId="{22279FC0-CB19-5B4B-4342-F17504B9645E}"/>
          </ac:picMkLst>
        </pc:picChg>
        <pc:picChg chg="add mod">
          <ac:chgData name="Li, Cong" userId="025630f4-267e-4cb3-8cd5-8795177f99f4" providerId="ADAL" clId="{929A2CC8-B112-421C-81E2-D5D63B23E300}" dt="2026-07-24T07:43:10.739" v="5518" actId="1076"/>
          <ac:picMkLst>
            <pc:docMk/>
            <pc:sldMk cId="3262814318" sldId="442"/>
            <ac:picMk id="21" creationId="{7593558D-C6FD-3054-DC71-590B0F5CA41C}"/>
          </ac:picMkLst>
        </pc:picChg>
        <pc:cxnChg chg="add mod">
          <ac:chgData name="Li, Cong" userId="025630f4-267e-4cb3-8cd5-8795177f99f4" providerId="ADAL" clId="{929A2CC8-B112-421C-81E2-D5D63B23E300}" dt="2026-07-24T08:09:14.096" v="5957" actId="1035"/>
          <ac:cxnSpMkLst>
            <pc:docMk/>
            <pc:sldMk cId="3262814318" sldId="442"/>
            <ac:cxnSpMk id="3" creationId="{3DAEFA45-0D04-AB6C-D7AF-01BB37ACF0F6}"/>
          </ac:cxnSpMkLst>
        </pc:cxnChg>
        <pc:cxnChg chg="add mod">
          <ac:chgData name="Li, Cong" userId="025630f4-267e-4cb3-8cd5-8795177f99f4" providerId="ADAL" clId="{929A2CC8-B112-421C-81E2-D5D63B23E300}" dt="2026-07-24T08:09:14.096" v="5957" actId="1035"/>
          <ac:cxnSpMkLst>
            <pc:docMk/>
            <pc:sldMk cId="3262814318" sldId="442"/>
            <ac:cxnSpMk id="6" creationId="{6748D0E4-DD6A-53A1-4DD5-3C562CBEF8C0}"/>
          </ac:cxnSpMkLst>
        </pc:cxnChg>
        <pc:cxnChg chg="add mod">
          <ac:chgData name="Li, Cong" userId="025630f4-267e-4cb3-8cd5-8795177f99f4" providerId="ADAL" clId="{929A2CC8-B112-421C-81E2-D5D63B23E300}" dt="2026-07-24T08:09:14.096" v="5957" actId="1035"/>
          <ac:cxnSpMkLst>
            <pc:docMk/>
            <pc:sldMk cId="3262814318" sldId="442"/>
            <ac:cxnSpMk id="14" creationId="{C51B372B-C92B-6B5F-076D-7C5BBBE741E2}"/>
          </ac:cxnSpMkLst>
        </pc:cxnChg>
        <pc:cxnChg chg="add mod">
          <ac:chgData name="Li, Cong" userId="025630f4-267e-4cb3-8cd5-8795177f99f4" providerId="ADAL" clId="{929A2CC8-B112-421C-81E2-D5D63B23E300}" dt="2026-07-24T08:09:14.096" v="5957" actId="1035"/>
          <ac:cxnSpMkLst>
            <pc:docMk/>
            <pc:sldMk cId="3262814318" sldId="442"/>
            <ac:cxnSpMk id="16" creationId="{ADD49E1B-1D7E-9213-F2F6-A4EFFF53F5D9}"/>
          </ac:cxnSpMkLst>
        </pc:cxnChg>
      </pc:sldChg>
      <pc:sldChg chg="addSp delSp modSp add mod delAnim">
        <pc:chgData name="Li, Cong" userId="025630f4-267e-4cb3-8cd5-8795177f99f4" providerId="ADAL" clId="{929A2CC8-B112-421C-81E2-D5D63B23E300}" dt="2026-07-24T06:14:43.017" v="3769" actId="313"/>
        <pc:sldMkLst>
          <pc:docMk/>
          <pc:sldMk cId="772038216" sldId="443"/>
        </pc:sldMkLst>
        <pc:spChg chg="mod">
          <ac:chgData name="Li, Cong" userId="025630f4-267e-4cb3-8cd5-8795177f99f4" providerId="ADAL" clId="{929A2CC8-B112-421C-81E2-D5D63B23E300}" dt="2026-07-24T05:51:59.442" v="3136" actId="20577"/>
          <ac:spMkLst>
            <pc:docMk/>
            <pc:sldMk cId="772038216" sldId="443"/>
            <ac:spMk id="2" creationId="{D923603D-0933-300A-F9FF-FF91B85BF37C}"/>
          </ac:spMkLst>
        </pc:spChg>
        <pc:spChg chg="mod">
          <ac:chgData name="Li, Cong" userId="025630f4-267e-4cb3-8cd5-8795177f99f4" providerId="ADAL" clId="{929A2CC8-B112-421C-81E2-D5D63B23E300}" dt="2026-07-24T05:55:08.912" v="3394" actId="14100"/>
          <ac:spMkLst>
            <pc:docMk/>
            <pc:sldMk cId="772038216" sldId="443"/>
            <ac:spMk id="7" creationId="{9550DDE3-E905-C36E-44D9-DC850830B0C2}"/>
          </ac:spMkLst>
        </pc:spChg>
        <pc:spChg chg="mod">
          <ac:chgData name="Li, Cong" userId="025630f4-267e-4cb3-8cd5-8795177f99f4" providerId="ADAL" clId="{929A2CC8-B112-421C-81E2-D5D63B23E300}" dt="2026-07-24T06:14:43.017" v="3769" actId="313"/>
          <ac:spMkLst>
            <pc:docMk/>
            <pc:sldMk cId="772038216" sldId="443"/>
            <ac:spMk id="19" creationId="{19A43251-0A8B-5E81-ED43-18CA70886503}"/>
          </ac:spMkLst>
        </pc:spChg>
        <pc:picChg chg="add mod ord">
          <ac:chgData name="Li, Cong" userId="025630f4-267e-4cb3-8cd5-8795177f99f4" providerId="ADAL" clId="{929A2CC8-B112-421C-81E2-D5D63B23E300}" dt="2026-07-24T05:55:02.365" v="3392" actId="14100"/>
          <ac:picMkLst>
            <pc:docMk/>
            <pc:sldMk cId="772038216" sldId="443"/>
            <ac:picMk id="5" creationId="{C76BA960-235E-DF85-0521-449C7EDAF3D9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4T06:09:32.254" v="3656"/>
        <pc:sldMkLst>
          <pc:docMk/>
          <pc:sldMk cId="110555638" sldId="444"/>
        </pc:sldMkLst>
        <pc:spChg chg="mod">
          <ac:chgData name="Li, Cong" userId="025630f4-267e-4cb3-8cd5-8795177f99f4" providerId="ADAL" clId="{929A2CC8-B112-421C-81E2-D5D63B23E300}" dt="2026-07-24T05:55:55.939" v="3397" actId="20577"/>
          <ac:spMkLst>
            <pc:docMk/>
            <pc:sldMk cId="110555638" sldId="444"/>
            <ac:spMk id="2" creationId="{E6332E7A-0E7C-741C-66E6-26645415A1ED}"/>
          </ac:spMkLst>
        </pc:spChg>
        <pc:spChg chg="mod">
          <ac:chgData name="Li, Cong" userId="025630f4-267e-4cb3-8cd5-8795177f99f4" providerId="ADAL" clId="{929A2CC8-B112-421C-81E2-D5D63B23E300}" dt="2026-07-24T06:08:34.582" v="3634" actId="1036"/>
          <ac:spMkLst>
            <pc:docMk/>
            <pc:sldMk cId="110555638" sldId="444"/>
            <ac:spMk id="6" creationId="{96EF6938-C40E-A993-0AEC-75BBF84B1DD3}"/>
          </ac:spMkLst>
        </pc:spChg>
        <pc:spChg chg="mod">
          <ac:chgData name="Li, Cong" userId="025630f4-267e-4cb3-8cd5-8795177f99f4" providerId="ADAL" clId="{929A2CC8-B112-421C-81E2-D5D63B23E300}" dt="2026-07-24T06:08:53.841" v="3651" actId="14100"/>
          <ac:spMkLst>
            <pc:docMk/>
            <pc:sldMk cId="110555638" sldId="444"/>
            <ac:spMk id="16" creationId="{B772109C-77D0-5C3F-44CE-21698C7B7461}"/>
          </ac:spMkLst>
        </pc:spChg>
        <pc:spChg chg="mod">
          <ac:chgData name="Li, Cong" userId="025630f4-267e-4cb3-8cd5-8795177f99f4" providerId="ADAL" clId="{929A2CC8-B112-421C-81E2-D5D63B23E300}" dt="2026-07-24T06:05:33.412" v="3506" actId="20577"/>
          <ac:spMkLst>
            <pc:docMk/>
            <pc:sldMk cId="110555638" sldId="444"/>
            <ac:spMk id="19" creationId="{F0BF5977-9316-308B-B2BD-06060D512518}"/>
          </ac:spMkLst>
        </pc:spChg>
        <pc:picChg chg="add mod ord">
          <ac:chgData name="Li, Cong" userId="025630f4-267e-4cb3-8cd5-8795177f99f4" providerId="ADAL" clId="{929A2CC8-B112-421C-81E2-D5D63B23E300}" dt="2026-07-24T06:08:31.288" v="3632" actId="1035"/>
          <ac:picMkLst>
            <pc:docMk/>
            <pc:sldMk cId="110555638" sldId="444"/>
            <ac:picMk id="4" creationId="{1B6F77FA-2326-9CF7-4C79-915ADFAFE685}"/>
          </ac:picMkLst>
        </pc:picChg>
        <pc:picChg chg="add mod">
          <ac:chgData name="Li, Cong" userId="025630f4-267e-4cb3-8cd5-8795177f99f4" providerId="ADAL" clId="{929A2CC8-B112-421C-81E2-D5D63B23E300}" dt="2026-07-24T06:08:49.685" v="3650" actId="1035"/>
          <ac:picMkLst>
            <pc:docMk/>
            <pc:sldMk cId="110555638" sldId="444"/>
            <ac:picMk id="20" creationId="{2BD8CA0E-E942-C78F-4EE4-72D05C35A7ED}"/>
          </ac:picMkLst>
        </pc:picChg>
        <pc:cxnChg chg="mod">
          <ac:chgData name="Li, Cong" userId="025630f4-267e-4cb3-8cd5-8795177f99f4" providerId="ADAL" clId="{929A2CC8-B112-421C-81E2-D5D63B23E300}" dt="2026-07-24T06:08:31.288" v="3632" actId="1035"/>
          <ac:cxnSpMkLst>
            <pc:docMk/>
            <pc:sldMk cId="110555638" sldId="444"/>
            <ac:cxnSpMk id="8" creationId="{150BC506-58DF-E10F-1A2F-21D04E169406}"/>
          </ac:cxnSpMkLst>
        </pc:cxnChg>
        <pc:cxnChg chg="mod">
          <ac:chgData name="Li, Cong" userId="025630f4-267e-4cb3-8cd5-8795177f99f4" providerId="ADAL" clId="{929A2CC8-B112-421C-81E2-D5D63B23E300}" dt="2026-07-24T06:08:31.288" v="3632" actId="1035"/>
          <ac:cxnSpMkLst>
            <pc:docMk/>
            <pc:sldMk cId="110555638" sldId="444"/>
            <ac:cxnSpMk id="11" creationId="{734C9E78-4F7F-7788-6440-D31CB5CE209C}"/>
          </ac:cxnSpMkLst>
        </pc:cxnChg>
        <pc:cxnChg chg="add mod">
          <ac:chgData name="Li, Cong" userId="025630f4-267e-4cb3-8cd5-8795177f99f4" providerId="ADAL" clId="{929A2CC8-B112-421C-81E2-D5D63B23E300}" dt="2026-07-24T06:08:31.288" v="3632" actId="1035"/>
          <ac:cxnSpMkLst>
            <pc:docMk/>
            <pc:sldMk cId="110555638" sldId="444"/>
            <ac:cxnSpMk id="12" creationId="{D8D0537D-CE82-8DFC-3866-0302CBCD5332}"/>
          </ac:cxnSpMkLst>
        </pc:cxnChg>
      </pc:sldChg>
      <pc:sldChg chg="addSp delSp modSp add mod addAnim delAnim modAnim">
        <pc:chgData name="Li, Cong" userId="025630f4-267e-4cb3-8cd5-8795177f99f4" providerId="ADAL" clId="{929A2CC8-B112-421C-81E2-D5D63B23E300}" dt="2026-07-24T07:04:54.877" v="5337" actId="20577"/>
        <pc:sldMkLst>
          <pc:docMk/>
          <pc:sldMk cId="3415183057" sldId="445"/>
        </pc:sldMkLst>
        <pc:spChg chg="mod">
          <ac:chgData name="Li, Cong" userId="025630f4-267e-4cb3-8cd5-8795177f99f4" providerId="ADAL" clId="{929A2CC8-B112-421C-81E2-D5D63B23E300}" dt="2026-07-24T07:04:54.877" v="5337" actId="20577"/>
          <ac:spMkLst>
            <pc:docMk/>
            <pc:sldMk cId="3415183057" sldId="445"/>
            <ac:spMk id="2" creationId="{9AF4C634-875D-DC3A-E328-2A2DF3CCAEB4}"/>
          </ac:spMkLst>
        </pc:spChg>
        <pc:spChg chg="mod">
          <ac:chgData name="Li, Cong" userId="025630f4-267e-4cb3-8cd5-8795177f99f4" providerId="ADAL" clId="{929A2CC8-B112-421C-81E2-D5D63B23E300}" dt="2026-07-24T06:53:42.643" v="5167" actId="1076"/>
          <ac:spMkLst>
            <pc:docMk/>
            <pc:sldMk cId="3415183057" sldId="445"/>
            <ac:spMk id="6" creationId="{4D6475E8-2882-98ED-DDE9-0EB8899376F7}"/>
          </ac:spMkLst>
        </pc:spChg>
        <pc:spChg chg="add mod">
          <ac:chgData name="Li, Cong" userId="025630f4-267e-4cb3-8cd5-8795177f99f4" providerId="ADAL" clId="{929A2CC8-B112-421C-81E2-D5D63B23E300}" dt="2026-07-24T06:43:20.265" v="4725" actId="1035"/>
          <ac:spMkLst>
            <pc:docMk/>
            <pc:sldMk cId="3415183057" sldId="445"/>
            <ac:spMk id="12" creationId="{FE445AB1-108C-6661-0357-4E215FF6D179}"/>
          </ac:spMkLst>
        </pc:spChg>
        <pc:spChg chg="add mod">
          <ac:chgData name="Li, Cong" userId="025630f4-267e-4cb3-8cd5-8795177f99f4" providerId="ADAL" clId="{929A2CC8-B112-421C-81E2-D5D63B23E300}" dt="2026-07-24T06:43:20.265" v="4725" actId="1035"/>
          <ac:spMkLst>
            <pc:docMk/>
            <pc:sldMk cId="3415183057" sldId="445"/>
            <ac:spMk id="13" creationId="{2E95C78E-CED6-730F-605E-BFA1BAB49A45}"/>
          </ac:spMkLst>
        </pc:spChg>
        <pc:spChg chg="add mod">
          <ac:chgData name="Li, Cong" userId="025630f4-267e-4cb3-8cd5-8795177f99f4" providerId="ADAL" clId="{929A2CC8-B112-421C-81E2-D5D63B23E300}" dt="2026-07-24T06:43:20.265" v="4725" actId="1035"/>
          <ac:spMkLst>
            <pc:docMk/>
            <pc:sldMk cId="3415183057" sldId="445"/>
            <ac:spMk id="14" creationId="{FC5AC0DE-FB54-E181-0D45-D7D6CE779B8B}"/>
          </ac:spMkLst>
        </pc:spChg>
        <pc:spChg chg="add mod">
          <ac:chgData name="Li, Cong" userId="025630f4-267e-4cb3-8cd5-8795177f99f4" providerId="ADAL" clId="{929A2CC8-B112-421C-81E2-D5D63B23E300}" dt="2026-07-24T06:43:20.265" v="4725" actId="1035"/>
          <ac:spMkLst>
            <pc:docMk/>
            <pc:sldMk cId="3415183057" sldId="445"/>
            <ac:spMk id="15" creationId="{1BC29D6B-5E15-90E6-389C-C04E2F4066FB}"/>
          </ac:spMkLst>
        </pc:spChg>
        <pc:spChg chg="mod">
          <ac:chgData name="Li, Cong" userId="025630f4-267e-4cb3-8cd5-8795177f99f4" providerId="ADAL" clId="{929A2CC8-B112-421C-81E2-D5D63B23E300}" dt="2026-07-24T06:43:20.265" v="4725" actId="1035"/>
          <ac:spMkLst>
            <pc:docMk/>
            <pc:sldMk cId="3415183057" sldId="445"/>
            <ac:spMk id="19" creationId="{767B6A59-2084-E4B9-F496-24D1998DD937}"/>
          </ac:spMkLst>
        </pc:spChg>
        <pc:spChg chg="add mod">
          <ac:chgData name="Li, Cong" userId="025630f4-267e-4cb3-8cd5-8795177f99f4" providerId="ADAL" clId="{929A2CC8-B112-421C-81E2-D5D63B23E300}" dt="2026-07-24T06:53:36.684" v="5165" actId="1036"/>
          <ac:spMkLst>
            <pc:docMk/>
            <pc:sldMk cId="3415183057" sldId="445"/>
            <ac:spMk id="25" creationId="{B5024A86-D12D-10E4-FAEC-35AF8DACAEC8}"/>
          </ac:spMkLst>
        </pc:spChg>
        <pc:picChg chg="add mod">
          <ac:chgData name="Li, Cong" userId="025630f4-267e-4cb3-8cd5-8795177f99f4" providerId="ADAL" clId="{929A2CC8-B112-421C-81E2-D5D63B23E300}" dt="2026-07-24T06:43:20.265" v="4725" actId="1035"/>
          <ac:picMkLst>
            <pc:docMk/>
            <pc:sldMk cId="3415183057" sldId="445"/>
            <ac:picMk id="10" creationId="{10C6E56F-F1F4-842F-1A2B-3C5FF8A5292C}"/>
          </ac:picMkLst>
        </pc:picChg>
        <pc:picChg chg="add mod">
          <ac:chgData name="Li, Cong" userId="025630f4-267e-4cb3-8cd5-8795177f99f4" providerId="ADAL" clId="{929A2CC8-B112-421C-81E2-D5D63B23E300}" dt="2026-07-24T06:53:36.684" v="5165" actId="1036"/>
          <ac:picMkLst>
            <pc:docMk/>
            <pc:sldMk cId="3415183057" sldId="445"/>
            <ac:picMk id="24" creationId="{42CEE97A-2B1F-F4D7-62C9-4F8CB7413865}"/>
          </ac:picMkLst>
        </pc:picChg>
      </pc:sldChg>
      <pc:sldChg chg="addSp delSp modSp add mod delAnim">
        <pc:chgData name="Li, Cong" userId="025630f4-267e-4cb3-8cd5-8795177f99f4" providerId="ADAL" clId="{929A2CC8-B112-421C-81E2-D5D63B23E300}" dt="2026-07-24T07:04:59.802" v="5338" actId="20577"/>
        <pc:sldMkLst>
          <pc:docMk/>
          <pc:sldMk cId="3577617986" sldId="446"/>
        </pc:sldMkLst>
        <pc:spChg chg="mod">
          <ac:chgData name="Li, Cong" userId="025630f4-267e-4cb3-8cd5-8795177f99f4" providerId="ADAL" clId="{929A2CC8-B112-421C-81E2-D5D63B23E300}" dt="2026-07-24T07:04:59.802" v="5338" actId="20577"/>
          <ac:spMkLst>
            <pc:docMk/>
            <pc:sldMk cId="3577617986" sldId="446"/>
            <ac:spMk id="2" creationId="{B4F93D43-2CEF-A43A-BF6C-023C28D17625}"/>
          </ac:spMkLst>
        </pc:spChg>
        <pc:spChg chg="add mod">
          <ac:chgData name="Li, Cong" userId="025630f4-267e-4cb3-8cd5-8795177f99f4" providerId="ADAL" clId="{929A2CC8-B112-421C-81E2-D5D63B23E300}" dt="2026-07-24T07:04:36.955" v="5325" actId="20577"/>
          <ac:spMkLst>
            <pc:docMk/>
            <pc:sldMk cId="3577617986" sldId="446"/>
            <ac:spMk id="9" creationId="{207F358E-D701-533C-AAF2-0607FF5B7897}"/>
          </ac:spMkLst>
        </pc:spChg>
        <pc:picChg chg="add mod">
          <ac:chgData name="Li, Cong" userId="025630f4-267e-4cb3-8cd5-8795177f99f4" providerId="ADAL" clId="{929A2CC8-B112-421C-81E2-D5D63B23E300}" dt="2026-07-24T07:04:43" v="5335" actId="1035"/>
          <ac:picMkLst>
            <pc:docMk/>
            <pc:sldMk cId="3577617986" sldId="446"/>
            <ac:picMk id="7" creationId="{C7929966-0106-28A2-4A9B-6BC898301A7E}"/>
          </ac:picMkLst>
        </pc:picChg>
      </pc:sldChg>
      <pc:sldChg chg="addSp delSp modSp add mod modAnim">
        <pc:chgData name="Li, Cong" userId="025630f4-267e-4cb3-8cd5-8795177f99f4" providerId="ADAL" clId="{929A2CC8-B112-421C-81E2-D5D63B23E300}" dt="2026-07-24T08:24:59.820" v="6319" actId="20577"/>
        <pc:sldMkLst>
          <pc:docMk/>
          <pc:sldMk cId="548465008" sldId="447"/>
        </pc:sldMkLst>
        <pc:spChg chg="mod">
          <ac:chgData name="Li, Cong" userId="025630f4-267e-4cb3-8cd5-8795177f99f4" providerId="ADAL" clId="{929A2CC8-B112-421C-81E2-D5D63B23E300}" dt="2026-07-24T08:14:17.852" v="6082" actId="20577"/>
          <ac:spMkLst>
            <pc:docMk/>
            <pc:sldMk cId="548465008" sldId="447"/>
            <ac:spMk id="2" creationId="{CDED6335-294A-A0E1-9694-6948A5BE94C5}"/>
          </ac:spMkLst>
        </pc:spChg>
        <pc:spChg chg="mod">
          <ac:chgData name="Li, Cong" userId="025630f4-267e-4cb3-8cd5-8795177f99f4" providerId="ADAL" clId="{929A2CC8-B112-421C-81E2-D5D63B23E300}" dt="2026-07-24T08:16:31.125" v="6188" actId="1035"/>
          <ac:spMkLst>
            <pc:docMk/>
            <pc:sldMk cId="548465008" sldId="447"/>
            <ac:spMk id="19" creationId="{E884CBF7-807A-AD5F-12CC-BAE1182CFB89}"/>
          </ac:spMkLst>
        </pc:spChg>
        <pc:spChg chg="mod">
          <ac:chgData name="Li, Cong" userId="025630f4-267e-4cb3-8cd5-8795177f99f4" providerId="ADAL" clId="{929A2CC8-B112-421C-81E2-D5D63B23E300}" dt="2026-07-24T08:17:45.238" v="6286" actId="20577"/>
          <ac:spMkLst>
            <pc:docMk/>
            <pc:sldMk cId="548465008" sldId="447"/>
            <ac:spMk id="23" creationId="{F2ACD237-C4FB-27C1-53B2-6C77F0989897}"/>
          </ac:spMkLst>
        </pc:spChg>
        <pc:spChg chg="add mod">
          <ac:chgData name="Li, Cong" userId="025630f4-267e-4cb3-8cd5-8795177f99f4" providerId="ADAL" clId="{929A2CC8-B112-421C-81E2-D5D63B23E300}" dt="2026-07-24T08:19:01.317" v="6301" actId="1076"/>
          <ac:spMkLst>
            <pc:docMk/>
            <pc:sldMk cId="548465008" sldId="447"/>
            <ac:spMk id="25" creationId="{4656E32B-5CA0-2E4E-4103-AC137EBA215F}"/>
          </ac:spMkLst>
        </pc:spChg>
        <pc:spChg chg="add mod">
          <ac:chgData name="Li, Cong" userId="025630f4-267e-4cb3-8cd5-8795177f99f4" providerId="ADAL" clId="{929A2CC8-B112-421C-81E2-D5D63B23E300}" dt="2026-07-24T08:24:59.820" v="6319" actId="20577"/>
          <ac:spMkLst>
            <pc:docMk/>
            <pc:sldMk cId="548465008" sldId="447"/>
            <ac:spMk id="26" creationId="{D1E45AFC-32AE-5681-FAA9-92B3B2B055C5}"/>
          </ac:spMkLst>
        </pc:spChg>
        <pc:picChg chg="add mod ord">
          <ac:chgData name="Li, Cong" userId="025630f4-267e-4cb3-8cd5-8795177f99f4" providerId="ADAL" clId="{929A2CC8-B112-421C-81E2-D5D63B23E300}" dt="2026-07-24T08:16:26.776" v="6185" actId="1076"/>
          <ac:picMkLst>
            <pc:docMk/>
            <pc:sldMk cId="548465008" sldId="447"/>
            <ac:picMk id="7" creationId="{B927DBE3-D692-0DA4-7EF6-9E3D6523D201}"/>
          </ac:picMkLst>
        </pc:picChg>
        <pc:picChg chg="add mod">
          <ac:chgData name="Li, Cong" userId="025630f4-267e-4cb3-8cd5-8795177f99f4" providerId="ADAL" clId="{929A2CC8-B112-421C-81E2-D5D63B23E300}" dt="2026-07-24T08:18:43.155" v="6296" actId="1035"/>
          <ac:picMkLst>
            <pc:docMk/>
            <pc:sldMk cId="548465008" sldId="447"/>
            <ac:picMk id="22" creationId="{76D24089-92F1-6C67-FC82-E4A2D9F95F79}"/>
          </ac:picMkLst>
        </pc:picChg>
        <pc:cxnChg chg="add mod">
          <ac:chgData name="Li, Cong" userId="025630f4-267e-4cb3-8cd5-8795177f99f4" providerId="ADAL" clId="{929A2CC8-B112-421C-81E2-D5D63B23E300}" dt="2026-07-24T08:16:51.734" v="6199" actId="14100"/>
          <ac:cxnSpMkLst>
            <pc:docMk/>
            <pc:sldMk cId="548465008" sldId="447"/>
            <ac:cxnSpMk id="9" creationId="{9BF08F98-2E7A-9984-629F-026C96A09832}"/>
          </ac:cxnSpMkLst>
        </pc:cxnChg>
        <pc:cxnChg chg="add mod">
          <ac:chgData name="Li, Cong" userId="025630f4-267e-4cb3-8cd5-8795177f99f4" providerId="ADAL" clId="{929A2CC8-B112-421C-81E2-D5D63B23E300}" dt="2026-07-24T08:16:58.835" v="6202" actId="14100"/>
          <ac:cxnSpMkLst>
            <pc:docMk/>
            <pc:sldMk cId="548465008" sldId="447"/>
            <ac:cxnSpMk id="11" creationId="{C2BDB326-32E3-D28B-A584-6DBFEBFF87AE}"/>
          </ac:cxnSpMkLst>
        </pc:cxnChg>
        <pc:cxnChg chg="add mod">
          <ac:chgData name="Li, Cong" userId="025630f4-267e-4cb3-8cd5-8795177f99f4" providerId="ADAL" clId="{929A2CC8-B112-421C-81E2-D5D63B23E300}" dt="2026-07-24T08:17:06.224" v="6210" actId="14100"/>
          <ac:cxnSpMkLst>
            <pc:docMk/>
            <pc:sldMk cId="548465008" sldId="447"/>
            <ac:cxnSpMk id="13" creationId="{9F66A9CF-EED8-6016-7802-7D3157309109}"/>
          </ac:cxnSpMkLst>
        </pc:cxnChg>
        <pc:cxnChg chg="mod">
          <ac:chgData name="Li, Cong" userId="025630f4-267e-4cb3-8cd5-8795177f99f4" providerId="ADAL" clId="{929A2CC8-B112-421C-81E2-D5D63B23E300}" dt="2026-07-24T08:16:42.827" v="6192" actId="14100"/>
          <ac:cxnSpMkLst>
            <pc:docMk/>
            <pc:sldMk cId="548465008" sldId="447"/>
            <ac:cxnSpMk id="16" creationId="{FC44180E-57F3-10B0-2975-A9FCB5D8FB5E}"/>
          </ac:cxnSpMkLst>
        </pc:cxnChg>
        <pc:cxnChg chg="add mod">
          <ac:chgData name="Li, Cong" userId="025630f4-267e-4cb3-8cd5-8795177f99f4" providerId="ADAL" clId="{929A2CC8-B112-421C-81E2-D5D63B23E300}" dt="2026-07-24T08:17:13.845" v="6217" actId="14100"/>
          <ac:cxnSpMkLst>
            <pc:docMk/>
            <pc:sldMk cId="548465008" sldId="447"/>
            <ac:cxnSpMk id="17" creationId="{ED0DA87C-70E4-20F1-783F-F4FC96B9191A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18550-1AA2-4A8D-71C7-3FA163A2E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5955D7-8674-9442-7C34-0D83EB760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4BBB3-DD38-37CA-E27F-5FC4FD3CB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5EE33-9EC0-DCB9-D98E-5CFE55226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6553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9C4D-8973-9117-AB0D-37B20B9CB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3834F-587E-B959-0120-0A81222D1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EC4FD-0433-F2B1-5970-C3D36C9E9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BCB6-CC7B-E62A-9EED-6E3125D40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3402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59EF2-24C4-DCFD-FE9A-965BE79A2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FE6F8-9183-39EB-564F-59E8D107E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F533FD-C909-9BF1-736B-7FB8EA299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0F250-03E7-E2B2-4377-DEC62D9C2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86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C5CB4-B1C4-32A8-8AB9-9CE1D98BE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A7C47-670C-60F7-FA05-9F9FA9792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B35DB3-DF19-C88A-80BC-A80EB8993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865AE-7FEB-6573-5F1F-03EC4D7B5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4013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ABEAA-A73C-566F-5D8B-6A4915A30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33879-8502-E863-3258-E3EC52D9D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27E39-E639-CF45-0703-7A0E4D49F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E85D7-75DB-EF21-9F4E-CACBECB58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915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1A23F-BDB5-3BC5-4810-4BF390E81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934F2-CFD3-1D20-E04E-D22BA85DA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94DD4-53C9-E5DB-C47E-976516914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BFF67-65F1-E93C-C731-B4EE12A5D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105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3858A-FF34-35EA-0D91-A59931DE2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901FE-F4B7-F113-D294-F7C1DC229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48ED0-8380-5BBE-6619-63E15CEFB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2C548-B15A-BF75-59AB-D0B6F4F5F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0886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3.1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3.1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1DE68D-0B12-CDA6-6ADA-67F5A0426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76600"/>
            <a:ext cx="2640698" cy="8002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</a:rPr>
              <a:t>numpy</a:t>
            </a:r>
            <a:r>
              <a:rPr lang="en-US" altLang="zh-CN" dirty="0">
                <a:ea typeface="ＭＳ Ｐゴシック" panose="020B0600070205080204" pitchFamily="34" charset="-128"/>
              </a:rPr>
              <a:t> array  </a:t>
            </a:r>
            <a:r>
              <a:rPr lang="en-US" altLang="zh-CN" dirty="0" err="1">
                <a:ea typeface="ＭＳ Ｐゴシック" panose="020B0600070205080204" pitchFamily="34" charset="-128"/>
              </a:rPr>
              <a:t>numpy</a:t>
            </a:r>
            <a:r>
              <a:rPr lang="zh-CN" altLang="en-US" dirty="0">
                <a:ea typeface="ＭＳ Ｐゴシック" panose="020B0600070205080204" pitchFamily="34" charset="-128"/>
              </a:rPr>
              <a:t>数组</a:t>
            </a:r>
            <a:r>
              <a:rPr lang="en-US" altLang="zh-CN" dirty="0">
                <a:ea typeface="ＭＳ Ｐゴシック" panose="020B0600070205080204" pitchFamily="34" charset="-128"/>
              </a:rPr>
              <a:t> (1)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99CE4-F0B2-7EE2-3AD4-F0C8FC773C69}"/>
              </a:ext>
            </a:extLst>
          </p:cNvPr>
          <p:cNvSpPr txBox="1"/>
          <p:nvPr/>
        </p:nvSpPr>
        <p:spPr>
          <a:xfrm>
            <a:off x="609600" y="242491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Import the ‘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’ library</a:t>
            </a:r>
          </a:p>
          <a:p>
            <a:pPr algn="ctr"/>
            <a:r>
              <a:rPr lang="zh-CN" altLang="en-US" sz="2200" dirty="0"/>
              <a:t>导入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’</a:t>
            </a:r>
            <a:r>
              <a:rPr lang="zh-CN" altLang="en-US" sz="2200" dirty="0"/>
              <a:t>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Duplicate ‘simply_njit.py’ as ‘array_njit.py’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</a:t>
            </a:r>
            <a:r>
              <a:rPr lang="en-US" altLang="zh-CN" sz="2200" dirty="0"/>
              <a:t>’simply_njit.py’</a:t>
            </a:r>
            <a:r>
              <a:rPr lang="zh-CN" altLang="en-US" sz="2200"/>
              <a:t>复制为</a:t>
            </a:r>
            <a:r>
              <a:rPr lang="en-US" altLang="zh-CN" sz="2200" dirty="0"/>
              <a:t>’array_njit.py’</a:t>
            </a:r>
            <a:endParaRPr lang="zh-CN" altLang="en-US" sz="2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56F974-7872-E523-51F0-DE4336887CF6}"/>
              </a:ext>
            </a:extLst>
          </p:cNvPr>
          <p:cNvSpPr/>
          <p:nvPr/>
        </p:nvSpPr>
        <p:spPr bwMode="auto">
          <a:xfrm>
            <a:off x="731521" y="3531757"/>
            <a:ext cx="1478280" cy="278243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B275B-9757-C97D-4FB4-DE97C516AF07}"/>
              </a:ext>
            </a:extLst>
          </p:cNvPr>
          <p:cNvSpPr txBox="1"/>
          <p:nvPr/>
        </p:nvSpPr>
        <p:spPr>
          <a:xfrm>
            <a:off x="609600" y="4378404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While 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 is very powerful, here we only use its array data structure: a ‘contiguous’ space to store values</a:t>
            </a:r>
          </a:p>
          <a:p>
            <a:pPr algn="ctr"/>
            <a:r>
              <a:rPr lang="zh-CN" altLang="en-US" sz="2200" dirty="0"/>
              <a:t>尽管</a:t>
            </a:r>
            <a:r>
              <a:rPr lang="en-US" altLang="zh-CN" sz="2200" dirty="0" err="1"/>
              <a:t>numpy</a:t>
            </a:r>
            <a:r>
              <a:rPr lang="zh-CN" altLang="en-US" sz="2200" dirty="0"/>
              <a:t>非常强大，这里我们只用到其中的数组结构：一段“连续”的空间用来存储数值</a:t>
            </a: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76FA5-A25F-4172-3262-EB1DA25C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6BA960-235E-DF85-0521-449C7EDAF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34" y="3100299"/>
            <a:ext cx="4858428" cy="18290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23603D-0933-300A-F9FF-FF91B85B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</a:rPr>
              <a:t>numpy</a:t>
            </a:r>
            <a:r>
              <a:rPr lang="en-US" altLang="zh-CN" dirty="0">
                <a:ea typeface="ＭＳ Ｐゴシック" panose="020B0600070205080204" pitchFamily="34" charset="-128"/>
              </a:rPr>
              <a:t> array  </a:t>
            </a:r>
            <a:r>
              <a:rPr lang="en-US" altLang="zh-CN" dirty="0" err="1">
                <a:ea typeface="ＭＳ Ｐゴシック" panose="020B0600070205080204" pitchFamily="34" charset="-128"/>
              </a:rPr>
              <a:t>numpy</a:t>
            </a:r>
            <a:r>
              <a:rPr lang="zh-CN" altLang="en-US" dirty="0">
                <a:ea typeface="ＭＳ Ｐゴシック" panose="020B0600070205080204" pitchFamily="34" charset="-128"/>
              </a:rPr>
              <a:t>数组</a:t>
            </a:r>
            <a:r>
              <a:rPr lang="en-US" altLang="zh-CN" dirty="0">
                <a:ea typeface="ＭＳ Ｐゴシック" panose="020B0600070205080204" pitchFamily="34" charset="-128"/>
              </a:rPr>
              <a:t> (2)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A43251-0A8B-5E81-ED43-18CA70886503}"/>
              </a:ext>
            </a:extLst>
          </p:cNvPr>
          <p:cNvSpPr txBox="1"/>
          <p:nvPr/>
        </p:nvSpPr>
        <p:spPr>
          <a:xfrm>
            <a:off x="213360" y="1731789"/>
            <a:ext cx="87172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After initializing ‘x’ &amp; ‘mu’, convert them to </a:t>
            </a:r>
          </a:p>
          <a:p>
            <a:pPr algn="ctr"/>
            <a:r>
              <a:rPr lang="en-US" altLang="zh-CN" sz="2200" dirty="0" err="1"/>
              <a:t>numpy</a:t>
            </a:r>
            <a:r>
              <a:rPr lang="en-US" altLang="zh-CN" sz="2200" dirty="0"/>
              <a:t> arrays of 64-bit floating point numbers</a:t>
            </a:r>
          </a:p>
          <a:p>
            <a:pPr algn="ctr"/>
            <a:r>
              <a:rPr lang="zh-CN" altLang="en-US" sz="2200" dirty="0"/>
              <a:t>当初始化</a:t>
            </a:r>
            <a:r>
              <a:rPr lang="en-US" altLang="zh-CN" sz="2200" dirty="0"/>
              <a:t>’x’</a:t>
            </a:r>
            <a:r>
              <a:rPr lang="zh-CN" altLang="en-US" sz="2200" dirty="0"/>
              <a:t>和</a:t>
            </a:r>
            <a:r>
              <a:rPr lang="en-US" altLang="zh-CN" sz="2200" dirty="0"/>
              <a:t>’mu’</a:t>
            </a:r>
            <a:r>
              <a:rPr lang="zh-CN" altLang="en-US" sz="2200" dirty="0"/>
              <a:t>之后，将它们转为</a:t>
            </a:r>
            <a:r>
              <a:rPr lang="en-US" altLang="zh-CN" sz="2200" dirty="0"/>
              <a:t>64</a:t>
            </a:r>
            <a:r>
              <a:rPr lang="zh-CN" altLang="en-US" sz="2200" dirty="0"/>
              <a:t>位浮点数类型的</a:t>
            </a:r>
            <a:r>
              <a:rPr lang="en-US" altLang="zh-CN" sz="2200" dirty="0" err="1"/>
              <a:t>numpy</a:t>
            </a:r>
            <a:r>
              <a:rPr lang="zh-CN" altLang="en-US" sz="2200" dirty="0"/>
              <a:t>数组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50DDE3-E905-C36E-44D9-DC850830B0C2}"/>
              </a:ext>
            </a:extLst>
          </p:cNvPr>
          <p:cNvSpPr/>
          <p:nvPr/>
        </p:nvSpPr>
        <p:spPr bwMode="auto">
          <a:xfrm>
            <a:off x="721582" y="4419600"/>
            <a:ext cx="4858428" cy="509755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203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D8B0E-ABA2-433D-1DF6-7CD7790A3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6F77FA-2326-9CF7-4C79-915ADFAFE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62200"/>
            <a:ext cx="3566658" cy="8116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332E7A-0E7C-741C-66E6-26645415A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</a:rPr>
              <a:t>numpy</a:t>
            </a:r>
            <a:r>
              <a:rPr lang="en-US" altLang="zh-CN" dirty="0">
                <a:ea typeface="ＭＳ Ｐゴシック" panose="020B0600070205080204" pitchFamily="34" charset="-128"/>
              </a:rPr>
              <a:t> array  </a:t>
            </a:r>
            <a:r>
              <a:rPr lang="en-US" altLang="zh-CN" dirty="0" err="1">
                <a:ea typeface="ＭＳ Ｐゴシック" panose="020B0600070205080204" pitchFamily="34" charset="-128"/>
              </a:rPr>
              <a:t>numpy</a:t>
            </a:r>
            <a:r>
              <a:rPr lang="zh-CN" altLang="en-US" dirty="0">
                <a:ea typeface="ＭＳ Ｐゴシック" panose="020B0600070205080204" pitchFamily="34" charset="-128"/>
              </a:rPr>
              <a:t>数组</a:t>
            </a:r>
            <a:r>
              <a:rPr lang="en-US" altLang="zh-CN" dirty="0">
                <a:ea typeface="ＭＳ Ｐゴシック" panose="020B0600070205080204" pitchFamily="34" charset="-128"/>
              </a:rPr>
              <a:t> (3)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BF5977-9316-308B-B2BD-06060D512518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Change initialization of the record storage from</a:t>
            </a:r>
          </a:p>
          <a:p>
            <a:pPr algn="ctr"/>
            <a:r>
              <a:rPr lang="zh-CN" altLang="en-US" sz="2200" dirty="0"/>
              <a:t>将保存记录的初始化由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EF6938-C40E-A993-0AEC-75BBF84B1DD3}"/>
              </a:ext>
            </a:extLst>
          </p:cNvPr>
          <p:cNvSpPr txBox="1"/>
          <p:nvPr/>
        </p:nvSpPr>
        <p:spPr>
          <a:xfrm>
            <a:off x="609600" y="34215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the use of </a:t>
            </a:r>
            <a:r>
              <a:rPr lang="en-US" altLang="zh-CN" sz="2200" dirty="0" err="1"/>
              <a:t>numpy</a:t>
            </a:r>
            <a:r>
              <a:rPr lang="en-US" altLang="zh-CN" sz="2200" dirty="0"/>
              <a:t> array</a:t>
            </a:r>
          </a:p>
          <a:p>
            <a:pPr algn="ctr"/>
            <a:r>
              <a:rPr lang="zh-CN" altLang="en-US" sz="2200" dirty="0"/>
              <a:t>改为使用</a:t>
            </a:r>
            <a:r>
              <a:rPr lang="en-US" altLang="zh-CN" sz="2200" dirty="0" err="1"/>
              <a:t>numpy</a:t>
            </a:r>
            <a:r>
              <a:rPr lang="zh-CN" altLang="en-US" sz="2200" dirty="0"/>
              <a:t>数组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0BC506-58DF-E10F-1A2F-21D04E169406}"/>
              </a:ext>
            </a:extLst>
          </p:cNvPr>
          <p:cNvCxnSpPr>
            <a:cxnSpLocks/>
          </p:cNvCxnSpPr>
          <p:nvPr/>
        </p:nvCxnSpPr>
        <p:spPr bwMode="auto">
          <a:xfrm>
            <a:off x="749908" y="2537739"/>
            <a:ext cx="354827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4C9E78-4F7F-7788-6440-D31CB5CE209C}"/>
              </a:ext>
            </a:extLst>
          </p:cNvPr>
          <p:cNvCxnSpPr>
            <a:cxnSpLocks/>
          </p:cNvCxnSpPr>
          <p:nvPr/>
        </p:nvCxnSpPr>
        <p:spPr bwMode="auto">
          <a:xfrm>
            <a:off x="749908" y="2768021"/>
            <a:ext cx="316182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772109C-77D0-5C3F-44CE-21698C7B7461}"/>
              </a:ext>
            </a:extLst>
          </p:cNvPr>
          <p:cNvSpPr/>
          <p:nvPr/>
        </p:nvSpPr>
        <p:spPr bwMode="auto">
          <a:xfrm>
            <a:off x="2302477" y="3253927"/>
            <a:ext cx="424743" cy="101327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D0537D-CE82-8DFC-3866-0302CBCD5332}"/>
              </a:ext>
            </a:extLst>
          </p:cNvPr>
          <p:cNvCxnSpPr>
            <a:cxnSpLocks/>
          </p:cNvCxnSpPr>
          <p:nvPr/>
        </p:nvCxnSpPr>
        <p:spPr bwMode="auto">
          <a:xfrm flipV="1">
            <a:off x="1216171" y="3030568"/>
            <a:ext cx="3082007" cy="24985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2BD8CA0E-E942-C78F-4EE4-72D05C35A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19600"/>
            <a:ext cx="5178512" cy="32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A38A1-9197-AB84-31DA-A0DA5575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038B-E340-B4C2-2178-C87D35C1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Operate on Arrays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在数组上操作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EF7DDD-2AE2-94FE-DB51-E9FADC94A138}"/>
              </a:ext>
            </a:extLst>
          </p:cNvPr>
          <p:cNvSpPr txBox="1"/>
          <p:nvPr/>
        </p:nvSpPr>
        <p:spPr>
          <a:xfrm>
            <a:off x="531341" y="1592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in the ‘iterate’ function,</a:t>
            </a:r>
            <a:r>
              <a:rPr lang="zh-CN" altLang="en-US" sz="2200" dirty="0"/>
              <a:t> </a:t>
            </a:r>
            <a:r>
              <a:rPr lang="en-US" altLang="zh-CN" sz="2200" dirty="0"/>
              <a:t>we operate ‘x’ &amp; ‘mu’ in arrays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现在在</a:t>
            </a:r>
            <a:r>
              <a:rPr lang="en-US" altLang="zh-CN" sz="2200" dirty="0"/>
              <a:t>’iterate’</a:t>
            </a:r>
            <a:r>
              <a:rPr lang="zh-CN" altLang="en-US" sz="2200" dirty="0"/>
              <a:t>函数中，我们把</a:t>
            </a:r>
            <a:r>
              <a:rPr lang="en-US" altLang="zh-CN" sz="2200" dirty="0"/>
              <a:t>’x’</a:t>
            </a:r>
            <a:r>
              <a:rPr lang="zh-CN" altLang="en-US" sz="2200" dirty="0"/>
              <a:t>和</a:t>
            </a:r>
            <a:r>
              <a:rPr lang="en-US" altLang="zh-CN" sz="2200" dirty="0"/>
              <a:t>’mu’</a:t>
            </a:r>
            <a:r>
              <a:rPr lang="zh-CN" altLang="en-US" sz="2200" dirty="0"/>
              <a:t>当作数组操作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DA76D3-C455-2417-3A5B-822F98679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581400"/>
            <a:ext cx="3692405" cy="16004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8A2562-551B-F736-74E3-3149C0D64161}"/>
              </a:ext>
            </a:extLst>
          </p:cNvPr>
          <p:cNvSpPr txBox="1"/>
          <p:nvPr/>
        </p:nvSpPr>
        <p:spPr>
          <a:xfrm>
            <a:off x="609600" y="265488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Check the array size, &amp; then add an additional loop for it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检查数组大小，并为之增加一个额外的循环</a:t>
            </a:r>
            <a:endParaRPr lang="en-US" altLang="zh-CN" sz="2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51F44A-1BE8-C385-3FFD-E27F4A0A3C99}"/>
              </a:ext>
            </a:extLst>
          </p:cNvPr>
          <p:cNvSpPr/>
          <p:nvPr/>
        </p:nvSpPr>
        <p:spPr bwMode="auto">
          <a:xfrm>
            <a:off x="1447800" y="3875170"/>
            <a:ext cx="1828800" cy="253105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6D3658-00AE-9266-4761-8D538F935688}"/>
              </a:ext>
            </a:extLst>
          </p:cNvPr>
          <p:cNvSpPr/>
          <p:nvPr/>
        </p:nvSpPr>
        <p:spPr bwMode="auto">
          <a:xfrm>
            <a:off x="1947335" y="4378527"/>
            <a:ext cx="2683932" cy="253105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0DDFAD-D101-F591-7A23-EF02CC2A0E93}"/>
              </a:ext>
            </a:extLst>
          </p:cNvPr>
          <p:cNvSpPr/>
          <p:nvPr/>
        </p:nvSpPr>
        <p:spPr bwMode="auto">
          <a:xfrm>
            <a:off x="1947335" y="4631633"/>
            <a:ext cx="414865" cy="25025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412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B4134-BB79-AB0B-D11A-7A5D0B944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C634-875D-DC3A-E328-2A2DF3CC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Operate on Arrays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在数组上操作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7B6A59-2084-E4B9-F496-24D1998DD937}"/>
              </a:ext>
            </a:extLst>
          </p:cNvPr>
          <p:cNvSpPr txBox="1"/>
          <p:nvPr/>
        </p:nvSpPr>
        <p:spPr>
          <a:xfrm>
            <a:off x="531341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inner loop body, operate each array element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在内重循环体中，操作每个数组元素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475E8-2882-98ED-DDE9-0EB8899376F7}"/>
              </a:ext>
            </a:extLst>
          </p:cNvPr>
          <p:cNvSpPr txBox="1"/>
          <p:nvPr/>
        </p:nvSpPr>
        <p:spPr>
          <a:xfrm>
            <a:off x="1260348" y="3110033"/>
            <a:ext cx="662330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Finally, add the ‘</a:t>
            </a:r>
            <a:r>
              <a:rPr lang="en-US" altLang="zh-CN" sz="2200" dirty="0" err="1"/>
              <a:t>fastmath</a:t>
            </a:r>
            <a:r>
              <a:rPr lang="en-US" altLang="zh-CN" sz="2200" dirty="0"/>
              <a:t>’ option to the ‘</a:t>
            </a:r>
            <a:r>
              <a:rPr lang="en-US" altLang="zh-CN" sz="2200" dirty="0" err="1"/>
              <a:t>njit</a:t>
            </a:r>
            <a:r>
              <a:rPr lang="en-US" altLang="zh-CN" sz="2200" dirty="0"/>
              <a:t>’ function decorator to enable aggressive optimization in compilation</a:t>
            </a:r>
          </a:p>
          <a:p>
            <a:pPr algn="ctr"/>
            <a:r>
              <a:rPr lang="zh-CN" altLang="en-US" sz="2200" dirty="0"/>
              <a:t>最后，在函数标饰处加上</a:t>
            </a:r>
            <a:r>
              <a:rPr lang="en-US" altLang="zh-CN" sz="2200" dirty="0"/>
              <a:t>’</a:t>
            </a:r>
            <a:r>
              <a:rPr lang="en-US" altLang="zh-CN" sz="2200" dirty="0" err="1"/>
              <a:t>fastmath</a:t>
            </a:r>
            <a:r>
              <a:rPr lang="en-US" altLang="zh-CN" sz="2200" dirty="0"/>
              <a:t>’</a:t>
            </a:r>
            <a:r>
              <a:rPr lang="zh-CN" altLang="en-US" sz="2200" dirty="0"/>
              <a:t>选项，</a:t>
            </a:r>
            <a:endParaRPr lang="en-US" altLang="zh-CN" sz="2200" dirty="0"/>
          </a:p>
          <a:p>
            <a:pPr algn="ctr"/>
            <a:r>
              <a:rPr lang="zh-CN" altLang="en-US" sz="2200" dirty="0"/>
              <a:t>以在编译启用更为激进的优化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C6E56F-F1F4-842F-1A2B-3C5FF8A52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7" y="2480167"/>
            <a:ext cx="3566658" cy="2743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E445AB1-108C-6661-0357-4E215FF6D179}"/>
              </a:ext>
            </a:extLst>
          </p:cNvPr>
          <p:cNvSpPr/>
          <p:nvPr/>
        </p:nvSpPr>
        <p:spPr bwMode="auto">
          <a:xfrm>
            <a:off x="2105026" y="2461790"/>
            <a:ext cx="333374" cy="27435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95C78E-CED6-730F-605E-BFA1BAB49A45}"/>
              </a:ext>
            </a:extLst>
          </p:cNvPr>
          <p:cNvSpPr/>
          <p:nvPr/>
        </p:nvSpPr>
        <p:spPr bwMode="auto">
          <a:xfrm>
            <a:off x="3519356" y="2471315"/>
            <a:ext cx="333374" cy="27435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5AC0DE-FB54-E181-0D45-D7D6CE779B8B}"/>
              </a:ext>
            </a:extLst>
          </p:cNvPr>
          <p:cNvSpPr/>
          <p:nvPr/>
        </p:nvSpPr>
        <p:spPr bwMode="auto">
          <a:xfrm>
            <a:off x="4333876" y="2499890"/>
            <a:ext cx="333374" cy="27435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C29D6B-5E15-90E6-389C-C04E2F4066FB}"/>
              </a:ext>
            </a:extLst>
          </p:cNvPr>
          <p:cNvSpPr/>
          <p:nvPr/>
        </p:nvSpPr>
        <p:spPr bwMode="auto">
          <a:xfrm>
            <a:off x="5162551" y="2468775"/>
            <a:ext cx="333374" cy="27435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2CEE97A-2B1F-F4D7-62C9-4F8CB7413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926252"/>
            <a:ext cx="3715268" cy="56014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5024A86-D12D-10E4-FAEC-35AF8DACAEC8}"/>
              </a:ext>
            </a:extLst>
          </p:cNvPr>
          <p:cNvSpPr/>
          <p:nvPr/>
        </p:nvSpPr>
        <p:spPr bwMode="auto">
          <a:xfrm>
            <a:off x="1390650" y="4945302"/>
            <a:ext cx="1733550" cy="28575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518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6F4F-122C-A8E6-360C-43E98E39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3D43-2CEF-A43A-BF6C-023C28D1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Operate on Arrays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在数组上操作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929966-0106-28A2-4A9B-6BC898301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5498597" cy="21377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7F358E-D701-533C-AAF2-0607FF5B7897}"/>
              </a:ext>
            </a:extLst>
          </p:cNvPr>
          <p:cNvSpPr txBox="1"/>
          <p:nvPr/>
        </p:nvSpPr>
        <p:spPr>
          <a:xfrm>
            <a:off x="531341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Similarly, write another function to calculate &amp; record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类似的，再写一个函数既做计算又做记录</a:t>
            </a:r>
          </a:p>
        </p:txBody>
      </p:sp>
    </p:spTree>
    <p:extLst>
      <p:ext uri="{BB962C8B-B14F-4D97-AF65-F5344CB8AC3E}">
        <p14:creationId xmlns:p14="http://schemas.microsoft.com/office/powerpoint/2010/main" val="3577617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1F145-0CA1-4761-F738-9AD865F86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2D78-60C8-095D-0994-F30879B15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Warm up  </a:t>
            </a:r>
            <a:r>
              <a:rPr lang="zh-CN" altLang="en-US" dirty="0">
                <a:ea typeface="ＭＳ Ｐゴシック" panose="020B0600070205080204" pitchFamily="34" charset="-128"/>
              </a:rPr>
              <a:t>预热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36F551-E56B-8D8C-79B2-BAB74BE5624F}"/>
              </a:ext>
            </a:extLst>
          </p:cNvPr>
          <p:cNvSpPr txBox="1"/>
          <p:nvPr/>
        </p:nvSpPr>
        <p:spPr>
          <a:xfrm>
            <a:off x="531341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Delete the original warm-up process</a:t>
            </a:r>
          </a:p>
          <a:p>
            <a:pPr algn="ctr"/>
            <a:r>
              <a:rPr lang="zh-CN" altLang="en-US" sz="2200" dirty="0"/>
              <a:t>删除原先的预热过程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79FC0-CB19-5B4B-4342-F17504B96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72535"/>
            <a:ext cx="3921037" cy="110886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DAEFA45-0D04-AB6C-D7AF-01BB37ACF0F6}"/>
              </a:ext>
            </a:extLst>
          </p:cNvPr>
          <p:cNvCxnSpPr>
            <a:cxnSpLocks/>
          </p:cNvCxnSpPr>
          <p:nvPr/>
        </p:nvCxnSpPr>
        <p:spPr bwMode="auto">
          <a:xfrm>
            <a:off x="731520" y="3441700"/>
            <a:ext cx="392103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748D0E4-DD6A-53A1-4DD5-3C562CBEF8C0}"/>
              </a:ext>
            </a:extLst>
          </p:cNvPr>
          <p:cNvCxnSpPr>
            <a:cxnSpLocks/>
          </p:cNvCxnSpPr>
          <p:nvPr/>
        </p:nvCxnSpPr>
        <p:spPr bwMode="auto">
          <a:xfrm>
            <a:off x="731520" y="3175000"/>
            <a:ext cx="16941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1B372B-C92B-6B5F-076D-7C5BBBE741E2}"/>
              </a:ext>
            </a:extLst>
          </p:cNvPr>
          <p:cNvCxnSpPr>
            <a:cxnSpLocks/>
          </p:cNvCxnSpPr>
          <p:nvPr/>
        </p:nvCxnSpPr>
        <p:spPr bwMode="auto">
          <a:xfrm>
            <a:off x="731520" y="2912534"/>
            <a:ext cx="14020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D49E1B-1D7E-9213-F2F6-A4EFFF53F5D9}"/>
              </a:ext>
            </a:extLst>
          </p:cNvPr>
          <p:cNvCxnSpPr>
            <a:cxnSpLocks/>
          </p:cNvCxnSpPr>
          <p:nvPr/>
        </p:nvCxnSpPr>
        <p:spPr bwMode="auto">
          <a:xfrm>
            <a:off x="762000" y="2650066"/>
            <a:ext cx="1295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7593558D-C6FD-3054-DC71-590B0F5CA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10200"/>
            <a:ext cx="5224240" cy="7659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DBB3CA5-1438-8314-9B9F-58CDF8AA6547}"/>
              </a:ext>
            </a:extLst>
          </p:cNvPr>
          <p:cNvSpPr txBox="1"/>
          <p:nvPr/>
        </p:nvSpPr>
        <p:spPr>
          <a:xfrm>
            <a:off x="45720" y="3886200"/>
            <a:ext cx="90525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After initializing ‘records’, warm both the 2 functions up to</a:t>
            </a:r>
            <a:r>
              <a:rPr lang="zh-CN" altLang="en-US" sz="2200" dirty="0"/>
              <a:t> </a:t>
            </a:r>
            <a:br>
              <a:rPr lang="en-US" altLang="zh-CN" sz="2200" dirty="0"/>
            </a:br>
            <a:r>
              <a:rPr lang="en-US" altLang="zh-CN" sz="2200" dirty="0"/>
              <a:t>trigger JIT compilation w/ small iteration number &amp; data copies</a:t>
            </a:r>
          </a:p>
          <a:p>
            <a:pPr algn="ctr"/>
            <a:r>
              <a:rPr lang="zh-CN" altLang="en-US" sz="2200" dirty="0"/>
              <a:t>在初始化</a:t>
            </a:r>
            <a:r>
              <a:rPr lang="en-US" altLang="zh-CN" sz="2200" dirty="0"/>
              <a:t>’records’</a:t>
            </a:r>
            <a:r>
              <a:rPr lang="zh-CN" altLang="en-US" sz="2200" dirty="0"/>
              <a:t>结束后，用小的迭代轮数和数据</a:t>
            </a:r>
            <a:br>
              <a:rPr lang="en-US" altLang="zh-CN" sz="2200" dirty="0"/>
            </a:br>
            <a:r>
              <a:rPr lang="zh-CN" altLang="en-US" sz="2200" dirty="0"/>
              <a:t>副本预热这两个函数，以触发即时编译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EFBF53-5830-F7CD-2CA4-D90488A1744D}"/>
              </a:ext>
            </a:extLst>
          </p:cNvPr>
          <p:cNvSpPr/>
          <p:nvPr/>
        </p:nvSpPr>
        <p:spPr bwMode="auto">
          <a:xfrm>
            <a:off x="751114" y="5680418"/>
            <a:ext cx="5193760" cy="460376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281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6786C-EE17-4C44-8F61-A3C634E36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927DBE3-D692-0DA4-7EF6-9E3D6523D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81166"/>
            <a:ext cx="6070177" cy="14175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ED6335-294A-A0E1-9694-6948A5BE9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Calculation &amp; Recording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计算与记录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84CBF7-807A-AD5F-12CC-BAE1182CFB89}"/>
              </a:ext>
            </a:extLst>
          </p:cNvPr>
          <p:cNvSpPr txBox="1"/>
          <p:nvPr/>
        </p:nvSpPr>
        <p:spPr>
          <a:xfrm>
            <a:off x="531341" y="1643742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Change the original calculating &amp; recording from</a:t>
            </a:r>
          </a:p>
          <a:p>
            <a:pPr algn="ctr"/>
            <a:r>
              <a:rPr lang="zh-CN" altLang="en-US" sz="2200" dirty="0"/>
              <a:t>将原先的计算和记录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44180E-57F3-10B0-2975-A9FCB5D8FB5E}"/>
              </a:ext>
            </a:extLst>
          </p:cNvPr>
          <p:cNvCxnSpPr>
            <a:cxnSpLocks/>
          </p:cNvCxnSpPr>
          <p:nvPr/>
        </p:nvCxnSpPr>
        <p:spPr bwMode="auto">
          <a:xfrm>
            <a:off x="751114" y="2590800"/>
            <a:ext cx="275408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2ACD237-C4FB-27C1-53B2-6C77F0989897}"/>
              </a:ext>
            </a:extLst>
          </p:cNvPr>
          <p:cNvSpPr txBox="1"/>
          <p:nvPr/>
        </p:nvSpPr>
        <p:spPr>
          <a:xfrm>
            <a:off x="45720" y="3886200"/>
            <a:ext cx="90525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simple function calls</a:t>
            </a:r>
          </a:p>
          <a:p>
            <a:pPr algn="ctr"/>
            <a:r>
              <a:rPr lang="zh-CN" altLang="en-US" sz="2200" dirty="0"/>
              <a:t>改为简单的函数调用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F08F98-2E7A-9984-629F-026C96A09832}"/>
              </a:ext>
            </a:extLst>
          </p:cNvPr>
          <p:cNvCxnSpPr>
            <a:cxnSpLocks/>
          </p:cNvCxnSpPr>
          <p:nvPr/>
        </p:nvCxnSpPr>
        <p:spPr bwMode="auto">
          <a:xfrm>
            <a:off x="1240972" y="2841172"/>
            <a:ext cx="546462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BDB326-32E3-D28B-A584-6DBFEBFF87AE}"/>
              </a:ext>
            </a:extLst>
          </p:cNvPr>
          <p:cNvCxnSpPr>
            <a:cxnSpLocks/>
          </p:cNvCxnSpPr>
          <p:nvPr/>
        </p:nvCxnSpPr>
        <p:spPr bwMode="auto">
          <a:xfrm>
            <a:off x="1240972" y="3089925"/>
            <a:ext cx="310242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66A9CF-EED8-6016-7802-7D3157309109}"/>
              </a:ext>
            </a:extLst>
          </p:cNvPr>
          <p:cNvCxnSpPr>
            <a:cxnSpLocks/>
          </p:cNvCxnSpPr>
          <p:nvPr/>
        </p:nvCxnSpPr>
        <p:spPr bwMode="auto">
          <a:xfrm>
            <a:off x="1737996" y="3352800"/>
            <a:ext cx="344360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0DA87C-70E4-20F1-783F-F4FC96B9191A}"/>
              </a:ext>
            </a:extLst>
          </p:cNvPr>
          <p:cNvCxnSpPr>
            <a:cxnSpLocks/>
          </p:cNvCxnSpPr>
          <p:nvPr/>
        </p:nvCxnSpPr>
        <p:spPr bwMode="auto">
          <a:xfrm>
            <a:off x="1750740" y="3646714"/>
            <a:ext cx="228786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6D24089-92F1-6C67-FC82-E4A2D9F95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66493"/>
            <a:ext cx="5327124" cy="548717"/>
          </a:xfrm>
          <a:prstGeom prst="rect">
            <a:avLst/>
          </a:prstGeom>
        </p:spPr>
      </p:pic>
      <p:sp>
        <p:nvSpPr>
          <p:cNvPr id="25" name="Arrow: Down 24">
            <a:extLst>
              <a:ext uri="{FF2B5EF4-FFF2-40B4-BE49-F238E27FC236}">
                <a16:creationId xmlns:a16="http://schemas.microsoft.com/office/drawing/2014/main" id="{4656E32B-5CA0-2E4E-4103-AC137EBA215F}"/>
              </a:ext>
            </a:extLst>
          </p:cNvPr>
          <p:cNvSpPr/>
          <p:nvPr/>
        </p:nvSpPr>
        <p:spPr bwMode="auto">
          <a:xfrm>
            <a:off x="1915785" y="3875314"/>
            <a:ext cx="424743" cy="769441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E45AFC-32AE-5681-FAA9-92B3B2B055C5}"/>
              </a:ext>
            </a:extLst>
          </p:cNvPr>
          <p:cNvSpPr txBox="1"/>
          <p:nvPr/>
        </p:nvSpPr>
        <p:spPr>
          <a:xfrm>
            <a:off x="609600" y="54789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  <a:p>
            <a:pPr algn="ctr"/>
            <a:r>
              <a:rPr lang="en-US" altLang="zh-CN" sz="2200">
                <a:latin typeface="Consolas" panose="020B0609020204030204" pitchFamily="49" charset="0"/>
                <a:cs typeface="Arial" panose="020B0604020202020204" pitchFamily="34" charset="0"/>
              </a:rPr>
              <a:t>python array_</a:t>
            </a:r>
            <a:r>
              <a:rPr lang="en-US" altLang="zh-CN" sz="2200" dirty="0">
                <a:latin typeface="Consolas" panose="020B0609020204030204" pitchFamily="49" charset="0"/>
                <a:cs typeface="Arial" panose="020B0604020202020204" pitchFamily="34" charset="0"/>
              </a:rPr>
              <a:t>njit.py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46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 animBg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16089</TotalTime>
  <Words>575</Words>
  <Application>Microsoft Office PowerPoint</Application>
  <PresentationFormat>On-screen Show (4:3)</PresentationFormat>
  <Paragraphs>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3.1</vt:lpstr>
      <vt:lpstr>numpy array  numpy数组 (1)</vt:lpstr>
      <vt:lpstr>numpy array  numpy数组 (2)</vt:lpstr>
      <vt:lpstr>numpy array  numpy数组 (3)</vt:lpstr>
      <vt:lpstr>Operate on Arrays   在数组上操作 (1)</vt:lpstr>
      <vt:lpstr>Operate on Arrays   在数组上操作 (2)</vt:lpstr>
      <vt:lpstr>Operate on Arrays   在数组上操作 (3)</vt:lpstr>
      <vt:lpstr>Warm up  预热</vt:lpstr>
      <vt:lpstr>Calculation &amp; Recording   计算与记录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1148</cp:revision>
  <dcterms:created xsi:type="dcterms:W3CDTF">2003-03-13T01:36:43Z</dcterms:created>
  <dcterms:modified xsi:type="dcterms:W3CDTF">2026-08-15T00:34:57Z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