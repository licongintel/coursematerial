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7"/>
  </p:notesMasterIdLst>
  <p:handoutMasterIdLst>
    <p:handoutMasterId r:id="rId18"/>
  </p:handoutMasterIdLst>
  <p:sldIdLst>
    <p:sldId id="286" r:id="rId2"/>
    <p:sldId id="415" r:id="rId3"/>
    <p:sldId id="440" r:id="rId4"/>
    <p:sldId id="435" r:id="rId5"/>
    <p:sldId id="441" r:id="rId6"/>
    <p:sldId id="438" r:id="rId7"/>
    <p:sldId id="442" r:id="rId8"/>
    <p:sldId id="443" r:id="rId9"/>
    <p:sldId id="444" r:id="rId10"/>
    <p:sldId id="447" r:id="rId11"/>
    <p:sldId id="446" r:id="rId12"/>
    <p:sldId id="448" r:id="rId13"/>
    <p:sldId id="445" r:id="rId14"/>
    <p:sldId id="449" r:id="rId15"/>
    <p:sldId id="353" r:id="rId16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BDE694-B8B0-4E19-AB00-E047543309D8}" v="584" dt="2026-09-25T09:30:51.4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1147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 sldOrd">
      <pc:chgData name="Li, Cong" userId="025630f4-267e-4cb3-8cd5-8795177f99f4" providerId="ADAL" clId="{929A2CC8-B112-421C-81E2-D5D63B23E300}" dt="2026-09-25T09:30:51.411" v="13447"/>
      <pc:docMkLst>
        <pc:docMk/>
      </pc:docMkLst>
      <pc:sldChg chg="addSp delSp modSp mod">
        <pc:chgData name="Li, Cong" userId="025630f4-267e-4cb3-8cd5-8795177f99f4" providerId="ADAL" clId="{929A2CC8-B112-421C-81E2-D5D63B23E300}" dt="2026-09-25T07:54:07.565" v="9569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9-25T07:54:07.565" v="9569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9-25T07:54:05.885" v="9568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">
        <pc:chgData name="Li, Cong" userId="025630f4-267e-4cb3-8cd5-8795177f99f4" providerId="ADAL" clId="{929A2CC8-B112-421C-81E2-D5D63B23E300}" dt="2026-09-25T09:27:53.972" v="13444" actId="478"/>
        <pc:sldMkLst>
          <pc:docMk/>
          <pc:sldMk cId="0" sldId="353"/>
        </pc:sldMkLst>
        <pc:picChg chg="add del mod">
          <ac:chgData name="Li, Cong" userId="025630f4-267e-4cb3-8cd5-8795177f99f4" providerId="ADAL" clId="{929A2CC8-B112-421C-81E2-D5D63B23E300}" dt="2026-09-25T08:59:18.995" v="12066" actId="21"/>
          <ac:picMkLst>
            <pc:docMk/>
            <pc:sldMk cId="0" sldId="353"/>
            <ac:picMk id="3" creationId="{28925F58-9F23-E314-B904-90BEAD878E39}"/>
          </ac:picMkLst>
        </pc:picChg>
        <pc:picChg chg="add del">
          <ac:chgData name="Li, Cong" userId="025630f4-267e-4cb3-8cd5-8795177f99f4" providerId="ADAL" clId="{929A2CC8-B112-421C-81E2-D5D63B23E300}" dt="2026-09-25T09:27:53.972" v="13444" actId="478"/>
          <ac:picMkLst>
            <pc:docMk/>
            <pc:sldMk cId="0" sldId="353"/>
            <ac:picMk id="5" creationId="{23E4CAAD-6FB4-68EC-B201-DA31402026E1}"/>
          </ac:picMkLst>
        </pc:picChg>
      </pc:sldChg>
      <pc:sldChg chg="addSp delSp modSp mod delAnim modAnim">
        <pc:chgData name="Li, Cong" userId="025630f4-267e-4cb3-8cd5-8795177f99f4" providerId="ADAL" clId="{929A2CC8-B112-421C-81E2-D5D63B23E300}" dt="2026-09-25T08:06:23.118" v="9796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9-25T07:54:25.238" v="9611" actId="20577"/>
          <ac:spMkLst>
            <pc:docMk/>
            <pc:sldMk cId="796492521" sldId="415"/>
            <ac:spMk id="2" creationId="{ADE6B920-28FE-41F4-B19E-AF72E4D6D2C6}"/>
          </ac:spMkLst>
        </pc:spChg>
        <pc:spChg chg="add mod">
          <ac:chgData name="Li, Cong" userId="025630f4-267e-4cb3-8cd5-8795177f99f4" providerId="ADAL" clId="{929A2CC8-B112-421C-81E2-D5D63B23E300}" dt="2026-09-25T08:06:06.212" v="9791" actId="14100"/>
          <ac:spMkLst>
            <pc:docMk/>
            <pc:sldMk cId="796492521" sldId="415"/>
            <ac:spMk id="8" creationId="{E3FE15A8-B328-559B-D8E6-A06BE931DF18}"/>
          </ac:spMkLst>
        </pc:spChg>
        <pc:spChg chg="mod">
          <ac:chgData name="Li, Cong" userId="025630f4-267e-4cb3-8cd5-8795177f99f4" providerId="ADAL" clId="{929A2CC8-B112-421C-81E2-D5D63B23E300}" dt="2026-09-25T07:56:58.461" v="9738" actId="1036"/>
          <ac:spMkLst>
            <pc:docMk/>
            <pc:sldMk cId="796492521" sldId="415"/>
            <ac:spMk id="11" creationId="{A3DE4361-0528-9A32-9B49-B6D88AD36DAC}"/>
          </ac:spMkLst>
        </pc:spChg>
        <pc:spChg chg="add del mod">
          <ac:chgData name="Li, Cong" userId="025630f4-267e-4cb3-8cd5-8795177f99f4" providerId="ADAL" clId="{929A2CC8-B112-421C-81E2-D5D63B23E300}" dt="2026-09-25T07:55:13.128" v="9735" actId="478"/>
          <ac:spMkLst>
            <pc:docMk/>
            <pc:sldMk cId="796492521" sldId="415"/>
            <ac:spMk id="14" creationId="{42C2BE69-4257-C7A1-DC25-62A400691817}"/>
          </ac:spMkLst>
        </pc:spChg>
        <pc:spChg chg="add del mod">
          <ac:chgData name="Li, Cong" userId="025630f4-267e-4cb3-8cd5-8795177f99f4" providerId="ADAL" clId="{929A2CC8-B112-421C-81E2-D5D63B23E300}" dt="2026-09-25T07:55:13.128" v="9735" actId="478"/>
          <ac:spMkLst>
            <pc:docMk/>
            <pc:sldMk cId="796492521" sldId="415"/>
            <ac:spMk id="15" creationId="{0B5914A4-CC03-8209-4B6D-85C03F2567DA}"/>
          </ac:spMkLst>
        </pc:spChg>
        <pc:spChg chg="mod">
          <ac:chgData name="Li, Cong" userId="025630f4-267e-4cb3-8cd5-8795177f99f4" providerId="ADAL" clId="{929A2CC8-B112-421C-81E2-D5D63B23E300}" dt="2026-09-25T07:54:48.513" v="9676" actId="20577"/>
          <ac:spMkLst>
            <pc:docMk/>
            <pc:sldMk cId="796492521" sldId="415"/>
            <ac:spMk id="19" creationId="{23CD657D-BF24-8236-C712-84C3BC6A85FC}"/>
          </ac:spMkLst>
        </pc:spChg>
        <pc:picChg chg="add mod">
          <ac:chgData name="Li, Cong" userId="025630f4-267e-4cb3-8cd5-8795177f99f4" providerId="ADAL" clId="{929A2CC8-B112-421C-81E2-D5D63B23E300}" dt="2026-09-25T08:00:01.558" v="9751" actId="1035"/>
          <ac:picMkLst>
            <pc:docMk/>
            <pc:sldMk cId="796492521" sldId="415"/>
            <ac:picMk id="4" creationId="{720D85FE-CD8E-CD11-7DDE-81181309092F}"/>
          </ac:picMkLst>
        </pc:picChg>
        <pc:picChg chg="add del mod">
          <ac:chgData name="Li, Cong" userId="025630f4-267e-4cb3-8cd5-8795177f99f4" providerId="ADAL" clId="{929A2CC8-B112-421C-81E2-D5D63B23E300}" dt="2026-09-25T07:55:13.128" v="9735" actId="478"/>
          <ac:picMkLst>
            <pc:docMk/>
            <pc:sldMk cId="796492521" sldId="415"/>
            <ac:picMk id="5" creationId="{D460CFC5-E516-9C3C-EE9D-C5A6DA275606}"/>
          </ac:picMkLst>
        </pc:picChg>
        <pc:picChg chg="add del mod">
          <ac:chgData name="Li, Cong" userId="025630f4-267e-4cb3-8cd5-8795177f99f4" providerId="ADAL" clId="{929A2CC8-B112-421C-81E2-D5D63B23E300}" dt="2026-09-25T07:55:13.128" v="9735" actId="478"/>
          <ac:picMkLst>
            <pc:docMk/>
            <pc:sldMk cId="796492521" sldId="415"/>
            <ac:picMk id="7" creationId="{DA8616C9-DA5F-6399-D25D-73CC42C6633C}"/>
          </ac:picMkLst>
        </pc:picChg>
        <pc:cxnChg chg="add mod">
          <ac:chgData name="Li, Cong" userId="025630f4-267e-4cb3-8cd5-8795177f99f4" providerId="ADAL" clId="{929A2CC8-B112-421C-81E2-D5D63B23E300}" dt="2026-09-25T08:06:06.212" v="9791" actId="14100"/>
          <ac:cxnSpMkLst>
            <pc:docMk/>
            <pc:sldMk cId="796492521" sldId="415"/>
            <ac:cxnSpMk id="6" creationId="{052D68D4-4CEA-E120-5952-A5E1F5E52A69}"/>
          </ac:cxnSpMkLst>
        </pc:cxnChg>
        <pc:cxnChg chg="add del mod">
          <ac:chgData name="Li, Cong" userId="025630f4-267e-4cb3-8cd5-8795177f99f4" providerId="ADAL" clId="{929A2CC8-B112-421C-81E2-D5D63B23E300}" dt="2026-09-25T07:55:13.128" v="9735" actId="478"/>
          <ac:cxnSpMkLst>
            <pc:docMk/>
            <pc:sldMk cId="796492521" sldId="415"/>
            <ac:cxnSpMk id="9" creationId="{DDFAB97E-C477-02EB-9392-8D917AC11FB8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25T08:37:37.396" v="11263" actId="313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9-25T08:09:25.042" v="10037" actId="20577"/>
          <ac:spMkLst>
            <pc:docMk/>
            <pc:sldMk cId="3553648521" sldId="435"/>
            <ac:spMk id="2" creationId="{4CE32745-8FBC-5E24-87AD-6CCA0AD31545}"/>
          </ac:spMkLst>
        </pc:spChg>
        <pc:spChg chg="add mod">
          <ac:chgData name="Li, Cong" userId="025630f4-267e-4cb3-8cd5-8795177f99f4" providerId="ADAL" clId="{929A2CC8-B112-421C-81E2-D5D63B23E300}" dt="2026-09-25T08:10:20.827" v="10205" actId="1076"/>
          <ac:spMkLst>
            <pc:docMk/>
            <pc:sldMk cId="3553648521" sldId="435"/>
            <ac:spMk id="8" creationId="{1368A2D7-D553-1AE0-5B88-6CB1EF2D829A}"/>
          </ac:spMkLst>
        </pc:spChg>
        <pc:spChg chg="add del mod">
          <ac:chgData name="Li, Cong" userId="025630f4-267e-4cb3-8cd5-8795177f99f4" providerId="ADAL" clId="{929A2CC8-B112-421C-81E2-D5D63B23E300}" dt="2026-09-25T08:09:19.896" v="10035" actId="478"/>
          <ac:spMkLst>
            <pc:docMk/>
            <pc:sldMk cId="3553648521" sldId="435"/>
            <ac:spMk id="10" creationId="{71A66BE4-C61E-1E91-DEFB-99EEBCE8D95D}"/>
          </ac:spMkLst>
        </pc:spChg>
        <pc:spChg chg="add del mod">
          <ac:chgData name="Li, Cong" userId="025630f4-267e-4cb3-8cd5-8795177f99f4" providerId="ADAL" clId="{929A2CC8-B112-421C-81E2-D5D63B23E300}" dt="2026-09-25T08:09:19.896" v="10035" actId="478"/>
          <ac:spMkLst>
            <pc:docMk/>
            <pc:sldMk cId="3553648521" sldId="435"/>
            <ac:spMk id="15" creationId="{B585EB72-04D1-86ED-F8FA-34C65F6BCBC5}"/>
          </ac:spMkLst>
        </pc:spChg>
        <pc:spChg chg="add mod">
          <ac:chgData name="Li, Cong" userId="025630f4-267e-4cb3-8cd5-8795177f99f4" providerId="ADAL" clId="{929A2CC8-B112-421C-81E2-D5D63B23E300}" dt="2026-09-25T08:37:37.396" v="11263" actId="313"/>
          <ac:spMkLst>
            <pc:docMk/>
            <pc:sldMk cId="3553648521" sldId="435"/>
            <ac:spMk id="17" creationId="{39593BF9-5314-511B-9124-4A3F05ED6EF6}"/>
          </ac:spMkLst>
        </pc:spChg>
        <pc:picChg chg="add mod">
          <ac:chgData name="Li, Cong" userId="025630f4-267e-4cb3-8cd5-8795177f99f4" providerId="ADAL" clId="{929A2CC8-B112-421C-81E2-D5D63B23E300}" dt="2026-09-25T08:10:33.572" v="10208" actId="1076"/>
          <ac:picMkLst>
            <pc:docMk/>
            <pc:sldMk cId="3553648521" sldId="435"/>
            <ac:picMk id="4" creationId="{907FEECA-1960-AD27-9A07-872BDFFC33E7}"/>
          </ac:picMkLst>
        </pc:picChg>
        <pc:picChg chg="add del mod">
          <ac:chgData name="Li, Cong" userId="025630f4-267e-4cb3-8cd5-8795177f99f4" providerId="ADAL" clId="{929A2CC8-B112-421C-81E2-D5D63B23E300}" dt="2026-09-25T08:09:19.896" v="10035" actId="478"/>
          <ac:picMkLst>
            <pc:docMk/>
            <pc:sldMk cId="3553648521" sldId="435"/>
            <ac:picMk id="5" creationId="{6A1D7861-A5C0-7BE7-B08E-7359B110397E}"/>
          </ac:picMkLst>
        </pc:picChg>
        <pc:picChg chg="add del mod">
          <ac:chgData name="Li, Cong" userId="025630f4-267e-4cb3-8cd5-8795177f99f4" providerId="ADAL" clId="{929A2CC8-B112-421C-81E2-D5D63B23E300}" dt="2026-09-25T08:09:19.896" v="10035" actId="478"/>
          <ac:picMkLst>
            <pc:docMk/>
            <pc:sldMk cId="3553648521" sldId="435"/>
            <ac:picMk id="7" creationId="{FE2CF4E1-8C34-2047-FD25-E58AFFC91750}"/>
          </ac:picMkLst>
        </pc:picChg>
        <pc:picChg chg="add mod">
          <ac:chgData name="Li, Cong" userId="025630f4-267e-4cb3-8cd5-8795177f99f4" providerId="ADAL" clId="{929A2CC8-B112-421C-81E2-D5D63B23E300}" dt="2026-09-25T08:12:44.919" v="10315" actId="1035"/>
          <ac:picMkLst>
            <pc:docMk/>
            <pc:sldMk cId="3553648521" sldId="435"/>
            <ac:picMk id="12" creationId="{812DE013-3E8D-B0DE-2091-166D1D843600}"/>
          </ac:picMkLst>
        </pc:picChg>
        <pc:cxnChg chg="add del mod">
          <ac:chgData name="Li, Cong" userId="025630f4-267e-4cb3-8cd5-8795177f99f4" providerId="ADAL" clId="{929A2CC8-B112-421C-81E2-D5D63B23E300}" dt="2026-09-25T08:09:19.896" v="10035" actId="478"/>
          <ac:cxnSpMkLst>
            <pc:docMk/>
            <pc:sldMk cId="3553648521" sldId="435"/>
            <ac:cxnSpMk id="11" creationId="{38AC7CCE-246B-3AEE-0626-387DF1A7C01A}"/>
          </ac:cxnSpMkLst>
        </pc:cxnChg>
        <pc:cxnChg chg="add del mod">
          <ac:chgData name="Li, Cong" userId="025630f4-267e-4cb3-8cd5-8795177f99f4" providerId="ADAL" clId="{929A2CC8-B112-421C-81E2-D5D63B23E300}" dt="2026-09-25T08:09:19.896" v="10035" actId="478"/>
          <ac:cxnSpMkLst>
            <pc:docMk/>
            <pc:sldMk cId="3553648521" sldId="435"/>
            <ac:cxnSpMk id="13" creationId="{E210CA93-D70A-7EAC-82CD-143930788D0A}"/>
          </ac:cxnSpMkLst>
        </pc:cxnChg>
        <pc:cxnChg chg="add del mod">
          <ac:chgData name="Li, Cong" userId="025630f4-267e-4cb3-8cd5-8795177f99f4" providerId="ADAL" clId="{929A2CC8-B112-421C-81E2-D5D63B23E300}" dt="2026-09-25T08:09:19.896" v="10035" actId="478"/>
          <ac:cxnSpMkLst>
            <pc:docMk/>
            <pc:sldMk cId="3553648521" sldId="435"/>
            <ac:cxnSpMk id="14" creationId="{682D7645-D21A-BE3B-BFC1-0695F9C8ADA9}"/>
          </ac:cxnSpMkLst>
        </pc:cxnChg>
      </pc:sldChg>
      <pc:sldChg chg="addSp delSp modSp mod delAnim modAnim">
        <pc:chgData name="Li, Cong" userId="025630f4-267e-4cb3-8cd5-8795177f99f4" providerId="ADAL" clId="{929A2CC8-B112-421C-81E2-D5D63B23E300}" dt="2026-09-25T09:27:44.109" v="13443" actId="20577"/>
        <pc:sldMkLst>
          <pc:docMk/>
          <pc:sldMk cId="975484450" sldId="438"/>
        </pc:sldMkLst>
        <pc:spChg chg="mod">
          <ac:chgData name="Li, Cong" userId="025630f4-267e-4cb3-8cd5-8795177f99f4" providerId="ADAL" clId="{929A2CC8-B112-421C-81E2-D5D63B23E300}" dt="2026-09-25T08:34:15.230" v="10973" actId="20577"/>
          <ac:spMkLst>
            <pc:docMk/>
            <pc:sldMk cId="975484450" sldId="438"/>
            <ac:spMk id="2" creationId="{24937EA1-21B3-FC9D-AE71-78D906CE5B9E}"/>
          </ac:spMkLst>
        </pc:spChg>
        <pc:spChg chg="add mod">
          <ac:chgData name="Li, Cong" userId="025630f4-267e-4cb3-8cd5-8795177f99f4" providerId="ADAL" clId="{929A2CC8-B112-421C-81E2-D5D63B23E300}" dt="2026-09-25T09:27:44.109" v="13443" actId="20577"/>
          <ac:spMkLst>
            <pc:docMk/>
            <pc:sldMk cId="975484450" sldId="438"/>
            <ac:spMk id="9" creationId="{A1E7D695-FC3B-5FBA-796D-3D64178BF99E}"/>
          </ac:spMkLst>
        </pc:spChg>
        <pc:spChg chg="add mod">
          <ac:chgData name="Li, Cong" userId="025630f4-267e-4cb3-8cd5-8795177f99f4" providerId="ADAL" clId="{929A2CC8-B112-421C-81E2-D5D63B23E300}" dt="2026-09-25T08:36:17.541" v="11245" actId="1036"/>
          <ac:spMkLst>
            <pc:docMk/>
            <pc:sldMk cId="975484450" sldId="438"/>
            <ac:spMk id="13" creationId="{696F72C1-91D5-2968-E858-15F265813F97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16" creationId="{C1D7CC9B-F13D-E773-C656-8777AA04D772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17" creationId="{12CCFE9D-863B-6807-CB4C-EAC5AAE74923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2" creationId="{E308B6AA-933A-7383-C705-91F47D5929AC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5" creationId="{AD211A3C-1416-CC6E-667D-C7A061E6DD98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6" creationId="{75AF0827-1322-B033-F266-F496DBF56746}"/>
          </ac:spMkLst>
        </pc:spChg>
        <pc:spChg chg="add del mod">
          <ac:chgData name="Li, Cong" userId="025630f4-267e-4cb3-8cd5-8795177f99f4" providerId="ADAL" clId="{929A2CC8-B112-421C-81E2-D5D63B23E300}" dt="2026-09-25T08:24:07.312" v="10589" actId="478"/>
          <ac:spMkLst>
            <pc:docMk/>
            <pc:sldMk cId="975484450" sldId="438"/>
            <ac:spMk id="27" creationId="{A5916D3A-8D0F-53E5-B8A8-8B03779E2790}"/>
          </ac:spMkLst>
        </pc:spChg>
        <pc:spChg chg="add mod">
          <ac:chgData name="Li, Cong" userId="025630f4-267e-4cb3-8cd5-8795177f99f4" providerId="ADAL" clId="{929A2CC8-B112-421C-81E2-D5D63B23E300}" dt="2026-09-25T08:36:17.541" v="11245" actId="1036"/>
          <ac:spMkLst>
            <pc:docMk/>
            <pc:sldMk cId="975484450" sldId="438"/>
            <ac:spMk id="30" creationId="{73A8BE58-047E-1516-F1CC-7D11BA2BADE5}"/>
          </ac:spMkLst>
        </pc:spChg>
        <pc:picChg chg="add del mod">
          <ac:chgData name="Li, Cong" userId="025630f4-267e-4cb3-8cd5-8795177f99f4" providerId="ADAL" clId="{929A2CC8-B112-421C-81E2-D5D63B23E300}" dt="2026-09-25T08:24:10.752" v="10590" actId="478"/>
          <ac:picMkLst>
            <pc:docMk/>
            <pc:sldMk cId="975484450" sldId="438"/>
            <ac:picMk id="4" creationId="{ED51BCEA-2814-CDCB-7E8F-72D26F89D3FC}"/>
          </ac:picMkLst>
        </pc:picChg>
        <pc:picChg chg="add mod">
          <ac:chgData name="Li, Cong" userId="025630f4-267e-4cb3-8cd5-8795177f99f4" providerId="ADAL" clId="{929A2CC8-B112-421C-81E2-D5D63B23E300}" dt="2026-09-25T08:36:17.541" v="11245" actId="1036"/>
          <ac:picMkLst>
            <pc:docMk/>
            <pc:sldMk cId="975484450" sldId="438"/>
            <ac:picMk id="5" creationId="{91B6EC98-CC9D-815F-656A-28461060A9B4}"/>
          </ac:picMkLst>
        </pc:picChg>
        <pc:picChg chg="add del">
          <ac:chgData name="Li, Cong" userId="025630f4-267e-4cb3-8cd5-8795177f99f4" providerId="ADAL" clId="{929A2CC8-B112-421C-81E2-D5D63B23E300}" dt="2026-09-25T08:25:50.522" v="10643" actId="22"/>
          <ac:picMkLst>
            <pc:docMk/>
            <pc:sldMk cId="975484450" sldId="438"/>
            <ac:picMk id="7" creationId="{AED28391-7608-56C2-ED62-7C02EE125669}"/>
          </ac:picMkLst>
        </pc:picChg>
        <pc:picChg chg="add del mod">
          <ac:chgData name="Li, Cong" userId="025630f4-267e-4cb3-8cd5-8795177f99f4" providerId="ADAL" clId="{929A2CC8-B112-421C-81E2-D5D63B23E300}" dt="2026-09-25T08:24:07.312" v="10589" actId="478"/>
          <ac:picMkLst>
            <pc:docMk/>
            <pc:sldMk cId="975484450" sldId="438"/>
            <ac:picMk id="10" creationId="{9115E3E9-9DA7-0006-98C7-2F767E5D9F2A}"/>
          </ac:picMkLst>
        </pc:picChg>
        <pc:picChg chg="add del mod">
          <ac:chgData name="Li, Cong" userId="025630f4-267e-4cb3-8cd5-8795177f99f4" providerId="ADAL" clId="{929A2CC8-B112-421C-81E2-D5D63B23E300}" dt="2026-09-25T08:24:07.312" v="10589" actId="478"/>
          <ac:picMkLst>
            <pc:docMk/>
            <pc:sldMk cId="975484450" sldId="438"/>
            <ac:picMk id="12" creationId="{96838669-B5DC-DF23-6931-0E6C398252F0}"/>
          </ac:picMkLst>
        </pc:picChg>
        <pc:picChg chg="add del mod">
          <ac:chgData name="Li, Cong" userId="025630f4-267e-4cb3-8cd5-8795177f99f4" providerId="ADAL" clId="{929A2CC8-B112-421C-81E2-D5D63B23E300}" dt="2026-09-25T08:24:07.312" v="10589" actId="478"/>
          <ac:picMkLst>
            <pc:docMk/>
            <pc:sldMk cId="975484450" sldId="438"/>
            <ac:picMk id="14" creationId="{FFE7C574-675B-1F6C-DC05-C461B651A0DF}"/>
          </ac:picMkLst>
        </pc:picChg>
        <pc:picChg chg="add del mod">
          <ac:chgData name="Li, Cong" userId="025630f4-267e-4cb3-8cd5-8795177f99f4" providerId="ADAL" clId="{929A2CC8-B112-421C-81E2-D5D63B23E300}" dt="2026-09-25T08:29:04.206" v="10904" actId="478"/>
          <ac:picMkLst>
            <pc:docMk/>
            <pc:sldMk cId="975484450" sldId="438"/>
            <ac:picMk id="23" creationId="{A5B289F6-7B4C-D7C0-884F-80B5EB6FFD24}"/>
          </ac:picMkLst>
        </pc:picChg>
        <pc:picChg chg="add mod">
          <ac:chgData name="Li, Cong" userId="025630f4-267e-4cb3-8cd5-8795177f99f4" providerId="ADAL" clId="{929A2CC8-B112-421C-81E2-D5D63B23E300}" dt="2026-09-25T08:36:17.541" v="11245" actId="1036"/>
          <ac:picMkLst>
            <pc:docMk/>
            <pc:sldMk cId="975484450" sldId="438"/>
            <ac:picMk id="28" creationId="{6C31591C-72B2-0BA6-E0F2-7EB17E02ABDB}"/>
          </ac:picMkLst>
        </pc:picChg>
        <pc:picChg chg="add del mod">
          <ac:chgData name="Li, Cong" userId="025630f4-267e-4cb3-8cd5-8795177f99f4" providerId="ADAL" clId="{929A2CC8-B112-421C-81E2-D5D63B23E300}" dt="2026-09-25T08:34:38.262" v="11017" actId="478"/>
          <ac:picMkLst>
            <pc:docMk/>
            <pc:sldMk cId="975484450" sldId="438"/>
            <ac:picMk id="32" creationId="{A2E29D39-45AB-4222-FE06-D2C193C09FEE}"/>
          </ac:picMkLst>
        </pc:picChg>
        <pc:picChg chg="add mod">
          <ac:chgData name="Li, Cong" userId="025630f4-267e-4cb3-8cd5-8795177f99f4" providerId="ADAL" clId="{929A2CC8-B112-421C-81E2-D5D63B23E300}" dt="2026-09-25T08:36:17.541" v="11245" actId="1036"/>
          <ac:picMkLst>
            <pc:docMk/>
            <pc:sldMk cId="975484450" sldId="438"/>
            <ac:picMk id="34" creationId="{06E9A295-7911-8A7E-6FC4-F4F7E1BFC3D9}"/>
          </ac:picMkLst>
        </pc:picChg>
        <pc:cxnChg chg="add del mod">
          <ac:chgData name="Li, Cong" userId="025630f4-267e-4cb3-8cd5-8795177f99f4" providerId="ADAL" clId="{929A2CC8-B112-421C-81E2-D5D63B23E300}" dt="2026-09-25T08:24:07.312" v="10589" actId="478"/>
          <ac:cxnSpMkLst>
            <pc:docMk/>
            <pc:sldMk cId="975484450" sldId="438"/>
            <ac:cxnSpMk id="18" creationId="{7B20F697-CF31-BD30-583D-EFF8A00B01D0}"/>
          </ac:cxnSpMkLst>
        </pc:cxnChg>
      </pc:sldChg>
      <pc:sldChg chg="addSp delSp modSp del mod ord delAnim modAnim">
        <pc:chgData name="Li, Cong" userId="025630f4-267e-4cb3-8cd5-8795177f99f4" providerId="ADAL" clId="{929A2CC8-B112-421C-81E2-D5D63B23E300}" dt="2026-09-25T08:16:22.600" v="10586" actId="47"/>
        <pc:sldMkLst>
          <pc:docMk/>
          <pc:sldMk cId="1836001582" sldId="439"/>
        </pc:sldMkLst>
      </pc:sldChg>
      <pc:sldChg chg="modSp add mod modAnim">
        <pc:chgData name="Li, Cong" userId="025630f4-267e-4cb3-8cd5-8795177f99f4" providerId="ADAL" clId="{929A2CC8-B112-421C-81E2-D5D63B23E300}" dt="2026-09-25T08:08:29.213" v="10033" actId="1037"/>
        <pc:sldMkLst>
          <pc:docMk/>
          <pc:sldMk cId="1838751765" sldId="440"/>
        </pc:sldMkLst>
        <pc:spChg chg="mod">
          <ac:chgData name="Li, Cong" userId="025630f4-267e-4cb3-8cd5-8795177f99f4" providerId="ADAL" clId="{929A2CC8-B112-421C-81E2-D5D63B23E300}" dt="2026-09-25T08:08:29.213" v="10033" actId="1037"/>
          <ac:spMkLst>
            <pc:docMk/>
            <pc:sldMk cId="1838751765" sldId="440"/>
            <ac:spMk id="8" creationId="{1CDF5E3F-4438-3F4D-6BCD-B0E3AF4E6FD2}"/>
          </ac:spMkLst>
        </pc:spChg>
        <pc:cxnChg chg="mod">
          <ac:chgData name="Li, Cong" userId="025630f4-267e-4cb3-8cd5-8795177f99f4" providerId="ADAL" clId="{929A2CC8-B112-421C-81E2-D5D63B23E300}" dt="2026-09-25T08:08:29.213" v="10033" actId="1037"/>
          <ac:cxnSpMkLst>
            <pc:docMk/>
            <pc:sldMk cId="1838751765" sldId="440"/>
            <ac:cxnSpMk id="6" creationId="{DA53A391-0A0A-5972-ED48-F2FA1D352D72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09-25T09:30:51.411" v="13447"/>
        <pc:sldMkLst>
          <pc:docMk/>
          <pc:sldMk cId="3238252005" sldId="441"/>
        </pc:sldMkLst>
        <pc:spChg chg="mod">
          <ac:chgData name="Li, Cong" userId="025630f4-267e-4cb3-8cd5-8795177f99f4" providerId="ADAL" clId="{929A2CC8-B112-421C-81E2-D5D63B23E300}" dt="2026-09-25T08:13:04.172" v="10327" actId="20577"/>
          <ac:spMkLst>
            <pc:docMk/>
            <pc:sldMk cId="3238252005" sldId="441"/>
            <ac:spMk id="2" creationId="{02C1E15A-C3A4-DD17-09D3-CC2A14B46EEA}"/>
          </ac:spMkLst>
        </pc:spChg>
        <pc:spChg chg="mod">
          <ac:chgData name="Li, Cong" userId="025630f4-267e-4cb3-8cd5-8795177f99f4" providerId="ADAL" clId="{929A2CC8-B112-421C-81E2-D5D63B23E300}" dt="2026-09-25T08:15:27.885" v="10473" actId="20577"/>
          <ac:spMkLst>
            <pc:docMk/>
            <pc:sldMk cId="3238252005" sldId="441"/>
            <ac:spMk id="8" creationId="{D0892C1A-7306-FB4D-B748-FC267A9A8141}"/>
          </ac:spMkLst>
        </pc:spChg>
        <pc:spChg chg="mod">
          <ac:chgData name="Li, Cong" userId="025630f4-267e-4cb3-8cd5-8795177f99f4" providerId="ADAL" clId="{929A2CC8-B112-421C-81E2-D5D63B23E300}" dt="2026-09-25T08:15:57.461" v="10576" actId="1036"/>
          <ac:spMkLst>
            <pc:docMk/>
            <pc:sldMk cId="3238252005" sldId="441"/>
            <ac:spMk id="17" creationId="{E253A969-0EC5-AEF1-B68C-E45772DE417B}"/>
          </ac:spMkLst>
        </pc:spChg>
        <pc:picChg chg="del">
          <ac:chgData name="Li, Cong" userId="025630f4-267e-4cb3-8cd5-8795177f99f4" providerId="ADAL" clId="{929A2CC8-B112-421C-81E2-D5D63B23E300}" dt="2026-09-25T08:13:41.203" v="10329" actId="478"/>
          <ac:picMkLst>
            <pc:docMk/>
            <pc:sldMk cId="3238252005" sldId="441"/>
            <ac:picMk id="4" creationId="{03FD2A2F-06E4-F7D8-8998-200AAB3156E2}"/>
          </ac:picMkLst>
        </pc:picChg>
        <pc:picChg chg="add mod">
          <ac:chgData name="Li, Cong" userId="025630f4-267e-4cb3-8cd5-8795177f99f4" providerId="ADAL" clId="{929A2CC8-B112-421C-81E2-D5D63B23E300}" dt="2026-09-25T08:14:35.525" v="10407" actId="1035"/>
          <ac:picMkLst>
            <pc:docMk/>
            <pc:sldMk cId="3238252005" sldId="441"/>
            <ac:picMk id="5" creationId="{82FD2361-5F2D-EEB3-7A18-511CD525533E}"/>
          </ac:picMkLst>
        </pc:picChg>
        <pc:picChg chg="add mod">
          <ac:chgData name="Li, Cong" userId="025630f4-267e-4cb3-8cd5-8795177f99f4" providerId="ADAL" clId="{929A2CC8-B112-421C-81E2-D5D63B23E300}" dt="2026-09-25T08:16:03.648" v="10585" actId="1035"/>
          <ac:picMkLst>
            <pc:docMk/>
            <pc:sldMk cId="3238252005" sldId="441"/>
            <ac:picMk id="7" creationId="{65D40C05-92D2-3940-7BA1-4AB1B8F22271}"/>
          </ac:picMkLst>
        </pc:picChg>
        <pc:picChg chg="del">
          <ac:chgData name="Li, Cong" userId="025630f4-267e-4cb3-8cd5-8795177f99f4" providerId="ADAL" clId="{929A2CC8-B112-421C-81E2-D5D63B23E300}" dt="2026-09-25T08:14:57.444" v="10408" actId="478"/>
          <ac:picMkLst>
            <pc:docMk/>
            <pc:sldMk cId="3238252005" sldId="441"/>
            <ac:picMk id="12" creationId="{96603F87-04AF-BEE5-A930-8E547B441249}"/>
          </ac:picMkLst>
        </pc:picChg>
      </pc:sldChg>
      <pc:sldChg chg="addSp delSp modSp add mod modAnim">
        <pc:chgData name="Li, Cong" userId="025630f4-267e-4cb3-8cd5-8795177f99f4" providerId="ADAL" clId="{929A2CC8-B112-421C-81E2-D5D63B23E300}" dt="2026-09-25T09:01:05.464" v="12298" actId="207"/>
        <pc:sldMkLst>
          <pc:docMk/>
          <pc:sldMk cId="3225962670" sldId="442"/>
        </pc:sldMkLst>
        <pc:spChg chg="mod">
          <ac:chgData name="Li, Cong" userId="025630f4-267e-4cb3-8cd5-8795177f99f4" providerId="ADAL" clId="{929A2CC8-B112-421C-81E2-D5D63B23E300}" dt="2026-09-25T08:34:18.983" v="10975" actId="20577"/>
          <ac:spMkLst>
            <pc:docMk/>
            <pc:sldMk cId="3225962670" sldId="442"/>
            <ac:spMk id="2" creationId="{E06EB9F4-D452-45BE-05FE-3051CAD8C599}"/>
          </ac:spMkLst>
        </pc:spChg>
        <pc:spChg chg="add mod">
          <ac:chgData name="Li, Cong" userId="025630f4-267e-4cb3-8cd5-8795177f99f4" providerId="ADAL" clId="{929A2CC8-B112-421C-81E2-D5D63B23E300}" dt="2026-09-25T09:01:05.464" v="12298" actId="207"/>
          <ac:spMkLst>
            <pc:docMk/>
            <pc:sldMk cId="3225962670" sldId="442"/>
            <ac:spMk id="7" creationId="{4BD079F1-0FD9-83DA-F66E-FD0AC56C4663}"/>
          </ac:spMkLst>
        </pc:spChg>
        <pc:spChg chg="del">
          <ac:chgData name="Li, Cong" userId="025630f4-267e-4cb3-8cd5-8795177f99f4" providerId="ADAL" clId="{929A2CC8-B112-421C-81E2-D5D63B23E300}" dt="2026-09-25T08:34:30.542" v="10977" actId="478"/>
          <ac:spMkLst>
            <pc:docMk/>
            <pc:sldMk cId="3225962670" sldId="442"/>
            <ac:spMk id="9" creationId="{D39ACC97-B76B-1CDD-6571-BE742853395B}"/>
          </ac:spMkLst>
        </pc:spChg>
        <pc:spChg chg="del">
          <ac:chgData name="Li, Cong" userId="025630f4-267e-4cb3-8cd5-8795177f99f4" providerId="ADAL" clId="{929A2CC8-B112-421C-81E2-D5D63B23E300}" dt="2026-09-25T08:34:30.542" v="10977" actId="478"/>
          <ac:spMkLst>
            <pc:docMk/>
            <pc:sldMk cId="3225962670" sldId="442"/>
            <ac:spMk id="13" creationId="{F79143E1-4B84-1638-A9A3-A81C362BC6B2}"/>
          </ac:spMkLst>
        </pc:spChg>
        <pc:spChg chg="mod">
          <ac:chgData name="Li, Cong" userId="025630f4-267e-4cb3-8cd5-8795177f99f4" providerId="ADAL" clId="{929A2CC8-B112-421C-81E2-D5D63B23E300}" dt="2026-09-25T08:42:30.957" v="11270" actId="20577"/>
          <ac:spMkLst>
            <pc:docMk/>
            <pc:sldMk cId="3225962670" sldId="442"/>
            <ac:spMk id="30" creationId="{023AE913-03C5-0FDE-05D2-F35469DD88C5}"/>
          </ac:spMkLst>
        </pc:spChg>
        <pc:picChg chg="add mod">
          <ac:chgData name="Li, Cong" userId="025630f4-267e-4cb3-8cd5-8795177f99f4" providerId="ADAL" clId="{929A2CC8-B112-421C-81E2-D5D63B23E300}" dt="2026-09-25T08:43:43.110" v="11437" actId="1035"/>
          <ac:picMkLst>
            <pc:docMk/>
            <pc:sldMk cId="3225962670" sldId="442"/>
            <ac:picMk id="4" creationId="{85A630A8-9AD1-5095-46E0-952DCE33B65A}"/>
          </ac:picMkLst>
        </pc:picChg>
        <pc:picChg chg="del">
          <ac:chgData name="Li, Cong" userId="025630f4-267e-4cb3-8cd5-8795177f99f4" providerId="ADAL" clId="{929A2CC8-B112-421C-81E2-D5D63B23E300}" dt="2026-09-25T08:34:30.542" v="10977" actId="478"/>
          <ac:picMkLst>
            <pc:docMk/>
            <pc:sldMk cId="3225962670" sldId="442"/>
            <ac:picMk id="5" creationId="{B65B441B-E647-5F93-D0B7-53EBF3F522BF}"/>
          </ac:picMkLst>
        </pc:picChg>
        <pc:picChg chg="del">
          <ac:chgData name="Li, Cong" userId="025630f4-267e-4cb3-8cd5-8795177f99f4" providerId="ADAL" clId="{929A2CC8-B112-421C-81E2-D5D63B23E300}" dt="2026-09-25T08:34:30.542" v="10977" actId="478"/>
          <ac:picMkLst>
            <pc:docMk/>
            <pc:sldMk cId="3225962670" sldId="442"/>
            <ac:picMk id="28" creationId="{0F23E136-1EF3-5636-8D41-AF728D19D608}"/>
          </ac:picMkLst>
        </pc:picChg>
        <pc:picChg chg="mod">
          <ac:chgData name="Li, Cong" userId="025630f4-267e-4cb3-8cd5-8795177f99f4" providerId="ADAL" clId="{929A2CC8-B112-421C-81E2-D5D63B23E300}" dt="2026-09-25T08:42:34.128" v="11276" actId="1035"/>
          <ac:picMkLst>
            <pc:docMk/>
            <pc:sldMk cId="3225962670" sldId="442"/>
            <ac:picMk id="32" creationId="{59DA7D4D-78ED-E599-6BBD-5F6C26BDEE31}"/>
          </ac:picMkLst>
        </pc:picChg>
        <pc:picChg chg="del">
          <ac:chgData name="Li, Cong" userId="025630f4-267e-4cb3-8cd5-8795177f99f4" providerId="ADAL" clId="{929A2CC8-B112-421C-81E2-D5D63B23E300}" dt="2026-09-25T08:34:27.734" v="10976" actId="478"/>
          <ac:picMkLst>
            <pc:docMk/>
            <pc:sldMk cId="3225962670" sldId="442"/>
            <ac:picMk id="34" creationId="{844384EC-34BF-637A-CAEB-9F1A6FA3005B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9-25T09:01:26.464" v="12301" actId="207"/>
        <pc:sldMkLst>
          <pc:docMk/>
          <pc:sldMk cId="1908927989" sldId="443"/>
        </pc:sldMkLst>
        <pc:spChg chg="mod">
          <ac:chgData name="Li, Cong" userId="025630f4-267e-4cb3-8cd5-8795177f99f4" providerId="ADAL" clId="{929A2CC8-B112-421C-81E2-D5D63B23E300}" dt="2026-09-25T08:57:30.246" v="11993" actId="20577"/>
          <ac:spMkLst>
            <pc:docMk/>
            <pc:sldMk cId="1908927989" sldId="443"/>
            <ac:spMk id="2" creationId="{3254D8A8-4E72-6A6A-EB06-106D88F820E2}"/>
          </ac:spMkLst>
        </pc:spChg>
        <pc:spChg chg="mod">
          <ac:chgData name="Li, Cong" userId="025630f4-267e-4cb3-8cd5-8795177f99f4" providerId="ADAL" clId="{929A2CC8-B112-421C-81E2-D5D63B23E300}" dt="2026-09-25T09:01:26.464" v="12301" actId="207"/>
          <ac:spMkLst>
            <pc:docMk/>
            <pc:sldMk cId="1908927989" sldId="443"/>
            <ac:spMk id="7" creationId="{10C5AE4D-421A-A339-47D5-48E9400B3688}"/>
          </ac:spMkLst>
        </pc:spChg>
        <pc:spChg chg="add mod">
          <ac:chgData name="Li, Cong" userId="025630f4-267e-4cb3-8cd5-8795177f99f4" providerId="ADAL" clId="{929A2CC8-B112-421C-81E2-D5D63B23E300}" dt="2026-09-25T08:55:56.792" v="11989" actId="1036"/>
          <ac:spMkLst>
            <pc:docMk/>
            <pc:sldMk cId="1908927989" sldId="443"/>
            <ac:spMk id="11" creationId="{B13CDD41-0417-962B-3012-E1C341E367DC}"/>
          </ac:spMkLst>
        </pc:spChg>
        <pc:spChg chg="mod">
          <ac:chgData name="Li, Cong" userId="025630f4-267e-4cb3-8cd5-8795177f99f4" providerId="ADAL" clId="{929A2CC8-B112-421C-81E2-D5D63B23E300}" dt="2026-09-25T09:01:21.999" v="12300" actId="207"/>
          <ac:spMkLst>
            <pc:docMk/>
            <pc:sldMk cId="1908927989" sldId="443"/>
            <ac:spMk id="30" creationId="{176C6F40-9B00-9663-BA5C-0D5893923734}"/>
          </ac:spMkLst>
        </pc:spChg>
        <pc:picChg chg="del">
          <ac:chgData name="Li, Cong" userId="025630f4-267e-4cb3-8cd5-8795177f99f4" providerId="ADAL" clId="{929A2CC8-B112-421C-81E2-D5D63B23E300}" dt="2026-09-25T08:48:20.402" v="11486" actId="478"/>
          <ac:picMkLst>
            <pc:docMk/>
            <pc:sldMk cId="1908927989" sldId="443"/>
            <ac:picMk id="4" creationId="{4221D307-E7DF-F80D-9ABE-5BF2E16D5158}"/>
          </ac:picMkLst>
        </pc:picChg>
        <pc:picChg chg="add mod">
          <ac:chgData name="Li, Cong" userId="025630f4-267e-4cb3-8cd5-8795177f99f4" providerId="ADAL" clId="{929A2CC8-B112-421C-81E2-D5D63B23E300}" dt="2026-09-25T08:49:04.292" v="11490" actId="1076"/>
          <ac:picMkLst>
            <pc:docMk/>
            <pc:sldMk cId="1908927989" sldId="443"/>
            <ac:picMk id="5" creationId="{C5B9DEDC-9330-6E53-223C-003CCA004737}"/>
          </ac:picMkLst>
        </pc:picChg>
        <pc:picChg chg="add mod">
          <ac:chgData name="Li, Cong" userId="025630f4-267e-4cb3-8cd5-8795177f99f4" providerId="ADAL" clId="{929A2CC8-B112-421C-81E2-D5D63B23E300}" dt="2026-09-25T08:53:48.998" v="11827" actId="1035"/>
          <ac:picMkLst>
            <pc:docMk/>
            <pc:sldMk cId="1908927989" sldId="443"/>
            <ac:picMk id="8" creationId="{D1E85743-7A81-337E-0EA0-B906FB2001C5}"/>
          </ac:picMkLst>
        </pc:picChg>
        <pc:picChg chg="add del mod">
          <ac:chgData name="Li, Cong" userId="025630f4-267e-4cb3-8cd5-8795177f99f4" providerId="ADAL" clId="{929A2CC8-B112-421C-81E2-D5D63B23E300}" dt="2026-09-25T08:54:55.315" v="11832" actId="478"/>
          <ac:picMkLst>
            <pc:docMk/>
            <pc:sldMk cId="1908927989" sldId="443"/>
            <ac:picMk id="10" creationId="{97396EAC-F4A3-8A17-2B88-86F2012B66C0}"/>
          </ac:picMkLst>
        </pc:picChg>
        <pc:picChg chg="add mod">
          <ac:chgData name="Li, Cong" userId="025630f4-267e-4cb3-8cd5-8795177f99f4" providerId="ADAL" clId="{929A2CC8-B112-421C-81E2-D5D63B23E300}" dt="2026-09-25T08:55:56.792" v="11989" actId="1036"/>
          <ac:picMkLst>
            <pc:docMk/>
            <pc:sldMk cId="1908927989" sldId="443"/>
            <ac:picMk id="13" creationId="{C23C398D-06B1-27DD-9365-80E5A1E39E66}"/>
          </ac:picMkLst>
        </pc:picChg>
        <pc:picChg chg="del">
          <ac:chgData name="Li, Cong" userId="025630f4-267e-4cb3-8cd5-8795177f99f4" providerId="ADAL" clId="{929A2CC8-B112-421C-81E2-D5D63B23E300}" dt="2026-09-25T08:48:19.646" v="11485" actId="478"/>
          <ac:picMkLst>
            <pc:docMk/>
            <pc:sldMk cId="1908927989" sldId="443"/>
            <ac:picMk id="32" creationId="{F714F61C-CBF3-FFC3-A03F-625E7F4B271F}"/>
          </ac:picMkLst>
        </pc:picChg>
      </pc:sldChg>
      <pc:sldChg chg="addSp delSp modSp add mod delAnim">
        <pc:chgData name="Li, Cong" userId="025630f4-267e-4cb3-8cd5-8795177f99f4" providerId="ADAL" clId="{929A2CC8-B112-421C-81E2-D5D63B23E300}" dt="2026-09-25T09:01:37.638" v="12303" actId="1035"/>
        <pc:sldMkLst>
          <pc:docMk/>
          <pc:sldMk cId="2237640282" sldId="444"/>
        </pc:sldMkLst>
        <pc:spChg chg="mod">
          <ac:chgData name="Li, Cong" userId="025630f4-267e-4cb3-8cd5-8795177f99f4" providerId="ADAL" clId="{929A2CC8-B112-421C-81E2-D5D63B23E300}" dt="2026-09-25T08:59:07.247" v="12064" actId="20577"/>
          <ac:spMkLst>
            <pc:docMk/>
            <pc:sldMk cId="2237640282" sldId="444"/>
            <ac:spMk id="2" creationId="{82E6C604-253E-F7AF-6354-3C5D06F4C503}"/>
          </ac:spMkLst>
        </pc:spChg>
        <pc:spChg chg="del">
          <ac:chgData name="Li, Cong" userId="025630f4-267e-4cb3-8cd5-8795177f99f4" providerId="ADAL" clId="{929A2CC8-B112-421C-81E2-D5D63B23E300}" dt="2026-09-25T08:59:15.594" v="12065" actId="478"/>
          <ac:spMkLst>
            <pc:docMk/>
            <pc:sldMk cId="2237640282" sldId="444"/>
            <ac:spMk id="7" creationId="{F9D1028C-F1B6-6CDA-CC41-4AC214223430}"/>
          </ac:spMkLst>
        </pc:spChg>
        <pc:spChg chg="del">
          <ac:chgData name="Li, Cong" userId="025630f4-267e-4cb3-8cd5-8795177f99f4" providerId="ADAL" clId="{929A2CC8-B112-421C-81E2-D5D63B23E300}" dt="2026-09-25T08:59:15.594" v="12065" actId="478"/>
          <ac:spMkLst>
            <pc:docMk/>
            <pc:sldMk cId="2237640282" sldId="444"/>
            <ac:spMk id="11" creationId="{79E79649-6549-FEAA-202A-CE9FCB0534F1}"/>
          </ac:spMkLst>
        </pc:spChg>
        <pc:spChg chg="mod">
          <ac:chgData name="Li, Cong" userId="025630f4-267e-4cb3-8cd5-8795177f99f4" providerId="ADAL" clId="{929A2CC8-B112-421C-81E2-D5D63B23E300}" dt="2026-09-25T09:00:38.584" v="12296" actId="20577"/>
          <ac:spMkLst>
            <pc:docMk/>
            <pc:sldMk cId="2237640282" sldId="444"/>
            <ac:spMk id="30" creationId="{99654046-1030-952A-9A82-CC0797C799D4}"/>
          </ac:spMkLst>
        </pc:spChg>
        <pc:picChg chg="add mod">
          <ac:chgData name="Li, Cong" userId="025630f4-267e-4cb3-8cd5-8795177f99f4" providerId="ADAL" clId="{929A2CC8-B112-421C-81E2-D5D63B23E300}" dt="2026-09-25T09:01:37.638" v="12303" actId="1035"/>
          <ac:picMkLst>
            <pc:docMk/>
            <pc:sldMk cId="2237640282" sldId="444"/>
            <ac:picMk id="4" creationId="{9D3F61F2-C6A1-ADC7-9E75-0947B4166B02}"/>
          </ac:picMkLst>
        </pc:picChg>
        <pc:picChg chg="del">
          <ac:chgData name="Li, Cong" userId="025630f4-267e-4cb3-8cd5-8795177f99f4" providerId="ADAL" clId="{929A2CC8-B112-421C-81E2-D5D63B23E300}" dt="2026-09-25T08:59:15.594" v="12065" actId="478"/>
          <ac:picMkLst>
            <pc:docMk/>
            <pc:sldMk cId="2237640282" sldId="444"/>
            <ac:picMk id="5" creationId="{3F32806B-E115-84A1-5D90-E5C0667AFF4F}"/>
          </ac:picMkLst>
        </pc:picChg>
        <pc:picChg chg="del">
          <ac:chgData name="Li, Cong" userId="025630f4-267e-4cb3-8cd5-8795177f99f4" providerId="ADAL" clId="{929A2CC8-B112-421C-81E2-D5D63B23E300}" dt="2026-09-25T08:59:15.594" v="12065" actId="478"/>
          <ac:picMkLst>
            <pc:docMk/>
            <pc:sldMk cId="2237640282" sldId="444"/>
            <ac:picMk id="8" creationId="{87D9A958-D1AA-5C83-7DB2-D7810151A165}"/>
          </ac:picMkLst>
        </pc:picChg>
        <pc:picChg chg="del">
          <ac:chgData name="Li, Cong" userId="025630f4-267e-4cb3-8cd5-8795177f99f4" providerId="ADAL" clId="{929A2CC8-B112-421C-81E2-D5D63B23E300}" dt="2026-09-25T08:59:15.594" v="12065" actId="478"/>
          <ac:picMkLst>
            <pc:docMk/>
            <pc:sldMk cId="2237640282" sldId="444"/>
            <ac:picMk id="13" creationId="{DE63CCDC-5071-AE65-CF50-41C8F052AB42}"/>
          </ac:picMkLst>
        </pc:picChg>
      </pc:sldChg>
      <pc:sldChg chg="addSp delSp modSp add mod modAnim">
        <pc:chgData name="Li, Cong" userId="025630f4-267e-4cb3-8cd5-8795177f99f4" providerId="ADAL" clId="{929A2CC8-B112-421C-81E2-D5D63B23E300}" dt="2026-09-25T09:11:32.121" v="12772"/>
        <pc:sldMkLst>
          <pc:docMk/>
          <pc:sldMk cId="777704818" sldId="445"/>
        </pc:sldMkLst>
        <pc:spChg chg="mod">
          <ac:chgData name="Li, Cong" userId="025630f4-267e-4cb3-8cd5-8795177f99f4" providerId="ADAL" clId="{929A2CC8-B112-421C-81E2-D5D63B23E300}" dt="2026-09-25T09:09:19.317" v="12766" actId="313"/>
          <ac:spMkLst>
            <pc:docMk/>
            <pc:sldMk cId="777704818" sldId="445"/>
            <ac:spMk id="2" creationId="{0E297844-361F-EDF3-A948-27278B30F841}"/>
          </ac:spMkLst>
        </pc:spChg>
        <pc:spChg chg="add mod">
          <ac:chgData name="Li, Cong" userId="025630f4-267e-4cb3-8cd5-8795177f99f4" providerId="ADAL" clId="{929A2CC8-B112-421C-81E2-D5D63B23E300}" dt="2026-09-25T09:06:18.491" v="12499" actId="1036"/>
          <ac:spMkLst>
            <pc:docMk/>
            <pc:sldMk cId="777704818" sldId="445"/>
            <ac:spMk id="9" creationId="{DFF06B1E-81BF-F786-5FBE-A8E7F1F62F22}"/>
          </ac:spMkLst>
        </pc:spChg>
        <pc:spChg chg="add mod">
          <ac:chgData name="Li, Cong" userId="025630f4-267e-4cb3-8cd5-8795177f99f4" providerId="ADAL" clId="{929A2CC8-B112-421C-81E2-D5D63B23E300}" dt="2026-09-25T09:07:39.341" v="12625" actId="20577"/>
          <ac:spMkLst>
            <pc:docMk/>
            <pc:sldMk cId="777704818" sldId="445"/>
            <ac:spMk id="13" creationId="{F65B906D-9DF1-32D3-653E-87B1CC0E711B}"/>
          </ac:spMkLst>
        </pc:spChg>
        <pc:spChg chg="add mod">
          <ac:chgData name="Li, Cong" userId="025630f4-267e-4cb3-8cd5-8795177f99f4" providerId="ADAL" clId="{929A2CC8-B112-421C-81E2-D5D63B23E300}" dt="2026-09-25T09:09:14.573" v="12765" actId="20577"/>
          <ac:spMkLst>
            <pc:docMk/>
            <pc:sldMk cId="777704818" sldId="445"/>
            <ac:spMk id="15" creationId="{2F8CEEB6-1F5A-88AA-DB81-67960B4A4C34}"/>
          </ac:spMkLst>
        </pc:spChg>
        <pc:spChg chg="mod">
          <ac:chgData name="Li, Cong" userId="025630f4-267e-4cb3-8cd5-8795177f99f4" providerId="ADAL" clId="{929A2CC8-B112-421C-81E2-D5D63B23E300}" dt="2026-09-25T09:04:03.196" v="12378" actId="6549"/>
          <ac:spMkLst>
            <pc:docMk/>
            <pc:sldMk cId="777704818" sldId="445"/>
            <ac:spMk id="30" creationId="{86D90F2E-B16E-ABF9-14DB-590593C2374A}"/>
          </ac:spMkLst>
        </pc:spChg>
        <pc:picChg chg="del">
          <ac:chgData name="Li, Cong" userId="025630f4-267e-4cb3-8cd5-8795177f99f4" providerId="ADAL" clId="{929A2CC8-B112-421C-81E2-D5D63B23E300}" dt="2026-09-25T09:03:41.788" v="12347" actId="478"/>
          <ac:picMkLst>
            <pc:docMk/>
            <pc:sldMk cId="777704818" sldId="445"/>
            <ac:picMk id="4" creationId="{E185D82B-6974-C0EF-F8DF-BC3AD3DC6598}"/>
          </ac:picMkLst>
        </pc:picChg>
        <pc:picChg chg="add mod">
          <ac:chgData name="Li, Cong" userId="025630f4-267e-4cb3-8cd5-8795177f99f4" providerId="ADAL" clId="{929A2CC8-B112-421C-81E2-D5D63B23E300}" dt="2026-09-25T09:04:08.140" v="12398" actId="1036"/>
          <ac:picMkLst>
            <pc:docMk/>
            <pc:sldMk cId="777704818" sldId="445"/>
            <ac:picMk id="5" creationId="{40F204D5-FB3C-747A-3774-39FBAEBF1DE5}"/>
          </ac:picMkLst>
        </pc:picChg>
        <pc:picChg chg="add mod">
          <ac:chgData name="Li, Cong" userId="025630f4-267e-4cb3-8cd5-8795177f99f4" providerId="ADAL" clId="{929A2CC8-B112-421C-81E2-D5D63B23E300}" dt="2026-09-25T09:06:18.491" v="12499" actId="1036"/>
          <ac:picMkLst>
            <pc:docMk/>
            <pc:sldMk cId="777704818" sldId="445"/>
            <ac:picMk id="7" creationId="{CC1A73D4-D90D-30AA-A82D-141D00A7D86C}"/>
          </ac:picMkLst>
        </pc:picChg>
        <pc:picChg chg="add mod">
          <ac:chgData name="Li, Cong" userId="025630f4-267e-4cb3-8cd5-8795177f99f4" providerId="ADAL" clId="{929A2CC8-B112-421C-81E2-D5D63B23E300}" dt="2026-09-25T09:07:42.598" v="12628" actId="1035"/>
          <ac:picMkLst>
            <pc:docMk/>
            <pc:sldMk cId="777704818" sldId="445"/>
            <ac:picMk id="11" creationId="{54071B78-55D1-3F65-32D3-2197D351408B}"/>
          </ac:picMkLst>
        </pc:picChg>
        <pc:picChg chg="add mod">
          <ac:chgData name="Li, Cong" userId="025630f4-267e-4cb3-8cd5-8795177f99f4" providerId="ADAL" clId="{929A2CC8-B112-421C-81E2-D5D63B23E300}" dt="2026-09-25T09:08:28.034" v="12636" actId="1035"/>
          <ac:picMkLst>
            <pc:docMk/>
            <pc:sldMk cId="777704818" sldId="445"/>
            <ac:picMk id="17" creationId="{AB07DBA2-323A-583C-D533-94B8C63207A3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9-25T09:19:09.346" v="13047" actId="20577"/>
        <pc:sldMkLst>
          <pc:docMk/>
          <pc:sldMk cId="606210494" sldId="446"/>
        </pc:sldMkLst>
        <pc:spChg chg="add del">
          <ac:chgData name="Li, Cong" userId="025630f4-267e-4cb3-8cd5-8795177f99f4" providerId="ADAL" clId="{929A2CC8-B112-421C-81E2-D5D63B23E300}" dt="2026-09-25T09:18:03.321" v="12972" actId="478"/>
          <ac:spMkLst>
            <pc:docMk/>
            <pc:sldMk cId="606210494" sldId="446"/>
            <ac:spMk id="2" creationId="{FC4B135D-EC61-1E98-3E58-F304462C1523}"/>
          </ac:spMkLst>
        </pc:spChg>
        <pc:spChg chg="add del mod">
          <ac:chgData name="Li, Cong" userId="025630f4-267e-4cb3-8cd5-8795177f99f4" providerId="ADAL" clId="{929A2CC8-B112-421C-81E2-D5D63B23E300}" dt="2026-09-25T09:17:59.284" v="12970" actId="478"/>
          <ac:spMkLst>
            <pc:docMk/>
            <pc:sldMk cId="606210494" sldId="446"/>
            <ac:spMk id="4" creationId="{6BBF10FA-F2C0-6F0D-2887-4758589B9F7D}"/>
          </ac:spMkLst>
        </pc:spChg>
        <pc:spChg chg="add del">
          <ac:chgData name="Li, Cong" userId="025630f4-267e-4cb3-8cd5-8795177f99f4" providerId="ADAL" clId="{929A2CC8-B112-421C-81E2-D5D63B23E300}" dt="2026-09-25T09:18:03.321" v="12972" actId="478"/>
          <ac:spMkLst>
            <pc:docMk/>
            <pc:sldMk cId="606210494" sldId="446"/>
            <ac:spMk id="9" creationId="{7863405A-3780-802E-C295-442D6A63E325}"/>
          </ac:spMkLst>
        </pc:spChg>
        <pc:spChg chg="add del mod">
          <ac:chgData name="Li, Cong" userId="025630f4-267e-4cb3-8cd5-8795177f99f4" providerId="ADAL" clId="{929A2CC8-B112-421C-81E2-D5D63B23E300}" dt="2026-09-25T09:17:56.965" v="12968" actId="478"/>
          <ac:spMkLst>
            <pc:docMk/>
            <pc:sldMk cId="606210494" sldId="446"/>
            <ac:spMk id="12" creationId="{615DE615-5819-820C-4024-F2C03F05FCC3}"/>
          </ac:spMkLst>
        </pc:spChg>
        <pc:spChg chg="del">
          <ac:chgData name="Li, Cong" userId="025630f4-267e-4cb3-8cd5-8795177f99f4" providerId="ADAL" clId="{929A2CC8-B112-421C-81E2-D5D63B23E300}" dt="2026-09-25T09:11:05.167" v="12768" actId="478"/>
          <ac:spMkLst>
            <pc:docMk/>
            <pc:sldMk cId="606210494" sldId="446"/>
            <ac:spMk id="13" creationId="{E48EB862-F6F4-6B8D-8CA0-2470688F4384}"/>
          </ac:spMkLst>
        </pc:spChg>
        <pc:spChg chg="del">
          <ac:chgData name="Li, Cong" userId="025630f4-267e-4cb3-8cd5-8795177f99f4" providerId="ADAL" clId="{929A2CC8-B112-421C-81E2-D5D63B23E300}" dt="2026-09-25T09:11:05.167" v="12768" actId="478"/>
          <ac:spMkLst>
            <pc:docMk/>
            <pc:sldMk cId="606210494" sldId="446"/>
            <ac:spMk id="15" creationId="{F65235C1-F906-6383-AA1B-445CCC3891F1}"/>
          </ac:spMkLst>
        </pc:spChg>
        <pc:spChg chg="add mod">
          <ac:chgData name="Li, Cong" userId="025630f4-267e-4cb3-8cd5-8795177f99f4" providerId="ADAL" clId="{929A2CC8-B112-421C-81E2-D5D63B23E300}" dt="2026-09-25T09:16:22.512" v="12900" actId="1038"/>
          <ac:spMkLst>
            <pc:docMk/>
            <pc:sldMk cId="606210494" sldId="446"/>
            <ac:spMk id="18" creationId="{562F66DB-3F8C-1294-707D-6244DAF89B03}"/>
          </ac:spMkLst>
        </pc:spChg>
        <pc:spChg chg="add mod">
          <ac:chgData name="Li, Cong" userId="025630f4-267e-4cb3-8cd5-8795177f99f4" providerId="ADAL" clId="{929A2CC8-B112-421C-81E2-D5D63B23E300}" dt="2026-09-25T09:16:22.512" v="12900" actId="1038"/>
          <ac:spMkLst>
            <pc:docMk/>
            <pc:sldMk cId="606210494" sldId="446"/>
            <ac:spMk id="19" creationId="{74EBE263-B7CA-4C62-B999-46DB4E5545F1}"/>
          </ac:spMkLst>
        </pc:spChg>
        <pc:spChg chg="add del mod">
          <ac:chgData name="Li, Cong" userId="025630f4-267e-4cb3-8cd5-8795177f99f4" providerId="ADAL" clId="{929A2CC8-B112-421C-81E2-D5D63B23E300}" dt="2026-09-25T09:19:09.346" v="13047" actId="20577"/>
          <ac:spMkLst>
            <pc:docMk/>
            <pc:sldMk cId="606210494" sldId="446"/>
            <ac:spMk id="21" creationId="{C907D6FA-E27C-F357-6B23-718683325DAE}"/>
          </ac:spMkLst>
        </pc:spChg>
        <pc:spChg chg="add del mod">
          <ac:chgData name="Li, Cong" userId="025630f4-267e-4cb3-8cd5-8795177f99f4" providerId="ADAL" clId="{929A2CC8-B112-421C-81E2-D5D63B23E300}" dt="2026-09-25T09:18:27.817" v="12977" actId="14100"/>
          <ac:spMkLst>
            <pc:docMk/>
            <pc:sldMk cId="606210494" sldId="446"/>
            <ac:spMk id="22" creationId="{A0C63779-4FEA-6753-7C8B-AC3605AD7182}"/>
          </ac:spMkLst>
        </pc:spChg>
        <pc:spChg chg="add mod">
          <ac:chgData name="Li, Cong" userId="025630f4-267e-4cb3-8cd5-8795177f99f4" providerId="ADAL" clId="{929A2CC8-B112-421C-81E2-D5D63B23E300}" dt="2026-09-25T09:18:02.070" v="12971" actId="478"/>
          <ac:spMkLst>
            <pc:docMk/>
            <pc:sldMk cId="606210494" sldId="446"/>
            <ac:spMk id="28" creationId="{D9464893-40D6-467F-FB4B-B13EDBD86282}"/>
          </ac:spMkLst>
        </pc:spChg>
        <pc:spChg chg="add del">
          <ac:chgData name="Li, Cong" userId="025630f4-267e-4cb3-8cd5-8795177f99f4" providerId="ADAL" clId="{929A2CC8-B112-421C-81E2-D5D63B23E300}" dt="2026-09-25T09:18:03.321" v="12972" actId="478"/>
          <ac:spMkLst>
            <pc:docMk/>
            <pc:sldMk cId="606210494" sldId="446"/>
            <ac:spMk id="30" creationId="{AC1C9DF6-DABF-7866-54DA-4880F86E916A}"/>
          </ac:spMkLst>
        </pc:spChg>
        <pc:picChg chg="add del">
          <ac:chgData name="Li, Cong" userId="025630f4-267e-4cb3-8cd5-8795177f99f4" providerId="ADAL" clId="{929A2CC8-B112-421C-81E2-D5D63B23E300}" dt="2026-09-25T09:18:03.321" v="12972" actId="478"/>
          <ac:picMkLst>
            <pc:docMk/>
            <pc:sldMk cId="606210494" sldId="446"/>
            <ac:picMk id="5" creationId="{045835F2-7876-9B68-59CB-5D1547F8917F}"/>
          </ac:picMkLst>
        </pc:picChg>
        <pc:picChg chg="add del mod">
          <ac:chgData name="Li, Cong" userId="025630f4-267e-4cb3-8cd5-8795177f99f4" providerId="ADAL" clId="{929A2CC8-B112-421C-81E2-D5D63B23E300}" dt="2026-09-25T09:18:09" v="12975" actId="1076"/>
          <ac:picMkLst>
            <pc:docMk/>
            <pc:sldMk cId="606210494" sldId="446"/>
            <ac:picMk id="7" creationId="{5EC379A9-0E2B-4127-12AC-51D451DAB903}"/>
          </ac:picMkLst>
        </pc:picChg>
        <pc:picChg chg="del">
          <ac:chgData name="Li, Cong" userId="025630f4-267e-4cb3-8cd5-8795177f99f4" providerId="ADAL" clId="{929A2CC8-B112-421C-81E2-D5D63B23E300}" dt="2026-09-25T09:11:05.167" v="12768" actId="478"/>
          <ac:picMkLst>
            <pc:docMk/>
            <pc:sldMk cId="606210494" sldId="446"/>
            <ac:picMk id="11" creationId="{90679C10-7C94-62B5-6F96-2EEAD93FB2AA}"/>
          </ac:picMkLst>
        </pc:picChg>
        <pc:picChg chg="del">
          <ac:chgData name="Li, Cong" userId="025630f4-267e-4cb3-8cd5-8795177f99f4" providerId="ADAL" clId="{929A2CC8-B112-421C-81E2-D5D63B23E300}" dt="2026-09-25T09:11:05.167" v="12768" actId="478"/>
          <ac:picMkLst>
            <pc:docMk/>
            <pc:sldMk cId="606210494" sldId="446"/>
            <ac:picMk id="17" creationId="{6A6A2D12-EE53-CBF5-9A02-CC07E29A6C8B}"/>
          </ac:picMkLst>
        </pc:picChg>
        <pc:cxnChg chg="add del mod">
          <ac:chgData name="Li, Cong" userId="025630f4-267e-4cb3-8cd5-8795177f99f4" providerId="ADAL" clId="{929A2CC8-B112-421C-81E2-D5D63B23E300}" dt="2026-09-25T09:17:58.129" v="12969" actId="478"/>
          <ac:cxnSpMkLst>
            <pc:docMk/>
            <pc:sldMk cId="606210494" sldId="446"/>
            <ac:cxnSpMk id="3" creationId="{C9D6959C-6084-712A-DD00-A93D55FD32F5}"/>
          </ac:cxnSpMkLst>
        </pc:cxnChg>
        <pc:cxnChg chg="add del mod">
          <ac:chgData name="Li, Cong" userId="025630f4-267e-4cb3-8cd5-8795177f99f4" providerId="ADAL" clId="{929A2CC8-B112-421C-81E2-D5D63B23E300}" dt="2026-09-25T09:19:01.632" v="13024" actId="14100"/>
          <ac:cxnSpMkLst>
            <pc:docMk/>
            <pc:sldMk cId="606210494" sldId="446"/>
            <ac:cxnSpMk id="20" creationId="{14F7D547-D2D5-1C1C-B143-BE2099D33976}"/>
          </ac:cxnSpMkLst>
        </pc:cxnChg>
      </pc:sldChg>
      <pc:sldChg chg="add ord">
        <pc:chgData name="Li, Cong" userId="025630f4-267e-4cb3-8cd5-8795177f99f4" providerId="ADAL" clId="{929A2CC8-B112-421C-81E2-D5D63B23E300}" dt="2026-09-25T09:19:20.665" v="13049"/>
        <pc:sldMkLst>
          <pc:docMk/>
          <pc:sldMk cId="163395324" sldId="447"/>
        </pc:sldMkLst>
      </pc:sldChg>
      <pc:sldChg chg="modSp add mod">
        <pc:chgData name="Li, Cong" userId="025630f4-267e-4cb3-8cd5-8795177f99f4" providerId="ADAL" clId="{929A2CC8-B112-421C-81E2-D5D63B23E300}" dt="2026-09-25T09:21:08.160" v="13088" actId="14100"/>
        <pc:sldMkLst>
          <pc:docMk/>
          <pc:sldMk cId="1938494451" sldId="448"/>
        </pc:sldMkLst>
        <pc:spChg chg="mod">
          <ac:chgData name="Li, Cong" userId="025630f4-267e-4cb3-8cd5-8795177f99f4" providerId="ADAL" clId="{929A2CC8-B112-421C-81E2-D5D63B23E300}" dt="2026-09-25T09:20:18.240" v="13086" actId="20577"/>
          <ac:spMkLst>
            <pc:docMk/>
            <pc:sldMk cId="1938494451" sldId="448"/>
            <ac:spMk id="21" creationId="{68CE3DEE-FAB9-33A2-FF4E-79674D5146C6}"/>
          </ac:spMkLst>
        </pc:spChg>
        <pc:spChg chg="mod">
          <ac:chgData name="Li, Cong" userId="025630f4-267e-4cb3-8cd5-8795177f99f4" providerId="ADAL" clId="{929A2CC8-B112-421C-81E2-D5D63B23E300}" dt="2026-09-25T09:21:08.160" v="13088" actId="14100"/>
          <ac:spMkLst>
            <pc:docMk/>
            <pc:sldMk cId="1938494451" sldId="448"/>
            <ac:spMk id="22" creationId="{C0EA625C-6C90-605C-529B-72BC61070E16}"/>
          </ac:spMkLst>
        </pc:spChg>
        <pc:picChg chg="mod">
          <ac:chgData name="Li, Cong" userId="025630f4-267e-4cb3-8cd5-8795177f99f4" providerId="ADAL" clId="{929A2CC8-B112-421C-81E2-D5D63B23E300}" dt="2026-09-25T09:19:38.464" v="13052" actId="1076"/>
          <ac:picMkLst>
            <pc:docMk/>
            <pc:sldMk cId="1938494451" sldId="448"/>
            <ac:picMk id="7" creationId="{853F48DE-E370-43A5-5F5F-8AA01EFD202F}"/>
          </ac:picMkLst>
        </pc:picChg>
        <pc:cxnChg chg="mod">
          <ac:chgData name="Li, Cong" userId="025630f4-267e-4cb3-8cd5-8795177f99f4" providerId="ADAL" clId="{929A2CC8-B112-421C-81E2-D5D63B23E300}" dt="2026-09-25T09:21:08.160" v="13088" actId="14100"/>
          <ac:cxnSpMkLst>
            <pc:docMk/>
            <pc:sldMk cId="1938494451" sldId="448"/>
            <ac:cxnSpMk id="20" creationId="{F4E72876-CCAA-ED23-4132-B5D07DD00CBF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25T09:28:01.362" v="13446"/>
        <pc:sldMkLst>
          <pc:docMk/>
          <pc:sldMk cId="3244811127" sldId="449"/>
        </pc:sldMkLst>
        <pc:spChg chg="mod">
          <ac:chgData name="Li, Cong" userId="025630f4-267e-4cb3-8cd5-8795177f99f4" providerId="ADAL" clId="{929A2CC8-B112-421C-81E2-D5D63B23E300}" dt="2026-09-25T09:22:22.219" v="13145" actId="20577"/>
          <ac:spMkLst>
            <pc:docMk/>
            <pc:sldMk cId="3244811127" sldId="449"/>
            <ac:spMk id="2" creationId="{9217A11A-9592-8A59-D0DD-D6ACA4881616}"/>
          </ac:spMkLst>
        </pc:spChg>
        <pc:spChg chg="del">
          <ac:chgData name="Li, Cong" userId="025630f4-267e-4cb3-8cd5-8795177f99f4" providerId="ADAL" clId="{929A2CC8-B112-421C-81E2-D5D63B23E300}" dt="2026-09-25T09:25:07.744" v="13258" actId="478"/>
          <ac:spMkLst>
            <pc:docMk/>
            <pc:sldMk cId="3244811127" sldId="449"/>
            <ac:spMk id="9" creationId="{D6F5B656-8A3E-F559-7B45-70806B51557D}"/>
          </ac:spMkLst>
        </pc:spChg>
        <pc:spChg chg="add mod">
          <ac:chgData name="Li, Cong" userId="025630f4-267e-4cb3-8cd5-8795177f99f4" providerId="ADAL" clId="{929A2CC8-B112-421C-81E2-D5D63B23E300}" dt="2026-09-25T09:26:10.471" v="13321" actId="20577"/>
          <ac:spMkLst>
            <pc:docMk/>
            <pc:sldMk cId="3244811127" sldId="449"/>
            <ac:spMk id="12" creationId="{34C21E39-30F6-E3B7-F8FD-0D2F131E987A}"/>
          </ac:spMkLst>
        </pc:spChg>
        <pc:spChg chg="del">
          <ac:chgData name="Li, Cong" userId="025630f4-267e-4cb3-8cd5-8795177f99f4" providerId="ADAL" clId="{929A2CC8-B112-421C-81E2-D5D63B23E300}" dt="2026-09-25T09:24:48.150" v="13237" actId="478"/>
          <ac:spMkLst>
            <pc:docMk/>
            <pc:sldMk cId="3244811127" sldId="449"/>
            <ac:spMk id="13" creationId="{C2F6E4C0-AE5A-29D4-8603-9F8850D8FB6A}"/>
          </ac:spMkLst>
        </pc:spChg>
        <pc:spChg chg="add mod">
          <ac:chgData name="Li, Cong" userId="025630f4-267e-4cb3-8cd5-8795177f99f4" providerId="ADAL" clId="{929A2CC8-B112-421C-81E2-D5D63B23E300}" dt="2026-09-25T09:26:51.759" v="13359" actId="20577"/>
          <ac:spMkLst>
            <pc:docMk/>
            <pc:sldMk cId="3244811127" sldId="449"/>
            <ac:spMk id="14" creationId="{025D27F7-1A0B-C1B9-B1E6-B50988AE8416}"/>
          </ac:spMkLst>
        </pc:spChg>
        <pc:spChg chg="del">
          <ac:chgData name="Li, Cong" userId="025630f4-267e-4cb3-8cd5-8795177f99f4" providerId="ADAL" clId="{929A2CC8-B112-421C-81E2-D5D63B23E300}" dt="2026-09-25T09:24:48.150" v="13237" actId="478"/>
          <ac:spMkLst>
            <pc:docMk/>
            <pc:sldMk cId="3244811127" sldId="449"/>
            <ac:spMk id="15" creationId="{F41D9279-3B6C-2B47-8D4F-27DD68C83BF2}"/>
          </ac:spMkLst>
        </pc:spChg>
        <pc:spChg chg="mod">
          <ac:chgData name="Li, Cong" userId="025630f4-267e-4cb3-8cd5-8795177f99f4" providerId="ADAL" clId="{929A2CC8-B112-421C-81E2-D5D63B23E300}" dt="2026-09-25T09:25:03.642" v="13257" actId="20577"/>
          <ac:spMkLst>
            <pc:docMk/>
            <pc:sldMk cId="3244811127" sldId="449"/>
            <ac:spMk id="30" creationId="{1CE0983A-A407-E2B6-91F9-EDACCA8090C0}"/>
          </ac:spMkLst>
        </pc:spChg>
        <pc:picChg chg="add mod">
          <ac:chgData name="Li, Cong" userId="025630f4-267e-4cb3-8cd5-8795177f99f4" providerId="ADAL" clId="{929A2CC8-B112-421C-81E2-D5D63B23E300}" dt="2026-09-25T09:24:51.987" v="13242" actId="1035"/>
          <ac:picMkLst>
            <pc:docMk/>
            <pc:sldMk cId="3244811127" sldId="449"/>
            <ac:picMk id="4" creationId="{D7006AE2-F4C7-79F5-9791-9CDADE394A7C}"/>
          </ac:picMkLst>
        </pc:picChg>
        <pc:picChg chg="del">
          <ac:chgData name="Li, Cong" userId="025630f4-267e-4cb3-8cd5-8795177f99f4" providerId="ADAL" clId="{929A2CC8-B112-421C-81E2-D5D63B23E300}" dt="2026-09-25T09:22:26.973" v="13146" actId="478"/>
          <ac:picMkLst>
            <pc:docMk/>
            <pc:sldMk cId="3244811127" sldId="449"/>
            <ac:picMk id="5" creationId="{2E7EB4AB-D56F-6366-A835-7A5BEF286361}"/>
          </ac:picMkLst>
        </pc:picChg>
        <pc:picChg chg="del">
          <ac:chgData name="Li, Cong" userId="025630f4-267e-4cb3-8cd5-8795177f99f4" providerId="ADAL" clId="{929A2CC8-B112-421C-81E2-D5D63B23E300}" dt="2026-09-25T09:24:48.150" v="13237" actId="478"/>
          <ac:picMkLst>
            <pc:docMk/>
            <pc:sldMk cId="3244811127" sldId="449"/>
            <ac:picMk id="7" creationId="{21BDD911-7CF3-AAFD-56C0-45AC207960AD}"/>
          </ac:picMkLst>
        </pc:picChg>
        <pc:picChg chg="add mod">
          <ac:chgData name="Li, Cong" userId="025630f4-267e-4cb3-8cd5-8795177f99f4" providerId="ADAL" clId="{929A2CC8-B112-421C-81E2-D5D63B23E300}" dt="2026-09-25T09:26:29.982" v="13331" actId="1076"/>
          <ac:picMkLst>
            <pc:docMk/>
            <pc:sldMk cId="3244811127" sldId="449"/>
            <ac:picMk id="8" creationId="{AD80272B-99BB-A4BF-B062-6B87FA622591}"/>
          </ac:picMkLst>
        </pc:picChg>
        <pc:picChg chg="del">
          <ac:chgData name="Li, Cong" userId="025630f4-267e-4cb3-8cd5-8795177f99f4" providerId="ADAL" clId="{929A2CC8-B112-421C-81E2-D5D63B23E300}" dt="2026-09-25T09:24:48.150" v="13237" actId="478"/>
          <ac:picMkLst>
            <pc:docMk/>
            <pc:sldMk cId="3244811127" sldId="449"/>
            <ac:picMk id="11" creationId="{FD1A7F1F-0FF9-FCB6-B122-DFF90D77FFB7}"/>
          </ac:picMkLst>
        </pc:picChg>
        <pc:picChg chg="del">
          <ac:chgData name="Li, Cong" userId="025630f4-267e-4cb3-8cd5-8795177f99f4" providerId="ADAL" clId="{929A2CC8-B112-421C-81E2-D5D63B23E300}" dt="2026-09-25T09:24:48.150" v="13237" actId="478"/>
          <ac:picMkLst>
            <pc:docMk/>
            <pc:sldMk cId="3244811127" sldId="449"/>
            <ac:picMk id="17" creationId="{A691735F-35D8-38B6-A240-218F7B40F49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39D78-C182-BF1D-4252-7685C353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AE541-FD53-08C6-B247-C935DF4BB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09692-95D3-36E1-D72F-65B6092EB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29061-B751-C4EB-53AC-39F94448C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6012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7.1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7.1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Write a GPU Kernel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写一个</a:t>
            </a:r>
            <a:r>
              <a:rPr lang="en-US" altLang="zh-CN" dirty="0">
                <a:ea typeface="ＭＳ Ｐゴシック" panose="020B0600070205080204" pitchFamily="34" charset="-128"/>
              </a:rPr>
              <a:t>GPU Kernel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</a:t>
            </a:r>
            <a:r>
              <a:rPr lang="en-US" altLang="zh-CN" sz="2200" dirty="0" err="1"/>
              <a:t>kernel.c</a:t>
            </a:r>
            <a:r>
              <a:rPr lang="en-US" altLang="zh-CN" sz="2200" dirty="0"/>
              <a:t>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创建一个新文件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kernel.c</a:t>
            </a:r>
            <a:r>
              <a:rPr lang="en-US" altLang="zh-CN" sz="2200" dirty="0"/>
              <a:t>’</a:t>
            </a:r>
            <a:endParaRPr lang="zh-CN" alt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E4361-0528-9A32-9B49-B6D88AD36DAC}"/>
              </a:ext>
            </a:extLst>
          </p:cNvPr>
          <p:cNvSpPr txBox="1"/>
          <p:nvPr/>
        </p:nvSpPr>
        <p:spPr>
          <a:xfrm>
            <a:off x="213360" y="2507159"/>
            <a:ext cx="8717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Define a new function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定义一个新的函数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D85FE-CD8E-CD11-7DDE-811813090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76600"/>
            <a:ext cx="3372320" cy="232061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2D68D4-4CEA-E120-5952-A5E1F5E52A69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flipH="1">
            <a:off x="4105279" y="4010874"/>
            <a:ext cx="13811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3FE15A8-B328-559B-D8E6-A06BE931DF18}"/>
              </a:ext>
            </a:extLst>
          </p:cNvPr>
          <p:cNvSpPr txBox="1"/>
          <p:nvPr/>
        </p:nvSpPr>
        <p:spPr>
          <a:xfrm>
            <a:off x="5486400" y="3626153"/>
            <a:ext cx="274320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Input parameters</a:t>
            </a:r>
          </a:p>
          <a:p>
            <a:pPr algn="ctr"/>
            <a:r>
              <a:rPr lang="zh-CN" altLang="en-US" sz="2200" dirty="0"/>
              <a:t>输入参数</a:t>
            </a: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5DEC6-CB32-B289-A4B0-B4DD6664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242FA-52C8-72D4-C191-D70EE8B6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Write a GPU Kernel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写一个</a:t>
            </a:r>
            <a:r>
              <a:rPr lang="en-US" altLang="zh-CN" dirty="0">
                <a:ea typeface="ＭＳ Ｐゴシック" panose="020B0600070205080204" pitchFamily="34" charset="-128"/>
              </a:rPr>
              <a:t>GPU Kernel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0347E0-2AD8-0338-50C6-DBC6772FD5B5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</a:t>
            </a:r>
            <a:r>
              <a:rPr lang="en-US" altLang="zh-CN" sz="2200" dirty="0" err="1"/>
              <a:t>kernel.c</a:t>
            </a:r>
            <a:r>
              <a:rPr lang="en-US" altLang="zh-CN" sz="2200" dirty="0"/>
              <a:t>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创建一个新文件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kernel.c</a:t>
            </a:r>
            <a:r>
              <a:rPr lang="en-US" altLang="zh-CN" sz="2200" dirty="0"/>
              <a:t>’</a:t>
            </a:r>
            <a:endParaRPr lang="zh-CN" alt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483580-5AF0-B501-13C8-E6EC11AF9D8B}"/>
              </a:ext>
            </a:extLst>
          </p:cNvPr>
          <p:cNvSpPr txBox="1"/>
          <p:nvPr/>
        </p:nvSpPr>
        <p:spPr>
          <a:xfrm>
            <a:off x="213360" y="2507159"/>
            <a:ext cx="8717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Define a new function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定义一个新的函数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4458E-741B-A4CB-5CC4-4BC81B113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76600"/>
            <a:ext cx="3372320" cy="232061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53A391-0A0A-5972-ED48-F2FA1D352D72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flipH="1">
            <a:off x="4095585" y="4403777"/>
            <a:ext cx="1219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DF5E3F-4438-3F4D-6BCD-B0E3AF4E6FD2}"/>
              </a:ext>
            </a:extLst>
          </p:cNvPr>
          <p:cNvSpPr txBox="1"/>
          <p:nvPr/>
        </p:nvSpPr>
        <p:spPr>
          <a:xfrm>
            <a:off x="5314785" y="3511225"/>
            <a:ext cx="3484659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Output records in 1D array for simplicity in GPU programming</a:t>
            </a:r>
          </a:p>
          <a:p>
            <a:pPr algn="ctr"/>
            <a:r>
              <a:rPr lang="zh-CN" altLang="en-US" sz="2200" dirty="0"/>
              <a:t>用</a:t>
            </a:r>
            <a:r>
              <a:rPr lang="en-US" altLang="zh-CN" sz="2200" dirty="0"/>
              <a:t>1</a:t>
            </a:r>
            <a:r>
              <a:rPr lang="zh-CN" altLang="en-US" sz="2200" dirty="0"/>
              <a:t>维数组作输出记录，主要考虑</a:t>
            </a:r>
            <a:r>
              <a:rPr lang="en-US" altLang="zh-CN" sz="2200" dirty="0"/>
              <a:t>GPU</a:t>
            </a:r>
            <a:r>
              <a:rPr lang="zh-CN" altLang="en-US" sz="2200" dirty="0"/>
              <a:t>编程的便利</a:t>
            </a:r>
          </a:p>
        </p:txBody>
      </p:sp>
    </p:spTree>
    <p:extLst>
      <p:ext uri="{BB962C8B-B14F-4D97-AF65-F5344CB8AC3E}">
        <p14:creationId xmlns:p14="http://schemas.microsoft.com/office/powerpoint/2010/main" val="1838751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E895-A074-294F-E626-3FCECBB3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2745-8FBC-5E24-87AD-6CCA0AD3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Write a GPU Kernel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写一个</a:t>
            </a:r>
            <a:r>
              <a:rPr lang="en-US" altLang="zh-CN" dirty="0">
                <a:ea typeface="ＭＳ Ｐゴシック" panose="020B0600070205080204" pitchFamily="34" charset="-128"/>
              </a:rPr>
              <a:t>GPU Kernel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7FEECA-1960-AD27-9A07-872BDFFC3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70567"/>
            <a:ext cx="3943901" cy="5601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68A2D7-D553-1AE0-5B88-6CB1EF2D829A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Each thread processing a single series: get the thread ID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每个线程处理单个数列：获取线程</a:t>
            </a:r>
            <a:r>
              <a:rPr lang="en-US" altLang="zh-CN" sz="2200" dirty="0"/>
              <a:t>ID</a:t>
            </a:r>
            <a:endParaRPr lang="zh-CN" altLang="en-US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2DE013-3E8D-B0DE-2091-166D1D843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226632"/>
            <a:ext cx="3223710" cy="56014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593BF9-5314-511B-9124-4A3F05ED6EF6}"/>
              </a:ext>
            </a:extLst>
          </p:cNvPr>
          <p:cNvSpPr txBox="1"/>
          <p:nvPr/>
        </p:nvSpPr>
        <p:spPr>
          <a:xfrm>
            <a:off x="609600" y="34290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Hold ‘x’ &amp; ‘mu’ in local variables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用局部变量掌控</a:t>
            </a:r>
            <a:r>
              <a:rPr lang="en-US" altLang="zh-CN" sz="2200" dirty="0"/>
              <a:t>’x’</a:t>
            </a:r>
            <a:r>
              <a:rPr lang="zh-CN" altLang="en-US" sz="2200" dirty="0"/>
              <a:t>和</a:t>
            </a:r>
            <a:r>
              <a:rPr lang="en-US" altLang="zh-CN" sz="2200" dirty="0"/>
              <a:t>’mu’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55364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635C2-967B-728D-CBCD-07A711E27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E15A-C3A4-DD17-09D3-CC2A14B4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Write a GPU Kernel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写一个</a:t>
            </a:r>
            <a:r>
              <a:rPr lang="en-US" altLang="zh-CN" dirty="0">
                <a:ea typeface="ＭＳ Ｐゴシック" panose="020B0600070205080204" pitchFamily="34" charset="-128"/>
              </a:rPr>
              <a:t>GPU Kernel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892C1A-7306-FB4D-B748-FC267A9A8141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Looping for compute (locally) for most iterations</a:t>
            </a:r>
          </a:p>
          <a:p>
            <a:pPr algn="ctr"/>
            <a:r>
              <a:rPr lang="zh-CN" altLang="en-US" sz="2200" dirty="0"/>
              <a:t>对绝大多数轮次进行（局部）循环计算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53A969-0EC5-AEF1-B68C-E45772DE417B}"/>
              </a:ext>
            </a:extLst>
          </p:cNvPr>
          <p:cNvSpPr txBox="1"/>
          <p:nvPr/>
        </p:nvSpPr>
        <p:spPr>
          <a:xfrm>
            <a:off x="609600" y="387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Both compute &amp; recording for the last several iterations</a:t>
            </a:r>
          </a:p>
          <a:p>
            <a:pPr algn="ctr"/>
            <a:r>
              <a:rPr lang="zh-CN" altLang="en-US" sz="2200" dirty="0"/>
              <a:t>最后几轮既计算又存储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D2361-5F2D-EEB3-7A18-511CD5255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438400"/>
            <a:ext cx="5555755" cy="1074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D40C05-92D2-3940-7BA1-4AB1B8F22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48200"/>
            <a:ext cx="6001588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25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98583-4B42-0E9F-8804-FDB43742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7EA1-21B3-FC9D-AE71-78D906CE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6EC98-CC9D-815F-656A-28461060A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9556"/>
            <a:ext cx="1440382" cy="480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E7D695-FC3B-5FBA-796D-3D64178BF99E}"/>
              </a:ext>
            </a:extLst>
          </p:cNvPr>
          <p:cNvSpPr txBox="1"/>
          <p:nvPr/>
        </p:nvSpPr>
        <p:spPr>
          <a:xfrm>
            <a:off x="609600" y="1487556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‘gpu.py’ &amp; import relevant libraries</a:t>
            </a:r>
          </a:p>
          <a:p>
            <a:pPr algn="ctr"/>
            <a:r>
              <a:rPr lang="zh-CN" altLang="en-US" sz="2200" dirty="0"/>
              <a:t>创建新文件</a:t>
            </a:r>
            <a:r>
              <a:rPr lang="en-US" altLang="zh-CN" sz="2200" dirty="0"/>
              <a:t>’gpu.py’</a:t>
            </a:r>
            <a:r>
              <a:rPr lang="zh-CN" altLang="en-US" sz="2200" dirty="0"/>
              <a:t>并导入相关库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6F72C1-91D5-2968-E858-15F265813F97}"/>
              </a:ext>
            </a:extLst>
          </p:cNvPr>
          <p:cNvSpPr txBox="1"/>
          <p:nvPr/>
        </p:nvSpPr>
        <p:spPr>
          <a:xfrm>
            <a:off x="314739" y="2950842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 ‘</a:t>
            </a:r>
            <a:r>
              <a:rPr lang="en-US" altLang="zh-CN" sz="2200" dirty="0" err="1"/>
              <a:t>pyopencl</a:t>
            </a:r>
            <a:r>
              <a:rPr lang="en-US" altLang="zh-CN" sz="2200" dirty="0"/>
              <a:t>’ library for OpenCL programs on GPUs</a:t>
            </a:r>
          </a:p>
          <a:p>
            <a:pPr algn="ctr"/>
            <a:r>
              <a:rPr lang="zh-CN" altLang="en-US" sz="2200" dirty="0"/>
              <a:t>为在</a:t>
            </a:r>
            <a:r>
              <a:rPr lang="en-US" altLang="zh-CN" sz="2200" dirty="0"/>
              <a:t>GPU</a:t>
            </a:r>
            <a:r>
              <a:rPr lang="zh-CN" altLang="en-US" sz="2200" dirty="0"/>
              <a:t>上运行</a:t>
            </a:r>
            <a:r>
              <a:rPr lang="en-US" altLang="zh-CN" sz="2200" dirty="0"/>
              <a:t>OpenCL</a:t>
            </a:r>
            <a:r>
              <a:rPr lang="zh-CN" altLang="en-US" sz="2200" dirty="0"/>
              <a:t>程序导入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pyopencl</a:t>
            </a:r>
            <a:r>
              <a:rPr lang="en-US" altLang="zh-CN" sz="2200" dirty="0"/>
              <a:t>’</a:t>
            </a:r>
            <a:r>
              <a:rPr lang="zh-CN" altLang="en-US" sz="2200" dirty="0"/>
              <a:t>库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C31591C-72B2-0BA6-E0F2-7EB17E02A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3720283"/>
            <a:ext cx="1794761" cy="3086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3A8BE58-047E-1516-F1CC-7D11BA2BADE5}"/>
              </a:ext>
            </a:extLst>
          </p:cNvPr>
          <p:cNvSpPr txBox="1"/>
          <p:nvPr/>
        </p:nvSpPr>
        <p:spPr>
          <a:xfrm>
            <a:off x="314739" y="4306956"/>
            <a:ext cx="8514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Configure number of series, iteration step, </a:t>
            </a:r>
          </a:p>
          <a:p>
            <a:pPr algn="ctr"/>
            <a:r>
              <a:rPr lang="en-US" altLang="zh-CN" sz="2200" dirty="0"/>
              <a:t>number of records, &amp; base number of coefficients  </a:t>
            </a:r>
          </a:p>
          <a:p>
            <a:pPr algn="ctr"/>
            <a:r>
              <a:rPr lang="zh-CN" altLang="en-US" sz="2200" dirty="0"/>
              <a:t>配置数列数量、迭代步数、记录大和基本系数个数</a:t>
            </a:r>
            <a:endParaRPr lang="en-US" altLang="zh-CN" sz="2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6E9A295-7911-8A7E-6FC4-F4F7E1BFC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49956"/>
            <a:ext cx="1966235" cy="105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8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57A8-62D5-F4BF-CA4C-987854721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B9F4-D452-45BE-05FE-3051CAD8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3AE913-03C5-0FDE-05D2-F35469DD88C5}"/>
              </a:ext>
            </a:extLst>
          </p:cNvPr>
          <p:cNvSpPr txBox="1"/>
          <p:nvPr/>
        </p:nvSpPr>
        <p:spPr>
          <a:xfrm>
            <a:off x="314739" y="15240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Configure coefficients  </a:t>
            </a:r>
          </a:p>
          <a:p>
            <a:pPr algn="ctr"/>
            <a:r>
              <a:rPr lang="zh-CN" altLang="en-US" sz="2200" dirty="0"/>
              <a:t>配置系数</a:t>
            </a:r>
            <a:endParaRPr lang="en-US" altLang="zh-CN" sz="2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9DA7D4D-78ED-E599-6BBD-5F6C26BD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6870389" cy="13146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A630A8-9AD1-5095-46E0-952DCE33B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24400"/>
            <a:ext cx="7830643" cy="811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D079F1-0FD9-83DA-F66E-FD0AC56C4663}"/>
              </a:ext>
            </a:extLst>
          </p:cNvPr>
          <p:cNvSpPr txBox="1"/>
          <p:nvPr/>
        </p:nvSpPr>
        <p:spPr>
          <a:xfrm>
            <a:off x="314739" y="3977913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Initialize </a:t>
            </a:r>
            <a:r>
              <a:rPr lang="en-US" altLang="zh-CN" sz="2200" dirty="0">
                <a:solidFill>
                  <a:srgbClr val="C00000"/>
                </a:solidFill>
              </a:rPr>
              <a:t>host</a:t>
            </a:r>
            <a:r>
              <a:rPr lang="en-US" altLang="zh-CN" sz="2200" dirty="0"/>
              <a:t>-side arrays for ‘x’, ‘mu’, &amp; ‘records’</a:t>
            </a:r>
          </a:p>
          <a:p>
            <a:pPr algn="ctr"/>
            <a:r>
              <a:rPr lang="zh-CN" altLang="en-US" sz="2200" dirty="0"/>
              <a:t>为</a:t>
            </a:r>
            <a:r>
              <a:rPr lang="en-US" altLang="zh-CN" sz="2200" dirty="0"/>
              <a:t>’x’</a:t>
            </a:r>
            <a:r>
              <a:rPr lang="zh-CN" altLang="en-US" sz="2200" dirty="0"/>
              <a:t>、</a:t>
            </a:r>
            <a:r>
              <a:rPr lang="en-US" altLang="zh-CN" sz="2200" dirty="0"/>
              <a:t>’mu’</a:t>
            </a:r>
            <a:r>
              <a:rPr lang="zh-CN" altLang="en-US" sz="2200" dirty="0"/>
              <a:t>和</a:t>
            </a:r>
            <a:r>
              <a:rPr lang="en-US" altLang="zh-CN" sz="2200" dirty="0"/>
              <a:t>’records’</a:t>
            </a:r>
            <a:r>
              <a:rPr lang="zh-CN" altLang="en-US" sz="2200" dirty="0"/>
              <a:t>初始化</a:t>
            </a:r>
            <a:r>
              <a:rPr lang="zh-CN" altLang="en-US" sz="2200" dirty="0">
                <a:solidFill>
                  <a:srgbClr val="C00000"/>
                </a:solidFill>
              </a:rPr>
              <a:t>主机</a:t>
            </a:r>
            <a:r>
              <a:rPr lang="zh-CN" altLang="en-US" sz="2200" dirty="0"/>
              <a:t>端的数组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22596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32781-5E82-9073-554D-D8C941FF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D8A8-4E72-6A6A-EB06-106D88F8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OpenCL Runtime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en-US" altLang="zh-CN" dirty="0">
                <a:ea typeface="ＭＳ Ｐゴシック" panose="020B0600070205080204" pitchFamily="34" charset="-128"/>
              </a:rPr>
              <a:t>OpenCL</a:t>
            </a:r>
            <a:r>
              <a:rPr lang="zh-CN" altLang="en-US" dirty="0">
                <a:ea typeface="ＭＳ Ｐゴシック" panose="020B0600070205080204" pitchFamily="34" charset="-128"/>
              </a:rPr>
              <a:t>运行环境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6C6F40-9B00-9663-BA5C-0D5893923734}"/>
              </a:ext>
            </a:extLst>
          </p:cNvPr>
          <p:cNvSpPr txBox="1"/>
          <p:nvPr/>
        </p:nvSpPr>
        <p:spPr>
          <a:xfrm>
            <a:off x="314739" y="1524000"/>
            <a:ext cx="8514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Find the 1</a:t>
            </a:r>
            <a:r>
              <a:rPr lang="en-US" altLang="zh-CN" sz="2200" baseline="30000" dirty="0"/>
              <a:t>st</a:t>
            </a:r>
            <a:r>
              <a:rPr lang="en-US" altLang="zh-CN" sz="2200" dirty="0"/>
              <a:t> OpenCL programming platform &amp; </a:t>
            </a:r>
          </a:p>
          <a:p>
            <a:pPr algn="ctr"/>
            <a:r>
              <a:rPr lang="en-US" altLang="zh-CN" sz="2200" dirty="0"/>
              <a:t>then the 1</a:t>
            </a:r>
            <a:r>
              <a:rPr lang="en-US" altLang="zh-CN" sz="2200" baseline="30000" dirty="0"/>
              <a:t>st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C00000"/>
                </a:solidFill>
              </a:rPr>
              <a:t>device</a:t>
            </a:r>
            <a:r>
              <a:rPr lang="en-US" altLang="zh-CN" sz="2200" dirty="0"/>
              <a:t> of the platform</a:t>
            </a:r>
          </a:p>
          <a:p>
            <a:pPr algn="ctr"/>
            <a:r>
              <a:rPr lang="zh-CN" altLang="en-US" sz="2200" dirty="0"/>
              <a:t>找到第一个</a:t>
            </a:r>
            <a:r>
              <a:rPr lang="en-US" altLang="zh-CN" sz="2200" dirty="0"/>
              <a:t>OpenCL</a:t>
            </a:r>
            <a:r>
              <a:rPr lang="zh-CN" altLang="en-US" sz="2200" dirty="0"/>
              <a:t>编程平台，然后找到该平台中第一个</a:t>
            </a:r>
            <a:r>
              <a:rPr lang="zh-CN" altLang="en-US" sz="2200" dirty="0">
                <a:solidFill>
                  <a:srgbClr val="C00000"/>
                </a:solidFill>
              </a:rPr>
              <a:t>设备</a:t>
            </a:r>
            <a:endParaRPr lang="en-US" altLang="zh-CN" sz="22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5AE4D-421A-A339-47D5-48E9400B3688}"/>
              </a:ext>
            </a:extLst>
          </p:cNvPr>
          <p:cNvSpPr txBox="1"/>
          <p:nvPr/>
        </p:nvSpPr>
        <p:spPr>
          <a:xfrm>
            <a:off x="314739" y="32766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</a:t>
            </a:r>
            <a:r>
              <a:rPr lang="en-US" altLang="zh-CN" sz="2200" dirty="0">
                <a:solidFill>
                  <a:srgbClr val="C00000"/>
                </a:solidFill>
              </a:rPr>
              <a:t>queue</a:t>
            </a:r>
            <a:r>
              <a:rPr lang="en-US" altLang="zh-CN" sz="2200" dirty="0"/>
              <a:t> for program execution on the device</a:t>
            </a:r>
          </a:p>
          <a:p>
            <a:pPr algn="ctr"/>
            <a:r>
              <a:rPr lang="zh-CN" altLang="en-US" sz="2200" dirty="0"/>
              <a:t>为在该设备上运行程序创建一个</a:t>
            </a:r>
            <a:r>
              <a:rPr lang="zh-CN" altLang="en-US" sz="2200" dirty="0">
                <a:solidFill>
                  <a:srgbClr val="C00000"/>
                </a:solidFill>
              </a:rPr>
              <a:t>队列</a:t>
            </a:r>
            <a:endParaRPr lang="en-US" altLang="zh-CN" sz="2200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9DEDC-9330-6E53-223C-003CCA004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17861"/>
            <a:ext cx="4538344" cy="525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E85743-7A81-337E-0EA0-B906FB200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53497"/>
            <a:ext cx="4995607" cy="5029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3CDD41-0417-962B-3012-E1C341E367DC}"/>
              </a:ext>
            </a:extLst>
          </p:cNvPr>
          <p:cNvSpPr txBox="1"/>
          <p:nvPr/>
        </p:nvSpPr>
        <p:spPr>
          <a:xfrm>
            <a:off x="314739" y="4796108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Read the file ‘</a:t>
            </a:r>
            <a:r>
              <a:rPr lang="en-US" altLang="zh-CN" sz="2200" dirty="0" err="1"/>
              <a:t>kernel.c</a:t>
            </a:r>
            <a:r>
              <a:rPr lang="en-US" altLang="zh-CN" sz="2200" dirty="0"/>
              <a:t>’ &amp; compile the kernel</a:t>
            </a:r>
          </a:p>
          <a:p>
            <a:pPr algn="ctr"/>
            <a:r>
              <a:rPr lang="zh-CN" altLang="en-US" sz="2200" dirty="0"/>
              <a:t>读取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kernel.c</a:t>
            </a:r>
            <a:r>
              <a:rPr lang="en-US" altLang="zh-CN" sz="2200" dirty="0"/>
              <a:t>’</a:t>
            </a:r>
            <a:r>
              <a:rPr lang="zh-CN" altLang="en-US" sz="2200" dirty="0"/>
              <a:t>文件并对</a:t>
            </a:r>
            <a:r>
              <a:rPr lang="en-US" altLang="zh-CN" sz="2200" dirty="0"/>
              <a:t>kernel</a:t>
            </a:r>
            <a:r>
              <a:rPr lang="zh-CN" altLang="en-US" sz="2200" dirty="0"/>
              <a:t>进行编译</a:t>
            </a:r>
            <a:endParaRPr lang="en-US" altLang="zh-CN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3C398D-06B1-27DD-9365-80E5A1E39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59" y="5589157"/>
            <a:ext cx="6047314" cy="81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2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5CDB2-86B4-4807-4A39-98E438326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6C604-253E-F7AF-6354-3C5D06F4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Host-to-Device Transfer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主机到设备的传输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654046-1030-952A-9A82-CC0797C799D4}"/>
              </a:ext>
            </a:extLst>
          </p:cNvPr>
          <p:cNvSpPr txBox="1"/>
          <p:nvPr/>
        </p:nvSpPr>
        <p:spPr>
          <a:xfrm>
            <a:off x="314739" y="1524000"/>
            <a:ext cx="8514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Initialize device-side arrays &amp; </a:t>
            </a:r>
          </a:p>
          <a:p>
            <a:pPr algn="ctr"/>
            <a:r>
              <a:rPr lang="en-US" altLang="zh-CN" sz="2200" dirty="0"/>
              <a:t>copy ‘x’ &amp; ‘mu’ from the host to the device</a:t>
            </a:r>
          </a:p>
          <a:p>
            <a:pPr algn="ctr"/>
            <a:r>
              <a:rPr lang="zh-CN" altLang="en-US" sz="2200" dirty="0"/>
              <a:t>初始化设备端数组，并将</a:t>
            </a:r>
            <a:r>
              <a:rPr lang="en-US" altLang="zh-CN" sz="2200" dirty="0"/>
              <a:t>’x’</a:t>
            </a:r>
            <a:r>
              <a:rPr lang="zh-CN" altLang="en-US" sz="2200" dirty="0"/>
              <a:t>和</a:t>
            </a:r>
            <a:r>
              <a:rPr lang="en-US" altLang="zh-CN" sz="2200" dirty="0"/>
              <a:t>’mu’</a:t>
            </a:r>
            <a:r>
              <a:rPr lang="zh-CN" altLang="en-US" sz="2200" dirty="0"/>
              <a:t>从主机复制到设备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3F61F2-C6A1-ADC7-9E75-0947B4166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67000"/>
            <a:ext cx="8265043" cy="157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640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C82E2-F122-AF2F-7730-2129212BE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5EDCC-F338-BD50-12EB-269BC924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Kernel Execution  Kernel</a:t>
            </a:r>
            <a:r>
              <a:rPr lang="zh-CN" altLang="en-US" dirty="0">
                <a:ea typeface="ＭＳ Ｐゴシック" panose="020B0600070205080204" pitchFamily="34" charset="-128"/>
              </a:rPr>
              <a:t>的执行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4AC3D9-9C1E-CAC8-35FF-55B80D20B854}"/>
              </a:ext>
            </a:extLst>
          </p:cNvPr>
          <p:cNvSpPr txBox="1"/>
          <p:nvPr/>
        </p:nvSpPr>
        <p:spPr>
          <a:xfrm>
            <a:off x="314739" y="1524000"/>
            <a:ext cx="8514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timing  </a:t>
            </a:r>
            <a:r>
              <a:rPr lang="zh-CN" altLang="en-US" sz="2200" dirty="0"/>
              <a:t>开始计时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C21E2-6DA1-73C8-36D1-85B53D34E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35442"/>
            <a:ext cx="3212279" cy="274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545F33-CF78-41B9-6D83-6A1C302F5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15483"/>
            <a:ext cx="7213337" cy="7659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4A2881-AF43-7A88-FAD6-897BFC26D36F}"/>
              </a:ext>
            </a:extLst>
          </p:cNvPr>
          <p:cNvSpPr txBox="1"/>
          <p:nvPr/>
        </p:nvSpPr>
        <p:spPr>
          <a:xfrm>
            <a:off x="314739" y="2389852"/>
            <a:ext cx="8514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Submit the kernel to the queue  </a:t>
            </a:r>
            <a:r>
              <a:rPr lang="zh-CN" altLang="en-US" sz="2200" dirty="0"/>
              <a:t>向队列提交</a:t>
            </a:r>
            <a:r>
              <a:rPr lang="en-US" altLang="zh-CN" sz="2200" dirty="0"/>
              <a:t>kernel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9CAE96D-7520-A226-4DFA-20BDFD3E6EF6}"/>
              </a:ext>
            </a:extLst>
          </p:cNvPr>
          <p:cNvCxnSpPr>
            <a:cxnSpLocks/>
            <a:stCxn id="4" idx="0"/>
            <a:endCxn id="12" idx="2"/>
          </p:cNvCxnSpPr>
          <p:nvPr/>
        </p:nvCxnSpPr>
        <p:spPr bwMode="auto">
          <a:xfrm flipV="1">
            <a:off x="2933700" y="3048000"/>
            <a:ext cx="0" cy="762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1541C27-18EC-F270-7B1C-3EF080F722AD}"/>
              </a:ext>
            </a:extLst>
          </p:cNvPr>
          <p:cNvSpPr txBox="1"/>
          <p:nvPr/>
        </p:nvSpPr>
        <p:spPr>
          <a:xfrm>
            <a:off x="1524000" y="3810000"/>
            <a:ext cx="2819400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Queue to execute the kernel</a:t>
            </a:r>
          </a:p>
          <a:p>
            <a:pPr algn="ctr"/>
            <a:r>
              <a:rPr lang="zh-CN" altLang="en-US" sz="2200" dirty="0"/>
              <a:t>执行该</a:t>
            </a:r>
            <a:r>
              <a:rPr lang="en-US" altLang="zh-CN" sz="2200" dirty="0"/>
              <a:t>kernel</a:t>
            </a:r>
            <a:r>
              <a:rPr lang="zh-CN" altLang="en-US" sz="2200" dirty="0"/>
              <a:t>的队列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3DB3A0-7F49-076F-2AAC-BABE5E80CD57}"/>
              </a:ext>
            </a:extLst>
          </p:cNvPr>
          <p:cNvSpPr/>
          <p:nvPr/>
        </p:nvSpPr>
        <p:spPr bwMode="auto">
          <a:xfrm>
            <a:off x="2624667" y="2836333"/>
            <a:ext cx="618066" cy="211667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BDCC52-B1BE-6E11-1990-733E27F3A15B}"/>
              </a:ext>
            </a:extLst>
          </p:cNvPr>
          <p:cNvCxnSpPr>
            <a:cxnSpLocks/>
            <a:stCxn id="21" idx="0"/>
            <a:endCxn id="22" idx="2"/>
          </p:cNvCxnSpPr>
          <p:nvPr/>
        </p:nvCxnSpPr>
        <p:spPr bwMode="auto">
          <a:xfrm flipV="1">
            <a:off x="4005943" y="3069771"/>
            <a:ext cx="0" cy="207682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E3E3E8-D991-B4D1-EE55-8E7AF5C3AF71}"/>
              </a:ext>
            </a:extLst>
          </p:cNvPr>
          <p:cNvSpPr txBox="1"/>
          <p:nvPr/>
        </p:nvSpPr>
        <p:spPr>
          <a:xfrm>
            <a:off x="2596243" y="5146596"/>
            <a:ext cx="2819400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Total thread number</a:t>
            </a:r>
          </a:p>
          <a:p>
            <a:pPr algn="ctr"/>
            <a:r>
              <a:rPr lang="zh-CN" altLang="en-US" sz="2200" dirty="0"/>
              <a:t>总线程个数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DFE453-D581-19AC-62DA-28F191BD3805}"/>
              </a:ext>
            </a:extLst>
          </p:cNvPr>
          <p:cNvSpPr/>
          <p:nvPr/>
        </p:nvSpPr>
        <p:spPr bwMode="auto">
          <a:xfrm>
            <a:off x="3461657" y="2815483"/>
            <a:ext cx="1088572" cy="254288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39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4" grpId="1" animBg="1"/>
      <p:bldP spid="12" grpId="0" animBg="1"/>
      <p:bldP spid="12" grpId="1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B9120-9A31-C766-C48D-AC4A8BCA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B135D-EC61-1E98-3E58-F304462C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Kernel Execution  Kernel</a:t>
            </a:r>
            <a:r>
              <a:rPr lang="zh-CN" altLang="en-US" dirty="0">
                <a:ea typeface="ＭＳ Ｐゴシック" panose="020B0600070205080204" pitchFamily="34" charset="-128"/>
              </a:rPr>
              <a:t>的执行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1C9DF6-DABF-7866-54DA-4880F86E916A}"/>
              </a:ext>
            </a:extLst>
          </p:cNvPr>
          <p:cNvSpPr txBox="1"/>
          <p:nvPr/>
        </p:nvSpPr>
        <p:spPr>
          <a:xfrm>
            <a:off x="314739" y="1524000"/>
            <a:ext cx="8514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timing  </a:t>
            </a:r>
            <a:r>
              <a:rPr lang="zh-CN" altLang="en-US" sz="2200" dirty="0"/>
              <a:t>开始计时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835F2-7876-9B68-59CB-5D1547F89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35442"/>
            <a:ext cx="3212279" cy="274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C379A9-0E2B-4127-12AC-51D451DAB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15483"/>
            <a:ext cx="7213337" cy="7659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63405A-3780-802E-C295-442D6A63E325}"/>
              </a:ext>
            </a:extLst>
          </p:cNvPr>
          <p:cNvSpPr txBox="1"/>
          <p:nvPr/>
        </p:nvSpPr>
        <p:spPr>
          <a:xfrm>
            <a:off x="314739" y="2389852"/>
            <a:ext cx="8514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Submit the kernel to the queue  </a:t>
            </a:r>
            <a:r>
              <a:rPr lang="zh-CN" altLang="en-US" sz="2200" dirty="0"/>
              <a:t>向队列提交</a:t>
            </a:r>
            <a:r>
              <a:rPr lang="en-US" altLang="zh-CN" sz="2200" dirty="0"/>
              <a:t>kernel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F7D547-D2D5-1C1C-B143-BE2099D33976}"/>
              </a:ext>
            </a:extLst>
          </p:cNvPr>
          <p:cNvCxnSpPr>
            <a:cxnSpLocks/>
            <a:stCxn id="21" idx="0"/>
            <a:endCxn id="22" idx="2"/>
          </p:cNvCxnSpPr>
          <p:nvPr/>
        </p:nvCxnSpPr>
        <p:spPr bwMode="auto">
          <a:xfrm flipV="1">
            <a:off x="5105400" y="3048000"/>
            <a:ext cx="0" cy="117800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907D6FA-E27C-F357-6B23-718683325DAE}"/>
              </a:ext>
            </a:extLst>
          </p:cNvPr>
          <p:cNvSpPr txBox="1"/>
          <p:nvPr/>
        </p:nvSpPr>
        <p:spPr>
          <a:xfrm>
            <a:off x="3124200" y="4226004"/>
            <a:ext cx="396240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Number of threads grouped</a:t>
            </a:r>
          </a:p>
          <a:p>
            <a:pPr algn="ctr"/>
            <a:r>
              <a:rPr lang="zh-CN" altLang="en-US" sz="2200" dirty="0"/>
              <a:t>一组内的线程数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C63779-4FEA-6753-7C8B-AC3605AD7182}"/>
              </a:ext>
            </a:extLst>
          </p:cNvPr>
          <p:cNvSpPr/>
          <p:nvPr/>
        </p:nvSpPr>
        <p:spPr bwMode="auto">
          <a:xfrm>
            <a:off x="4757057" y="2837255"/>
            <a:ext cx="696686" cy="210745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6210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8D07B-6B03-F501-5B32-DC9AD535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42EE6-621B-E07E-4F65-DFD8AAD1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Kernel Execution  Kernel</a:t>
            </a:r>
            <a:r>
              <a:rPr lang="zh-CN" altLang="en-US" dirty="0">
                <a:ea typeface="ＭＳ Ｐゴシック" panose="020B0600070205080204" pitchFamily="34" charset="-128"/>
              </a:rPr>
              <a:t>的执行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5C03B3-E69A-686B-B6A2-B5AB2B8CEBC9}"/>
              </a:ext>
            </a:extLst>
          </p:cNvPr>
          <p:cNvSpPr txBox="1"/>
          <p:nvPr/>
        </p:nvSpPr>
        <p:spPr>
          <a:xfrm>
            <a:off x="314739" y="1524000"/>
            <a:ext cx="8514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timing  </a:t>
            </a:r>
            <a:r>
              <a:rPr lang="zh-CN" altLang="en-US" sz="2200" dirty="0"/>
              <a:t>开始计时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BAF4B2-F751-C258-EC2D-8A3490801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35442"/>
            <a:ext cx="3212279" cy="274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3F48DE-E370-43A5-5F5F-8AA01EFD2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15483"/>
            <a:ext cx="7213337" cy="7659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432097-ADCB-99F2-A61E-1CF12945B25D}"/>
              </a:ext>
            </a:extLst>
          </p:cNvPr>
          <p:cNvSpPr txBox="1"/>
          <p:nvPr/>
        </p:nvSpPr>
        <p:spPr>
          <a:xfrm>
            <a:off x="314739" y="2389852"/>
            <a:ext cx="8514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Submit the kernel to the queue  </a:t>
            </a:r>
            <a:r>
              <a:rPr lang="zh-CN" altLang="en-US" sz="2200" dirty="0"/>
              <a:t>向队列提交</a:t>
            </a:r>
            <a:r>
              <a:rPr lang="en-US" altLang="zh-CN" sz="2200" dirty="0"/>
              <a:t>kernel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E72876-CCAA-ED23-4132-B5D07DD00CBF}"/>
              </a:ext>
            </a:extLst>
          </p:cNvPr>
          <p:cNvCxnSpPr>
            <a:cxnSpLocks/>
            <a:stCxn id="21" idx="0"/>
            <a:endCxn id="22" idx="2"/>
          </p:cNvCxnSpPr>
          <p:nvPr/>
        </p:nvCxnSpPr>
        <p:spPr bwMode="auto">
          <a:xfrm flipH="1" flipV="1">
            <a:off x="5192486" y="3570514"/>
            <a:ext cx="5442" cy="69668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8CE3DEE-FAB9-33A2-FF4E-79674D5146C6}"/>
              </a:ext>
            </a:extLst>
          </p:cNvPr>
          <p:cNvSpPr txBox="1"/>
          <p:nvPr/>
        </p:nvSpPr>
        <p:spPr>
          <a:xfrm>
            <a:off x="3216728" y="4267200"/>
            <a:ext cx="396240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Input parameters</a:t>
            </a:r>
          </a:p>
          <a:p>
            <a:pPr algn="ctr"/>
            <a:r>
              <a:rPr lang="zh-CN" altLang="en-US" sz="2200" dirty="0"/>
              <a:t>输入参数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EA625C-6C90-605C-529B-72BC61070E16}"/>
              </a:ext>
            </a:extLst>
          </p:cNvPr>
          <p:cNvSpPr/>
          <p:nvPr/>
        </p:nvSpPr>
        <p:spPr bwMode="auto">
          <a:xfrm>
            <a:off x="2590801" y="3069771"/>
            <a:ext cx="5203370" cy="500743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8494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89E27-3ACE-674E-318A-DE92064F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97844-361F-EDF3-A948-27278B30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Kernel Execution  Kernel</a:t>
            </a:r>
            <a:r>
              <a:rPr lang="zh-CN" altLang="en-US" dirty="0">
                <a:ea typeface="ＭＳ Ｐゴシック" panose="020B0600070205080204" pitchFamily="34" charset="-128"/>
              </a:rPr>
              <a:t>的执行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D90F2E-B16E-ABF9-14DB-590593C2374A}"/>
              </a:ext>
            </a:extLst>
          </p:cNvPr>
          <p:cNvSpPr txBox="1"/>
          <p:nvPr/>
        </p:nvSpPr>
        <p:spPr>
          <a:xfrm>
            <a:off x="314739" y="1524000"/>
            <a:ext cx="8514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timing  </a:t>
            </a:r>
            <a:r>
              <a:rPr lang="zh-CN" altLang="en-US" sz="2200" dirty="0"/>
              <a:t>开始计时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204D5-FB3C-747A-3774-39FBAEBF1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35442"/>
            <a:ext cx="3212279" cy="274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1A73D4-D90D-30AA-A82D-141D00A7D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15483"/>
            <a:ext cx="7213337" cy="7659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F06B1E-81BF-F786-5FBE-A8E7F1F62F22}"/>
              </a:ext>
            </a:extLst>
          </p:cNvPr>
          <p:cNvSpPr txBox="1"/>
          <p:nvPr/>
        </p:nvSpPr>
        <p:spPr>
          <a:xfrm>
            <a:off x="314739" y="2389852"/>
            <a:ext cx="8514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Submit the kernel to the queue  </a:t>
            </a:r>
            <a:r>
              <a:rPr lang="zh-CN" altLang="en-US" sz="2200" dirty="0"/>
              <a:t>向队列提交</a:t>
            </a:r>
            <a:r>
              <a:rPr lang="en-US" altLang="zh-CN" sz="2200" dirty="0"/>
              <a:t>kernel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071B78-55D1-3F65-32D3-2197D3514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95800"/>
            <a:ext cx="1703308" cy="2857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5B906D-9DF1-32D3-653E-87B1CC0E711B}"/>
              </a:ext>
            </a:extLst>
          </p:cNvPr>
          <p:cNvSpPr txBox="1"/>
          <p:nvPr/>
        </p:nvSpPr>
        <p:spPr>
          <a:xfrm>
            <a:off x="288235" y="3748295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Wait for completion of execution in the queue</a:t>
            </a:r>
          </a:p>
          <a:p>
            <a:pPr algn="ctr"/>
            <a:r>
              <a:rPr lang="zh-CN" altLang="en-US" sz="2200" dirty="0"/>
              <a:t>等待队列执行完成</a:t>
            </a:r>
            <a:endParaRPr lang="en-US" altLang="zh-CN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CEEB6-1F5A-88AA-DB81-67960B4A4C34}"/>
              </a:ext>
            </a:extLst>
          </p:cNvPr>
          <p:cNvSpPr txBox="1"/>
          <p:nvPr/>
        </p:nvSpPr>
        <p:spPr>
          <a:xfrm>
            <a:off x="265044" y="4949279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Stop timing &amp; output the execution time</a:t>
            </a:r>
          </a:p>
          <a:p>
            <a:pPr algn="ctr"/>
            <a:r>
              <a:rPr lang="zh-CN" altLang="en-US" sz="2200" dirty="0"/>
              <a:t>结束计时并显示执行时间</a:t>
            </a:r>
            <a:endParaRPr lang="en-US" altLang="zh-CN" sz="2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07DBA2-323A-583C-D533-94B8C6320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715000"/>
            <a:ext cx="4732680" cy="54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0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E3416-4F57-4C68-8F57-8E4F4B26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7A11A-9592-8A59-D0DD-D6ACA488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Output Results  </a:t>
            </a:r>
            <a:r>
              <a:rPr lang="zh-CN" altLang="en-US" dirty="0">
                <a:ea typeface="ＭＳ Ｐゴシック" panose="020B0600070205080204" pitchFamily="34" charset="-128"/>
              </a:rPr>
              <a:t>输出结果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E0983A-A407-E2B6-91F9-EDACCA8090C0}"/>
              </a:ext>
            </a:extLst>
          </p:cNvPr>
          <p:cNvSpPr txBox="1"/>
          <p:nvPr/>
        </p:nvSpPr>
        <p:spPr>
          <a:xfrm>
            <a:off x="314739" y="1524000"/>
            <a:ext cx="8514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Copy the records back from the device to the host</a:t>
            </a:r>
          </a:p>
          <a:p>
            <a:pPr algn="ctr"/>
            <a:r>
              <a:rPr lang="zh-CN" altLang="en-US" sz="2200" dirty="0"/>
              <a:t>将记录从设备复制回主机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006AE2-F4C7-79F5-9791-9CDADE394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5898703" cy="2743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80272B-99BB-A4BF-B062-6B87FA622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3124200"/>
            <a:ext cx="8013548" cy="18404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C21E39-30F6-E3B7-F8FD-0D2F131E987A}"/>
              </a:ext>
            </a:extLst>
          </p:cNvPr>
          <p:cNvSpPr txBox="1"/>
          <p:nvPr/>
        </p:nvSpPr>
        <p:spPr>
          <a:xfrm>
            <a:off x="338201" y="2697659"/>
            <a:ext cx="8514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Output selected records  </a:t>
            </a:r>
            <a:r>
              <a:rPr lang="zh-CN" altLang="en-US" sz="2200" dirty="0"/>
              <a:t>输出选中的结果</a:t>
            </a:r>
            <a:endParaRPr lang="en-US" altLang="zh-CN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D27F7-1A0B-C1B9-B1E6-B50988AE8416}"/>
              </a:ext>
            </a:extLst>
          </p:cNvPr>
          <p:cNvSpPr txBox="1"/>
          <p:nvPr/>
        </p:nvSpPr>
        <p:spPr>
          <a:xfrm>
            <a:off x="609600" y="5064204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python gpu.py</a:t>
            </a:r>
          </a:p>
        </p:txBody>
      </p:sp>
    </p:spTree>
    <p:extLst>
      <p:ext uri="{BB962C8B-B14F-4D97-AF65-F5344CB8AC3E}">
        <p14:creationId xmlns:p14="http://schemas.microsoft.com/office/powerpoint/2010/main" val="324481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16069</TotalTime>
  <Words>778</Words>
  <Application>Microsoft Office PowerPoint</Application>
  <PresentationFormat>On-screen Show (4:3)</PresentationFormat>
  <Paragraphs>87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7.1</vt:lpstr>
      <vt:lpstr>Write a GPU Kernel 写一个GPU Kernel (1)</vt:lpstr>
      <vt:lpstr>Write a GPU Kernel 写一个GPU Kernel (1)</vt:lpstr>
      <vt:lpstr>Write a GPU Kernel 写一个GPU Kernel (2)</vt:lpstr>
      <vt:lpstr>Write a GPU Kernel 写一个GPU Kernel (3)</vt:lpstr>
      <vt:lpstr>Basic Settings  基本设置 (1)</vt:lpstr>
      <vt:lpstr>Basic Settings  基本设置 (2)</vt:lpstr>
      <vt:lpstr>OpenCL Runtime   OpenCL运行环境</vt:lpstr>
      <vt:lpstr>Host-to-Device Transfer   主机到设备的传输</vt:lpstr>
      <vt:lpstr>Kernel Execution  Kernel的执行</vt:lpstr>
      <vt:lpstr>Kernel Execution  Kernel的执行</vt:lpstr>
      <vt:lpstr>Kernel Execution  Kernel的执行</vt:lpstr>
      <vt:lpstr>Kernel Execution  Kernel的执行</vt:lpstr>
      <vt:lpstr>Output Results  输出结果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1149</cp:revision>
  <dcterms:created xsi:type="dcterms:W3CDTF">2003-03-13T01:36:43Z</dcterms:created>
  <dcterms:modified xsi:type="dcterms:W3CDTF">2026-09-25T09:30:51Z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