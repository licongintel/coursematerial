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9"/>
  </p:notesMasterIdLst>
  <p:handoutMasterIdLst>
    <p:handoutMasterId r:id="rId10"/>
  </p:handoutMasterIdLst>
  <p:sldIdLst>
    <p:sldId id="286" r:id="rId2"/>
    <p:sldId id="415" r:id="rId3"/>
    <p:sldId id="439" r:id="rId4"/>
    <p:sldId id="440" r:id="rId5"/>
    <p:sldId id="441" r:id="rId6"/>
    <p:sldId id="434" r:id="rId7"/>
    <p:sldId id="353" r:id="rId8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BB881-AFBA-499D-BB29-0EDD105EF2F7}" v="209" dt="2026-07-18T03:25:01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8-15T00:33:54.176" v="1673" actId="20577"/>
      <pc:docMkLst>
        <pc:docMk/>
      </pc:docMkLst>
      <pc:sldChg chg="modSp mod">
        <pc:chgData name="Li, Cong" userId="025630f4-267e-4cb3-8cd5-8795177f99f4" providerId="ADAL" clId="{929A2CC8-B112-421C-81E2-D5D63B23E300}" dt="2026-07-18T00:29:05.935" v="82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18T00:29:05.935" v="82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18T00:29:03.606" v="819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addAnim delAnim modAnim">
        <pc:chgData name="Li, Cong" userId="025630f4-267e-4cb3-8cd5-8795177f99f4" providerId="ADAL" clId="{929A2CC8-B112-421C-81E2-D5D63B23E300}" dt="2026-08-15T00:33:54.176" v="1673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8T00:45:01.141" v="966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18T00:34:43.499" v="954" actId="14100"/>
          <ac:spMkLst>
            <pc:docMk/>
            <pc:sldMk cId="796492521" sldId="415"/>
            <ac:spMk id="7" creationId="{0A56F974-7872-E523-51F0-DE4336887CF6}"/>
          </ac:spMkLst>
        </pc:spChg>
        <pc:spChg chg="mod">
          <ac:chgData name="Li, Cong" userId="025630f4-267e-4cb3-8cd5-8795177f99f4" providerId="ADAL" clId="{929A2CC8-B112-421C-81E2-D5D63B23E300}" dt="2026-07-18T00:30:13.156" v="939" actId="20577"/>
          <ac:spMkLst>
            <pc:docMk/>
            <pc:sldMk cId="796492521" sldId="415"/>
            <ac:spMk id="9" creationId="{52E99CE4-F0B2-7EE2-3AD4-F0C8FC773C69}"/>
          </ac:spMkLst>
        </pc:spChg>
        <pc:spChg chg="mod">
          <ac:chgData name="Li, Cong" userId="025630f4-267e-4cb3-8cd5-8795177f99f4" providerId="ADAL" clId="{929A2CC8-B112-421C-81E2-D5D63B23E300}" dt="2026-08-15T00:33:54.176" v="1673" actId="2057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18T00:31:42.420" v="951" actId="1035"/>
          <ac:picMkLst>
            <pc:docMk/>
            <pc:sldMk cId="796492521" sldId="415"/>
            <ac:picMk id="4" creationId="{F771BFFE-BC96-E03E-B23A-CFAFBC2C50D1}"/>
          </ac:picMkLst>
        </pc:picChg>
      </pc:sldChg>
      <pc:sldChg chg="addSp delSp modSp add del mod ord delAnim modAnim">
        <pc:chgData name="Li, Cong" userId="025630f4-267e-4cb3-8cd5-8795177f99f4" providerId="ADAL" clId="{929A2CC8-B112-421C-81E2-D5D63B23E300}" dt="2026-07-18T02:30:17.891" v="1632" actId="20577"/>
        <pc:sldMkLst>
          <pc:docMk/>
          <pc:sldMk cId="849087870" sldId="434"/>
        </pc:sldMkLst>
        <pc:spChg chg="add mod">
          <ac:chgData name="Li, Cong" userId="025630f4-267e-4cb3-8cd5-8795177f99f4" providerId="ADAL" clId="{929A2CC8-B112-421C-81E2-D5D63B23E300}" dt="2026-07-17T08:03:04.923" v="753" actId="20577"/>
          <ac:spMkLst>
            <pc:docMk/>
            <pc:sldMk cId="849087870" sldId="434"/>
            <ac:spMk id="6" creationId="{F69F3581-6832-5DD0-1CF0-B16F9FEA1ECF}"/>
          </ac:spMkLst>
        </pc:spChg>
        <pc:spChg chg="add mod">
          <ac:chgData name="Li, Cong" userId="025630f4-267e-4cb3-8cd5-8795177f99f4" providerId="ADAL" clId="{929A2CC8-B112-421C-81E2-D5D63B23E300}" dt="2026-07-18T01:08:40.925" v="1590" actId="14100"/>
          <ac:spMkLst>
            <pc:docMk/>
            <pc:sldMk cId="849087870" sldId="434"/>
            <ac:spMk id="7" creationId="{56857C89-9177-C911-107E-246A22B59FCC}"/>
          </ac:spMkLst>
        </pc:spChg>
        <pc:spChg chg="mod">
          <ac:chgData name="Li, Cong" userId="025630f4-267e-4cb3-8cd5-8795177f99f4" providerId="ADAL" clId="{929A2CC8-B112-421C-81E2-D5D63B23E300}" dt="2026-07-17T08:02:51.067" v="701" actId="20577"/>
          <ac:spMkLst>
            <pc:docMk/>
            <pc:sldMk cId="849087870" sldId="434"/>
            <ac:spMk id="8" creationId="{D5760D73-CDD1-F8BA-28A7-F45552903345}"/>
          </ac:spMkLst>
        </pc:spChg>
        <pc:spChg chg="add mod">
          <ac:chgData name="Li, Cong" userId="025630f4-267e-4cb3-8cd5-8795177f99f4" providerId="ADAL" clId="{929A2CC8-B112-421C-81E2-D5D63B23E300}" dt="2026-07-18T02:30:17.891" v="1632" actId="20577"/>
          <ac:spMkLst>
            <pc:docMk/>
            <pc:sldMk cId="849087870" sldId="434"/>
            <ac:spMk id="18" creationId="{9A0C3F93-B9D6-2A0E-2806-3BEA57FA8673}"/>
          </ac:spMkLst>
        </pc:spChg>
        <pc:picChg chg="add mod ord">
          <ac:chgData name="Li, Cong" userId="025630f4-267e-4cb3-8cd5-8795177f99f4" providerId="ADAL" clId="{929A2CC8-B112-421C-81E2-D5D63B23E300}" dt="2026-07-18T01:07:18.977" v="1575" actId="1035"/>
          <ac:picMkLst>
            <pc:docMk/>
            <pc:sldMk cId="849087870" sldId="434"/>
            <ac:picMk id="5" creationId="{B1B37C1C-D8AF-6D9A-ABBE-4875192C11AC}"/>
          </ac:picMkLst>
        </pc:picChg>
        <pc:picChg chg="add mod">
          <ac:chgData name="Li, Cong" userId="025630f4-267e-4cb3-8cd5-8795177f99f4" providerId="ADAL" clId="{929A2CC8-B112-421C-81E2-D5D63B23E300}" dt="2026-07-18T01:08:34.703" v="1589" actId="1036"/>
          <ac:picMkLst>
            <pc:docMk/>
            <pc:sldMk cId="849087870" sldId="434"/>
            <ac:picMk id="11" creationId="{1515FE57-719B-5517-6837-C7ED6686F3AF}"/>
          </ac:picMkLst>
        </pc:picChg>
        <pc:cxnChg chg="add mod">
          <ac:chgData name="Li, Cong" userId="025630f4-267e-4cb3-8cd5-8795177f99f4" providerId="ADAL" clId="{929A2CC8-B112-421C-81E2-D5D63B23E300}" dt="2026-07-18T01:07:30.624" v="1581" actId="1036"/>
          <ac:cxnSpMkLst>
            <pc:docMk/>
            <pc:sldMk cId="849087870" sldId="434"/>
            <ac:cxnSpMk id="12" creationId="{71EAB984-ADD6-A23E-E5E8-507EFE96ECA3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18T03:25:01.879" v="1639"/>
        <pc:sldMkLst>
          <pc:docMk/>
          <pc:sldMk cId="2864123508" sldId="439"/>
        </pc:sldMkLst>
        <pc:spChg chg="mod">
          <ac:chgData name="Li, Cong" userId="025630f4-267e-4cb3-8cd5-8795177f99f4" providerId="ADAL" clId="{929A2CC8-B112-421C-81E2-D5D63B23E300}" dt="2026-07-18T00:45:12.439" v="990" actId="20577"/>
          <ac:spMkLst>
            <pc:docMk/>
            <pc:sldMk cId="2864123508" sldId="439"/>
            <ac:spMk id="2" creationId="{FBFD038B-E340-B4C2-2178-C87D35C14DBC}"/>
          </ac:spMkLst>
        </pc:spChg>
        <pc:spChg chg="add mod">
          <ac:chgData name="Li, Cong" userId="025630f4-267e-4cb3-8cd5-8795177f99f4" providerId="ADAL" clId="{929A2CC8-B112-421C-81E2-D5D63B23E300}" dt="2026-07-18T00:48:20.391" v="1264" actId="1035"/>
          <ac:spMkLst>
            <pc:docMk/>
            <pc:sldMk cId="2864123508" sldId="439"/>
            <ac:spMk id="6" creationId="{784317C4-698D-BBD5-8605-55B51D7EE941}"/>
          </ac:spMkLst>
        </pc:spChg>
        <pc:spChg chg="add mod">
          <ac:chgData name="Li, Cong" userId="025630f4-267e-4cb3-8cd5-8795177f99f4" providerId="ADAL" clId="{929A2CC8-B112-421C-81E2-D5D63B23E300}" dt="2026-07-18T00:48:17.359" v="1261" actId="14100"/>
          <ac:spMkLst>
            <pc:docMk/>
            <pc:sldMk cId="2864123508" sldId="439"/>
            <ac:spMk id="16" creationId="{669C0539-A119-E250-EEE8-F2110EE6317D}"/>
          </ac:spMkLst>
        </pc:spChg>
        <pc:spChg chg="mod">
          <ac:chgData name="Li, Cong" userId="025630f4-267e-4cb3-8cd5-8795177f99f4" providerId="ADAL" clId="{929A2CC8-B112-421C-81E2-D5D63B23E300}" dt="2026-07-18T00:47:22.742" v="1241"/>
          <ac:spMkLst>
            <pc:docMk/>
            <pc:sldMk cId="2864123508" sldId="439"/>
            <ac:spMk id="19" creationId="{A5EF7DDD-2AE2-94FE-DB51-E9FADC94A138}"/>
          </ac:spMkLst>
        </pc:spChg>
        <pc:picChg chg="add mod">
          <ac:chgData name="Li, Cong" userId="025630f4-267e-4cb3-8cd5-8795177f99f4" providerId="ADAL" clId="{929A2CC8-B112-421C-81E2-D5D63B23E300}" dt="2026-07-18T03:24:52.418" v="1637" actId="1076"/>
          <ac:picMkLst>
            <pc:docMk/>
            <pc:sldMk cId="2864123508" sldId="439"/>
            <ac:picMk id="4" creationId="{DCAC6000-E113-F833-2917-D14DE0E2D395}"/>
          </ac:picMkLst>
        </pc:picChg>
        <pc:picChg chg="add mod">
          <ac:chgData name="Li, Cong" userId="025630f4-267e-4cb3-8cd5-8795177f99f4" providerId="ADAL" clId="{929A2CC8-B112-421C-81E2-D5D63B23E300}" dt="2026-07-18T00:46:26.249" v="1139" actId="1035"/>
          <ac:picMkLst>
            <pc:docMk/>
            <pc:sldMk cId="2864123508" sldId="439"/>
            <ac:picMk id="5" creationId="{DE670E45-158D-1686-BFC2-967DB6FC9C68}"/>
          </ac:picMkLst>
        </pc:picChg>
        <pc:cxnChg chg="add mod">
          <ac:chgData name="Li, Cong" userId="025630f4-267e-4cb3-8cd5-8795177f99f4" providerId="ADAL" clId="{929A2CC8-B112-421C-81E2-D5D63B23E300}" dt="2026-07-18T00:48:02.797" v="1258" actId="14100"/>
          <ac:cxnSpMkLst>
            <pc:docMk/>
            <pc:sldMk cId="2864123508" sldId="439"/>
            <ac:cxnSpMk id="8" creationId="{64526BA7-008F-3334-E4C2-41B8E1B26F5F}"/>
          </ac:cxnSpMkLst>
        </pc:cxnChg>
        <pc:cxnChg chg="add mod">
          <ac:chgData name="Li, Cong" userId="025630f4-267e-4cb3-8cd5-8795177f99f4" providerId="ADAL" clId="{929A2CC8-B112-421C-81E2-D5D63B23E300}" dt="2026-07-18T00:47:51.772" v="1254" actId="14100"/>
          <ac:cxnSpMkLst>
            <pc:docMk/>
            <pc:sldMk cId="2864123508" sldId="439"/>
            <ac:cxnSpMk id="11" creationId="{B04F9CF2-BA28-3750-0697-A95E167F070C}"/>
          </ac:cxnSpMkLst>
        </pc:cxnChg>
        <pc:cxnChg chg="add mod">
          <ac:chgData name="Li, Cong" userId="025630f4-267e-4cb3-8cd5-8795177f99f4" providerId="ADAL" clId="{929A2CC8-B112-421C-81E2-D5D63B23E300}" dt="2026-07-18T00:47:58.108" v="1257" actId="14100"/>
          <ac:cxnSpMkLst>
            <pc:docMk/>
            <pc:sldMk cId="2864123508" sldId="439"/>
            <ac:cxnSpMk id="13" creationId="{692886C7-8E05-F3F2-E1CD-C945D9B149BC}"/>
          </ac:cxnSpMkLst>
        </pc:cxnChg>
      </pc:sldChg>
      <pc:sldChg chg="addSp delSp modSp add mod">
        <pc:chgData name="Li, Cong" userId="025630f4-267e-4cb3-8cd5-8795177f99f4" providerId="ADAL" clId="{929A2CC8-B112-421C-81E2-D5D63B23E300}" dt="2026-07-18T00:59:51.923" v="1298" actId="14100"/>
        <pc:sldMkLst>
          <pc:docMk/>
          <pc:sldMk cId="289941467" sldId="440"/>
        </pc:sldMkLst>
        <pc:spChg chg="add mod">
          <ac:chgData name="Li, Cong" userId="025630f4-267e-4cb3-8cd5-8795177f99f4" providerId="ADAL" clId="{929A2CC8-B112-421C-81E2-D5D63B23E300}" dt="2026-07-18T00:59:42.042" v="1295" actId="14100"/>
          <ac:spMkLst>
            <pc:docMk/>
            <pc:sldMk cId="289941467" sldId="440"/>
            <ac:spMk id="7" creationId="{D491A2A6-7983-28FD-59FB-97750B2E14CC}"/>
          </ac:spMkLst>
        </pc:spChg>
        <pc:spChg chg="add mod">
          <ac:chgData name="Li, Cong" userId="025630f4-267e-4cb3-8cd5-8795177f99f4" providerId="ADAL" clId="{929A2CC8-B112-421C-81E2-D5D63B23E300}" dt="2026-07-18T00:59:51.923" v="1298" actId="14100"/>
          <ac:spMkLst>
            <pc:docMk/>
            <pc:sldMk cId="289941467" sldId="440"/>
            <ac:spMk id="9" creationId="{684D2162-0AD4-5780-B8C3-75D476A9AAA0}"/>
          </ac:spMkLst>
        </pc:spChg>
        <pc:picChg chg="add mod">
          <ac:chgData name="Li, Cong" userId="025630f4-267e-4cb3-8cd5-8795177f99f4" providerId="ADAL" clId="{929A2CC8-B112-421C-81E2-D5D63B23E300}" dt="2026-07-18T00:59:13.033" v="1291" actId="1035"/>
          <ac:picMkLst>
            <pc:docMk/>
            <pc:sldMk cId="289941467" sldId="440"/>
            <ac:picMk id="4" creationId="{09EB69B2-2A3F-E037-3D2D-91E8C70A4F85}"/>
          </ac:picMkLst>
        </pc:picChg>
      </pc:sldChg>
      <pc:sldChg chg="addSp delSp modSp add mod">
        <pc:chgData name="Li, Cong" userId="025630f4-267e-4cb3-8cd5-8795177f99f4" providerId="ADAL" clId="{929A2CC8-B112-421C-81E2-D5D63B23E300}" dt="2026-07-18T01:03:46.971" v="1557" actId="1038"/>
        <pc:sldMkLst>
          <pc:docMk/>
          <pc:sldMk cId="2807038034" sldId="441"/>
        </pc:sldMkLst>
        <pc:spChg chg="mod">
          <ac:chgData name="Li, Cong" userId="025630f4-267e-4cb3-8cd5-8795177f99f4" providerId="ADAL" clId="{929A2CC8-B112-421C-81E2-D5D63B23E300}" dt="2026-07-18T01:02:32.613" v="1308" actId="1076"/>
          <ac:spMkLst>
            <pc:docMk/>
            <pc:sldMk cId="2807038034" sldId="441"/>
            <ac:spMk id="3" creationId="{472E6C80-A1E5-5249-8621-A188F038EE4A}"/>
          </ac:spMkLst>
        </pc:spChg>
        <pc:spChg chg="mod">
          <ac:chgData name="Li, Cong" userId="025630f4-267e-4cb3-8cd5-8795177f99f4" providerId="ADAL" clId="{929A2CC8-B112-421C-81E2-D5D63B23E300}" dt="2026-07-18T01:02:35.878" v="1309" actId="1076"/>
          <ac:spMkLst>
            <pc:docMk/>
            <pc:sldMk cId="2807038034" sldId="441"/>
            <ac:spMk id="4" creationId="{EBA43FBC-2D99-D8BD-40F6-FFD5553DFBCA}"/>
          </ac:spMkLst>
        </pc:spChg>
        <pc:spChg chg="mod">
          <ac:chgData name="Li, Cong" userId="025630f4-267e-4cb3-8cd5-8795177f99f4" providerId="ADAL" clId="{929A2CC8-B112-421C-81E2-D5D63B23E300}" dt="2026-07-18T01:03:00.795" v="1359" actId="1037"/>
          <ac:spMkLst>
            <pc:docMk/>
            <pc:sldMk cId="2807038034" sldId="441"/>
            <ac:spMk id="7" creationId="{92970D6E-6498-EFDD-6F8B-3797E571C781}"/>
          </ac:spMkLst>
        </pc:spChg>
        <pc:spChg chg="mod">
          <ac:chgData name="Li, Cong" userId="025630f4-267e-4cb3-8cd5-8795177f99f4" providerId="ADAL" clId="{929A2CC8-B112-421C-81E2-D5D63B23E300}" dt="2026-07-18T01:03:15.733" v="1433" actId="1035"/>
          <ac:spMkLst>
            <pc:docMk/>
            <pc:sldMk cId="2807038034" sldId="441"/>
            <ac:spMk id="9" creationId="{DFE1CD1A-09EB-F96D-3803-337A93E95E5D}"/>
          </ac:spMkLst>
        </pc:spChg>
        <pc:spChg chg="mod">
          <ac:chgData name="Li, Cong" userId="025630f4-267e-4cb3-8cd5-8795177f99f4" providerId="ADAL" clId="{929A2CC8-B112-421C-81E2-D5D63B23E300}" dt="2026-07-18T01:03:21.163" v="1458" actId="1038"/>
          <ac:spMkLst>
            <pc:docMk/>
            <pc:sldMk cId="2807038034" sldId="441"/>
            <ac:spMk id="11" creationId="{7E1A4BFA-F586-4423-5304-FE946DFB050B}"/>
          </ac:spMkLst>
        </pc:spChg>
        <pc:spChg chg="mod">
          <ac:chgData name="Li, Cong" userId="025630f4-267e-4cb3-8cd5-8795177f99f4" providerId="ADAL" clId="{929A2CC8-B112-421C-81E2-D5D63B23E300}" dt="2026-07-18T01:03:09.568" v="1405" actId="1038"/>
          <ac:spMkLst>
            <pc:docMk/>
            <pc:sldMk cId="2807038034" sldId="441"/>
            <ac:spMk id="13" creationId="{C0A6B530-A4BA-18AA-3B32-79E89028659A}"/>
          </ac:spMkLst>
        </pc:spChg>
        <pc:spChg chg="mod">
          <ac:chgData name="Li, Cong" userId="025630f4-267e-4cb3-8cd5-8795177f99f4" providerId="ADAL" clId="{929A2CC8-B112-421C-81E2-D5D63B23E300}" dt="2026-07-18T01:03:30.647" v="1508" actId="1036"/>
          <ac:spMkLst>
            <pc:docMk/>
            <pc:sldMk cId="2807038034" sldId="441"/>
            <ac:spMk id="14" creationId="{C8E4A3F6-01E0-AF14-9FF0-E5FEB06B743A}"/>
          </ac:spMkLst>
        </pc:spChg>
        <pc:spChg chg="mod">
          <ac:chgData name="Li, Cong" userId="025630f4-267e-4cb3-8cd5-8795177f99f4" providerId="ADAL" clId="{929A2CC8-B112-421C-81E2-D5D63B23E300}" dt="2026-07-18T01:03:46.971" v="1557" actId="1038"/>
          <ac:spMkLst>
            <pc:docMk/>
            <pc:sldMk cId="2807038034" sldId="441"/>
            <ac:spMk id="15" creationId="{9A590535-1972-10FB-C0E9-475F2D89CDAF}"/>
          </ac:spMkLst>
        </pc:spChg>
        <pc:spChg chg="mod">
          <ac:chgData name="Li, Cong" userId="025630f4-267e-4cb3-8cd5-8795177f99f4" providerId="ADAL" clId="{929A2CC8-B112-421C-81E2-D5D63B23E300}" dt="2026-07-18T01:02:51.371" v="1324" actId="1035"/>
          <ac:spMkLst>
            <pc:docMk/>
            <pc:sldMk cId="2807038034" sldId="441"/>
            <ac:spMk id="16" creationId="{7379BF4D-4379-5712-737D-28CA3011CBCE}"/>
          </ac:spMkLst>
        </pc:spChg>
        <pc:spChg chg="mod">
          <ac:chgData name="Li, Cong" userId="025630f4-267e-4cb3-8cd5-8795177f99f4" providerId="ADAL" clId="{929A2CC8-B112-421C-81E2-D5D63B23E300}" dt="2026-07-18T01:02:47.703" v="1319" actId="1035"/>
          <ac:spMkLst>
            <pc:docMk/>
            <pc:sldMk cId="2807038034" sldId="441"/>
            <ac:spMk id="17" creationId="{BFF2672A-E216-02AF-5A7E-BE4F13423DC0}"/>
          </ac:spMkLst>
        </pc:spChg>
        <pc:picChg chg="add mod ord">
          <ac:chgData name="Li, Cong" userId="025630f4-267e-4cb3-8cd5-8795177f99f4" providerId="ADAL" clId="{929A2CC8-B112-421C-81E2-D5D63B23E300}" dt="2026-07-18T01:02:28.459" v="1307" actId="1035"/>
          <ac:picMkLst>
            <pc:docMk/>
            <pc:sldMk cId="2807038034" sldId="441"/>
            <ac:picMk id="6" creationId="{985A6DEB-2781-7366-4FED-27DCB154D0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EF2-24C4-DCFD-FE9A-965BE79A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E6F8-9183-39EB-564F-59E8D107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33FD-C909-9BF1-736B-7FB8EA299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250-03E7-E2B2-4377-DEC62D9C2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6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2.5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2.5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609600" y="2438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 additional constant definition</a:t>
            </a:r>
          </a:p>
          <a:p>
            <a:pPr algn="ctr"/>
            <a:r>
              <a:rPr lang="zh-CN" altLang="en-US" sz="2200" dirty="0"/>
              <a:t>增加一个常量定义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‘single.cpp</a:t>
            </a:r>
            <a:r>
              <a:rPr lang="en-US" altLang="zh-CN" sz="2200"/>
              <a:t>’ as </a:t>
            </a:r>
            <a:r>
              <a:rPr lang="en-US" altLang="zh-CN" sz="2200" dirty="0"/>
              <a:t>‘simple.cpp’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’single.cpp’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’simple.cpp’</a:t>
            </a:r>
            <a:endParaRPr lang="zh-CN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1BFFE-BC96-E03E-B23A-CFAFBC2C5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2652130" cy="8116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56F974-7872-E523-51F0-DE4336887CF6}"/>
              </a:ext>
            </a:extLst>
          </p:cNvPr>
          <p:cNvSpPr/>
          <p:nvPr/>
        </p:nvSpPr>
        <p:spPr bwMode="auto">
          <a:xfrm>
            <a:off x="731520" y="3733800"/>
            <a:ext cx="2652130" cy="27824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38A1-9197-AB84-31DA-A0DA557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038B-E340-B4C2-2178-C87D35C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Initialization  </a:t>
            </a:r>
            <a:r>
              <a:rPr lang="zh-CN" altLang="en-US" dirty="0">
                <a:ea typeface="ＭＳ Ｐゴシック" panose="020B0600070205080204" pitchFamily="34" charset="-128"/>
              </a:rPr>
              <a:t>初始化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F7DDD-2AE2-94FE-DB51-E9FADC94A138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initialization from single-number variables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将初始化中的单数值变量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70E45-158D-1686-BFC2-967DB6FC9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3921037" cy="8345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4317C4-698D-BBD5-8605-55B51D7EE941}"/>
              </a:ext>
            </a:extLst>
          </p:cNvPr>
          <p:cNvSpPr txBox="1"/>
          <p:nvPr/>
        </p:nvSpPr>
        <p:spPr>
          <a:xfrm>
            <a:off x="609600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multiple-number array</a:t>
            </a:r>
          </a:p>
          <a:p>
            <a:pPr algn="ctr"/>
            <a:r>
              <a:rPr lang="zh-CN" altLang="en-US" sz="2200" dirty="0"/>
              <a:t>改为多数值数组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526BA7-008F-3334-E4C2-41B8E1B26F5F}"/>
              </a:ext>
            </a:extLst>
          </p:cNvPr>
          <p:cNvCxnSpPr>
            <a:cxnSpLocks/>
          </p:cNvCxnSpPr>
          <p:nvPr/>
        </p:nvCxnSpPr>
        <p:spPr bwMode="auto">
          <a:xfrm>
            <a:off x="737698" y="2431429"/>
            <a:ext cx="195434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4F9CF2-BA28-3750-0697-A95E167F070C}"/>
              </a:ext>
            </a:extLst>
          </p:cNvPr>
          <p:cNvCxnSpPr>
            <a:cxnSpLocks/>
          </p:cNvCxnSpPr>
          <p:nvPr/>
        </p:nvCxnSpPr>
        <p:spPr bwMode="auto">
          <a:xfrm>
            <a:off x="731520" y="2703253"/>
            <a:ext cx="15544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2886C7-8E05-F3F2-E1CD-C945D9B149BC}"/>
              </a:ext>
            </a:extLst>
          </p:cNvPr>
          <p:cNvCxnSpPr>
            <a:cxnSpLocks/>
          </p:cNvCxnSpPr>
          <p:nvPr/>
        </p:nvCxnSpPr>
        <p:spPr bwMode="auto">
          <a:xfrm>
            <a:off x="731520" y="2971800"/>
            <a:ext cx="392103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69C0539-A119-E250-EEE8-F2110EE6317D}"/>
              </a:ext>
            </a:extLst>
          </p:cNvPr>
          <p:cNvSpPr/>
          <p:nvPr/>
        </p:nvSpPr>
        <p:spPr bwMode="auto">
          <a:xfrm>
            <a:off x="2267295" y="3153038"/>
            <a:ext cx="424743" cy="1037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C6000-E113-F833-2917-D14DE0E2D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0224"/>
            <a:ext cx="617306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2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85CF-118C-11EA-F46B-A9AC80D1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15B0-5050-E5EC-E086-1515F8B4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2BB10-4A1A-7E9D-5272-BDA25DB70F85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Put the calculation &amp; recording into an outer loop w/ indent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将计算与记录缩进并放入一个外重循环中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B69B2-2A3F-E037-3D2D-91E8C70A4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438400"/>
            <a:ext cx="5670071" cy="31894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91A2A6-7983-28FD-59FB-97750B2E14CC}"/>
              </a:ext>
            </a:extLst>
          </p:cNvPr>
          <p:cNvSpPr/>
          <p:nvPr/>
        </p:nvSpPr>
        <p:spPr bwMode="auto">
          <a:xfrm>
            <a:off x="1133856" y="2458199"/>
            <a:ext cx="3742943" cy="513601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D2162-0AD4-5780-B8C3-75D476A9AAA0}"/>
              </a:ext>
            </a:extLst>
          </p:cNvPr>
          <p:cNvSpPr/>
          <p:nvPr/>
        </p:nvSpPr>
        <p:spPr bwMode="auto">
          <a:xfrm>
            <a:off x="1133857" y="2971800"/>
            <a:ext cx="466344" cy="265601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94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6A49-757F-5106-507D-2F380D48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5A6DEB-2781-7366-4FED-27DCB154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2438400"/>
            <a:ext cx="5201376" cy="2366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2C1259-BD96-0EEF-6CF2-205B23CF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BF8FC-A0A9-DF3C-9830-3E1BF5E5FB61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the additional indices to the variables in calculation &amp; recording  </a:t>
            </a:r>
            <a:r>
              <a:rPr lang="zh-CN" altLang="en-US" sz="2200" dirty="0"/>
              <a:t>在计算和记录时，为变量加入额外的下标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E6C80-A1E5-5249-8621-A188F038EE4A}"/>
              </a:ext>
            </a:extLst>
          </p:cNvPr>
          <p:cNvSpPr/>
          <p:nvPr/>
        </p:nvSpPr>
        <p:spPr bwMode="auto">
          <a:xfrm>
            <a:off x="2150534" y="3007892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A43FBC-2D99-D8BD-40F6-FFD5553DFBCA}"/>
              </a:ext>
            </a:extLst>
          </p:cNvPr>
          <p:cNvSpPr/>
          <p:nvPr/>
        </p:nvSpPr>
        <p:spPr bwMode="auto">
          <a:xfrm>
            <a:off x="2150534" y="4029152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970D6E-6498-EFDD-6F8B-3797E571C781}"/>
              </a:ext>
            </a:extLst>
          </p:cNvPr>
          <p:cNvSpPr/>
          <p:nvPr/>
        </p:nvSpPr>
        <p:spPr bwMode="auto">
          <a:xfrm>
            <a:off x="3562454" y="2961918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1CD1A-09EB-F96D-3803-337A93E95E5D}"/>
              </a:ext>
            </a:extLst>
          </p:cNvPr>
          <p:cNvSpPr/>
          <p:nvPr/>
        </p:nvSpPr>
        <p:spPr bwMode="auto">
          <a:xfrm>
            <a:off x="4390150" y="2989513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1A4BFA-F586-4423-5304-FE946DFB050B}"/>
              </a:ext>
            </a:extLst>
          </p:cNvPr>
          <p:cNvSpPr/>
          <p:nvPr/>
        </p:nvSpPr>
        <p:spPr bwMode="auto">
          <a:xfrm>
            <a:off x="5215995" y="2984777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A6B530-A4BA-18AA-3B32-79E89028659A}"/>
              </a:ext>
            </a:extLst>
          </p:cNvPr>
          <p:cNvSpPr/>
          <p:nvPr/>
        </p:nvSpPr>
        <p:spPr bwMode="auto">
          <a:xfrm>
            <a:off x="3567194" y="3998972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E4A3F6-01E0-AF14-9FF0-E5FEB06B743A}"/>
              </a:ext>
            </a:extLst>
          </p:cNvPr>
          <p:cNvSpPr/>
          <p:nvPr/>
        </p:nvSpPr>
        <p:spPr bwMode="auto">
          <a:xfrm>
            <a:off x="4397772" y="4001766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590535-1972-10FB-C0E9-475F2D89CDAF}"/>
              </a:ext>
            </a:extLst>
          </p:cNvPr>
          <p:cNvSpPr/>
          <p:nvPr/>
        </p:nvSpPr>
        <p:spPr bwMode="auto">
          <a:xfrm>
            <a:off x="5200757" y="4011238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9BF4D-4379-5712-737D-28CA3011CBCE}"/>
              </a:ext>
            </a:extLst>
          </p:cNvPr>
          <p:cNvSpPr/>
          <p:nvPr/>
        </p:nvSpPr>
        <p:spPr bwMode="auto">
          <a:xfrm>
            <a:off x="3191751" y="4273055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F2672A-E216-02AF-5A7E-BE4F13423DC0}"/>
              </a:ext>
            </a:extLst>
          </p:cNvPr>
          <p:cNvSpPr/>
          <p:nvPr/>
        </p:nvSpPr>
        <p:spPr bwMode="auto">
          <a:xfrm>
            <a:off x="4033908" y="4290998"/>
            <a:ext cx="304800" cy="25926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703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7C64-CACF-82B9-0793-1E0EB8BD7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B37C1C-D8AF-6D9A-ABBE-4875192C1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2438400"/>
            <a:ext cx="4618364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040281-7D6B-AD5D-E411-4D36F098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60D73-CDD1-F8BA-28A7-F45552903345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record output from single number per line </a:t>
            </a:r>
          </a:p>
          <a:p>
            <a:pPr algn="ctr"/>
            <a:r>
              <a:rPr lang="zh-CN" altLang="en-US" sz="2200" dirty="0"/>
              <a:t>将记录输出从一行单个数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9F3581-6832-5DD0-1CF0-B16F9FEA1ECF}"/>
              </a:ext>
            </a:extLst>
          </p:cNvPr>
          <p:cNvSpPr txBox="1"/>
          <p:nvPr/>
        </p:nvSpPr>
        <p:spPr>
          <a:xfrm>
            <a:off x="609600" y="2971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multiple numbers per line</a:t>
            </a:r>
          </a:p>
          <a:p>
            <a:pPr algn="ctr"/>
            <a:r>
              <a:rPr lang="zh-CN" altLang="en-US" sz="2200" dirty="0"/>
              <a:t>改为一行多个数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6857C89-9177-C911-107E-246A22B59FCC}"/>
              </a:ext>
            </a:extLst>
          </p:cNvPr>
          <p:cNvSpPr/>
          <p:nvPr/>
        </p:nvSpPr>
        <p:spPr bwMode="auto">
          <a:xfrm>
            <a:off x="2056801" y="2801260"/>
            <a:ext cx="424743" cy="91789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EAB984-ADD6-A23E-E5E8-507EFE96ECA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19507" y="2615514"/>
            <a:ext cx="4635049" cy="8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0C3F93-B9D6-2A0E-2806-3BEA57FA8673}"/>
              </a:ext>
            </a:extLst>
          </p:cNvPr>
          <p:cNvSpPr txBox="1"/>
          <p:nvPr/>
        </p:nvSpPr>
        <p:spPr>
          <a:xfrm>
            <a:off x="609600" y="5555159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SRC=simple.cpp</a:t>
            </a:r>
          </a:p>
          <a:p>
            <a:pPr algn="ctr"/>
            <a:r>
              <a:rPr lang="en-US" altLang="zh-CN" sz="2200">
                <a:latin typeface="Consolas" panose="020B0609020204030204" pitchFamily="49" charset="0"/>
              </a:rPr>
              <a:t>run-simple.</a:t>
            </a:r>
            <a:r>
              <a:rPr lang="en-US" altLang="zh-CN" sz="2200" dirty="0">
                <a:latin typeface="Consolas" panose="020B0609020204030204" pitchFamily="49" charset="0"/>
              </a:rPr>
              <a:t>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15FE57-719B-5517-6837-C7ED6686F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3764051"/>
            <a:ext cx="4424027" cy="164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8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15886</TotalTime>
  <Words>230</Words>
  <Application>Microsoft Office PowerPoint</Application>
  <PresentationFormat>On-screen Show (4:3)</PresentationFormat>
  <Paragraphs>31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2.5</vt:lpstr>
      <vt:lpstr>Basic Settings  基本设置</vt:lpstr>
      <vt:lpstr>Initialization  初始化</vt:lpstr>
      <vt:lpstr>Calculation &amp; Recording 计算与记录 (1)</vt:lpstr>
      <vt:lpstr>Calculation &amp; Recording 计算与记录 (2)</vt:lpstr>
      <vt:lpstr>Results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2026-08-15T00:33:56Z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