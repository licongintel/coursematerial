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8"/>
  </p:notesMasterIdLst>
  <p:handoutMasterIdLst>
    <p:handoutMasterId r:id="rId9"/>
  </p:handoutMasterIdLst>
  <p:sldIdLst>
    <p:sldId id="286" r:id="rId2"/>
    <p:sldId id="415" r:id="rId3"/>
    <p:sldId id="435" r:id="rId4"/>
    <p:sldId id="438" r:id="rId5"/>
    <p:sldId id="439" r:id="rId6"/>
    <p:sldId id="353" r:id="rId7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  <a:srgbClr val="B2B2B2"/>
    <a:srgbClr val="993366"/>
    <a:srgbClr val="339933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B26146-EB97-44B0-9204-500861854C4E}" v="298" dt="2026-09-12T00:23:16.8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63" autoAdjust="0"/>
    <p:restoredTop sz="80897" autoAdjust="0"/>
  </p:normalViewPr>
  <p:slideViewPr>
    <p:cSldViewPr>
      <p:cViewPr varScale="1">
        <p:scale>
          <a:sx n="58" d="100"/>
          <a:sy n="58" d="100"/>
        </p:scale>
        <p:origin x="1147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, Cong" userId="025630f4-267e-4cb3-8cd5-8795177f99f4" providerId="ADAL" clId="{929A2CC8-B112-421C-81E2-D5D63B23E300}"/>
    <pc:docChg chg="undo custSel addSld delSld modSld sldOrd">
      <pc:chgData name="Li, Cong" userId="025630f4-267e-4cb3-8cd5-8795177f99f4" providerId="ADAL" clId="{929A2CC8-B112-421C-81E2-D5D63B23E300}" dt="2026-09-12T00:23:16.884" v="9567" actId="20577"/>
      <pc:docMkLst>
        <pc:docMk/>
      </pc:docMkLst>
      <pc:sldChg chg="addSp delSp modSp mod">
        <pc:chgData name="Li, Cong" userId="025630f4-267e-4cb3-8cd5-8795177f99f4" providerId="ADAL" clId="{929A2CC8-B112-421C-81E2-D5D63B23E300}" dt="2026-09-09T23:54:22.938" v="8448" actId="21"/>
        <pc:sldMkLst>
          <pc:docMk/>
          <pc:sldMk cId="0" sldId="286"/>
        </pc:sldMkLst>
        <pc:spChg chg="mod">
          <ac:chgData name="Li, Cong" userId="025630f4-267e-4cb3-8cd5-8795177f99f4" providerId="ADAL" clId="{929A2CC8-B112-421C-81E2-D5D63B23E300}" dt="2026-09-09T23:34:28.947" v="7948" actId="20577"/>
          <ac:spMkLst>
            <pc:docMk/>
            <pc:sldMk cId="0" sldId="286"/>
            <ac:spMk id="4" creationId="{D050F980-1D76-4E39-94EB-A1B939407DEF}"/>
          </ac:spMkLst>
        </pc:spChg>
        <pc:spChg chg="mod">
          <ac:chgData name="Li, Cong" userId="025630f4-267e-4cb3-8cd5-8795177f99f4" providerId="ADAL" clId="{929A2CC8-B112-421C-81E2-D5D63B23E300}" dt="2026-09-09T23:34:25.748" v="7944" actId="20577"/>
          <ac:spMkLst>
            <pc:docMk/>
            <pc:sldMk cId="0" sldId="286"/>
            <ac:spMk id="5122" creationId="{00000000-0000-0000-0000-000000000000}"/>
          </ac:spMkLst>
        </pc:spChg>
      </pc:sldChg>
      <pc:sldChg chg="addSp delSp modSp mod delAnim modAnim">
        <pc:chgData name="Li, Cong" userId="025630f4-267e-4cb3-8cd5-8795177f99f4" providerId="ADAL" clId="{929A2CC8-B112-421C-81E2-D5D63B23E300}" dt="2026-09-10T00:16:31.621" v="9524"/>
        <pc:sldMkLst>
          <pc:docMk/>
          <pc:sldMk cId="796492521" sldId="415"/>
        </pc:sldMkLst>
        <pc:spChg chg="mod">
          <ac:chgData name="Li, Cong" userId="025630f4-267e-4cb3-8cd5-8795177f99f4" providerId="ADAL" clId="{929A2CC8-B112-421C-81E2-D5D63B23E300}" dt="2026-09-09T23:36:20.439" v="8061" actId="20577"/>
          <ac:spMkLst>
            <pc:docMk/>
            <pc:sldMk cId="796492521" sldId="415"/>
            <ac:spMk id="2" creationId="{ADE6B920-28FE-41F4-B19E-AF72E4D6D2C6}"/>
          </ac:spMkLst>
        </pc:spChg>
        <pc:spChg chg="mod">
          <ac:chgData name="Li, Cong" userId="025630f4-267e-4cb3-8cd5-8795177f99f4" providerId="ADAL" clId="{929A2CC8-B112-421C-81E2-D5D63B23E300}" dt="2026-09-09T23:37:48.048" v="8286" actId="14100"/>
          <ac:spMkLst>
            <pc:docMk/>
            <pc:sldMk cId="796492521" sldId="415"/>
            <ac:spMk id="11" creationId="{A3DE4361-0528-9A32-9B49-B6D88AD36DAC}"/>
          </ac:spMkLst>
        </pc:spChg>
        <pc:spChg chg="add mod">
          <ac:chgData name="Li, Cong" userId="025630f4-267e-4cb3-8cd5-8795177f99f4" providerId="ADAL" clId="{929A2CC8-B112-421C-81E2-D5D63B23E300}" dt="2026-09-10T00:12:01.195" v="9164" actId="14100"/>
          <ac:spMkLst>
            <pc:docMk/>
            <pc:sldMk cId="796492521" sldId="415"/>
            <ac:spMk id="14" creationId="{42C2BE69-4257-C7A1-DC25-62A400691817}"/>
          </ac:spMkLst>
        </pc:spChg>
        <pc:spChg chg="add mod">
          <ac:chgData name="Li, Cong" userId="025630f4-267e-4cb3-8cd5-8795177f99f4" providerId="ADAL" clId="{929A2CC8-B112-421C-81E2-D5D63B23E300}" dt="2026-09-10T00:08:30.306" v="8695" actId="1035"/>
          <ac:spMkLst>
            <pc:docMk/>
            <pc:sldMk cId="796492521" sldId="415"/>
            <ac:spMk id="15" creationId="{0B5914A4-CC03-8209-4B6D-85C03F2567DA}"/>
          </ac:spMkLst>
        </pc:spChg>
        <pc:spChg chg="mod">
          <ac:chgData name="Li, Cong" userId="025630f4-267e-4cb3-8cd5-8795177f99f4" providerId="ADAL" clId="{929A2CC8-B112-421C-81E2-D5D63B23E300}" dt="2026-09-09T23:35:05.576" v="8015" actId="313"/>
          <ac:spMkLst>
            <pc:docMk/>
            <pc:sldMk cId="796492521" sldId="415"/>
            <ac:spMk id="19" creationId="{23CD657D-BF24-8236-C712-84C3BC6A85FC}"/>
          </ac:spMkLst>
        </pc:spChg>
        <pc:picChg chg="add mod">
          <ac:chgData name="Li, Cong" userId="025630f4-267e-4cb3-8cd5-8795177f99f4" providerId="ADAL" clId="{929A2CC8-B112-421C-81E2-D5D63B23E300}" dt="2026-09-09T23:39:40.531" v="8291" actId="1076"/>
          <ac:picMkLst>
            <pc:docMk/>
            <pc:sldMk cId="796492521" sldId="415"/>
            <ac:picMk id="5" creationId="{D460CFC5-E516-9C3C-EE9D-C5A6DA275606}"/>
          </ac:picMkLst>
        </pc:picChg>
        <pc:picChg chg="add mod">
          <ac:chgData name="Li, Cong" userId="025630f4-267e-4cb3-8cd5-8795177f99f4" providerId="ADAL" clId="{929A2CC8-B112-421C-81E2-D5D63B23E300}" dt="2026-09-09T23:40:39.164" v="8326" actId="1076"/>
          <ac:picMkLst>
            <pc:docMk/>
            <pc:sldMk cId="796492521" sldId="415"/>
            <ac:picMk id="7" creationId="{DA8616C9-DA5F-6399-D25D-73CC42C6633C}"/>
          </ac:picMkLst>
        </pc:picChg>
        <pc:cxnChg chg="add mod">
          <ac:chgData name="Li, Cong" userId="025630f4-267e-4cb3-8cd5-8795177f99f4" providerId="ADAL" clId="{929A2CC8-B112-421C-81E2-D5D63B23E300}" dt="2026-09-10T00:09:46.048" v="8814" actId="1035"/>
          <ac:cxnSpMkLst>
            <pc:docMk/>
            <pc:sldMk cId="796492521" sldId="415"/>
            <ac:cxnSpMk id="9" creationId="{DDFAB97E-C477-02EB-9392-8D917AC11FB8}"/>
          </ac:cxnSpMkLst>
        </pc:cxnChg>
      </pc:sldChg>
      <pc:sldChg chg="addSp delSp modSp add mod delAnim modAnim">
        <pc:chgData name="Li, Cong" userId="025630f4-267e-4cb3-8cd5-8795177f99f4" providerId="ADAL" clId="{929A2CC8-B112-421C-81E2-D5D63B23E300}" dt="2026-09-10T00:18:08.511" v="9528"/>
        <pc:sldMkLst>
          <pc:docMk/>
          <pc:sldMk cId="3553648521" sldId="435"/>
        </pc:sldMkLst>
        <pc:spChg chg="mod">
          <ac:chgData name="Li, Cong" userId="025630f4-267e-4cb3-8cd5-8795177f99f4" providerId="ADAL" clId="{929A2CC8-B112-421C-81E2-D5D63B23E300}" dt="2026-09-10T00:03:02.737" v="8626" actId="20577"/>
          <ac:spMkLst>
            <pc:docMk/>
            <pc:sldMk cId="3553648521" sldId="435"/>
            <ac:spMk id="2" creationId="{4CE32745-8FBC-5E24-87AD-6CCA0AD31545}"/>
          </ac:spMkLst>
        </pc:spChg>
        <pc:spChg chg="add mod">
          <ac:chgData name="Li, Cong" userId="025630f4-267e-4cb3-8cd5-8795177f99f4" providerId="ADAL" clId="{929A2CC8-B112-421C-81E2-D5D63B23E300}" dt="2026-09-10T00:08:36.817" v="8722" actId="1035"/>
          <ac:spMkLst>
            <pc:docMk/>
            <pc:sldMk cId="3553648521" sldId="435"/>
            <ac:spMk id="10" creationId="{71A66BE4-C61E-1E91-DEFB-99EEBCE8D95D}"/>
          </ac:spMkLst>
        </pc:spChg>
        <pc:spChg chg="add mod">
          <ac:chgData name="Li, Cong" userId="025630f4-267e-4cb3-8cd5-8795177f99f4" providerId="ADAL" clId="{929A2CC8-B112-421C-81E2-D5D63B23E300}" dt="2026-09-10T00:13:17.106" v="9252" actId="14100"/>
          <ac:spMkLst>
            <pc:docMk/>
            <pc:sldMk cId="3553648521" sldId="435"/>
            <ac:spMk id="15" creationId="{B585EB72-04D1-86ED-F8FA-34C65F6BCBC5}"/>
          </ac:spMkLst>
        </pc:spChg>
        <pc:picChg chg="add mod">
          <ac:chgData name="Li, Cong" userId="025630f4-267e-4cb3-8cd5-8795177f99f4" providerId="ADAL" clId="{929A2CC8-B112-421C-81E2-D5D63B23E300}" dt="2026-09-09T23:45:31.737" v="8340" actId="1035"/>
          <ac:picMkLst>
            <pc:docMk/>
            <pc:sldMk cId="3553648521" sldId="435"/>
            <ac:picMk id="5" creationId="{6A1D7861-A5C0-7BE7-B08E-7359B110397E}"/>
          </ac:picMkLst>
        </pc:picChg>
        <pc:picChg chg="add mod">
          <ac:chgData name="Li, Cong" userId="025630f4-267e-4cb3-8cd5-8795177f99f4" providerId="ADAL" clId="{929A2CC8-B112-421C-81E2-D5D63B23E300}" dt="2026-09-10T00:08:39.929" v="8727" actId="1035"/>
          <ac:picMkLst>
            <pc:docMk/>
            <pc:sldMk cId="3553648521" sldId="435"/>
            <ac:picMk id="7" creationId="{FE2CF4E1-8C34-2047-FD25-E58AFFC91750}"/>
          </ac:picMkLst>
        </pc:picChg>
        <pc:cxnChg chg="add mod">
          <ac:chgData name="Li, Cong" userId="025630f4-267e-4cb3-8cd5-8795177f99f4" providerId="ADAL" clId="{929A2CC8-B112-421C-81E2-D5D63B23E300}" dt="2026-09-10T00:09:51.181" v="8826" actId="1036"/>
          <ac:cxnSpMkLst>
            <pc:docMk/>
            <pc:sldMk cId="3553648521" sldId="435"/>
            <ac:cxnSpMk id="11" creationId="{38AC7CCE-246B-3AEE-0626-387DF1A7C01A}"/>
          </ac:cxnSpMkLst>
        </pc:cxnChg>
        <pc:cxnChg chg="add mod">
          <ac:chgData name="Li, Cong" userId="025630f4-267e-4cb3-8cd5-8795177f99f4" providerId="ADAL" clId="{929A2CC8-B112-421C-81E2-D5D63B23E300}" dt="2026-09-10T00:09:56.563" v="8852" actId="1037"/>
          <ac:cxnSpMkLst>
            <pc:docMk/>
            <pc:sldMk cId="3553648521" sldId="435"/>
            <ac:cxnSpMk id="13" creationId="{E210CA93-D70A-7EAC-82CD-143930788D0A}"/>
          </ac:cxnSpMkLst>
        </pc:cxnChg>
        <pc:cxnChg chg="add mod">
          <ac:chgData name="Li, Cong" userId="025630f4-267e-4cb3-8cd5-8795177f99f4" providerId="ADAL" clId="{929A2CC8-B112-421C-81E2-D5D63B23E300}" dt="2026-09-10T00:10:01.266" v="8874" actId="1038"/>
          <ac:cxnSpMkLst>
            <pc:docMk/>
            <pc:sldMk cId="3553648521" sldId="435"/>
            <ac:cxnSpMk id="14" creationId="{682D7645-D21A-BE3B-BFC1-0695F9C8ADA9}"/>
          </ac:cxnSpMkLst>
        </pc:cxnChg>
      </pc:sldChg>
      <pc:sldChg chg="addSp delSp modSp mod delAnim modAnim">
        <pc:chgData name="Li, Cong" userId="025630f4-267e-4cb3-8cd5-8795177f99f4" providerId="ADAL" clId="{929A2CC8-B112-421C-81E2-D5D63B23E300}" dt="2026-09-10T00:20:51.988" v="9545"/>
        <pc:sldMkLst>
          <pc:docMk/>
          <pc:sldMk cId="975484450" sldId="438"/>
        </pc:sldMkLst>
        <pc:spChg chg="mod">
          <ac:chgData name="Li, Cong" userId="025630f4-267e-4cb3-8cd5-8795177f99f4" providerId="ADAL" clId="{929A2CC8-B112-421C-81E2-D5D63B23E300}" dt="2026-09-10T00:03:07.897" v="8630" actId="20577"/>
          <ac:spMkLst>
            <pc:docMk/>
            <pc:sldMk cId="975484450" sldId="438"/>
            <ac:spMk id="2" creationId="{24937EA1-21B3-FC9D-AE71-78D906CE5B9E}"/>
          </ac:spMkLst>
        </pc:spChg>
        <pc:spChg chg="add mod">
          <ac:chgData name="Li, Cong" userId="025630f4-267e-4cb3-8cd5-8795177f99f4" providerId="ADAL" clId="{929A2CC8-B112-421C-81E2-D5D63B23E300}" dt="2026-09-10T00:08:48.178" v="8752" actId="1035"/>
          <ac:spMkLst>
            <pc:docMk/>
            <pc:sldMk cId="975484450" sldId="438"/>
            <ac:spMk id="16" creationId="{C1D7CC9B-F13D-E773-C656-8777AA04D772}"/>
          </ac:spMkLst>
        </pc:spChg>
        <pc:spChg chg="add mod">
          <ac:chgData name="Li, Cong" userId="025630f4-267e-4cb3-8cd5-8795177f99f4" providerId="ADAL" clId="{929A2CC8-B112-421C-81E2-D5D63B23E300}" dt="2026-09-10T00:08:54.864" v="8808" actId="1038"/>
          <ac:spMkLst>
            <pc:docMk/>
            <pc:sldMk cId="975484450" sldId="438"/>
            <ac:spMk id="17" creationId="{12CCFE9D-863B-6807-CB4C-EAC5AAE74923}"/>
          </ac:spMkLst>
        </pc:spChg>
        <pc:spChg chg="add mod">
          <ac:chgData name="Li, Cong" userId="025630f4-267e-4cb3-8cd5-8795177f99f4" providerId="ADAL" clId="{929A2CC8-B112-421C-81E2-D5D63B23E300}" dt="2026-09-10T00:14:34.574" v="9357" actId="1036"/>
          <ac:spMkLst>
            <pc:docMk/>
            <pc:sldMk cId="975484450" sldId="438"/>
            <ac:spMk id="22" creationId="{E308B6AA-933A-7383-C705-91F47D5929AC}"/>
          </ac:spMkLst>
        </pc:spChg>
        <pc:spChg chg="add mod">
          <ac:chgData name="Li, Cong" userId="025630f4-267e-4cb3-8cd5-8795177f99f4" providerId="ADAL" clId="{929A2CC8-B112-421C-81E2-D5D63B23E300}" dt="2026-09-10T00:14:55.188" v="9400" actId="1036"/>
          <ac:spMkLst>
            <pc:docMk/>
            <pc:sldMk cId="975484450" sldId="438"/>
            <ac:spMk id="25" creationId="{AD211A3C-1416-CC6E-667D-C7A061E6DD98}"/>
          </ac:spMkLst>
        </pc:spChg>
        <pc:spChg chg="add mod">
          <ac:chgData name="Li, Cong" userId="025630f4-267e-4cb3-8cd5-8795177f99f4" providerId="ADAL" clId="{929A2CC8-B112-421C-81E2-D5D63B23E300}" dt="2026-09-10T00:15:11.516" v="9445" actId="1037"/>
          <ac:spMkLst>
            <pc:docMk/>
            <pc:sldMk cId="975484450" sldId="438"/>
            <ac:spMk id="26" creationId="{75AF0827-1322-B033-F266-F496DBF56746}"/>
          </ac:spMkLst>
        </pc:spChg>
        <pc:spChg chg="add mod">
          <ac:chgData name="Li, Cong" userId="025630f4-267e-4cb3-8cd5-8795177f99f4" providerId="ADAL" clId="{929A2CC8-B112-421C-81E2-D5D63B23E300}" dt="2026-09-10T00:15:38.399" v="9518" actId="1035"/>
          <ac:spMkLst>
            <pc:docMk/>
            <pc:sldMk cId="975484450" sldId="438"/>
            <ac:spMk id="27" creationId="{A5916D3A-8D0F-53E5-B8A8-8B03779E2790}"/>
          </ac:spMkLst>
        </pc:spChg>
        <pc:picChg chg="add mod">
          <ac:chgData name="Li, Cong" userId="025630f4-267e-4cb3-8cd5-8795177f99f4" providerId="ADAL" clId="{929A2CC8-B112-421C-81E2-D5D63B23E300}" dt="2026-09-09T23:48:24.537" v="8436" actId="1035"/>
          <ac:picMkLst>
            <pc:docMk/>
            <pc:sldMk cId="975484450" sldId="438"/>
            <ac:picMk id="4" creationId="{ED51BCEA-2814-CDCB-7E8F-72D26F89D3FC}"/>
          </ac:picMkLst>
        </pc:picChg>
        <pc:picChg chg="add mod">
          <ac:chgData name="Li, Cong" userId="025630f4-267e-4cb3-8cd5-8795177f99f4" providerId="ADAL" clId="{929A2CC8-B112-421C-81E2-D5D63B23E300}" dt="2026-09-10T00:06:34.836" v="8635" actId="1035"/>
          <ac:picMkLst>
            <pc:docMk/>
            <pc:sldMk cId="975484450" sldId="438"/>
            <ac:picMk id="10" creationId="{9115E3E9-9DA7-0006-98C7-2F767E5D9F2A}"/>
          </ac:picMkLst>
        </pc:picChg>
        <pc:picChg chg="add mod">
          <ac:chgData name="Li, Cong" userId="025630f4-267e-4cb3-8cd5-8795177f99f4" providerId="ADAL" clId="{929A2CC8-B112-421C-81E2-D5D63B23E300}" dt="2026-09-09T23:50:26.988" v="8443" actId="1076"/>
          <ac:picMkLst>
            <pc:docMk/>
            <pc:sldMk cId="975484450" sldId="438"/>
            <ac:picMk id="12" creationId="{96838669-B5DC-DF23-6931-0E6C398252F0}"/>
          </ac:picMkLst>
        </pc:picChg>
        <pc:picChg chg="add mod">
          <ac:chgData name="Li, Cong" userId="025630f4-267e-4cb3-8cd5-8795177f99f4" providerId="ADAL" clId="{929A2CC8-B112-421C-81E2-D5D63B23E300}" dt="2026-09-09T23:50:39.187" v="8446" actId="1076"/>
          <ac:picMkLst>
            <pc:docMk/>
            <pc:sldMk cId="975484450" sldId="438"/>
            <ac:picMk id="14" creationId="{FFE7C574-675B-1F6C-DC05-C461B651A0DF}"/>
          </ac:picMkLst>
        </pc:picChg>
        <pc:cxnChg chg="add mod">
          <ac:chgData name="Li, Cong" userId="025630f4-267e-4cb3-8cd5-8795177f99f4" providerId="ADAL" clId="{929A2CC8-B112-421C-81E2-D5D63B23E300}" dt="2026-09-10T00:10:17.383" v="8938" actId="1038"/>
          <ac:cxnSpMkLst>
            <pc:docMk/>
            <pc:sldMk cId="975484450" sldId="438"/>
            <ac:cxnSpMk id="18" creationId="{7B20F697-CF31-BD30-583D-EFF8A00B01D0}"/>
          </ac:cxnSpMkLst>
        </pc:cxnChg>
        <pc:cxnChg chg="add mod">
          <ac:chgData name="Li, Cong" userId="025630f4-267e-4cb3-8cd5-8795177f99f4" providerId="ADAL" clId="{929A2CC8-B112-421C-81E2-D5D63B23E300}" dt="2026-09-10T00:10:24.809" v="9002" actId="1037"/>
          <ac:cxnSpMkLst>
            <pc:docMk/>
            <pc:sldMk cId="975484450" sldId="438"/>
            <ac:cxnSpMk id="19" creationId="{AB87BE70-D5B2-7CF3-A3AD-07B8A2D735A6}"/>
          </ac:cxnSpMkLst>
        </pc:cxnChg>
        <pc:cxnChg chg="add mod">
          <ac:chgData name="Li, Cong" userId="025630f4-267e-4cb3-8cd5-8795177f99f4" providerId="ADAL" clId="{929A2CC8-B112-421C-81E2-D5D63B23E300}" dt="2026-09-10T00:10:31.067" v="9066" actId="1038"/>
          <ac:cxnSpMkLst>
            <pc:docMk/>
            <pc:sldMk cId="975484450" sldId="438"/>
            <ac:cxnSpMk id="20" creationId="{3C6FB37F-D812-753E-BF2F-54022700F304}"/>
          </ac:cxnSpMkLst>
        </pc:cxnChg>
        <pc:cxnChg chg="add mod">
          <ac:chgData name="Li, Cong" userId="025630f4-267e-4cb3-8cd5-8795177f99f4" providerId="ADAL" clId="{929A2CC8-B112-421C-81E2-D5D63B23E300}" dt="2026-09-10T00:10:55.633" v="9158" actId="1037"/>
          <ac:cxnSpMkLst>
            <pc:docMk/>
            <pc:sldMk cId="975484450" sldId="438"/>
            <ac:cxnSpMk id="21" creationId="{4C54428F-A389-B933-D397-E543084B36EE}"/>
          </ac:cxnSpMkLst>
        </pc:cxnChg>
      </pc:sldChg>
      <pc:sldChg chg="addSp delSp modSp mod ord delAnim modAnim">
        <pc:chgData name="Li, Cong" userId="025630f4-267e-4cb3-8cd5-8795177f99f4" providerId="ADAL" clId="{929A2CC8-B112-421C-81E2-D5D63B23E300}" dt="2026-09-12T00:23:16.884" v="9567" actId="20577"/>
        <pc:sldMkLst>
          <pc:docMk/>
          <pc:sldMk cId="1836001582" sldId="439"/>
        </pc:sldMkLst>
        <pc:spChg chg="mod">
          <ac:chgData name="Li, Cong" userId="025630f4-267e-4cb3-8cd5-8795177f99f4" providerId="ADAL" clId="{929A2CC8-B112-421C-81E2-D5D63B23E300}" dt="2026-09-10T00:00:47.343" v="8621"/>
          <ac:spMkLst>
            <pc:docMk/>
            <pc:sldMk cId="1836001582" sldId="439"/>
            <ac:spMk id="2" creationId="{9C14DF8F-2529-71B4-5052-D1CB4794A1CB}"/>
          </ac:spMkLst>
        </pc:spChg>
        <pc:spChg chg="add mod">
          <ac:chgData name="Li, Cong" userId="025630f4-267e-4cb3-8cd5-8795177f99f4" providerId="ADAL" clId="{929A2CC8-B112-421C-81E2-D5D63B23E300}" dt="2026-09-12T00:23:16.884" v="9567" actId="20577"/>
          <ac:spMkLst>
            <pc:docMk/>
            <pc:sldMk cId="1836001582" sldId="439"/>
            <ac:spMk id="6" creationId="{5C9517B0-636F-A1B3-52CE-1EFD21014D63}"/>
          </ac:spMkLst>
        </pc:spChg>
        <pc:spChg chg="mod">
          <ac:chgData name="Li, Cong" userId="025630f4-267e-4cb3-8cd5-8795177f99f4" providerId="ADAL" clId="{929A2CC8-B112-421C-81E2-D5D63B23E300}" dt="2026-09-09T23:56:31.915" v="8597" actId="313"/>
          <ac:spMkLst>
            <pc:docMk/>
            <pc:sldMk cId="1836001582" sldId="439"/>
            <ac:spMk id="8" creationId="{A9D98966-2C3F-6857-1358-DE54F6A94A3F}"/>
          </ac:spMkLst>
        </pc:spChg>
        <pc:picChg chg="add mod">
          <ac:chgData name="Li, Cong" userId="025630f4-267e-4cb3-8cd5-8795177f99f4" providerId="ADAL" clId="{929A2CC8-B112-421C-81E2-D5D63B23E300}" dt="2026-09-09T23:58:59.936" v="8615" actId="1036"/>
          <ac:picMkLst>
            <pc:docMk/>
            <pc:sldMk cId="1836001582" sldId="439"/>
            <ac:picMk id="5" creationId="{9DC2E9EE-9C29-A094-A527-F602F05834B0}"/>
          </ac:picMkLst>
        </pc:picChg>
        <pc:cxnChg chg="add mod">
          <ac:chgData name="Li, Cong" userId="025630f4-267e-4cb3-8cd5-8795177f99f4" providerId="ADAL" clId="{929A2CC8-B112-421C-81E2-D5D63B23E300}" dt="2026-09-10T00:12:44.240" v="9223" actId="1037"/>
          <ac:cxnSpMkLst>
            <pc:docMk/>
            <pc:sldMk cId="1836001582" sldId="439"/>
            <ac:cxnSpMk id="7" creationId="{C345B95A-2058-F74D-FB5B-81E4AD22F9AD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14510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6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Cookbook for Practice 6.1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77465"/>
            <a:ext cx="7772400" cy="115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实践</a:t>
            </a:r>
            <a:r>
              <a:rPr lang="en-US" altLang="zh-CN" sz="3600" b="1" kern="0" dirty="0">
                <a:ea typeface="SimSun" panose="02010600030101010101" pitchFamily="2" charset="-122"/>
              </a:rPr>
              <a:t>6.1</a:t>
            </a:r>
            <a:r>
              <a:rPr lang="zh-CN" altLang="en-US" sz="3600" b="1" kern="0" dirty="0">
                <a:ea typeface="SimSun" panose="02010600030101010101" pitchFamily="2" charset="-122"/>
              </a:rPr>
              <a:t>攻略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Change Data Type  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改变数据类型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CD657D-BF24-8236-C712-84C3BC6A85FC}"/>
              </a:ext>
            </a:extLst>
          </p:cNvPr>
          <p:cNvSpPr txBox="1"/>
          <p:nvPr/>
        </p:nvSpPr>
        <p:spPr>
          <a:xfrm>
            <a:off x="531341" y="1512675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Duplicate ‘multithread.cpp’ as ‘float.cpp’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将</a:t>
            </a:r>
            <a:r>
              <a:rPr lang="en-US" altLang="zh-CN" sz="2200" dirty="0"/>
              <a:t>’ multithread.cpp’</a:t>
            </a:r>
            <a:r>
              <a:rPr lang="zh-CN" altLang="en-US" sz="2200" dirty="0"/>
              <a:t>复制为</a:t>
            </a:r>
            <a:r>
              <a:rPr lang="en-US" altLang="zh-CN" sz="2200" dirty="0"/>
              <a:t>’float.cpp’</a:t>
            </a:r>
            <a:endParaRPr lang="zh-CN" altLang="en-US" sz="2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DE4361-0528-9A32-9B49-B6D88AD36DAC}"/>
              </a:ext>
            </a:extLst>
          </p:cNvPr>
          <p:cNvSpPr txBox="1"/>
          <p:nvPr/>
        </p:nvSpPr>
        <p:spPr>
          <a:xfrm>
            <a:off x="213360" y="2596088"/>
            <a:ext cx="87172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Change double-precision data types to single-precision data types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将双精度类型改成单精度类型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60CFC5-E516-9C3C-EE9D-C5A6DA2756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3305156"/>
            <a:ext cx="6138767" cy="2972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8616C9-DA5F-6399-D25D-73CC42C663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257642"/>
            <a:ext cx="6013019" cy="285790"/>
          </a:xfrm>
          <a:prstGeom prst="rect">
            <a:avLst/>
          </a:prstGeom>
        </p:spPr>
      </p:pic>
      <p:sp>
        <p:nvSpPr>
          <p:cNvPr id="15" name="Arrow: Down 14">
            <a:extLst>
              <a:ext uri="{FF2B5EF4-FFF2-40B4-BE49-F238E27FC236}">
                <a16:creationId xmlns:a16="http://schemas.microsoft.com/office/drawing/2014/main" id="{0B5914A4-CC03-8209-4B6D-85C03F2567DA}"/>
              </a:ext>
            </a:extLst>
          </p:cNvPr>
          <p:cNvSpPr/>
          <p:nvPr/>
        </p:nvSpPr>
        <p:spPr bwMode="auto">
          <a:xfrm>
            <a:off x="3429000" y="3733800"/>
            <a:ext cx="424743" cy="424130"/>
          </a:xfrm>
          <a:prstGeom prst="downArrow">
            <a:avLst>
              <a:gd name="adj1" fmla="val 43760"/>
              <a:gd name="adj2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DFAB97E-C477-02EB-9392-8D917AC11FB8}"/>
              </a:ext>
            </a:extLst>
          </p:cNvPr>
          <p:cNvCxnSpPr>
            <a:cxnSpLocks/>
          </p:cNvCxnSpPr>
          <p:nvPr/>
        </p:nvCxnSpPr>
        <p:spPr bwMode="auto">
          <a:xfrm>
            <a:off x="731520" y="3442252"/>
            <a:ext cx="71628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42C2BE69-4257-C7A1-DC25-62A400691817}"/>
              </a:ext>
            </a:extLst>
          </p:cNvPr>
          <p:cNvSpPr/>
          <p:nvPr/>
        </p:nvSpPr>
        <p:spPr bwMode="auto">
          <a:xfrm>
            <a:off x="731520" y="4246210"/>
            <a:ext cx="640080" cy="297222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96492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 animBg="1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0E895-A074-294F-E626-3FCECBB3D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32745-8FBC-5E24-87AD-6CCA0AD31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Change Data Type  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改变数据类型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1D7861-A5C0-7BE7-B08E-7359B1103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52600"/>
            <a:ext cx="2480656" cy="18519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2CF4E1-8C34-2047-FD25-E58AFFC917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343400"/>
            <a:ext cx="2446362" cy="1851918"/>
          </a:xfrm>
          <a:prstGeom prst="rect">
            <a:avLst/>
          </a:prstGeom>
        </p:spPr>
      </p:pic>
      <p:sp>
        <p:nvSpPr>
          <p:cNvPr id="10" name="Arrow: Down 9">
            <a:extLst>
              <a:ext uri="{FF2B5EF4-FFF2-40B4-BE49-F238E27FC236}">
                <a16:creationId xmlns:a16="http://schemas.microsoft.com/office/drawing/2014/main" id="{71A66BE4-C61E-1E91-DEFB-99EEBCE8D95D}"/>
              </a:ext>
            </a:extLst>
          </p:cNvPr>
          <p:cNvSpPr/>
          <p:nvPr/>
        </p:nvSpPr>
        <p:spPr bwMode="auto">
          <a:xfrm>
            <a:off x="1752600" y="3733800"/>
            <a:ext cx="424743" cy="424130"/>
          </a:xfrm>
          <a:prstGeom prst="downArrow">
            <a:avLst>
              <a:gd name="adj1" fmla="val 43760"/>
              <a:gd name="adj2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8AC7CCE-246B-3AEE-0626-387DF1A7C01A}"/>
              </a:ext>
            </a:extLst>
          </p:cNvPr>
          <p:cNvCxnSpPr>
            <a:cxnSpLocks/>
          </p:cNvCxnSpPr>
          <p:nvPr/>
        </p:nvCxnSpPr>
        <p:spPr bwMode="auto">
          <a:xfrm>
            <a:off x="1188720" y="3200400"/>
            <a:ext cx="71628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210CA93-D70A-7EAC-82CD-143930788D0A}"/>
              </a:ext>
            </a:extLst>
          </p:cNvPr>
          <p:cNvCxnSpPr>
            <a:cxnSpLocks/>
          </p:cNvCxnSpPr>
          <p:nvPr/>
        </p:nvCxnSpPr>
        <p:spPr bwMode="auto">
          <a:xfrm>
            <a:off x="1162216" y="2922104"/>
            <a:ext cx="71628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82D7645-D21A-BE3B-BFC1-0695F9C8ADA9}"/>
              </a:ext>
            </a:extLst>
          </p:cNvPr>
          <p:cNvCxnSpPr>
            <a:cxnSpLocks/>
          </p:cNvCxnSpPr>
          <p:nvPr/>
        </p:nvCxnSpPr>
        <p:spPr bwMode="auto">
          <a:xfrm>
            <a:off x="1152276" y="2680252"/>
            <a:ext cx="71628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585EB72-04D1-86ED-F8FA-34C65F6BCBC5}"/>
              </a:ext>
            </a:extLst>
          </p:cNvPr>
          <p:cNvSpPr/>
          <p:nvPr/>
        </p:nvSpPr>
        <p:spPr bwMode="auto">
          <a:xfrm>
            <a:off x="1238416" y="5099726"/>
            <a:ext cx="630140" cy="767674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53648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98583-4B42-0E9F-8804-FDB437427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37EA1-21B3-FC9D-AE71-78D906CE5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Change Data Type  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改变数据类型 </a:t>
            </a:r>
            <a:r>
              <a:rPr lang="en-US" altLang="zh-CN" dirty="0">
                <a:ea typeface="ＭＳ Ｐゴシック" panose="020B0600070205080204" pitchFamily="34" charset="-128"/>
              </a:rPr>
              <a:t>(3)</a:t>
            </a:r>
            <a:endParaRPr lang="zh-CN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51BCEA-2814-CDCB-7E8F-72D26F89D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768" y="1752600"/>
            <a:ext cx="3772427" cy="5372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115E3E9-9DA7-0006-98C7-2F767E5D9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767" y="2971800"/>
            <a:ext cx="3635248" cy="53728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6838669-B5DC-DF23-6931-0E6C398252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2584" y="3807439"/>
            <a:ext cx="5167081" cy="102884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FE7C574-675B-1F6C-DC05-C461B651A0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2768" y="5514851"/>
            <a:ext cx="5075628" cy="1063139"/>
          </a:xfrm>
          <a:prstGeom prst="rect">
            <a:avLst/>
          </a:prstGeom>
        </p:spPr>
      </p:pic>
      <p:sp>
        <p:nvSpPr>
          <p:cNvPr id="16" name="Arrow: Down 15">
            <a:extLst>
              <a:ext uri="{FF2B5EF4-FFF2-40B4-BE49-F238E27FC236}">
                <a16:creationId xmlns:a16="http://schemas.microsoft.com/office/drawing/2014/main" id="{C1D7CC9B-F13D-E773-C656-8777AA04D772}"/>
              </a:ext>
            </a:extLst>
          </p:cNvPr>
          <p:cNvSpPr/>
          <p:nvPr/>
        </p:nvSpPr>
        <p:spPr bwMode="auto">
          <a:xfrm>
            <a:off x="3200400" y="2438400"/>
            <a:ext cx="424743" cy="424130"/>
          </a:xfrm>
          <a:prstGeom prst="downArrow">
            <a:avLst>
              <a:gd name="adj1" fmla="val 43760"/>
              <a:gd name="adj2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12CCFE9D-863B-6807-CB4C-EAC5AAE74923}"/>
              </a:ext>
            </a:extLst>
          </p:cNvPr>
          <p:cNvSpPr/>
          <p:nvPr/>
        </p:nvSpPr>
        <p:spPr bwMode="auto">
          <a:xfrm>
            <a:off x="3842457" y="4986070"/>
            <a:ext cx="424743" cy="424130"/>
          </a:xfrm>
          <a:prstGeom prst="downArrow">
            <a:avLst>
              <a:gd name="adj1" fmla="val 43760"/>
              <a:gd name="adj2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B20F697-CF31-BD30-583D-EFF8A00B01D0}"/>
              </a:ext>
            </a:extLst>
          </p:cNvPr>
          <p:cNvCxnSpPr>
            <a:cxnSpLocks/>
          </p:cNvCxnSpPr>
          <p:nvPr/>
        </p:nvCxnSpPr>
        <p:spPr bwMode="auto">
          <a:xfrm>
            <a:off x="3246120" y="1905000"/>
            <a:ext cx="71628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B87BE70-D5B2-7CF3-A3AD-07B8A2D735A6}"/>
              </a:ext>
            </a:extLst>
          </p:cNvPr>
          <p:cNvCxnSpPr>
            <a:cxnSpLocks/>
          </p:cNvCxnSpPr>
          <p:nvPr/>
        </p:nvCxnSpPr>
        <p:spPr bwMode="auto">
          <a:xfrm>
            <a:off x="3339548" y="2183296"/>
            <a:ext cx="71628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C6FB37F-D812-753E-BF2F-54022700F304}"/>
              </a:ext>
            </a:extLst>
          </p:cNvPr>
          <p:cNvCxnSpPr>
            <a:cxnSpLocks/>
          </p:cNvCxnSpPr>
          <p:nvPr/>
        </p:nvCxnSpPr>
        <p:spPr bwMode="auto">
          <a:xfrm>
            <a:off x="3915353" y="3909391"/>
            <a:ext cx="71628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C54428F-A389-B933-D397-E543084B36EE}"/>
              </a:ext>
            </a:extLst>
          </p:cNvPr>
          <p:cNvCxnSpPr>
            <a:cxnSpLocks/>
          </p:cNvCxnSpPr>
          <p:nvPr/>
        </p:nvCxnSpPr>
        <p:spPr bwMode="auto">
          <a:xfrm>
            <a:off x="4776746" y="4687956"/>
            <a:ext cx="71628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E308B6AA-933A-7383-C705-91F47D5929AC}"/>
              </a:ext>
            </a:extLst>
          </p:cNvPr>
          <p:cNvSpPr/>
          <p:nvPr/>
        </p:nvSpPr>
        <p:spPr bwMode="auto">
          <a:xfrm>
            <a:off x="3203654" y="2971803"/>
            <a:ext cx="640080" cy="261648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D211A3C-1416-CC6E-667D-C7A061E6DD98}"/>
              </a:ext>
            </a:extLst>
          </p:cNvPr>
          <p:cNvSpPr/>
          <p:nvPr/>
        </p:nvSpPr>
        <p:spPr bwMode="auto">
          <a:xfrm>
            <a:off x="3293706" y="3233451"/>
            <a:ext cx="640080" cy="271749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5AF0827-1322-B033-F266-F496DBF56746}"/>
              </a:ext>
            </a:extLst>
          </p:cNvPr>
          <p:cNvSpPr/>
          <p:nvPr/>
        </p:nvSpPr>
        <p:spPr bwMode="auto">
          <a:xfrm>
            <a:off x="3922395" y="5528976"/>
            <a:ext cx="640080" cy="271749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5916D3A-8D0F-53E5-B8A8-8B03779E2790}"/>
              </a:ext>
            </a:extLst>
          </p:cNvPr>
          <p:cNvSpPr/>
          <p:nvPr/>
        </p:nvSpPr>
        <p:spPr bwMode="auto">
          <a:xfrm>
            <a:off x="4754880" y="6281451"/>
            <a:ext cx="640080" cy="271749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75484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22" grpId="0" animBg="1"/>
      <p:bldP spid="25" grpId="0" animBg="1"/>
      <p:bldP spid="26" grpId="0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3634E-57BE-A917-4F4E-7FEA4C2A8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4DF8F-2529-71B4-5052-D1CB4794A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Run It  </a:t>
            </a:r>
            <a:r>
              <a:rPr lang="zh-CN" altLang="en-US" dirty="0">
                <a:ea typeface="ＭＳ Ｐゴシック" panose="020B0600070205080204" pitchFamily="34" charset="-128"/>
              </a:rPr>
              <a:t>运行之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D98966-2C3F-6857-1358-DE54F6A94A3F}"/>
              </a:ext>
            </a:extLst>
          </p:cNvPr>
          <p:cNvSpPr txBox="1"/>
          <p:nvPr/>
        </p:nvSpPr>
        <p:spPr>
          <a:xfrm>
            <a:off x="609600" y="16002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Change the print data type format from ‘</a:t>
            </a:r>
            <a:r>
              <a:rPr lang="en-US" altLang="zh-CN" sz="2200" dirty="0" err="1"/>
              <a:t>lf</a:t>
            </a:r>
            <a:r>
              <a:rPr lang="en-US" altLang="zh-CN" sz="2200" dirty="0"/>
              <a:t>’ to ‘f’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将打印的数据类型格式从</a:t>
            </a:r>
            <a:r>
              <a:rPr lang="en-US" altLang="zh-CN" sz="2200" dirty="0"/>
              <a:t>’</a:t>
            </a:r>
            <a:r>
              <a:rPr lang="en-US" altLang="zh-CN" sz="2200" dirty="0" err="1"/>
              <a:t>lf</a:t>
            </a:r>
            <a:r>
              <a:rPr lang="en-US" altLang="zh-CN" sz="2200" dirty="0"/>
              <a:t>’</a:t>
            </a:r>
            <a:r>
              <a:rPr lang="zh-CN" altLang="en-US" sz="2200" dirty="0"/>
              <a:t>改为</a:t>
            </a:r>
            <a:r>
              <a:rPr lang="en-US" altLang="zh-CN" sz="2200" dirty="0"/>
              <a:t>’f’</a:t>
            </a:r>
            <a:endParaRPr lang="zh-CN" altLang="en-US" sz="2200" dirty="0">
              <a:solidFill>
                <a:srgbClr val="C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C2E9EE-9C29-A094-A527-F602F0583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392" y="2445978"/>
            <a:ext cx="6824663" cy="2972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9517B0-636F-A1B3-52CE-1EFD21014D63}"/>
              </a:ext>
            </a:extLst>
          </p:cNvPr>
          <p:cNvSpPr txBox="1"/>
          <p:nvPr/>
        </p:nvSpPr>
        <p:spPr>
          <a:xfrm>
            <a:off x="609600" y="3200400"/>
            <a:ext cx="7924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Compile &amp; run it  </a:t>
            </a:r>
            <a:r>
              <a:rPr lang="zh-CN" altLang="en-US" sz="2200" dirty="0"/>
              <a:t>编译并运行之</a:t>
            </a:r>
            <a:endParaRPr lang="en-US" altLang="zh-CN" sz="2200" dirty="0"/>
          </a:p>
          <a:p>
            <a:pPr algn="ctr"/>
            <a:r>
              <a:rPr lang="en-US" altLang="zh-CN" sz="2200" dirty="0">
                <a:latin typeface="Consolas" panose="020B0609020204030204" pitchFamily="49" charset="0"/>
              </a:rPr>
              <a:t>mingw32-make SRC=float.cpp NATIVE=1</a:t>
            </a:r>
          </a:p>
          <a:p>
            <a:pPr algn="ctr"/>
            <a:r>
              <a:rPr lang="en-US" altLang="zh-CN" sz="2200">
                <a:latin typeface="Consolas" panose="020B0609020204030204" pitchFamily="49" charset="0"/>
              </a:rPr>
              <a:t>run-float.</a:t>
            </a:r>
            <a:r>
              <a:rPr lang="en-US" altLang="zh-CN" sz="2200" dirty="0">
                <a:latin typeface="Consolas" panose="020B0609020204030204" pitchFamily="49" charset="0"/>
              </a:rPr>
              <a:t>exe</a:t>
            </a:r>
            <a:endParaRPr lang="zh-CN" altLang="en-US" sz="2200" dirty="0">
              <a:latin typeface="Consolas" panose="020B0609020204030204" pitchFamily="49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345B95A-2058-F74D-FB5B-81E4AD22F9AD}"/>
              </a:ext>
            </a:extLst>
          </p:cNvPr>
          <p:cNvCxnSpPr>
            <a:cxnSpLocks/>
          </p:cNvCxnSpPr>
          <p:nvPr/>
        </p:nvCxnSpPr>
        <p:spPr bwMode="auto">
          <a:xfrm>
            <a:off x="3408460" y="2590800"/>
            <a:ext cx="10668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836001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15975</TotalTime>
  <Words>161</Words>
  <Application>Microsoft Office PowerPoint</Application>
  <PresentationFormat>On-screen Show (4:3)</PresentationFormat>
  <Paragraphs>20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SimSun</vt:lpstr>
      <vt:lpstr>Arial</vt:lpstr>
      <vt:lpstr>Comic Sans MS</vt:lpstr>
      <vt:lpstr>Consolas</vt:lpstr>
      <vt:lpstr>Tahoma</vt:lpstr>
      <vt:lpstr>Times New Roman</vt:lpstr>
      <vt:lpstr>Wingdings</vt:lpstr>
      <vt:lpstr>Blends</vt:lpstr>
      <vt:lpstr>Cookbook for Practice 6.1</vt:lpstr>
      <vt:lpstr>Change Data Type   改变数据类型 (1)</vt:lpstr>
      <vt:lpstr>Change Data Type   改变数据类型 (2)</vt:lpstr>
      <vt:lpstr>Change Data Type   改变数据类型 (3)</vt:lpstr>
      <vt:lpstr>Run It  运行之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1149</cp:revision>
  <dcterms:created xsi:type="dcterms:W3CDTF">2003-03-13T01:36:43Z</dcterms:created>
  <dcterms:modified xsi:type="dcterms:W3CDTF">2026-09-12T00:23:21Z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bbc1f4d3-c45f-47e7-921d-14370e082f38</vt:lpwstr>
  </property>
  <property fmtid="{D5CDD505-2E9C-101B-9397-08002B2CF9AE}" pid="3" name="CTP_TimeStamp">
    <vt:lpwstr>2019-09-21 01:47:09Z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