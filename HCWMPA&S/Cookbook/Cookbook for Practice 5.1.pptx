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15" r:id="rId3"/>
    <p:sldId id="445" r:id="rId4"/>
    <p:sldId id="444" r:id="rId5"/>
    <p:sldId id="436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1999A-BEFC-4D36-8C84-FC9121E370C2}" v="1030" dt="2026-09-05T00:52:13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>
        <p:scale>
          <a:sx n="70" d="100"/>
          <a:sy n="70" d="100"/>
        </p:scale>
        <p:origin x="787" y="-2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9-05T00:52:26.482" v="3155" actId="1076"/>
      <pc:docMkLst>
        <pc:docMk/>
      </pc:docMkLst>
      <pc:sldChg chg="modSp mod">
        <pc:chgData name="Li, Cong" userId="025630f4-267e-4cb3-8cd5-8795177f99f4" providerId="ADAL" clId="{929A2CC8-B112-421C-81E2-D5D63B23E300}" dt="2026-08-30T07:56:31.663" v="1432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8-30T07:56:31.663" v="1432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8-30T07:56:28.352" v="1429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9-04T23:50:01.742" v="2260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04T23:50:01.742" v="2260" actId="20577"/>
          <ac:spMkLst>
            <pc:docMk/>
            <pc:sldMk cId="796492521" sldId="415"/>
            <ac:spMk id="2" creationId="{ADE6B920-28FE-41F4-B19E-AF72E4D6D2C6}"/>
          </ac:spMkLst>
        </pc:spChg>
        <pc:spChg chg="del mod">
          <ac:chgData name="Li, Cong" userId="025630f4-267e-4cb3-8cd5-8795177f99f4" providerId="ADAL" clId="{929A2CC8-B112-421C-81E2-D5D63B23E300}" dt="2026-09-04T23:45:57.720" v="2120" actId="478"/>
          <ac:spMkLst>
            <pc:docMk/>
            <pc:sldMk cId="796492521" sldId="415"/>
            <ac:spMk id="8" creationId="{9B06690F-1101-E0DE-0135-B16494A89744}"/>
          </ac:spMkLst>
        </pc:spChg>
        <pc:spChg chg="mod">
          <ac:chgData name="Li, Cong" userId="025630f4-267e-4cb3-8cd5-8795177f99f4" providerId="ADAL" clId="{929A2CC8-B112-421C-81E2-D5D63B23E300}" dt="2026-09-04T23:46:00.377" v="2122" actId="1076"/>
          <ac:spMkLst>
            <pc:docMk/>
            <pc:sldMk cId="796492521" sldId="415"/>
            <ac:spMk id="9" creationId="{52E99CE4-F0B2-7EE2-3AD4-F0C8FC773C69}"/>
          </ac:spMkLst>
        </pc:spChg>
        <pc:spChg chg="del mod">
          <ac:chgData name="Li, Cong" userId="025630f4-267e-4cb3-8cd5-8795177f99f4" providerId="ADAL" clId="{929A2CC8-B112-421C-81E2-D5D63B23E300}" dt="2026-09-04T23:45:57.720" v="2120" actId="478"/>
          <ac:spMkLst>
            <pc:docMk/>
            <pc:sldMk cId="796492521" sldId="415"/>
            <ac:spMk id="10" creationId="{E6CA8E8A-B258-D0C6-C300-1ED577CBA5F0}"/>
          </ac:spMkLst>
        </pc:spChg>
        <pc:spChg chg="add del mod">
          <ac:chgData name="Li, Cong" userId="025630f4-267e-4cb3-8cd5-8795177f99f4" providerId="ADAL" clId="{929A2CC8-B112-421C-81E2-D5D63B23E300}" dt="2026-09-04T23:45:57.720" v="2120" actId="478"/>
          <ac:spMkLst>
            <pc:docMk/>
            <pc:sldMk cId="796492521" sldId="415"/>
            <ac:spMk id="14" creationId="{89F16C79-9AA0-0070-328D-5BF931AE8EDB}"/>
          </ac:spMkLst>
        </pc:spChg>
        <pc:spChg chg="mod">
          <ac:chgData name="Li, Cong" userId="025630f4-267e-4cb3-8cd5-8795177f99f4" providerId="ADAL" clId="{929A2CC8-B112-421C-81E2-D5D63B23E300}" dt="2026-09-04T23:39:38.546" v="1624" actId="20577"/>
          <ac:spMkLst>
            <pc:docMk/>
            <pc:sldMk cId="796492521" sldId="415"/>
            <ac:spMk id="19" creationId="{23CD657D-BF24-8236-C712-84C3BC6A85FC}"/>
          </ac:spMkLst>
        </pc:spChg>
        <pc:spChg chg="add del mod">
          <ac:chgData name="Li, Cong" userId="025630f4-267e-4cb3-8cd5-8795177f99f4" providerId="ADAL" clId="{929A2CC8-B112-421C-81E2-D5D63B23E300}" dt="2026-09-04T23:45:57.720" v="2120" actId="478"/>
          <ac:spMkLst>
            <pc:docMk/>
            <pc:sldMk cId="796492521" sldId="415"/>
            <ac:spMk id="21" creationId="{DCF6E78A-66BA-3034-E1F3-F73E88F880E9}"/>
          </ac:spMkLst>
        </pc:spChg>
        <pc:spChg chg="add del mod">
          <ac:chgData name="Li, Cong" userId="025630f4-267e-4cb3-8cd5-8795177f99f4" providerId="ADAL" clId="{929A2CC8-B112-421C-81E2-D5D63B23E300}" dt="2026-09-04T23:45:57.720" v="2120" actId="478"/>
          <ac:spMkLst>
            <pc:docMk/>
            <pc:sldMk cId="796492521" sldId="415"/>
            <ac:spMk id="22" creationId="{66BA2855-6289-DF64-574D-B55AAF139949}"/>
          </ac:spMkLst>
        </pc:spChg>
        <pc:picChg chg="add mod ord">
          <ac:chgData name="Li, Cong" userId="025630f4-267e-4cb3-8cd5-8795177f99f4" providerId="ADAL" clId="{929A2CC8-B112-421C-81E2-D5D63B23E300}" dt="2026-09-04T23:46:04.247" v="2127" actId="1035"/>
          <ac:picMkLst>
            <pc:docMk/>
            <pc:sldMk cId="796492521" sldId="415"/>
            <ac:picMk id="4" creationId="{8EAB0BAD-6062-0A3D-D802-B15700B84472}"/>
          </ac:picMkLst>
        </pc:picChg>
        <pc:picChg chg="add mod ord">
          <ac:chgData name="Li, Cong" userId="025630f4-267e-4cb3-8cd5-8795177f99f4" providerId="ADAL" clId="{929A2CC8-B112-421C-81E2-D5D63B23E300}" dt="2026-09-04T23:48:27.599" v="2170" actId="1035"/>
          <ac:picMkLst>
            <pc:docMk/>
            <pc:sldMk cId="796492521" sldId="415"/>
            <ac:picMk id="6" creationId="{F323CE6F-9AEE-B120-0218-DE65E88843F0}"/>
          </ac:picMkLst>
        </pc:picChg>
        <pc:picChg chg="add del mod ord">
          <ac:chgData name="Li, Cong" userId="025630f4-267e-4cb3-8cd5-8795177f99f4" providerId="ADAL" clId="{929A2CC8-B112-421C-81E2-D5D63B23E300}" dt="2026-09-04T23:42:38.539" v="1664" actId="478"/>
          <ac:picMkLst>
            <pc:docMk/>
            <pc:sldMk cId="796492521" sldId="415"/>
            <ac:picMk id="11" creationId="{2C582392-3FDA-4032-E68C-D93CE033F128}"/>
          </ac:picMkLst>
        </pc:picChg>
        <pc:picChg chg="add del mod ord">
          <ac:chgData name="Li, Cong" userId="025630f4-267e-4cb3-8cd5-8795177f99f4" providerId="ADAL" clId="{929A2CC8-B112-421C-81E2-D5D63B23E300}" dt="2026-09-04T23:45:57.720" v="2120" actId="478"/>
          <ac:picMkLst>
            <pc:docMk/>
            <pc:sldMk cId="796492521" sldId="415"/>
            <ac:picMk id="13" creationId="{64E23007-3E39-D739-E0D5-A41A07F6A697}"/>
          </ac:picMkLst>
        </pc:picChg>
        <pc:picChg chg="add mod">
          <ac:chgData name="Li, Cong" userId="025630f4-267e-4cb3-8cd5-8795177f99f4" providerId="ADAL" clId="{929A2CC8-B112-421C-81E2-D5D63B23E300}" dt="2026-09-04T23:48:32.125" v="2172" actId="1035"/>
          <ac:picMkLst>
            <pc:docMk/>
            <pc:sldMk cId="796492521" sldId="415"/>
            <ac:picMk id="17" creationId="{3C3DFD85-4887-CC52-20B0-021A582B3B5D}"/>
          </ac:picMkLst>
        </pc:picChg>
        <pc:cxnChg chg="add mod">
          <ac:chgData name="Li, Cong" userId="025630f4-267e-4cb3-8cd5-8795177f99f4" providerId="ADAL" clId="{929A2CC8-B112-421C-81E2-D5D63B23E300}" dt="2026-09-04T23:46:42.852" v="2137" actId="14100"/>
          <ac:cxnSpMkLst>
            <pc:docMk/>
            <pc:sldMk cId="796492521" sldId="415"/>
            <ac:cxnSpMk id="15" creationId="{29EA4E50-835D-D4F6-105E-39CAAF3AB7D1}"/>
          </ac:cxnSpMkLst>
        </pc:cxnChg>
        <pc:cxnChg chg="add mod">
          <ac:chgData name="Li, Cong" userId="025630f4-267e-4cb3-8cd5-8795177f99f4" providerId="ADAL" clId="{929A2CC8-B112-421C-81E2-D5D63B23E300}" dt="2026-09-04T23:48:27.599" v="2170" actId="1035"/>
          <ac:cxnSpMkLst>
            <pc:docMk/>
            <pc:sldMk cId="796492521" sldId="415"/>
            <ac:cxnSpMk id="18" creationId="{D694B4C8-57B4-7C81-D989-9A4B3EC0F4B7}"/>
          </ac:cxnSpMkLst>
        </pc:cxnChg>
        <pc:cxnChg chg="add mod">
          <ac:chgData name="Li, Cong" userId="025630f4-267e-4cb3-8cd5-8795177f99f4" providerId="ADAL" clId="{929A2CC8-B112-421C-81E2-D5D63B23E300}" dt="2026-09-04T23:48:32.125" v="2172" actId="1035"/>
          <ac:cxnSpMkLst>
            <pc:docMk/>
            <pc:sldMk cId="796492521" sldId="415"/>
            <ac:cxnSpMk id="20" creationId="{DD837DC4-D09B-87AB-0E83-24ACC1E19CD4}"/>
          </ac:cxnSpMkLst>
        </pc:cxnChg>
        <pc:cxnChg chg="add mod">
          <ac:chgData name="Li, Cong" userId="025630f4-267e-4cb3-8cd5-8795177f99f4" providerId="ADAL" clId="{929A2CC8-B112-421C-81E2-D5D63B23E300}" dt="2026-09-04T23:48:32.125" v="2172" actId="1035"/>
          <ac:cxnSpMkLst>
            <pc:docMk/>
            <pc:sldMk cId="796492521" sldId="415"/>
            <ac:cxnSpMk id="23" creationId="{F812118C-BDBC-A437-497D-CEEA11238EB8}"/>
          </ac:cxnSpMkLst>
        </pc:cxnChg>
        <pc:cxnChg chg="add mod">
          <ac:chgData name="Li, Cong" userId="025630f4-267e-4cb3-8cd5-8795177f99f4" providerId="ADAL" clId="{929A2CC8-B112-421C-81E2-D5D63B23E300}" dt="2026-09-04T23:48:32.125" v="2172" actId="1035"/>
          <ac:cxnSpMkLst>
            <pc:docMk/>
            <pc:sldMk cId="796492521" sldId="415"/>
            <ac:cxnSpMk id="25" creationId="{1E627242-0D97-5AB0-9E09-8E339CC92BAC}"/>
          </ac:cxnSpMkLst>
        </pc:cxnChg>
        <pc:cxnChg chg="add mod">
          <ac:chgData name="Li, Cong" userId="025630f4-267e-4cb3-8cd5-8795177f99f4" providerId="ADAL" clId="{929A2CC8-B112-421C-81E2-D5D63B23E300}" dt="2026-09-04T23:48:32.125" v="2172" actId="1035"/>
          <ac:cxnSpMkLst>
            <pc:docMk/>
            <pc:sldMk cId="796492521" sldId="415"/>
            <ac:cxnSpMk id="27" creationId="{DD8E2A45-B2AC-B704-B216-99EAFCFC95CF}"/>
          </ac:cxnSpMkLst>
        </pc:cxnChg>
        <pc:cxnChg chg="add mod">
          <ac:chgData name="Li, Cong" userId="025630f4-267e-4cb3-8cd5-8795177f99f4" providerId="ADAL" clId="{929A2CC8-B112-421C-81E2-D5D63B23E300}" dt="2026-09-04T23:48:44.840" v="2175" actId="14100"/>
          <ac:cxnSpMkLst>
            <pc:docMk/>
            <pc:sldMk cId="796492521" sldId="415"/>
            <ac:cxnSpMk id="29" creationId="{2DE6D90A-8C7D-421D-EDE7-209B014061B2}"/>
          </ac:cxnSpMkLst>
        </pc:cxnChg>
        <pc:cxnChg chg="add mod">
          <ac:chgData name="Li, Cong" userId="025630f4-267e-4cb3-8cd5-8795177f99f4" providerId="ADAL" clId="{929A2CC8-B112-421C-81E2-D5D63B23E300}" dt="2026-09-04T23:48:49.118" v="2194" actId="1038"/>
          <ac:cxnSpMkLst>
            <pc:docMk/>
            <pc:sldMk cId="796492521" sldId="415"/>
            <ac:cxnSpMk id="31" creationId="{B72CED45-E894-A4EA-D915-4E8ACD4E67E6}"/>
          </ac:cxnSpMkLst>
        </pc:cxnChg>
        <pc:cxnChg chg="add mod">
          <ac:chgData name="Li, Cong" userId="025630f4-267e-4cb3-8cd5-8795177f99f4" providerId="ADAL" clId="{929A2CC8-B112-421C-81E2-D5D63B23E300}" dt="2026-09-04T23:48:54.429" v="2218" actId="1036"/>
          <ac:cxnSpMkLst>
            <pc:docMk/>
            <pc:sldMk cId="796492521" sldId="415"/>
            <ac:cxnSpMk id="32" creationId="{462434CD-06CA-6FD9-8506-88FF9008B979}"/>
          </ac:cxnSpMkLst>
        </pc:cxnChg>
        <pc:cxnChg chg="add mod">
          <ac:chgData name="Li, Cong" userId="025630f4-267e-4cb3-8cd5-8795177f99f4" providerId="ADAL" clId="{929A2CC8-B112-421C-81E2-D5D63B23E300}" dt="2026-09-04T23:49:23.285" v="2249" actId="1035"/>
          <ac:cxnSpMkLst>
            <pc:docMk/>
            <pc:sldMk cId="796492521" sldId="415"/>
            <ac:cxnSpMk id="33" creationId="{23A62664-5FC0-B2F5-6F42-D28320811BEE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5T00:52:26.482" v="3155" actId="1076"/>
        <pc:sldMkLst>
          <pc:docMk/>
          <pc:sldMk cId="2500736471" sldId="436"/>
        </pc:sldMkLst>
        <pc:spChg chg="del mod">
          <ac:chgData name="Li, Cong" userId="025630f4-267e-4cb3-8cd5-8795177f99f4" providerId="ADAL" clId="{929A2CC8-B112-421C-81E2-D5D63B23E300}" dt="2026-09-05T00:49:28.652" v="3018" actId="478"/>
          <ac:spMkLst>
            <pc:docMk/>
            <pc:sldMk cId="2500736471" sldId="436"/>
            <ac:spMk id="3" creationId="{9AA3AE69-9555-771C-1E69-538C9CBB58CB}"/>
          </ac:spMkLst>
        </pc:spChg>
        <pc:spChg chg="mod">
          <ac:chgData name="Li, Cong" userId="025630f4-267e-4cb3-8cd5-8795177f99f4" providerId="ADAL" clId="{929A2CC8-B112-421C-81E2-D5D63B23E300}" dt="2026-09-05T00:49:49.844" v="3047" actId="20577"/>
          <ac:spMkLst>
            <pc:docMk/>
            <pc:sldMk cId="2500736471" sldId="436"/>
            <ac:spMk id="9" creationId="{669D48EE-ADFA-F533-C68C-3F7B9F6A6A27}"/>
          </ac:spMkLst>
        </pc:spChg>
        <pc:graphicFrameChg chg="add mod modGraphic">
          <ac:chgData name="Li, Cong" userId="025630f4-267e-4cb3-8cd5-8795177f99f4" providerId="ADAL" clId="{929A2CC8-B112-421C-81E2-D5D63B23E300}" dt="2026-09-05T00:52:26.482" v="3155" actId="1076"/>
          <ac:graphicFrameMkLst>
            <pc:docMk/>
            <pc:sldMk cId="2500736471" sldId="436"/>
            <ac:graphicFrameMk id="4" creationId="{DFF5E650-CCE0-FB27-FEDD-14CC4294D509}"/>
          </ac:graphicFrameMkLst>
        </pc:graphicFrameChg>
      </pc:sldChg>
      <pc:sldChg chg="addSp delSp modSp del mod delAnim modAnim">
        <pc:chgData name="Li, Cong" userId="025630f4-267e-4cb3-8cd5-8795177f99f4" providerId="ADAL" clId="{929A2CC8-B112-421C-81E2-D5D63B23E300}" dt="2026-09-05T00:48:40.858" v="2940" actId="47"/>
        <pc:sldMkLst>
          <pc:docMk/>
          <pc:sldMk cId="290062108" sldId="442"/>
        </pc:sldMkLst>
      </pc:sldChg>
      <pc:sldChg chg="addSp delSp modSp mod delAnim modAnim">
        <pc:chgData name="Li, Cong" userId="025630f4-267e-4cb3-8cd5-8795177f99f4" providerId="ADAL" clId="{929A2CC8-B112-421C-81E2-D5D63B23E300}" dt="2026-09-05T00:50:01.518" v="3048"/>
        <pc:sldMkLst>
          <pc:docMk/>
          <pc:sldMk cId="1357482514" sldId="444"/>
        </pc:sldMkLst>
        <pc:spChg chg="mod">
          <ac:chgData name="Li, Cong" userId="025630f4-267e-4cb3-8cd5-8795177f99f4" providerId="ADAL" clId="{929A2CC8-B112-421C-81E2-D5D63B23E300}" dt="2026-09-05T00:48:25.012" v="2939" actId="6549"/>
          <ac:spMkLst>
            <pc:docMk/>
            <pc:sldMk cId="1357482514" sldId="444"/>
            <ac:spMk id="2" creationId="{B122C5B0-6503-A3D0-2B4B-9886FF33A1A8}"/>
          </ac:spMkLst>
        </pc:spChg>
        <pc:spChg chg="add del mod">
          <ac:chgData name="Li, Cong" userId="025630f4-267e-4cb3-8cd5-8795177f99f4" providerId="ADAL" clId="{929A2CC8-B112-421C-81E2-D5D63B23E300}" dt="2026-09-05T00:16:18.890" v="2669" actId="478"/>
          <ac:spMkLst>
            <pc:docMk/>
            <pc:sldMk cId="1357482514" sldId="444"/>
            <ac:spMk id="6" creationId="{378AFD18-55D0-10C2-CFBB-8442952CF16A}"/>
          </ac:spMkLst>
        </pc:spChg>
        <pc:spChg chg="add mod">
          <ac:chgData name="Li, Cong" userId="025630f4-267e-4cb3-8cd5-8795177f99f4" providerId="ADAL" clId="{929A2CC8-B112-421C-81E2-D5D63B23E300}" dt="2026-09-05T00:16:16.207" v="2668" actId="14100"/>
          <ac:spMkLst>
            <pc:docMk/>
            <pc:sldMk cId="1357482514" sldId="444"/>
            <ac:spMk id="8" creationId="{F35BD76A-67C8-41B2-DA3C-7223DF27BE38}"/>
          </ac:spMkLst>
        </pc:spChg>
        <pc:spChg chg="add del mod">
          <ac:chgData name="Li, Cong" userId="025630f4-267e-4cb3-8cd5-8795177f99f4" providerId="ADAL" clId="{929A2CC8-B112-421C-81E2-D5D63B23E300}" dt="2026-09-05T00:16:18.890" v="2669" actId="478"/>
          <ac:spMkLst>
            <pc:docMk/>
            <pc:sldMk cId="1357482514" sldId="444"/>
            <ac:spMk id="12" creationId="{9A7BF13D-35EB-1469-BE38-805596D0D377}"/>
          </ac:spMkLst>
        </pc:spChg>
        <pc:spChg chg="add mod">
          <ac:chgData name="Li, Cong" userId="025630f4-267e-4cb3-8cd5-8795177f99f4" providerId="ADAL" clId="{929A2CC8-B112-421C-81E2-D5D63B23E300}" dt="2026-09-05T00:47:31.856" v="2894" actId="20577"/>
          <ac:spMkLst>
            <pc:docMk/>
            <pc:sldMk cId="1357482514" sldId="444"/>
            <ac:spMk id="15" creationId="{8DCC8C39-8C1C-900F-690D-608A13520FF7}"/>
          </ac:spMkLst>
        </pc:spChg>
        <pc:spChg chg="mod">
          <ac:chgData name="Li, Cong" userId="025630f4-267e-4cb3-8cd5-8795177f99f4" providerId="ADAL" clId="{929A2CC8-B112-421C-81E2-D5D63B23E300}" dt="2026-09-05T00:46:25.279" v="2706" actId="20577"/>
          <ac:spMkLst>
            <pc:docMk/>
            <pc:sldMk cId="1357482514" sldId="444"/>
            <ac:spMk id="19" creationId="{BE089E5D-9257-2F38-01AB-A4806A023CE6}"/>
          </ac:spMkLst>
        </pc:spChg>
        <pc:spChg chg="mod">
          <ac:chgData name="Li, Cong" userId="025630f4-267e-4cb3-8cd5-8795177f99f4" providerId="ADAL" clId="{929A2CC8-B112-421C-81E2-D5D63B23E300}" dt="2026-09-05T00:16:07.099" v="2666" actId="1036"/>
          <ac:spMkLst>
            <pc:docMk/>
            <pc:sldMk cId="1357482514" sldId="444"/>
            <ac:spMk id="20" creationId="{D506ED27-C251-12E7-3C91-EF79102F4785}"/>
          </ac:spMkLst>
        </pc:spChg>
        <pc:picChg chg="add del mod">
          <ac:chgData name="Li, Cong" userId="025630f4-267e-4cb3-8cd5-8795177f99f4" providerId="ADAL" clId="{929A2CC8-B112-421C-81E2-D5D63B23E300}" dt="2026-09-04T23:57:03.760" v="2486" actId="478"/>
          <ac:picMkLst>
            <pc:docMk/>
            <pc:sldMk cId="1357482514" sldId="444"/>
            <ac:picMk id="4" creationId="{3C23DFA6-6797-D130-B99F-4C13AF94EEEA}"/>
          </ac:picMkLst>
        </pc:picChg>
        <pc:picChg chg="add del mod">
          <ac:chgData name="Li, Cong" userId="025630f4-267e-4cb3-8cd5-8795177f99f4" providerId="ADAL" clId="{929A2CC8-B112-421C-81E2-D5D63B23E300}" dt="2026-09-04T23:59:03.462" v="2489" actId="478"/>
          <ac:picMkLst>
            <pc:docMk/>
            <pc:sldMk cId="1357482514" sldId="444"/>
            <ac:picMk id="7" creationId="{1F144C77-81DB-BFF4-0B62-ED76EB7F30D5}"/>
          </ac:picMkLst>
        </pc:picChg>
        <pc:picChg chg="add mod ord">
          <ac:chgData name="Li, Cong" userId="025630f4-267e-4cb3-8cd5-8795177f99f4" providerId="ADAL" clId="{929A2CC8-B112-421C-81E2-D5D63B23E300}" dt="2026-09-05T00:15:46.455" v="2659" actId="1035"/>
          <ac:picMkLst>
            <pc:docMk/>
            <pc:sldMk cId="1357482514" sldId="444"/>
            <ac:picMk id="10" creationId="{E87E9193-E2C1-7738-DCF3-D54C3A0E185F}"/>
          </ac:picMkLst>
        </pc:picChg>
        <pc:picChg chg="add mod">
          <ac:chgData name="Li, Cong" userId="025630f4-267e-4cb3-8cd5-8795177f99f4" providerId="ADAL" clId="{929A2CC8-B112-421C-81E2-D5D63B23E300}" dt="2026-09-05T00:48:01.635" v="2907" actId="1035"/>
          <ac:picMkLst>
            <pc:docMk/>
            <pc:sldMk cId="1357482514" sldId="444"/>
            <ac:picMk id="13" creationId="{85163E24-34FA-A19D-461F-B470D37DE47A}"/>
          </ac:picMkLst>
        </pc:picChg>
        <pc:picChg chg="add del mod ord">
          <ac:chgData name="Li, Cong" userId="025630f4-267e-4cb3-8cd5-8795177f99f4" providerId="ADAL" clId="{929A2CC8-B112-421C-81E2-D5D63B23E300}" dt="2026-09-04T23:59:07.567" v="2491" actId="478"/>
          <ac:picMkLst>
            <pc:docMk/>
            <pc:sldMk cId="1357482514" sldId="444"/>
            <ac:picMk id="17" creationId="{AE30D67D-6CD3-2886-8C64-00111E7EE084}"/>
          </ac:picMkLst>
        </pc:picChg>
        <pc:cxnChg chg="add mod">
          <ac:chgData name="Li, Cong" userId="025630f4-267e-4cb3-8cd5-8795177f99f4" providerId="ADAL" clId="{929A2CC8-B112-421C-81E2-D5D63B23E300}" dt="2026-09-05T00:48:01.635" v="2907" actId="1035"/>
          <ac:cxnSpMkLst>
            <pc:docMk/>
            <pc:sldMk cId="1357482514" sldId="444"/>
            <ac:cxnSpMk id="16" creationId="{A841A89F-93E6-B780-B1F9-7D82CA843BE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4T23:55:46.946" v="2483" actId="1036"/>
        <pc:sldMkLst>
          <pc:docMk/>
          <pc:sldMk cId="2078747852" sldId="445"/>
        </pc:sldMkLst>
        <pc:spChg chg="mod">
          <ac:chgData name="Li, Cong" userId="025630f4-267e-4cb3-8cd5-8795177f99f4" providerId="ADAL" clId="{929A2CC8-B112-421C-81E2-D5D63B23E300}" dt="2026-09-04T23:50:14.377" v="2262" actId="20577"/>
          <ac:spMkLst>
            <pc:docMk/>
            <pc:sldMk cId="2078747852" sldId="445"/>
            <ac:spMk id="2" creationId="{48DA9563-9601-9901-A56D-7B7DD2A04878}"/>
          </ac:spMkLst>
        </pc:spChg>
        <pc:spChg chg="del">
          <ac:chgData name="Li, Cong" userId="025630f4-267e-4cb3-8cd5-8795177f99f4" providerId="ADAL" clId="{929A2CC8-B112-421C-81E2-D5D63B23E300}" dt="2026-09-04T23:51:55.605" v="2265" actId="478"/>
          <ac:spMkLst>
            <pc:docMk/>
            <pc:sldMk cId="2078747852" sldId="445"/>
            <ac:spMk id="9" creationId="{EC777D26-E8FC-A759-AE28-66D3C7C90D7A}"/>
          </ac:spMkLst>
        </pc:spChg>
        <pc:spChg chg="del">
          <ac:chgData name="Li, Cong" userId="025630f4-267e-4cb3-8cd5-8795177f99f4" providerId="ADAL" clId="{929A2CC8-B112-421C-81E2-D5D63B23E300}" dt="2026-09-04T23:51:57.143" v="2266" actId="478"/>
          <ac:spMkLst>
            <pc:docMk/>
            <pc:sldMk cId="2078747852" sldId="445"/>
            <ac:spMk id="19" creationId="{46F64D2A-DB44-94CD-DFC8-93BA84A215DA}"/>
          </ac:spMkLst>
        </pc:spChg>
        <pc:spChg chg="add mod">
          <ac:chgData name="Li, Cong" userId="025630f4-267e-4cb3-8cd5-8795177f99f4" providerId="ADAL" clId="{929A2CC8-B112-421C-81E2-D5D63B23E300}" dt="2026-09-04T23:55:46.946" v="2483" actId="1036"/>
          <ac:spMkLst>
            <pc:docMk/>
            <pc:sldMk cId="2078747852" sldId="445"/>
            <ac:spMk id="37" creationId="{22007522-E407-83C0-33C9-18FB1A11E0DA}"/>
          </ac:spMkLst>
        </pc:spChg>
        <pc:picChg chg="del">
          <ac:chgData name="Li, Cong" userId="025630f4-267e-4cb3-8cd5-8795177f99f4" providerId="ADAL" clId="{929A2CC8-B112-421C-81E2-D5D63B23E300}" dt="2026-09-04T23:51:58.443" v="2267" actId="478"/>
          <ac:picMkLst>
            <pc:docMk/>
            <pc:sldMk cId="2078747852" sldId="445"/>
            <ac:picMk id="4" creationId="{1BEE14B9-5D46-D180-0E5C-49A6DE59F7E9}"/>
          </ac:picMkLst>
        </pc:picChg>
        <pc:picChg chg="add mod ord">
          <ac:chgData name="Li, Cong" userId="025630f4-267e-4cb3-8cd5-8795177f99f4" providerId="ADAL" clId="{929A2CC8-B112-421C-81E2-D5D63B23E300}" dt="2026-09-04T23:55:43.220" v="2479" actId="1035"/>
          <ac:picMkLst>
            <pc:docMk/>
            <pc:sldMk cId="2078747852" sldId="445"/>
            <ac:picMk id="5" creationId="{210106BD-4A42-8090-E517-AAAADB07045B}"/>
          </ac:picMkLst>
        </pc:picChg>
        <pc:picChg chg="del">
          <ac:chgData name="Li, Cong" userId="025630f4-267e-4cb3-8cd5-8795177f99f4" providerId="ADAL" clId="{929A2CC8-B112-421C-81E2-D5D63B23E300}" dt="2026-09-04T23:51:54.069" v="2264" actId="478"/>
          <ac:picMkLst>
            <pc:docMk/>
            <pc:sldMk cId="2078747852" sldId="445"/>
            <ac:picMk id="6" creationId="{FFFE3AB2-4E29-A317-E023-68C146705D26}"/>
          </ac:picMkLst>
        </pc:picChg>
        <pc:picChg chg="del">
          <ac:chgData name="Li, Cong" userId="025630f4-267e-4cb3-8cd5-8795177f99f4" providerId="ADAL" clId="{929A2CC8-B112-421C-81E2-D5D63B23E300}" dt="2026-09-04T23:51:51.456" v="2263" actId="478"/>
          <ac:picMkLst>
            <pc:docMk/>
            <pc:sldMk cId="2078747852" sldId="445"/>
            <ac:picMk id="17" creationId="{F33A5EE3-11A5-D096-71D6-7E08AA24C178}"/>
          </ac:picMkLst>
        </pc:picChg>
        <pc:cxnChg chg="add 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14" creationId="{3C487923-B806-BD3A-8D1D-300E8FF6837C}"/>
          </ac:cxnSpMkLst>
        </pc:cxnChg>
        <pc:cxnChg chg="mod">
          <ac:chgData name="Li, Cong" userId="025630f4-267e-4cb3-8cd5-8795177f99f4" providerId="ADAL" clId="{929A2CC8-B112-421C-81E2-D5D63B23E300}" dt="2026-09-04T23:52:18.015" v="2273" actId="14100"/>
          <ac:cxnSpMkLst>
            <pc:docMk/>
            <pc:sldMk cId="2078747852" sldId="445"/>
            <ac:cxnSpMk id="15" creationId="{ED42EC19-6831-5699-FEA4-EDF0A844690A}"/>
          </ac:cxnSpMkLst>
        </pc:cxnChg>
        <pc:cxnChg chg="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18" creationId="{3094E271-A137-B3A2-0994-06D52EB4119B}"/>
          </ac:cxnSpMkLst>
        </pc:cxnChg>
        <pc:cxnChg chg="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20" creationId="{49CF9BC8-FB88-AD1D-1DC3-85BA97DA1F2A}"/>
          </ac:cxnSpMkLst>
        </pc:cxnChg>
        <pc:cxnChg chg="add 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21" creationId="{A097A032-A0A1-ED7F-91CE-C3092B4E49CE}"/>
          </ac:cxnSpMkLst>
        </pc:cxnChg>
        <pc:cxnChg chg="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23" creationId="{28CAEF36-EEF8-59F7-DE33-5989546F3857}"/>
          </ac:cxnSpMkLst>
        </pc:cxnChg>
        <pc:cxnChg chg="add mod">
          <ac:chgData name="Li, Cong" userId="025630f4-267e-4cb3-8cd5-8795177f99f4" providerId="ADAL" clId="{929A2CC8-B112-421C-81E2-D5D63B23E300}" dt="2026-09-04T23:55:34.361" v="2472" actId="1035"/>
          <ac:cxnSpMkLst>
            <pc:docMk/>
            <pc:sldMk cId="2078747852" sldId="445"/>
            <ac:cxnSpMk id="24" creationId="{0D1227CD-16C1-DD42-6845-6E8462F6FA8C}"/>
          </ac:cxnSpMkLst>
        </pc:cxnChg>
        <pc:cxnChg chg="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25" creationId="{DD5CD8F1-27B1-C995-BE25-2B37D665F69F}"/>
          </ac:cxnSpMkLst>
        </pc:cxnChg>
        <pc:cxnChg chg="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27" creationId="{EC6E7BA3-D4CA-50F2-F4A1-D0A70ACC3394}"/>
          </ac:cxnSpMkLst>
        </pc:cxnChg>
        <pc:cxnChg chg="add mod">
          <ac:chgData name="Li, Cong" userId="025630f4-267e-4cb3-8cd5-8795177f99f4" providerId="ADAL" clId="{929A2CC8-B112-421C-81E2-D5D63B23E300}" dt="2026-09-04T23:54:50.768" v="2391" actId="1037"/>
          <ac:cxnSpMkLst>
            <pc:docMk/>
            <pc:sldMk cId="2078747852" sldId="445"/>
            <ac:cxnSpMk id="28" creationId="{3764C8D3-D044-DD52-E012-831971BFDEF2}"/>
          </ac:cxnSpMkLst>
        </pc:cxnChg>
        <pc:cxnChg chg="mod">
          <ac:chgData name="Li, Cong" userId="025630f4-267e-4cb3-8cd5-8795177f99f4" providerId="ADAL" clId="{929A2CC8-B112-421C-81E2-D5D63B23E300}" dt="2026-09-04T23:53:46.191" v="2312" actId="1037"/>
          <ac:cxnSpMkLst>
            <pc:docMk/>
            <pc:sldMk cId="2078747852" sldId="445"/>
            <ac:cxnSpMk id="29" creationId="{4524D62E-F5B7-1433-85AB-DB09880381BB}"/>
          </ac:cxnSpMkLst>
        </pc:cxnChg>
        <pc:cxnChg chg="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31" creationId="{1205759F-FC4D-E677-7B27-F44786DA5D26}"/>
          </ac:cxnSpMkLst>
        </pc:cxnChg>
        <pc:cxnChg chg="mod">
          <ac:chgData name="Li, Cong" userId="025630f4-267e-4cb3-8cd5-8795177f99f4" providerId="ADAL" clId="{929A2CC8-B112-421C-81E2-D5D63B23E300}" dt="2026-09-04T23:53:50.366" v="2321" actId="1037"/>
          <ac:cxnSpMkLst>
            <pc:docMk/>
            <pc:sldMk cId="2078747852" sldId="445"/>
            <ac:cxnSpMk id="32" creationId="{B558602A-82EE-7385-5EE0-43348EED17BC}"/>
          </ac:cxnSpMkLst>
        </pc:cxnChg>
        <pc:cxnChg chg="mod">
          <ac:chgData name="Li, Cong" userId="025630f4-267e-4cb3-8cd5-8795177f99f4" providerId="ADAL" clId="{929A2CC8-B112-421C-81E2-D5D63B23E300}" dt="2026-09-04T23:53:56.914" v="2332" actId="1038"/>
          <ac:cxnSpMkLst>
            <pc:docMk/>
            <pc:sldMk cId="2078747852" sldId="445"/>
            <ac:cxnSpMk id="33" creationId="{58A94B91-DB93-481B-13D9-C7646E9FEC3E}"/>
          </ac:cxnSpMkLst>
        </pc:cxnChg>
        <pc:cxnChg chg="add mod">
          <ac:chgData name="Li, Cong" userId="025630f4-267e-4cb3-8cd5-8795177f99f4" providerId="ADAL" clId="{929A2CC8-B112-421C-81E2-D5D63B23E300}" dt="2026-09-04T23:55:43.220" v="2479" actId="1035"/>
          <ac:cxnSpMkLst>
            <pc:docMk/>
            <pc:sldMk cId="2078747852" sldId="445"/>
            <ac:cxnSpMk id="34" creationId="{9959A76F-0EA8-859B-30B7-534FA7056257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77EE-0E6A-2820-9E2C-E81D7654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5AC63-9927-2C57-20CA-24F06E1E5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0D97A-AA3D-DB03-1D55-82682F26F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45EA0-F990-EBC0-9B35-81433C327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05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FDD5-6AFB-5B0B-8A09-17EC344B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65086-8C87-891E-02DB-3D91D8ACC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1D963-C828-3C3C-7562-D29BC1CD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F52AA-8091-4222-2EAB-3EC5BAA9E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905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5.1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5.1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23CE6F-9AEE-B120-0218-DE65E8884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2400"/>
            <a:ext cx="4161101" cy="285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AB0BAD-6062-0A3D-D802-B15700B84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81400"/>
            <a:ext cx="2652130" cy="240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No Records  </a:t>
            </a:r>
            <a:r>
              <a:rPr lang="zh-CN" altLang="en-US" dirty="0">
                <a:ea typeface="ＭＳ Ｐゴシック" panose="020B0600070205080204" pitchFamily="34" charset="-128"/>
              </a:rPr>
              <a:t>去除记录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213360" y="2362200"/>
            <a:ext cx="8717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simplicity in a large number of series, we remove the result recording capability &amp; therefore delete the related code</a:t>
            </a:r>
          </a:p>
          <a:p>
            <a:pPr algn="ctr"/>
            <a:r>
              <a:rPr lang="zh-CN" altLang="en-US" sz="2200" dirty="0"/>
              <a:t>简化数列非常多的情况，我们去除记录结果能力，故删除相关的程序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447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‘pipeline.cpp’ as ‘scan.cpp’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’pipeline.cpp’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’scan.cpp’</a:t>
            </a:r>
            <a:endParaRPr lang="zh-CN" altLang="en-US" sz="2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EA4E50-835D-D4F6-105E-39CAAF3AB7D1}"/>
              </a:ext>
            </a:extLst>
          </p:cNvPr>
          <p:cNvCxnSpPr>
            <a:cxnSpLocks/>
            <a:endCxn id="4" idx="3"/>
          </p:cNvCxnSpPr>
          <p:nvPr/>
        </p:nvCxnSpPr>
        <p:spPr bwMode="auto">
          <a:xfrm>
            <a:off x="731520" y="3698323"/>
            <a:ext cx="2652130" cy="310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94B4C8-57B4-7C81-D989-9A4B3EC0F4B7}"/>
              </a:ext>
            </a:extLst>
          </p:cNvPr>
          <p:cNvCxnSpPr>
            <a:cxnSpLocks/>
            <a:endCxn id="6" idx="3"/>
          </p:cNvCxnSpPr>
          <p:nvPr/>
        </p:nvCxnSpPr>
        <p:spPr bwMode="auto">
          <a:xfrm>
            <a:off x="731520" y="4082432"/>
            <a:ext cx="4161101" cy="2286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C3DFD85-4887-CC52-20B0-021A582B3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8" y="4419600"/>
            <a:ext cx="4595501" cy="209198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837DC4-D09B-87AB-0E83-24ACC1E19CD4}"/>
              </a:ext>
            </a:extLst>
          </p:cNvPr>
          <p:cNvCxnSpPr>
            <a:cxnSpLocks/>
          </p:cNvCxnSpPr>
          <p:nvPr/>
        </p:nvCxnSpPr>
        <p:spPr bwMode="auto">
          <a:xfrm>
            <a:off x="731520" y="4562495"/>
            <a:ext cx="4161101" cy="2286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12118C-BDBC-A437-497D-CEEA11238EB8}"/>
              </a:ext>
            </a:extLst>
          </p:cNvPr>
          <p:cNvCxnSpPr>
            <a:cxnSpLocks/>
          </p:cNvCxnSpPr>
          <p:nvPr/>
        </p:nvCxnSpPr>
        <p:spPr bwMode="auto">
          <a:xfrm>
            <a:off x="1179172" y="5068280"/>
            <a:ext cx="371344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627242-0D97-5AB0-9E09-8E339CC92BAC}"/>
              </a:ext>
            </a:extLst>
          </p:cNvPr>
          <p:cNvCxnSpPr>
            <a:cxnSpLocks/>
          </p:cNvCxnSpPr>
          <p:nvPr/>
        </p:nvCxnSpPr>
        <p:spPr bwMode="auto">
          <a:xfrm>
            <a:off x="1676400" y="5593074"/>
            <a:ext cx="363736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8E2A45-B2AC-B704-B216-99EAFCFC95CF}"/>
              </a:ext>
            </a:extLst>
          </p:cNvPr>
          <p:cNvCxnSpPr>
            <a:cxnSpLocks/>
          </p:cNvCxnSpPr>
          <p:nvPr/>
        </p:nvCxnSpPr>
        <p:spPr bwMode="auto">
          <a:xfrm>
            <a:off x="1663148" y="5861430"/>
            <a:ext cx="245165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E6D90A-8C7D-421D-EDE7-209B014061B2}"/>
              </a:ext>
            </a:extLst>
          </p:cNvPr>
          <p:cNvCxnSpPr>
            <a:cxnSpLocks/>
          </p:cNvCxnSpPr>
          <p:nvPr/>
        </p:nvCxnSpPr>
        <p:spPr bwMode="auto">
          <a:xfrm>
            <a:off x="1179172" y="6096000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2CED45-E894-A4EA-D915-4E8ACD4E67E6}"/>
              </a:ext>
            </a:extLst>
          </p:cNvPr>
          <p:cNvCxnSpPr>
            <a:cxnSpLocks/>
          </p:cNvCxnSpPr>
          <p:nvPr/>
        </p:nvCxnSpPr>
        <p:spPr bwMode="auto">
          <a:xfrm>
            <a:off x="1179172" y="5334000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2434CD-06CA-6FD9-8506-88FF9008B979}"/>
              </a:ext>
            </a:extLst>
          </p:cNvPr>
          <p:cNvCxnSpPr>
            <a:cxnSpLocks/>
          </p:cNvCxnSpPr>
          <p:nvPr/>
        </p:nvCxnSpPr>
        <p:spPr bwMode="auto">
          <a:xfrm>
            <a:off x="721972" y="4822372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A62664-5FC0-B2F5-6F42-D28320811BEE}"/>
              </a:ext>
            </a:extLst>
          </p:cNvPr>
          <p:cNvCxnSpPr>
            <a:cxnSpLocks/>
          </p:cNvCxnSpPr>
          <p:nvPr/>
        </p:nvCxnSpPr>
        <p:spPr bwMode="auto">
          <a:xfrm>
            <a:off x="718458" y="6357258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2E00-0ECC-B4DE-49D0-AD52B372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0106BD-4A42-8090-E517-AAAADB070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286000"/>
            <a:ext cx="6893252" cy="38981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DA9563-9601-9901-A56D-7B7DD2A0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No Records  </a:t>
            </a:r>
            <a:r>
              <a:rPr lang="zh-CN" altLang="en-US" dirty="0">
                <a:ea typeface="ＭＳ Ｐゴシック" panose="020B0600070205080204" pitchFamily="34" charset="-128"/>
              </a:rPr>
              <a:t>去除记录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42EC19-6831-5699-FEA4-EDF0A844690A}"/>
              </a:ext>
            </a:extLst>
          </p:cNvPr>
          <p:cNvCxnSpPr>
            <a:cxnSpLocks/>
          </p:cNvCxnSpPr>
          <p:nvPr/>
        </p:nvCxnSpPr>
        <p:spPr bwMode="auto">
          <a:xfrm>
            <a:off x="1179172" y="2410073"/>
            <a:ext cx="66694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94E271-A137-B3A2-0994-06D52EB4119B}"/>
              </a:ext>
            </a:extLst>
          </p:cNvPr>
          <p:cNvCxnSpPr>
            <a:cxnSpLocks/>
          </p:cNvCxnSpPr>
          <p:nvPr/>
        </p:nvCxnSpPr>
        <p:spPr bwMode="auto">
          <a:xfrm>
            <a:off x="1179172" y="2923476"/>
            <a:ext cx="6866224" cy="1139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CF9BC8-FB88-AD1D-1DC3-85BA97DA1F2A}"/>
              </a:ext>
            </a:extLst>
          </p:cNvPr>
          <p:cNvCxnSpPr>
            <a:cxnSpLocks/>
          </p:cNvCxnSpPr>
          <p:nvPr/>
        </p:nvCxnSpPr>
        <p:spPr bwMode="auto">
          <a:xfrm>
            <a:off x="1152668" y="3425406"/>
            <a:ext cx="47909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AEF36-EEF8-59F7-DE33-5989546F3857}"/>
              </a:ext>
            </a:extLst>
          </p:cNvPr>
          <p:cNvCxnSpPr>
            <a:cxnSpLocks/>
          </p:cNvCxnSpPr>
          <p:nvPr/>
        </p:nvCxnSpPr>
        <p:spPr bwMode="auto">
          <a:xfrm>
            <a:off x="2111828" y="5249183"/>
            <a:ext cx="489857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5CD8F1-27B1-C995-BE25-2B37D665F69F}"/>
              </a:ext>
            </a:extLst>
          </p:cNvPr>
          <p:cNvCxnSpPr>
            <a:cxnSpLocks/>
          </p:cNvCxnSpPr>
          <p:nvPr/>
        </p:nvCxnSpPr>
        <p:spPr bwMode="auto">
          <a:xfrm>
            <a:off x="1663148" y="4748439"/>
            <a:ext cx="3355733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6E7BA3-D4CA-50F2-F4A1-D0A70ACC3394}"/>
              </a:ext>
            </a:extLst>
          </p:cNvPr>
          <p:cNvCxnSpPr>
            <a:cxnSpLocks/>
          </p:cNvCxnSpPr>
          <p:nvPr/>
        </p:nvCxnSpPr>
        <p:spPr bwMode="auto">
          <a:xfrm>
            <a:off x="2365852" y="3703411"/>
            <a:ext cx="342534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4D62E-F5B7-1433-85AB-DB09880381BB}"/>
              </a:ext>
            </a:extLst>
          </p:cNvPr>
          <p:cNvCxnSpPr>
            <a:cxnSpLocks/>
          </p:cNvCxnSpPr>
          <p:nvPr/>
        </p:nvCxnSpPr>
        <p:spPr bwMode="auto">
          <a:xfrm>
            <a:off x="1677718" y="5521325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205759F-FC4D-E677-7B27-F44786DA5D26}"/>
              </a:ext>
            </a:extLst>
          </p:cNvPr>
          <p:cNvCxnSpPr>
            <a:cxnSpLocks/>
          </p:cNvCxnSpPr>
          <p:nvPr/>
        </p:nvCxnSpPr>
        <p:spPr bwMode="auto">
          <a:xfrm>
            <a:off x="1663148" y="4998811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58602A-82EE-7385-5EE0-43348EED17BC}"/>
              </a:ext>
            </a:extLst>
          </p:cNvPr>
          <p:cNvCxnSpPr>
            <a:cxnSpLocks/>
          </p:cNvCxnSpPr>
          <p:nvPr/>
        </p:nvCxnSpPr>
        <p:spPr bwMode="auto">
          <a:xfrm>
            <a:off x="1208312" y="4224201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A94B91-DB93-481B-13D9-C7646E9FEC3E}"/>
              </a:ext>
            </a:extLst>
          </p:cNvPr>
          <p:cNvCxnSpPr>
            <a:cxnSpLocks/>
          </p:cNvCxnSpPr>
          <p:nvPr/>
        </p:nvCxnSpPr>
        <p:spPr bwMode="auto">
          <a:xfrm>
            <a:off x="1201111" y="6032953"/>
            <a:ext cx="1162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487923-B806-BD3A-8D1D-300E8FF6837C}"/>
              </a:ext>
            </a:extLst>
          </p:cNvPr>
          <p:cNvCxnSpPr>
            <a:cxnSpLocks/>
          </p:cNvCxnSpPr>
          <p:nvPr/>
        </p:nvCxnSpPr>
        <p:spPr bwMode="auto">
          <a:xfrm>
            <a:off x="1666832" y="4487181"/>
            <a:ext cx="213228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97A032-A0A1-ED7F-91CE-C3092B4E49CE}"/>
              </a:ext>
            </a:extLst>
          </p:cNvPr>
          <p:cNvCxnSpPr>
            <a:cxnSpLocks/>
          </p:cNvCxnSpPr>
          <p:nvPr/>
        </p:nvCxnSpPr>
        <p:spPr bwMode="auto">
          <a:xfrm>
            <a:off x="1676398" y="5760811"/>
            <a:ext cx="144780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1227CD-16C1-DD42-6845-6E8462F6FA8C}"/>
              </a:ext>
            </a:extLst>
          </p:cNvPr>
          <p:cNvCxnSpPr>
            <a:cxnSpLocks/>
          </p:cNvCxnSpPr>
          <p:nvPr/>
        </p:nvCxnSpPr>
        <p:spPr bwMode="auto">
          <a:xfrm>
            <a:off x="1197426" y="3964667"/>
            <a:ext cx="421277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64C8D3-D044-DD52-E012-831971BFDEF2}"/>
              </a:ext>
            </a:extLst>
          </p:cNvPr>
          <p:cNvCxnSpPr>
            <a:cxnSpLocks/>
          </p:cNvCxnSpPr>
          <p:nvPr/>
        </p:nvCxnSpPr>
        <p:spPr bwMode="auto">
          <a:xfrm>
            <a:off x="1153882" y="3191781"/>
            <a:ext cx="354874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59A76F-0EA8-859B-30B7-534FA7056257}"/>
              </a:ext>
            </a:extLst>
          </p:cNvPr>
          <p:cNvCxnSpPr>
            <a:cxnSpLocks/>
          </p:cNvCxnSpPr>
          <p:nvPr/>
        </p:nvCxnSpPr>
        <p:spPr bwMode="auto">
          <a:xfrm>
            <a:off x="1186542" y="2680153"/>
            <a:ext cx="92528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2007522-E407-83C0-33C9-18FB1A11E0DA}"/>
              </a:ext>
            </a:extLst>
          </p:cNvPr>
          <p:cNvSpPr txBox="1"/>
          <p:nvPr/>
        </p:nvSpPr>
        <p:spPr>
          <a:xfrm>
            <a:off x="531341" y="17789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Continue deleting  </a:t>
            </a:r>
            <a:r>
              <a:rPr lang="zh-CN" altLang="en-US" sz="2200" dirty="0"/>
              <a:t>继续删除</a:t>
            </a:r>
          </a:p>
        </p:txBody>
      </p:sp>
    </p:spTree>
    <p:extLst>
      <p:ext uri="{BB962C8B-B14F-4D97-AF65-F5344CB8AC3E}">
        <p14:creationId xmlns:p14="http://schemas.microsoft.com/office/powerpoint/2010/main" val="207874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D716-84EE-9B97-2335-1FD4F748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7E9193-E2C1-7738-DCF3-D54C3A0E1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2640698" cy="777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22C5B0-6503-A3D0-2B4B-9886FF33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Small Changes  </a:t>
            </a:r>
            <a:r>
              <a:rPr lang="zh-CN" altLang="en-US" dirty="0">
                <a:ea typeface="ＭＳ Ｐゴシック" panose="020B0600070205080204" pitchFamily="34" charset="-128"/>
              </a:rPr>
              <a:t>小改动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089E5D-9257-2F38-01AB-A4806A023CE6}"/>
              </a:ext>
            </a:extLst>
          </p:cNvPr>
          <p:cNvSpPr txBox="1"/>
          <p:nvPr/>
        </p:nvSpPr>
        <p:spPr>
          <a:xfrm>
            <a:off x="724929" y="1676400"/>
            <a:ext cx="76941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Allow ‘STEPS’ to be defined in compilation </a:t>
            </a:r>
          </a:p>
          <a:p>
            <a:pPr algn="ctr"/>
            <a:r>
              <a:rPr lang="zh-CN" altLang="en-US" sz="2200" dirty="0"/>
              <a:t>允许编译时指定</a:t>
            </a:r>
            <a:r>
              <a:rPr lang="en-US" altLang="zh-CN" sz="2200" dirty="0"/>
              <a:t>’STEPS’</a:t>
            </a:r>
            <a:endParaRPr lang="zh-CN" alt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06ED27-C251-12E7-3C91-EF79102F4785}"/>
              </a:ext>
            </a:extLst>
          </p:cNvPr>
          <p:cNvSpPr/>
          <p:nvPr/>
        </p:nvSpPr>
        <p:spPr bwMode="auto">
          <a:xfrm>
            <a:off x="735815" y="2525486"/>
            <a:ext cx="1561071" cy="23604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BD76A-67C8-41B2-DA3C-7223DF27BE38}"/>
              </a:ext>
            </a:extLst>
          </p:cNvPr>
          <p:cNvSpPr/>
          <p:nvPr/>
        </p:nvSpPr>
        <p:spPr bwMode="auto">
          <a:xfrm>
            <a:off x="731521" y="3040093"/>
            <a:ext cx="792480" cy="23604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163E24-34FA-A19D-461F-B470D37DE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4419600"/>
            <a:ext cx="5201376" cy="5144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CC8C39-8C1C-900F-690D-608A13520FF7}"/>
              </a:ext>
            </a:extLst>
          </p:cNvPr>
          <p:cNvSpPr txBox="1"/>
          <p:nvPr/>
        </p:nvSpPr>
        <p:spPr>
          <a:xfrm>
            <a:off x="753291" y="3566053"/>
            <a:ext cx="76941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Loop over all the steps (no recording now)</a:t>
            </a:r>
          </a:p>
          <a:p>
            <a:pPr algn="ctr"/>
            <a:r>
              <a:rPr lang="zh-CN" altLang="en-US" sz="2200" dirty="0"/>
              <a:t>循环所有的迭代步数（现在不作记录了）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841A89F-93E6-B780-B1F9-7D82CA843BE0}"/>
              </a:ext>
            </a:extLst>
          </p:cNvPr>
          <p:cNvCxnSpPr>
            <a:cxnSpLocks/>
          </p:cNvCxnSpPr>
          <p:nvPr/>
        </p:nvCxnSpPr>
        <p:spPr bwMode="auto">
          <a:xfrm>
            <a:off x="4201886" y="4550228"/>
            <a:ext cx="141756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5748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Compile &amp; Run It  </a:t>
            </a:r>
            <a:r>
              <a:rPr lang="zh-CN" altLang="en-US" dirty="0">
                <a:ea typeface="ＭＳ Ｐゴシック" panose="020B0600070205080204" pitchFamily="34" charset="-128"/>
              </a:rPr>
              <a:t>编译并运行之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D48EE-ADFA-F533-C68C-3F7B9F6A6A27}"/>
              </a:ext>
            </a:extLst>
          </p:cNvPr>
          <p:cNvSpPr txBox="1"/>
          <p:nvPr/>
        </p:nvSpPr>
        <p:spPr>
          <a:xfrm>
            <a:off x="221974" y="1753850"/>
            <a:ext cx="8686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w/ different configurations</a:t>
            </a:r>
          </a:p>
          <a:p>
            <a:pPr algn="ctr"/>
            <a:r>
              <a:rPr lang="zh-CN" altLang="en-US" sz="2200" dirty="0"/>
              <a:t>编译并运行不同的配置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SRC=scan.cpp NATIVE=1 EXTRA_CXXFLAGS="-DSERIES=65536 DSTEPS=80000" -B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run-scan.exe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F5E650-CCE0-FB27-FEDD-14CC4294D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491241"/>
              </p:ext>
            </p:extLst>
          </p:nvPr>
        </p:nvGraphicFramePr>
        <p:xfrm>
          <a:off x="1524000" y="3733800"/>
          <a:ext cx="6096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510564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467914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1552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16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163840000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5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783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734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524288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42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16132</TotalTime>
  <Words>237</Words>
  <Application>Microsoft Office PowerPoint</Application>
  <PresentationFormat>On-screen Show (4:3)</PresentationFormat>
  <Paragraphs>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5.1</vt:lpstr>
      <vt:lpstr>No Records  去除记录 (1)</vt:lpstr>
      <vt:lpstr>No Records  去除记录 (2)</vt:lpstr>
      <vt:lpstr>Small Changes  小改动</vt:lpstr>
      <vt:lpstr>Compile &amp; Run It  编译并运行之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1153</cp:revision>
  <dcterms:created xsi:type="dcterms:W3CDTF">2003-03-13T01:36:43Z</dcterms:created>
  <dcterms:modified xsi:type="dcterms:W3CDTF">2026-09-05T00:52:32Z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