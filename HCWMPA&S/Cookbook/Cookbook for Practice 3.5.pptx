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5"/>
  </p:notesMasterIdLst>
  <p:handoutMasterIdLst>
    <p:handoutMasterId r:id="rId6"/>
  </p:handoutMasterIdLst>
  <p:sldIdLst>
    <p:sldId id="286" r:id="rId2"/>
    <p:sldId id="415" r:id="rId3"/>
    <p:sldId id="353" r:id="rId4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9E0A4-EC45-4EC7-A41C-75DF3B842FE2}" v="1454" dt="2026-07-25T08:58:18.1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>
        <p:scale>
          <a:sx n="110" d="100"/>
          <a:sy n="110" d="100"/>
        </p:scale>
        <p:origin x="-72" y="-14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">
      <pc:chgData name="Li, Cong" userId="025630f4-267e-4cb3-8cd5-8795177f99f4" providerId="ADAL" clId="{929A2CC8-B112-421C-81E2-D5D63B23E300}" dt="2026-07-25T08:58:18.182" v="7930" actId="20577"/>
      <pc:docMkLst>
        <pc:docMk/>
      </pc:docMkLst>
      <pc:sldChg chg="modSp mod">
        <pc:chgData name="Li, Cong" userId="025630f4-267e-4cb3-8cd5-8795177f99f4" providerId="ADAL" clId="{929A2CC8-B112-421C-81E2-D5D63B23E300}" dt="2026-07-25T07:29:24.603" v="3791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7-25T07:29:24.603" v="3791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7-25T07:29:21.163" v="3788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 delAnim modAnim">
        <pc:chgData name="Li, Cong" userId="025630f4-267e-4cb3-8cd5-8795177f99f4" providerId="ADAL" clId="{929A2CC8-B112-421C-81E2-D5D63B23E300}" dt="2026-07-25T07:32:09.238" v="4028" actId="20577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7-11T06:38:35.086" v="207" actId="20577"/>
          <ac:spMkLst>
            <pc:docMk/>
            <pc:sldMk cId="796492521" sldId="415"/>
            <ac:spMk id="2" creationId="{ADE6B920-28FE-41F4-B19E-AF72E4D6D2C6}"/>
          </ac:spMkLst>
        </pc:spChg>
        <pc:spChg chg="add mod">
          <ac:chgData name="Li, Cong" userId="025630f4-267e-4cb3-8cd5-8795177f99f4" providerId="ADAL" clId="{929A2CC8-B112-421C-81E2-D5D63B23E300}" dt="2026-07-25T07:32:01.278" v="4019" actId="1036"/>
          <ac:spMkLst>
            <pc:docMk/>
            <pc:sldMk cId="796492521" sldId="415"/>
            <ac:spMk id="8" creationId="{09893ABE-23FF-165D-DDA2-8D0905FDB8F4}"/>
          </ac:spMkLst>
        </pc:spChg>
        <pc:spChg chg="add del mod">
          <ac:chgData name="Li, Cong" userId="025630f4-267e-4cb3-8cd5-8795177f99f4" providerId="ADAL" clId="{929A2CC8-B112-421C-81E2-D5D63B23E300}" dt="2026-07-25T07:30:08.363" v="3813" actId="478"/>
          <ac:spMkLst>
            <pc:docMk/>
            <pc:sldMk cId="796492521" sldId="415"/>
            <ac:spMk id="9" creationId="{52E99CE4-F0B2-7EE2-3AD4-F0C8FC773C69}"/>
          </ac:spMkLst>
        </pc:spChg>
        <pc:spChg chg="add mod">
          <ac:chgData name="Li, Cong" userId="025630f4-267e-4cb3-8cd5-8795177f99f4" providerId="ADAL" clId="{929A2CC8-B112-421C-81E2-D5D63B23E300}" dt="2026-07-25T07:32:09.238" v="4028" actId="20577"/>
          <ac:spMkLst>
            <pc:docMk/>
            <pc:sldMk cId="796492521" sldId="415"/>
            <ac:spMk id="11" creationId="{A3DE4361-0528-9A32-9B49-B6D88AD36DAC}"/>
          </ac:spMkLst>
        </pc:spChg>
        <pc:spChg chg="add del mod">
          <ac:chgData name="Li, Cong" userId="025630f4-267e-4cb3-8cd5-8795177f99f4" providerId="ADAL" clId="{929A2CC8-B112-421C-81E2-D5D63B23E300}" dt="2026-07-25T07:30:08.363" v="3813" actId="478"/>
          <ac:spMkLst>
            <pc:docMk/>
            <pc:sldMk cId="796492521" sldId="415"/>
            <ac:spMk id="18" creationId="{80AB2A7A-E9B0-E260-77C9-C851888CF536}"/>
          </ac:spMkLst>
        </pc:spChg>
        <pc:spChg chg="add mod">
          <ac:chgData name="Li, Cong" userId="025630f4-267e-4cb3-8cd5-8795177f99f4" providerId="ADAL" clId="{929A2CC8-B112-421C-81E2-D5D63B23E300}" dt="2026-07-25T07:29:37.415" v="3807"/>
          <ac:spMkLst>
            <pc:docMk/>
            <pc:sldMk cId="796492521" sldId="415"/>
            <ac:spMk id="19" creationId="{23CD657D-BF24-8236-C712-84C3BC6A85FC}"/>
          </ac:spMkLst>
        </pc:spChg>
        <pc:picChg chg="add mod">
          <ac:chgData name="Li, Cong" userId="025630f4-267e-4cb3-8cd5-8795177f99f4" providerId="ADAL" clId="{929A2CC8-B112-421C-81E2-D5D63B23E300}" dt="2026-07-25T07:32:01.278" v="4019" actId="1036"/>
          <ac:picMkLst>
            <pc:docMk/>
            <pc:sldMk cId="796492521" sldId="415"/>
            <ac:picMk id="4" creationId="{2293498E-2A92-C2CA-D1F4-DFB0917B9ED9}"/>
          </ac:picMkLst>
        </pc:picChg>
        <pc:picChg chg="add del mod">
          <ac:chgData name="Li, Cong" userId="025630f4-267e-4cb3-8cd5-8795177f99f4" providerId="ADAL" clId="{929A2CC8-B112-421C-81E2-D5D63B23E300}" dt="2026-07-25T07:29:59.544" v="3812" actId="478"/>
          <ac:picMkLst>
            <pc:docMk/>
            <pc:sldMk cId="796492521" sldId="415"/>
            <ac:picMk id="5" creationId="{46D1AAC7-ABD4-723B-EDCA-95E367AFBE4B}"/>
          </ac:picMkLst>
        </pc:picChg>
        <pc:picChg chg="add del mod">
          <ac:chgData name="Li, Cong" userId="025630f4-267e-4cb3-8cd5-8795177f99f4" providerId="ADAL" clId="{929A2CC8-B112-421C-81E2-D5D63B23E300}" dt="2026-07-25T07:30:08.363" v="3813" actId="478"/>
          <ac:picMkLst>
            <pc:docMk/>
            <pc:sldMk cId="796492521" sldId="415"/>
            <ac:picMk id="7" creationId="{4D58DBCC-9FF3-FFC8-AEF0-753F4027BFCF}"/>
          </ac:picMkLst>
        </pc:picChg>
        <pc:picChg chg="add mod">
          <ac:chgData name="Li, Cong" userId="025630f4-267e-4cb3-8cd5-8795177f99f4" providerId="ADAL" clId="{929A2CC8-B112-421C-81E2-D5D63B23E300}" dt="2026-07-25T07:32:04.194" v="4020" actId="1035"/>
          <ac:picMkLst>
            <pc:docMk/>
            <pc:sldMk cId="796492521" sldId="415"/>
            <ac:picMk id="10" creationId="{5925D60D-C595-088F-1F44-A88BCCEEEEC8}"/>
          </ac:picMkLst>
        </pc:picChg>
        <pc:picChg chg="add del mod">
          <ac:chgData name="Li, Cong" userId="025630f4-267e-4cb3-8cd5-8795177f99f4" providerId="ADAL" clId="{929A2CC8-B112-421C-81E2-D5D63B23E300}" dt="2026-07-25T07:30:08.363" v="3813" actId="478"/>
          <ac:picMkLst>
            <pc:docMk/>
            <pc:sldMk cId="796492521" sldId="415"/>
            <ac:picMk id="12" creationId="{00129F49-83E7-075F-1B60-525ADB2D15C1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43:21.503" v="6967" actId="1076"/>
        <pc:sldMkLst>
          <pc:docMk/>
          <pc:sldMk cId="3096758139" sldId="430"/>
        </pc:sldMkLst>
        <pc:spChg chg="mod">
          <ac:chgData name="Li, Cong" userId="025630f4-267e-4cb3-8cd5-8795177f99f4" providerId="ADAL" clId="{929A2CC8-B112-421C-81E2-D5D63B23E300}" dt="2026-07-25T08:28:15.976" v="6180" actId="20577"/>
          <ac:spMkLst>
            <pc:docMk/>
            <pc:sldMk cId="3096758139" sldId="430"/>
            <ac:spMk id="2" creationId="{69A52266-0D64-5B92-737B-CB16EB0AFCB0}"/>
          </ac:spMkLst>
        </pc:spChg>
        <pc:spChg chg="add del mod">
          <ac:chgData name="Li, Cong" userId="025630f4-267e-4cb3-8cd5-8795177f99f4" providerId="ADAL" clId="{929A2CC8-B112-421C-81E2-D5D63B23E300}" dt="2026-07-25T08:19:55.492" v="5780" actId="478"/>
          <ac:spMkLst>
            <pc:docMk/>
            <pc:sldMk cId="3096758139" sldId="430"/>
            <ac:spMk id="6" creationId="{8E0999AE-67E5-E1F3-13CF-5B1CB2E9B4E2}"/>
          </ac:spMkLst>
        </pc:spChg>
        <pc:spChg chg="mod">
          <ac:chgData name="Li, Cong" userId="025630f4-267e-4cb3-8cd5-8795177f99f4" providerId="ADAL" clId="{929A2CC8-B112-421C-81E2-D5D63B23E300}" dt="2026-07-25T08:20:49.065" v="5971" actId="20577"/>
          <ac:spMkLst>
            <pc:docMk/>
            <pc:sldMk cId="3096758139" sldId="430"/>
            <ac:spMk id="8" creationId="{136E88FC-349D-7E1F-073B-F650CE56F8DD}"/>
          </ac:spMkLst>
        </pc:spChg>
        <pc:spChg chg="mod">
          <ac:chgData name="Li, Cong" userId="025630f4-267e-4cb3-8cd5-8795177f99f4" providerId="ADAL" clId="{929A2CC8-B112-421C-81E2-D5D63B23E300}" dt="2026-07-25T08:37:43.894" v="6749" actId="20577"/>
          <ac:spMkLst>
            <pc:docMk/>
            <pc:sldMk cId="3096758139" sldId="430"/>
            <ac:spMk id="9" creationId="{BC23485C-6558-44BC-2842-C7B91F700C5C}"/>
          </ac:spMkLst>
        </pc:spChg>
        <pc:spChg chg="add del mod">
          <ac:chgData name="Li, Cong" userId="025630f4-267e-4cb3-8cd5-8795177f99f4" providerId="ADAL" clId="{929A2CC8-B112-421C-81E2-D5D63B23E300}" dt="2026-07-25T08:35:04.397" v="6398" actId="478"/>
          <ac:spMkLst>
            <pc:docMk/>
            <pc:sldMk cId="3096758139" sldId="430"/>
            <ac:spMk id="14" creationId="{37737AC5-7026-E886-1326-93BE9FF1449E}"/>
          </ac:spMkLst>
        </pc:spChg>
        <pc:picChg chg="add del">
          <ac:chgData name="Li, Cong" userId="025630f4-267e-4cb3-8cd5-8795177f99f4" providerId="ADAL" clId="{929A2CC8-B112-421C-81E2-D5D63B23E300}" dt="2026-07-25T08:04:04.327" v="5131" actId="22"/>
          <ac:picMkLst>
            <pc:docMk/>
            <pc:sldMk cId="3096758139" sldId="430"/>
            <ac:picMk id="4" creationId="{456E0660-F0B9-081B-0892-53FE3CFB294E}"/>
          </ac:picMkLst>
        </pc:picChg>
        <pc:picChg chg="add del mod">
          <ac:chgData name="Li, Cong" userId="025630f4-267e-4cb3-8cd5-8795177f99f4" providerId="ADAL" clId="{929A2CC8-B112-421C-81E2-D5D63B23E300}" dt="2026-07-25T08:19:54.901" v="5779" actId="478"/>
          <ac:picMkLst>
            <pc:docMk/>
            <pc:sldMk cId="3096758139" sldId="430"/>
            <ac:picMk id="5" creationId="{D91F8B5A-1904-B368-C2B2-14FC8DB702EC}"/>
          </ac:picMkLst>
        </pc:picChg>
        <pc:picChg chg="add mod">
          <ac:chgData name="Li, Cong" userId="025630f4-267e-4cb3-8cd5-8795177f99f4" providerId="ADAL" clId="{929A2CC8-B112-421C-81E2-D5D63B23E300}" dt="2026-07-25T08:21:42.635" v="5985" actId="1035"/>
          <ac:picMkLst>
            <pc:docMk/>
            <pc:sldMk cId="3096758139" sldId="430"/>
            <ac:picMk id="10" creationId="{D2C4E272-042C-1A1A-5647-700295B95B7C}"/>
          </ac:picMkLst>
        </pc:picChg>
        <pc:picChg chg="add del mod">
          <ac:chgData name="Li, Cong" userId="025630f4-267e-4cb3-8cd5-8795177f99f4" providerId="ADAL" clId="{929A2CC8-B112-421C-81E2-D5D63B23E300}" dt="2026-07-25T08:25:19.626" v="5988" actId="478"/>
          <ac:picMkLst>
            <pc:docMk/>
            <pc:sldMk cId="3096758139" sldId="430"/>
            <ac:picMk id="11" creationId="{8F2D1CD3-96C0-E55C-07A0-F33B2013F6F4}"/>
          </ac:picMkLst>
        </pc:picChg>
        <pc:picChg chg="add mod">
          <ac:chgData name="Li, Cong" userId="025630f4-267e-4cb3-8cd5-8795177f99f4" providerId="ADAL" clId="{929A2CC8-B112-421C-81E2-D5D63B23E300}" dt="2026-07-25T08:43:21.503" v="6967" actId="1076"/>
          <ac:picMkLst>
            <pc:docMk/>
            <pc:sldMk cId="3096758139" sldId="430"/>
            <ac:picMk id="13" creationId="{FC57FFF0-47CE-6319-30C9-FD7EB6877437}"/>
          </ac:picMkLst>
        </pc:picChg>
      </pc:sldChg>
      <pc:sldChg chg="addSp delSp modSp add mod addAnim delAnim modAnim">
        <pc:chgData name="Li, Cong" userId="025630f4-267e-4cb3-8cd5-8795177f99f4" providerId="ADAL" clId="{929A2CC8-B112-421C-81E2-D5D63B23E300}" dt="2026-07-25T08:46:45.110" v="7274" actId="20577"/>
        <pc:sldMkLst>
          <pc:docMk/>
          <pc:sldMk cId="3917499689" sldId="431"/>
        </pc:sldMkLst>
        <pc:spChg chg="mod">
          <ac:chgData name="Li, Cong" userId="025630f4-267e-4cb3-8cd5-8795177f99f4" providerId="ADAL" clId="{929A2CC8-B112-421C-81E2-D5D63B23E300}" dt="2026-07-25T08:46:45.110" v="7274" actId="20577"/>
          <ac:spMkLst>
            <pc:docMk/>
            <pc:sldMk cId="3917499689" sldId="431"/>
            <ac:spMk id="2" creationId="{746C3847-96CC-A958-6BCB-C5E0129A9BAD}"/>
          </ac:spMkLst>
        </pc:spChg>
        <pc:spChg chg="add mod">
          <ac:chgData name="Li, Cong" userId="025630f4-267e-4cb3-8cd5-8795177f99f4" providerId="ADAL" clId="{929A2CC8-B112-421C-81E2-D5D63B23E300}" dt="2026-07-25T08:46:04.301" v="7255" actId="20577"/>
          <ac:spMkLst>
            <pc:docMk/>
            <pc:sldMk cId="3917499689" sldId="431"/>
            <ac:spMk id="3" creationId="{FFD1B8D1-D549-AE13-EBD6-07D952F84C86}"/>
          </ac:spMkLst>
        </pc:spChg>
        <pc:spChg chg="add del mod">
          <ac:chgData name="Li, Cong" userId="025630f4-267e-4cb3-8cd5-8795177f99f4" providerId="ADAL" clId="{929A2CC8-B112-421C-81E2-D5D63B23E300}" dt="2026-07-25T08:39:50.827" v="6825" actId="478"/>
          <ac:spMkLst>
            <pc:docMk/>
            <pc:sldMk cId="3917499689" sldId="431"/>
            <ac:spMk id="11" creationId="{6324BCDC-0BF8-4E2C-6A5E-2E96A5876DB6}"/>
          </ac:spMkLst>
        </pc:spChg>
        <pc:spChg chg="add mod">
          <ac:chgData name="Li, Cong" userId="025630f4-267e-4cb3-8cd5-8795177f99f4" providerId="ADAL" clId="{929A2CC8-B112-421C-81E2-D5D63B23E300}" dt="2026-07-25T08:46:16.498" v="7268" actId="1035"/>
          <ac:spMkLst>
            <pc:docMk/>
            <pc:sldMk cId="3917499689" sldId="431"/>
            <ac:spMk id="13" creationId="{F264CFFA-EF6F-6E9A-12CD-6C43215E86BB}"/>
          </ac:spMkLst>
        </pc:spChg>
        <pc:spChg chg="add del mod">
          <ac:chgData name="Li, Cong" userId="025630f4-267e-4cb3-8cd5-8795177f99f4" providerId="ADAL" clId="{929A2CC8-B112-421C-81E2-D5D63B23E300}" dt="2026-07-25T08:39:54.361" v="6828" actId="478"/>
          <ac:spMkLst>
            <pc:docMk/>
            <pc:sldMk cId="3917499689" sldId="431"/>
            <ac:spMk id="15" creationId="{470DFAB0-73DA-6612-A9F5-06692A9D2243}"/>
          </ac:spMkLst>
        </pc:spChg>
        <pc:picChg chg="add del mod ord">
          <ac:chgData name="Li, Cong" userId="025630f4-267e-4cb3-8cd5-8795177f99f4" providerId="ADAL" clId="{929A2CC8-B112-421C-81E2-D5D63B23E300}" dt="2026-07-25T08:39:52.585" v="6827" actId="478"/>
          <ac:picMkLst>
            <pc:docMk/>
            <pc:sldMk cId="3917499689" sldId="431"/>
            <ac:picMk id="5" creationId="{C80A1882-68F9-2B21-5DE6-F770D0DE4321}"/>
          </ac:picMkLst>
        </pc:picChg>
        <pc:picChg chg="add del mod">
          <ac:chgData name="Li, Cong" userId="025630f4-267e-4cb3-8cd5-8795177f99f4" providerId="ADAL" clId="{929A2CC8-B112-421C-81E2-D5D63B23E300}" dt="2026-07-25T08:40:34.630" v="6833" actId="22"/>
          <ac:picMkLst>
            <pc:docMk/>
            <pc:sldMk cId="3917499689" sldId="431"/>
            <ac:picMk id="6" creationId="{E4E83ED0-5E38-3AA8-C96E-22EB505E7212}"/>
          </ac:picMkLst>
        </pc:picChg>
        <pc:picChg chg="add mod">
          <ac:chgData name="Li, Cong" userId="025630f4-267e-4cb3-8cd5-8795177f99f4" providerId="ADAL" clId="{929A2CC8-B112-421C-81E2-D5D63B23E300}" dt="2026-07-25T08:45:39.476" v="7206" actId="1036"/>
          <ac:picMkLst>
            <pc:docMk/>
            <pc:sldMk cId="3917499689" sldId="431"/>
            <ac:picMk id="8" creationId="{DB2EFA44-45E3-C375-1330-D8E8837CFF19}"/>
          </ac:picMkLst>
        </pc:picChg>
        <pc:picChg chg="add mod">
          <ac:chgData name="Li, Cong" userId="025630f4-267e-4cb3-8cd5-8795177f99f4" providerId="ADAL" clId="{929A2CC8-B112-421C-81E2-D5D63B23E300}" dt="2026-07-25T08:46:09.084" v="7259" actId="1036"/>
          <ac:picMkLst>
            <pc:docMk/>
            <pc:sldMk cId="3917499689" sldId="431"/>
            <ac:picMk id="12" creationId="{146139ED-73B0-199D-7CA6-CA0BBEA97B34}"/>
          </ac:picMkLst>
        </pc:picChg>
        <pc:cxnChg chg="add del mod">
          <ac:chgData name="Li, Cong" userId="025630f4-267e-4cb3-8cd5-8795177f99f4" providerId="ADAL" clId="{929A2CC8-B112-421C-81E2-D5D63B23E300}" dt="2026-07-25T08:39:52.119" v="6826" actId="478"/>
          <ac:cxnSpMkLst>
            <pc:docMk/>
            <pc:sldMk cId="3917499689" sldId="431"/>
            <ac:cxnSpMk id="10" creationId="{CED4B927-82C7-B653-D294-D9C0BB7682C7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51:08.855" v="7446" actId="1076"/>
        <pc:sldMkLst>
          <pc:docMk/>
          <pc:sldMk cId="4054827256" sldId="432"/>
        </pc:sldMkLst>
        <pc:spChg chg="mod">
          <ac:chgData name="Li, Cong" userId="025630f4-267e-4cb3-8cd5-8795177f99f4" providerId="ADAL" clId="{929A2CC8-B112-421C-81E2-D5D63B23E300}" dt="2026-07-25T08:49:18.960" v="7314" actId="20577"/>
          <ac:spMkLst>
            <pc:docMk/>
            <pc:sldMk cId="4054827256" sldId="432"/>
            <ac:spMk id="2" creationId="{CA478C15-2E9A-E940-D1CE-A694B408884C}"/>
          </ac:spMkLst>
        </pc:spChg>
        <pc:spChg chg="add del mod">
          <ac:chgData name="Li, Cong" userId="025630f4-267e-4cb3-8cd5-8795177f99f4" providerId="ADAL" clId="{929A2CC8-B112-421C-81E2-D5D63B23E300}" dt="2026-07-25T08:49:04.049" v="7278" actId="478"/>
          <ac:spMkLst>
            <pc:docMk/>
            <pc:sldMk cId="4054827256" sldId="432"/>
            <ac:spMk id="4" creationId="{3009B7F8-6D1B-C289-A061-4A89949DE277}"/>
          </ac:spMkLst>
        </pc:spChg>
        <pc:spChg chg="add mod">
          <ac:chgData name="Li, Cong" userId="025630f4-267e-4cb3-8cd5-8795177f99f4" providerId="ADAL" clId="{929A2CC8-B112-421C-81E2-D5D63B23E300}" dt="2026-07-25T08:50:44.585" v="7419" actId="1036"/>
          <ac:spMkLst>
            <pc:docMk/>
            <pc:sldMk cId="4054827256" sldId="432"/>
            <ac:spMk id="7" creationId="{220C6FC0-FC83-5E9C-492A-ED8283D16CC1}"/>
          </ac:spMkLst>
        </pc:spChg>
        <pc:spChg chg="add mod">
          <ac:chgData name="Li, Cong" userId="025630f4-267e-4cb3-8cd5-8795177f99f4" providerId="ADAL" clId="{929A2CC8-B112-421C-81E2-D5D63B23E300}" dt="2026-07-25T08:51:00.533" v="7445" actId="1035"/>
          <ac:spMkLst>
            <pc:docMk/>
            <pc:sldMk cId="4054827256" sldId="432"/>
            <ac:spMk id="11" creationId="{2FEDE64E-9298-650A-20E5-A1E46B3CCB24}"/>
          </ac:spMkLst>
        </pc:spChg>
        <pc:spChg chg="add del mod">
          <ac:chgData name="Li, Cong" userId="025630f4-267e-4cb3-8cd5-8795177f99f4" providerId="ADAL" clId="{929A2CC8-B112-421C-81E2-D5D63B23E300}" dt="2026-07-25T08:49:00.444" v="7276" actId="478"/>
          <ac:spMkLst>
            <pc:docMk/>
            <pc:sldMk cId="4054827256" sldId="432"/>
            <ac:spMk id="15" creationId="{3AB63780-9987-9013-2F08-CE38332E1572}"/>
          </ac:spMkLst>
        </pc:spChg>
        <pc:spChg chg="add del mod ord">
          <ac:chgData name="Li, Cong" userId="025630f4-267e-4cb3-8cd5-8795177f99f4" providerId="ADAL" clId="{929A2CC8-B112-421C-81E2-D5D63B23E300}" dt="2026-07-25T08:49:04.049" v="7278" actId="478"/>
          <ac:spMkLst>
            <pc:docMk/>
            <pc:sldMk cId="4054827256" sldId="432"/>
            <ac:spMk id="18" creationId="{485C741F-B0BD-80BC-02BE-22633D3D26BB}"/>
          </ac:spMkLst>
        </pc:spChg>
        <pc:spChg chg="add del mod">
          <ac:chgData name="Li, Cong" userId="025630f4-267e-4cb3-8cd5-8795177f99f4" providerId="ADAL" clId="{929A2CC8-B112-421C-81E2-D5D63B23E300}" dt="2026-07-25T08:49:04.049" v="7278" actId="478"/>
          <ac:spMkLst>
            <pc:docMk/>
            <pc:sldMk cId="4054827256" sldId="432"/>
            <ac:spMk id="20" creationId="{C8AEB5BB-CB7F-9051-51EF-E5ABBDE837E4}"/>
          </ac:spMkLst>
        </pc:spChg>
        <pc:picChg chg="add del mod">
          <ac:chgData name="Li, Cong" userId="025630f4-267e-4cb3-8cd5-8795177f99f4" providerId="ADAL" clId="{929A2CC8-B112-421C-81E2-D5D63B23E300}" dt="2026-07-25T08:49:00.444" v="7276" actId="478"/>
          <ac:picMkLst>
            <pc:docMk/>
            <pc:sldMk cId="4054827256" sldId="432"/>
            <ac:picMk id="5" creationId="{325C3671-E891-630F-98CA-C4F7B515D592}"/>
          </ac:picMkLst>
        </pc:picChg>
        <pc:picChg chg="add del mod">
          <ac:chgData name="Li, Cong" userId="025630f4-267e-4cb3-8cd5-8795177f99f4" providerId="ADAL" clId="{929A2CC8-B112-421C-81E2-D5D63B23E300}" dt="2026-07-25T08:49:23.116" v="7315" actId="478"/>
          <ac:picMkLst>
            <pc:docMk/>
            <pc:sldMk cId="4054827256" sldId="432"/>
            <ac:picMk id="6" creationId="{508AD550-4427-6082-9A88-F54E87480218}"/>
          </ac:picMkLst>
        </pc:picChg>
        <pc:picChg chg="add mod">
          <ac:chgData name="Li, Cong" userId="025630f4-267e-4cb3-8cd5-8795177f99f4" providerId="ADAL" clId="{929A2CC8-B112-421C-81E2-D5D63B23E300}" dt="2026-07-25T08:50:39.213" v="7417" actId="1035"/>
          <ac:picMkLst>
            <pc:docMk/>
            <pc:sldMk cId="4054827256" sldId="432"/>
            <ac:picMk id="9" creationId="{D5B22281-5928-9E74-7E42-938AFC356F2D}"/>
          </ac:picMkLst>
        </pc:picChg>
        <pc:picChg chg="add del mod">
          <ac:chgData name="Li, Cong" userId="025630f4-267e-4cb3-8cd5-8795177f99f4" providerId="ADAL" clId="{929A2CC8-B112-421C-81E2-D5D63B23E300}" dt="2026-07-25T08:49:04.049" v="7278" actId="478"/>
          <ac:picMkLst>
            <pc:docMk/>
            <pc:sldMk cId="4054827256" sldId="432"/>
            <ac:picMk id="10" creationId="{C53A1CA4-72A2-4404-6894-E1FC52856584}"/>
          </ac:picMkLst>
        </pc:picChg>
        <pc:picChg chg="add mod">
          <ac:chgData name="Li, Cong" userId="025630f4-267e-4cb3-8cd5-8795177f99f4" providerId="ADAL" clId="{929A2CC8-B112-421C-81E2-D5D63B23E300}" dt="2026-07-25T08:51:08.855" v="7446" actId="1076"/>
          <ac:picMkLst>
            <pc:docMk/>
            <pc:sldMk cId="4054827256" sldId="432"/>
            <ac:picMk id="12" creationId="{42C8B787-31C3-E98B-CBC2-4288117AAB57}"/>
          </ac:picMkLst>
        </pc:picChg>
        <pc:cxnChg chg="add del mod">
          <ac:chgData name="Li, Cong" userId="025630f4-267e-4cb3-8cd5-8795177f99f4" providerId="ADAL" clId="{929A2CC8-B112-421C-81E2-D5D63B23E300}" dt="2026-07-25T08:49:04.049" v="7278" actId="478"/>
          <ac:cxnSpMkLst>
            <pc:docMk/>
            <pc:sldMk cId="4054827256" sldId="432"/>
            <ac:cxnSpMk id="13" creationId="{195A285F-77FC-6AD9-9894-B4CF118F27A1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7-25T08:51:48.040" v="7447" actId="47"/>
        <pc:sldMkLst>
          <pc:docMk/>
          <pc:sldMk cId="4269070550" sldId="433"/>
        </pc:sldMkLst>
      </pc:sldChg>
      <pc:sldChg chg="addSp delSp modSp add del mod delAnim modAnim">
        <pc:chgData name="Li, Cong" userId="025630f4-267e-4cb3-8cd5-8795177f99f4" providerId="ADAL" clId="{929A2CC8-B112-421C-81E2-D5D63B23E300}" dt="2026-07-25T08:51:48.040" v="7447" actId="47"/>
        <pc:sldMkLst>
          <pc:docMk/>
          <pc:sldMk cId="731515794" sldId="434"/>
        </pc:sldMkLst>
      </pc:sldChg>
      <pc:sldChg chg="addSp delSp modSp add mod delAnim modAnim">
        <pc:chgData name="Li, Cong" userId="025630f4-267e-4cb3-8cd5-8795177f99f4" providerId="ADAL" clId="{929A2CC8-B112-421C-81E2-D5D63B23E300}" dt="2026-07-25T07:43:14.404" v="4397"/>
        <pc:sldMkLst>
          <pc:docMk/>
          <pc:sldMk cId="3553648521" sldId="435"/>
        </pc:sldMkLst>
        <pc:spChg chg="mod">
          <ac:chgData name="Li, Cong" userId="025630f4-267e-4cb3-8cd5-8795177f99f4" providerId="ADAL" clId="{929A2CC8-B112-421C-81E2-D5D63B23E300}" dt="2026-07-25T07:33:29.886" v="4066" actId="20577"/>
          <ac:spMkLst>
            <pc:docMk/>
            <pc:sldMk cId="3553648521" sldId="435"/>
            <ac:spMk id="2" creationId="{4CE32745-8FBC-5E24-87AD-6CCA0AD31545}"/>
          </ac:spMkLst>
        </pc:spChg>
        <pc:spChg chg="mod">
          <ac:chgData name="Li, Cong" userId="025630f4-267e-4cb3-8cd5-8795177f99f4" providerId="ADAL" clId="{929A2CC8-B112-421C-81E2-D5D63B23E300}" dt="2026-07-25T07:34:14.992" v="4152" actId="1035"/>
          <ac:spMkLst>
            <pc:docMk/>
            <pc:sldMk cId="3553648521" sldId="435"/>
            <ac:spMk id="8" creationId="{B5E01C2E-BDCB-ECFB-B515-44C5AB2F3678}"/>
          </ac:spMkLst>
        </pc:spChg>
        <pc:spChg chg="add del mod">
          <ac:chgData name="Li, Cong" userId="025630f4-267e-4cb3-8cd5-8795177f99f4" providerId="ADAL" clId="{929A2CC8-B112-421C-81E2-D5D63B23E300}" dt="2026-07-25T07:34:05.118" v="4129" actId="478"/>
          <ac:spMkLst>
            <pc:docMk/>
            <pc:sldMk cId="3553648521" sldId="435"/>
            <ac:spMk id="10" creationId="{4FD7CD47-036D-3B7E-F628-EFB8A00B09EE}"/>
          </ac:spMkLst>
        </pc:spChg>
        <pc:spChg chg="add mod">
          <ac:chgData name="Li, Cong" userId="025630f4-267e-4cb3-8cd5-8795177f99f4" providerId="ADAL" clId="{929A2CC8-B112-421C-81E2-D5D63B23E300}" dt="2026-07-25T07:43:02.309" v="4394" actId="20577"/>
          <ac:spMkLst>
            <pc:docMk/>
            <pc:sldMk cId="3553648521" sldId="435"/>
            <ac:spMk id="12" creationId="{03633E8F-0674-BF84-44B0-D09635AC10B9}"/>
          </ac:spMkLst>
        </pc:spChg>
        <pc:picChg chg="add mod">
          <ac:chgData name="Li, Cong" userId="025630f4-267e-4cb3-8cd5-8795177f99f4" providerId="ADAL" clId="{929A2CC8-B112-421C-81E2-D5D63B23E300}" dt="2026-07-25T07:34:17.703" v="4154" actId="1036"/>
          <ac:picMkLst>
            <pc:docMk/>
            <pc:sldMk cId="3553648521" sldId="435"/>
            <ac:picMk id="4" creationId="{378DAEA5-DF22-8660-FECE-4512D2424C10}"/>
          </ac:picMkLst>
        </pc:picChg>
        <pc:picChg chg="add del mod">
          <ac:chgData name="Li, Cong" userId="025630f4-267e-4cb3-8cd5-8795177f99f4" providerId="ADAL" clId="{929A2CC8-B112-421C-81E2-D5D63B23E300}" dt="2026-07-25T07:34:05.118" v="4129" actId="478"/>
          <ac:picMkLst>
            <pc:docMk/>
            <pc:sldMk cId="3553648521" sldId="435"/>
            <ac:picMk id="5" creationId="{896092D0-BC1A-6875-097B-4D2F18543FFC}"/>
          </ac:picMkLst>
        </pc:picChg>
        <pc:picChg chg="add mod">
          <ac:chgData name="Li, Cong" userId="025630f4-267e-4cb3-8cd5-8795177f99f4" providerId="ADAL" clId="{929A2CC8-B112-421C-81E2-D5D63B23E300}" dt="2026-07-25T07:43:05.346" v="4396" actId="1036"/>
          <ac:picMkLst>
            <pc:docMk/>
            <pc:sldMk cId="3553648521" sldId="435"/>
            <ac:picMk id="9" creationId="{9E260F12-CE2A-180C-C0A0-4BD7FF7C91FE}"/>
          </ac:picMkLst>
        </pc:picChg>
        <pc:cxnChg chg="add del mod">
          <ac:chgData name="Li, Cong" userId="025630f4-267e-4cb3-8cd5-8795177f99f4" providerId="ADAL" clId="{929A2CC8-B112-421C-81E2-D5D63B23E300}" dt="2026-07-25T07:34:05.118" v="4129" actId="478"/>
          <ac:cxnSpMkLst>
            <pc:docMk/>
            <pc:sldMk cId="3553648521" sldId="435"/>
            <ac:cxnSpMk id="6" creationId="{7473F64C-B8AC-C88D-9483-36CF3A649380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55:05.702" v="7708"/>
        <pc:sldMkLst>
          <pc:docMk/>
          <pc:sldMk cId="2500736471" sldId="436"/>
        </pc:sldMkLst>
        <pc:spChg chg="mod">
          <ac:chgData name="Li, Cong" userId="025630f4-267e-4cb3-8cd5-8795177f99f4" providerId="ADAL" clId="{929A2CC8-B112-421C-81E2-D5D63B23E300}" dt="2026-07-25T08:52:02.707" v="7470" actId="20577"/>
          <ac:spMkLst>
            <pc:docMk/>
            <pc:sldMk cId="2500736471" sldId="436"/>
            <ac:spMk id="2" creationId="{C9CC3D3E-1583-4606-7428-6D7DA64F886E}"/>
          </ac:spMkLst>
        </pc:spChg>
        <pc:spChg chg="mod">
          <ac:chgData name="Li, Cong" userId="025630f4-267e-4cb3-8cd5-8795177f99f4" providerId="ADAL" clId="{929A2CC8-B112-421C-81E2-D5D63B23E300}" dt="2026-07-25T08:53:23.538" v="7592" actId="20577"/>
          <ac:spMkLst>
            <pc:docMk/>
            <pc:sldMk cId="2500736471" sldId="436"/>
            <ac:spMk id="7" creationId="{74242651-BF0A-BB1B-A552-A7B454ACE1B3}"/>
          </ac:spMkLst>
        </pc:spChg>
        <pc:spChg chg="add del mod">
          <ac:chgData name="Li, Cong" userId="025630f4-267e-4cb3-8cd5-8795177f99f4" providerId="ADAL" clId="{929A2CC8-B112-421C-81E2-D5D63B23E300}" dt="2026-07-25T08:54:01.539" v="7602" actId="478"/>
          <ac:spMkLst>
            <pc:docMk/>
            <pc:sldMk cId="2500736471" sldId="436"/>
            <ac:spMk id="8" creationId="{D13550F0-3043-713F-5EB1-B4B80BB6A864}"/>
          </ac:spMkLst>
        </pc:spChg>
        <pc:spChg chg="mod">
          <ac:chgData name="Li, Cong" userId="025630f4-267e-4cb3-8cd5-8795177f99f4" providerId="ADAL" clId="{929A2CC8-B112-421C-81E2-D5D63B23E300}" dt="2026-07-25T08:54:39.063" v="7700" actId="1035"/>
          <ac:spMkLst>
            <pc:docMk/>
            <pc:sldMk cId="2500736471" sldId="436"/>
            <ac:spMk id="11" creationId="{C6833F2C-B812-7AE3-B5E7-4EE37E497793}"/>
          </ac:spMkLst>
        </pc:spChg>
        <pc:picChg chg="add del mod">
          <ac:chgData name="Li, Cong" userId="025630f4-267e-4cb3-8cd5-8795177f99f4" providerId="ADAL" clId="{929A2CC8-B112-421C-81E2-D5D63B23E300}" dt="2026-07-25T08:52:24.720" v="7471" actId="478"/>
          <ac:picMkLst>
            <pc:docMk/>
            <pc:sldMk cId="2500736471" sldId="436"/>
            <ac:picMk id="4" creationId="{16C615D1-5252-76AA-9630-CAAA47A316A1}"/>
          </ac:picMkLst>
        </pc:picChg>
        <pc:picChg chg="add mod">
          <ac:chgData name="Li, Cong" userId="025630f4-267e-4cb3-8cd5-8795177f99f4" providerId="ADAL" clId="{929A2CC8-B112-421C-81E2-D5D63B23E300}" dt="2026-07-25T08:53:28.225" v="7595" actId="1036"/>
          <ac:picMkLst>
            <pc:docMk/>
            <pc:sldMk cId="2500736471" sldId="436"/>
            <ac:picMk id="5" creationId="{31C2D136-54E1-E9D2-8D23-4B80A82BFE55}"/>
          </ac:picMkLst>
        </pc:picChg>
        <pc:picChg chg="add del mod">
          <ac:chgData name="Li, Cong" userId="025630f4-267e-4cb3-8cd5-8795177f99f4" providerId="ADAL" clId="{929A2CC8-B112-421C-81E2-D5D63B23E300}" dt="2026-07-25T08:53:55.391" v="7600" actId="478"/>
          <ac:picMkLst>
            <pc:docMk/>
            <pc:sldMk cId="2500736471" sldId="436"/>
            <ac:picMk id="6" creationId="{B5EE734A-C458-1615-2EFE-97C684BF15BF}"/>
          </ac:picMkLst>
        </pc:picChg>
        <pc:picChg chg="add mod ord">
          <ac:chgData name="Li, Cong" userId="025630f4-267e-4cb3-8cd5-8795177f99f4" providerId="ADAL" clId="{929A2CC8-B112-421C-81E2-D5D63B23E300}" dt="2026-07-25T08:54:39.063" v="7700" actId="1035"/>
          <ac:picMkLst>
            <pc:docMk/>
            <pc:sldMk cId="2500736471" sldId="436"/>
            <ac:picMk id="10" creationId="{3121E650-AFF3-EBEC-E523-A6A95192A4EB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58:18.182" v="7930" actId="20577"/>
        <pc:sldMkLst>
          <pc:docMk/>
          <pc:sldMk cId="282637004" sldId="437"/>
        </pc:sldMkLst>
        <pc:spChg chg="mod">
          <ac:chgData name="Li, Cong" userId="025630f4-267e-4cb3-8cd5-8795177f99f4" providerId="ADAL" clId="{929A2CC8-B112-421C-81E2-D5D63B23E300}" dt="2026-07-25T08:54:53.079" v="7707" actId="20577"/>
          <ac:spMkLst>
            <pc:docMk/>
            <pc:sldMk cId="282637004" sldId="437"/>
            <ac:spMk id="2" creationId="{D82067D3-D188-7906-1929-F63631074D6D}"/>
          </ac:spMkLst>
        </pc:spChg>
        <pc:spChg chg="add del mod">
          <ac:chgData name="Li, Cong" userId="025630f4-267e-4cb3-8cd5-8795177f99f4" providerId="ADAL" clId="{929A2CC8-B112-421C-81E2-D5D63B23E300}" dt="2026-07-25T08:58:00.910" v="7885" actId="478"/>
          <ac:spMkLst>
            <pc:docMk/>
            <pc:sldMk cId="282637004" sldId="437"/>
            <ac:spMk id="5" creationId="{9929F279-FC61-4ADC-41E8-62C7F9339070}"/>
          </ac:spMkLst>
        </pc:spChg>
        <pc:spChg chg="add mod">
          <ac:chgData name="Li, Cong" userId="025630f4-267e-4cb3-8cd5-8795177f99f4" providerId="ADAL" clId="{929A2CC8-B112-421C-81E2-D5D63B23E300}" dt="2026-07-25T08:58:18.182" v="7930" actId="20577"/>
          <ac:spMkLst>
            <pc:docMk/>
            <pc:sldMk cId="282637004" sldId="437"/>
            <ac:spMk id="6" creationId="{132DED21-3254-6C59-08C2-F82B286647D6}"/>
          </ac:spMkLst>
        </pc:spChg>
        <pc:spChg chg="mod">
          <ac:chgData name="Li, Cong" userId="025630f4-267e-4cb3-8cd5-8795177f99f4" providerId="ADAL" clId="{929A2CC8-B112-421C-81E2-D5D63B23E300}" dt="2026-07-25T08:56:47.697" v="7866" actId="1035"/>
          <ac:spMkLst>
            <pc:docMk/>
            <pc:sldMk cId="282637004" sldId="437"/>
            <ac:spMk id="7" creationId="{27425F78-0061-37B1-EAE4-E10B7AF980FA}"/>
          </ac:spMkLst>
        </pc:spChg>
        <pc:picChg chg="add mod">
          <ac:chgData name="Li, Cong" userId="025630f4-267e-4cb3-8cd5-8795177f99f4" providerId="ADAL" clId="{929A2CC8-B112-421C-81E2-D5D63B23E300}" dt="2026-07-25T08:57:22.277" v="7884" actId="1035"/>
          <ac:picMkLst>
            <pc:docMk/>
            <pc:sldMk cId="282637004" sldId="437"/>
            <ac:picMk id="4" creationId="{36F0D2AF-F736-BD2C-0ADA-A6EE8CC7EFD4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21:08.551" v="5973" actId="207"/>
        <pc:sldMkLst>
          <pc:docMk/>
          <pc:sldMk cId="975484450" sldId="438"/>
        </pc:sldMkLst>
        <pc:spChg chg="mod">
          <ac:chgData name="Li, Cong" userId="025630f4-267e-4cb3-8cd5-8795177f99f4" providerId="ADAL" clId="{929A2CC8-B112-421C-81E2-D5D63B23E300}" dt="2026-07-25T07:59:44.039" v="4732" actId="6549"/>
          <ac:spMkLst>
            <pc:docMk/>
            <pc:sldMk cId="975484450" sldId="438"/>
            <ac:spMk id="2" creationId="{24937EA1-21B3-FC9D-AE71-78D906CE5B9E}"/>
          </ac:spMkLst>
        </pc:spChg>
        <pc:spChg chg="add mod">
          <ac:chgData name="Li, Cong" userId="025630f4-267e-4cb3-8cd5-8795177f99f4" providerId="ADAL" clId="{929A2CC8-B112-421C-81E2-D5D63B23E300}" dt="2026-07-25T07:59:11.623" v="4729" actId="14100"/>
          <ac:spMkLst>
            <pc:docMk/>
            <pc:sldMk cId="975484450" sldId="438"/>
            <ac:spMk id="7" creationId="{A4065BFE-A34B-2BC4-0257-F15BE6584811}"/>
          </ac:spMkLst>
        </pc:spChg>
        <pc:spChg chg="mod">
          <ac:chgData name="Li, Cong" userId="025630f4-267e-4cb3-8cd5-8795177f99f4" providerId="ADAL" clId="{929A2CC8-B112-421C-81E2-D5D63B23E300}" dt="2026-07-25T07:54:19.683" v="4612" actId="20577"/>
          <ac:spMkLst>
            <pc:docMk/>
            <pc:sldMk cId="975484450" sldId="438"/>
            <ac:spMk id="8" creationId="{8018E688-5B9D-3631-BF5E-0841744C57C9}"/>
          </ac:spMkLst>
        </pc:spChg>
        <pc:spChg chg="del">
          <ac:chgData name="Li, Cong" userId="025630f4-267e-4cb3-8cd5-8795177f99f4" providerId="ADAL" clId="{929A2CC8-B112-421C-81E2-D5D63B23E300}" dt="2026-07-25T07:51:24.252" v="4426" actId="478"/>
          <ac:spMkLst>
            <pc:docMk/>
            <pc:sldMk cId="975484450" sldId="438"/>
            <ac:spMk id="12" creationId="{1211B9B9-7FF8-2DC0-4E85-5CE593F70341}"/>
          </ac:spMkLst>
        </pc:spChg>
        <pc:spChg chg="add mod">
          <ac:chgData name="Li, Cong" userId="025630f4-267e-4cb3-8cd5-8795177f99f4" providerId="ADAL" clId="{929A2CC8-B112-421C-81E2-D5D63B23E300}" dt="2026-07-25T08:21:08.551" v="5973" actId="207"/>
          <ac:spMkLst>
            <pc:docMk/>
            <pc:sldMk cId="975484450" sldId="438"/>
            <ac:spMk id="14" creationId="{25BC2CCD-718D-DDB3-6D38-EA4EBE10D9EF}"/>
          </ac:spMkLst>
        </pc:spChg>
        <pc:picChg chg="del">
          <ac:chgData name="Li, Cong" userId="025630f4-267e-4cb3-8cd5-8795177f99f4" providerId="ADAL" clId="{929A2CC8-B112-421C-81E2-D5D63B23E300}" dt="2026-07-25T07:51:21.303" v="4425" actId="478"/>
          <ac:picMkLst>
            <pc:docMk/>
            <pc:sldMk cId="975484450" sldId="438"/>
            <ac:picMk id="4" creationId="{E3831C5F-E9A8-AB5A-C6E1-C098AB617D35}"/>
          </ac:picMkLst>
        </pc:picChg>
        <pc:picChg chg="add mod">
          <ac:chgData name="Li, Cong" userId="025630f4-267e-4cb3-8cd5-8795177f99f4" providerId="ADAL" clId="{929A2CC8-B112-421C-81E2-D5D63B23E300}" dt="2026-07-25T07:53:04.242" v="4572" actId="1036"/>
          <ac:picMkLst>
            <pc:docMk/>
            <pc:sldMk cId="975484450" sldId="438"/>
            <ac:picMk id="5" creationId="{20FC7324-AFE1-59F7-FC14-F14642ADA4F6}"/>
          </ac:picMkLst>
        </pc:picChg>
        <pc:picChg chg="del">
          <ac:chgData name="Li, Cong" userId="025630f4-267e-4cb3-8cd5-8795177f99f4" providerId="ADAL" clId="{929A2CC8-B112-421C-81E2-D5D63B23E300}" dt="2026-07-25T07:51:24.252" v="4426" actId="478"/>
          <ac:picMkLst>
            <pc:docMk/>
            <pc:sldMk cId="975484450" sldId="438"/>
            <ac:picMk id="9" creationId="{9FB84D2C-9BA2-DBFF-36CF-F340354B8487}"/>
          </ac:picMkLst>
        </pc:picChg>
        <pc:cxnChg chg="add mod">
          <ac:chgData name="Li, Cong" userId="025630f4-267e-4cb3-8cd5-8795177f99f4" providerId="ADAL" clId="{929A2CC8-B112-421C-81E2-D5D63B23E300}" dt="2026-07-25T07:59:11.623" v="4729" actId="14100"/>
          <ac:cxnSpMkLst>
            <pc:docMk/>
            <pc:sldMk cId="975484450" sldId="438"/>
            <ac:cxnSpMk id="6" creationId="{7467CE57-881C-F306-0BA7-EF5088445781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43:38.875" v="6969" actId="1076"/>
        <pc:sldMkLst>
          <pc:docMk/>
          <pc:sldMk cId="1836001582" sldId="439"/>
        </pc:sldMkLst>
        <pc:spChg chg="mod">
          <ac:chgData name="Li, Cong" userId="025630f4-267e-4cb3-8cd5-8795177f99f4" providerId="ADAL" clId="{929A2CC8-B112-421C-81E2-D5D63B23E300}" dt="2026-07-25T08:05:15.031" v="5273" actId="20577"/>
          <ac:spMkLst>
            <pc:docMk/>
            <pc:sldMk cId="1836001582" sldId="439"/>
            <ac:spMk id="2" creationId="{9C14DF8F-2529-71B4-5052-D1CB4794A1CB}"/>
          </ac:spMkLst>
        </pc:spChg>
        <pc:spChg chg="del">
          <ac:chgData name="Li, Cong" userId="025630f4-267e-4cb3-8cd5-8795177f99f4" providerId="ADAL" clId="{929A2CC8-B112-421C-81E2-D5D63B23E300}" dt="2026-07-25T08:05:07.783" v="5265" actId="478"/>
          <ac:spMkLst>
            <pc:docMk/>
            <pc:sldMk cId="1836001582" sldId="439"/>
            <ac:spMk id="7" creationId="{4EBD2487-3583-D1C7-2F32-A29718F5C10F}"/>
          </ac:spMkLst>
        </pc:spChg>
        <pc:spChg chg="mod">
          <ac:chgData name="Li, Cong" userId="025630f4-267e-4cb3-8cd5-8795177f99f4" providerId="ADAL" clId="{929A2CC8-B112-421C-81E2-D5D63B23E300}" dt="2026-07-25T08:06:27.282" v="5407" actId="20577"/>
          <ac:spMkLst>
            <pc:docMk/>
            <pc:sldMk cId="1836001582" sldId="439"/>
            <ac:spMk id="8" creationId="{A9D98966-2C3F-6857-1358-DE54F6A94A3F}"/>
          </ac:spMkLst>
        </pc:spChg>
        <pc:spChg chg="add mod">
          <ac:chgData name="Li, Cong" userId="025630f4-267e-4cb3-8cd5-8795177f99f4" providerId="ADAL" clId="{929A2CC8-B112-421C-81E2-D5D63B23E300}" dt="2026-07-25T08:08:33.933" v="5579" actId="1036"/>
          <ac:spMkLst>
            <pc:docMk/>
            <pc:sldMk cId="1836001582" sldId="439"/>
            <ac:spMk id="12" creationId="{E3710EA4-4F61-4577-E73B-AE66C28FD521}"/>
          </ac:spMkLst>
        </pc:spChg>
        <pc:spChg chg="del">
          <ac:chgData name="Li, Cong" userId="025630f4-267e-4cb3-8cd5-8795177f99f4" providerId="ADAL" clId="{929A2CC8-B112-421C-81E2-D5D63B23E300}" dt="2026-07-25T08:05:09.837" v="5266" actId="478"/>
          <ac:spMkLst>
            <pc:docMk/>
            <pc:sldMk cId="1836001582" sldId="439"/>
            <ac:spMk id="14" creationId="{DA094B6B-C6E9-145F-BEC2-F97539B2DB11}"/>
          </ac:spMkLst>
        </pc:spChg>
        <pc:picChg chg="add mod">
          <ac:chgData name="Li, Cong" userId="025630f4-267e-4cb3-8cd5-8795177f99f4" providerId="ADAL" clId="{929A2CC8-B112-421C-81E2-D5D63B23E300}" dt="2026-07-25T08:06:52.076" v="5429" actId="1035"/>
          <ac:picMkLst>
            <pc:docMk/>
            <pc:sldMk cId="1836001582" sldId="439"/>
            <ac:picMk id="4" creationId="{89FBA317-A003-D49D-25FF-17E35589EB0E}"/>
          </ac:picMkLst>
        </pc:picChg>
        <pc:picChg chg="del">
          <ac:chgData name="Li, Cong" userId="025630f4-267e-4cb3-8cd5-8795177f99f4" providerId="ADAL" clId="{929A2CC8-B112-421C-81E2-D5D63B23E300}" dt="2026-07-25T08:05:07.783" v="5265" actId="478"/>
          <ac:picMkLst>
            <pc:docMk/>
            <pc:sldMk cId="1836001582" sldId="439"/>
            <ac:picMk id="5" creationId="{E1AC0387-3EE6-EB05-99BD-6B7F64322AA2}"/>
          </ac:picMkLst>
        </pc:picChg>
        <pc:picChg chg="add mod">
          <ac:chgData name="Li, Cong" userId="025630f4-267e-4cb3-8cd5-8795177f99f4" providerId="ADAL" clId="{929A2CC8-B112-421C-81E2-D5D63B23E300}" dt="2026-07-25T08:43:38.875" v="6969" actId="1076"/>
          <ac:picMkLst>
            <pc:docMk/>
            <pc:sldMk cId="1836001582" sldId="439"/>
            <ac:picMk id="10" creationId="{14A52D8A-F155-8347-ECF9-99710BA2C76F}"/>
          </ac:picMkLst>
        </pc:picChg>
        <pc:cxnChg chg="del mod">
          <ac:chgData name="Li, Cong" userId="025630f4-267e-4cb3-8cd5-8795177f99f4" providerId="ADAL" clId="{929A2CC8-B112-421C-81E2-D5D63B23E300}" dt="2026-07-25T08:05:07.783" v="5265" actId="478"/>
          <ac:cxnSpMkLst>
            <pc:docMk/>
            <pc:sldMk cId="1836001582" sldId="439"/>
            <ac:cxnSpMk id="6" creationId="{12E438BC-DC11-9F6A-DB22-195A25E23482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43:31.765" v="6968" actId="1076"/>
        <pc:sldMkLst>
          <pc:docMk/>
          <pc:sldMk cId="2130296144" sldId="440"/>
        </pc:sldMkLst>
        <pc:spChg chg="mod">
          <ac:chgData name="Li, Cong" userId="025630f4-267e-4cb3-8cd5-8795177f99f4" providerId="ADAL" clId="{929A2CC8-B112-421C-81E2-D5D63B23E300}" dt="2026-07-25T08:08:41.040" v="5581" actId="20577"/>
          <ac:spMkLst>
            <pc:docMk/>
            <pc:sldMk cId="2130296144" sldId="440"/>
            <ac:spMk id="2" creationId="{A5848D72-2F91-DA59-F5BF-32C1876B6E86}"/>
          </ac:spMkLst>
        </pc:spChg>
        <pc:spChg chg="mod">
          <ac:chgData name="Li, Cong" userId="025630f4-267e-4cb3-8cd5-8795177f99f4" providerId="ADAL" clId="{929A2CC8-B112-421C-81E2-D5D63B23E300}" dt="2026-07-25T08:09:03.245" v="5621" actId="20577"/>
          <ac:spMkLst>
            <pc:docMk/>
            <pc:sldMk cId="2130296144" sldId="440"/>
            <ac:spMk id="8" creationId="{F65207BA-44D8-F50C-0531-65B47543C123}"/>
          </ac:spMkLst>
        </pc:spChg>
        <pc:spChg chg="mod">
          <ac:chgData name="Li, Cong" userId="025630f4-267e-4cb3-8cd5-8795177f99f4" providerId="ADAL" clId="{929A2CC8-B112-421C-81E2-D5D63B23E300}" dt="2026-07-25T08:11:07.293" v="5776" actId="1036"/>
          <ac:spMkLst>
            <pc:docMk/>
            <pc:sldMk cId="2130296144" sldId="440"/>
            <ac:spMk id="12" creationId="{5D437E38-556C-1D23-68EE-B62EF8D25D06}"/>
          </ac:spMkLst>
        </pc:spChg>
        <pc:picChg chg="del">
          <ac:chgData name="Li, Cong" userId="025630f4-267e-4cb3-8cd5-8795177f99f4" providerId="ADAL" clId="{929A2CC8-B112-421C-81E2-D5D63B23E300}" dt="2026-07-25T08:09:22.742" v="5622" actId="478"/>
          <ac:picMkLst>
            <pc:docMk/>
            <pc:sldMk cId="2130296144" sldId="440"/>
            <ac:picMk id="4" creationId="{46A77E9A-C0A5-7E87-19C3-2C3934850DE1}"/>
          </ac:picMkLst>
        </pc:picChg>
        <pc:picChg chg="add mod ord">
          <ac:chgData name="Li, Cong" userId="025630f4-267e-4cb3-8cd5-8795177f99f4" providerId="ADAL" clId="{929A2CC8-B112-421C-81E2-D5D63B23E300}" dt="2026-07-25T08:43:31.765" v="6968" actId="1076"/>
          <ac:picMkLst>
            <pc:docMk/>
            <pc:sldMk cId="2130296144" sldId="440"/>
            <ac:picMk id="5" creationId="{14135717-D4A6-B309-517A-B9D2F3400ECD}"/>
          </ac:picMkLst>
        </pc:picChg>
        <pc:picChg chg="add mod">
          <ac:chgData name="Li, Cong" userId="025630f4-267e-4cb3-8cd5-8795177f99f4" providerId="ADAL" clId="{929A2CC8-B112-421C-81E2-D5D63B23E300}" dt="2026-07-25T08:10:57.915" v="5768" actId="1035"/>
          <ac:picMkLst>
            <pc:docMk/>
            <pc:sldMk cId="2130296144" sldId="440"/>
            <ac:picMk id="7" creationId="{A7702069-2C00-33F0-F1C7-A6784E6EA251}"/>
          </ac:picMkLst>
        </pc:picChg>
        <pc:picChg chg="del">
          <ac:chgData name="Li, Cong" userId="025630f4-267e-4cb3-8cd5-8795177f99f4" providerId="ADAL" clId="{929A2CC8-B112-421C-81E2-D5D63B23E300}" dt="2026-07-25T08:09:41.111" v="5632" actId="478"/>
          <ac:picMkLst>
            <pc:docMk/>
            <pc:sldMk cId="2130296144" sldId="440"/>
            <ac:picMk id="10" creationId="{D4330C72-4E94-A6E5-DF3D-8F85FE26CF3D}"/>
          </ac:picMkLst>
        </pc:picChg>
      </pc:sldChg>
      <pc:sldChg chg="addSp delSp modSp add mod modAnim">
        <pc:chgData name="Li, Cong" userId="025630f4-267e-4cb3-8cd5-8795177f99f4" providerId="ADAL" clId="{929A2CC8-B112-421C-81E2-D5D63B23E300}" dt="2026-07-25T08:43:12.669" v="6966" actId="1076"/>
        <pc:sldMkLst>
          <pc:docMk/>
          <pc:sldMk cId="1948687007" sldId="441"/>
        </pc:sldMkLst>
        <pc:spChg chg="mod">
          <ac:chgData name="Li, Cong" userId="025630f4-267e-4cb3-8cd5-8795177f99f4" providerId="ADAL" clId="{929A2CC8-B112-421C-81E2-D5D63B23E300}" dt="2026-07-25T08:28:24.041" v="6183" actId="20577"/>
          <ac:spMkLst>
            <pc:docMk/>
            <pc:sldMk cId="1948687007" sldId="441"/>
            <ac:spMk id="2" creationId="{BA2FAF7C-E4C6-F528-C631-805F715DD5EC}"/>
          </ac:spMkLst>
        </pc:spChg>
        <pc:spChg chg="mod">
          <ac:chgData name="Li, Cong" userId="025630f4-267e-4cb3-8cd5-8795177f99f4" providerId="ADAL" clId="{929A2CC8-B112-421C-81E2-D5D63B23E300}" dt="2026-07-25T08:36:37.066" v="6592" actId="20577"/>
          <ac:spMkLst>
            <pc:docMk/>
            <pc:sldMk cId="1948687007" sldId="441"/>
            <ac:spMk id="8" creationId="{205B9DCB-6FFF-5A59-A2B7-89E4DF525639}"/>
          </ac:spMkLst>
        </pc:spChg>
        <pc:spChg chg="mod">
          <ac:chgData name="Li, Cong" userId="025630f4-267e-4cb3-8cd5-8795177f99f4" providerId="ADAL" clId="{929A2CC8-B112-421C-81E2-D5D63B23E300}" dt="2026-07-25T08:37:10.875" v="6717" actId="20577"/>
          <ac:spMkLst>
            <pc:docMk/>
            <pc:sldMk cId="1948687007" sldId="441"/>
            <ac:spMk id="9" creationId="{FE58FE84-4BC0-81C0-1412-7BA1F2935AE4}"/>
          </ac:spMkLst>
        </pc:spChg>
        <pc:picChg chg="add mod">
          <ac:chgData name="Li, Cong" userId="025630f4-267e-4cb3-8cd5-8795177f99f4" providerId="ADAL" clId="{929A2CC8-B112-421C-81E2-D5D63B23E300}" dt="2026-07-25T08:43:12.669" v="6966" actId="1076"/>
          <ac:picMkLst>
            <pc:docMk/>
            <pc:sldMk cId="1948687007" sldId="441"/>
            <ac:picMk id="4" creationId="{E241FCEA-AB51-18CC-FFB4-1F09FAF9A2E7}"/>
          </ac:picMkLst>
        </pc:picChg>
        <pc:picChg chg="add mod">
          <ac:chgData name="Li, Cong" userId="025630f4-267e-4cb3-8cd5-8795177f99f4" providerId="ADAL" clId="{929A2CC8-B112-421C-81E2-D5D63B23E300}" dt="2026-07-25T08:42:51.563" v="6962" actId="1076"/>
          <ac:picMkLst>
            <pc:docMk/>
            <pc:sldMk cId="1948687007" sldId="441"/>
            <ac:picMk id="6" creationId="{D948C1DA-90E7-1BE1-919C-2E1E454250D5}"/>
          </ac:picMkLst>
        </pc:picChg>
        <pc:picChg chg="del">
          <ac:chgData name="Li, Cong" userId="025630f4-267e-4cb3-8cd5-8795177f99f4" providerId="ADAL" clId="{929A2CC8-B112-421C-81E2-D5D63B23E300}" dt="2026-07-25T08:27:19.490" v="6112" actId="478"/>
          <ac:picMkLst>
            <pc:docMk/>
            <pc:sldMk cId="1948687007" sldId="441"/>
            <ac:picMk id="10" creationId="{4E72B74C-CAB1-DF7B-A5FA-C31BFC181651}"/>
          </ac:picMkLst>
        </pc:picChg>
        <pc:picChg chg="del">
          <ac:chgData name="Li, Cong" userId="025630f4-267e-4cb3-8cd5-8795177f99f4" providerId="ADAL" clId="{929A2CC8-B112-421C-81E2-D5D63B23E300}" dt="2026-07-25T08:28:54.194" v="6192" actId="478"/>
          <ac:picMkLst>
            <pc:docMk/>
            <pc:sldMk cId="1948687007" sldId="441"/>
            <ac:picMk id="13" creationId="{6B0F190F-92BC-A5DA-01C5-8A7B5443E81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3.5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>
                <a:ea typeface="SimSun" panose="02010600030101010101" pitchFamily="2" charset="-122"/>
              </a:rPr>
              <a:t>3.5</a:t>
            </a:r>
            <a:r>
              <a:rPr lang="zh-CN" altLang="en-US" sz="3600" b="1" kern="0">
                <a:ea typeface="SimSun" panose="02010600030101010101" pitchFamily="2" charset="-122"/>
              </a:rPr>
              <a:t>攻</a:t>
            </a:r>
            <a:r>
              <a:rPr lang="zh-CN" altLang="en-US" sz="3600" b="1" kern="0" dirty="0">
                <a:ea typeface="SimSun" panose="02010600030101010101" pitchFamily="2" charset="-122"/>
              </a:rPr>
              <a:t>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Small Change  </a:t>
            </a:r>
            <a:r>
              <a:rPr lang="zh-CN" altLang="en-US" dirty="0">
                <a:ea typeface="ＭＳ Ｐゴシック" panose="020B0600070205080204" pitchFamily="34" charset="-128"/>
              </a:rPr>
              <a:t>小改动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1182129" y="1693880"/>
            <a:ext cx="677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Euclidean distance calculation in file ‘simple.cpp’, add a line before the loop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在</a:t>
            </a:r>
            <a:r>
              <a:rPr lang="en-US" altLang="zh-CN" sz="2200" dirty="0"/>
              <a:t>’simple.cpp’</a:t>
            </a:r>
            <a:r>
              <a:rPr lang="zh-CN" altLang="en-US" sz="2200" dirty="0"/>
              <a:t>的欧氏距离计算中，在循环前加入一行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AD1815-4491-9DF9-8686-D84F9B6A4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819400"/>
            <a:ext cx="4366870" cy="8002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C5B302A-1041-8905-C2F6-C827CA43E772}"/>
              </a:ext>
            </a:extLst>
          </p:cNvPr>
          <p:cNvSpPr txBox="1"/>
          <p:nvPr/>
        </p:nvSpPr>
        <p:spPr>
          <a:xfrm>
            <a:off x="609600" y="3962400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Compile &amp; run it  </a:t>
            </a:r>
            <a:r>
              <a:rPr lang="zh-CN" altLang="en-US" sz="2200" dirty="0"/>
              <a:t>编译并运行之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SRC=simple.cpp</a:t>
            </a:r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run-simple.exe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0904E4-B58C-29FB-6668-3B56E630B9F6}"/>
              </a:ext>
            </a:extLst>
          </p:cNvPr>
          <p:cNvSpPr/>
          <p:nvPr/>
        </p:nvSpPr>
        <p:spPr bwMode="auto">
          <a:xfrm>
            <a:off x="1152144" y="3089228"/>
            <a:ext cx="4355038" cy="277427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16141</TotalTime>
  <Words>82</Words>
  <Application>Microsoft Office PowerPoint</Application>
  <PresentationFormat>On-screen Show (4:3)</PresentationFormat>
  <Paragraphs>13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3.5</vt:lpstr>
      <vt:lpstr>Small Change  小改动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1153</cp:revision>
  <dcterms:created xsi:type="dcterms:W3CDTF">2003-03-13T01:36:43Z</dcterms:created>
  <dcterms:modified xsi:type="dcterms:W3CDTF">2026-08-22T06:26:20Z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