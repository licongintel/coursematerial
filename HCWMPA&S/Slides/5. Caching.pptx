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83"/>
  </p:notesMasterIdLst>
  <p:handoutMasterIdLst>
    <p:handoutMasterId r:id="rId84"/>
  </p:handoutMasterIdLst>
  <p:sldIdLst>
    <p:sldId id="286" r:id="rId5"/>
    <p:sldId id="494" r:id="rId6"/>
    <p:sldId id="549" r:id="rId7"/>
    <p:sldId id="550" r:id="rId8"/>
    <p:sldId id="403" r:id="rId9"/>
    <p:sldId id="551" r:id="rId10"/>
    <p:sldId id="404" r:id="rId11"/>
    <p:sldId id="545" r:id="rId12"/>
    <p:sldId id="552" r:id="rId13"/>
    <p:sldId id="553" r:id="rId14"/>
    <p:sldId id="554" r:id="rId15"/>
    <p:sldId id="573" r:id="rId16"/>
    <p:sldId id="570" r:id="rId17"/>
    <p:sldId id="571" r:id="rId18"/>
    <p:sldId id="555" r:id="rId19"/>
    <p:sldId id="496" r:id="rId20"/>
    <p:sldId id="556" r:id="rId21"/>
    <p:sldId id="557" r:id="rId22"/>
    <p:sldId id="558" r:id="rId23"/>
    <p:sldId id="559" r:id="rId24"/>
    <p:sldId id="560" r:id="rId25"/>
    <p:sldId id="561" r:id="rId26"/>
    <p:sldId id="562" r:id="rId27"/>
    <p:sldId id="563" r:id="rId28"/>
    <p:sldId id="617" r:id="rId29"/>
    <p:sldId id="495" r:id="rId30"/>
    <p:sldId id="564" r:id="rId31"/>
    <p:sldId id="565" r:id="rId32"/>
    <p:sldId id="574" r:id="rId33"/>
    <p:sldId id="566" r:id="rId34"/>
    <p:sldId id="568" r:id="rId35"/>
    <p:sldId id="567" r:id="rId36"/>
    <p:sldId id="569" r:id="rId37"/>
    <p:sldId id="572" r:id="rId38"/>
    <p:sldId id="575" r:id="rId39"/>
    <p:sldId id="618" r:id="rId40"/>
    <p:sldId id="576" r:id="rId41"/>
    <p:sldId id="577" r:id="rId42"/>
    <p:sldId id="578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86" r:id="rId51"/>
    <p:sldId id="587" r:id="rId52"/>
    <p:sldId id="588" r:id="rId53"/>
    <p:sldId id="589" r:id="rId54"/>
    <p:sldId id="590" r:id="rId55"/>
    <p:sldId id="591" r:id="rId56"/>
    <p:sldId id="592" r:id="rId57"/>
    <p:sldId id="594" r:id="rId58"/>
    <p:sldId id="595" r:id="rId59"/>
    <p:sldId id="597" r:id="rId60"/>
    <p:sldId id="598" r:id="rId61"/>
    <p:sldId id="596" r:id="rId62"/>
    <p:sldId id="599" r:id="rId63"/>
    <p:sldId id="600" r:id="rId64"/>
    <p:sldId id="619" r:id="rId65"/>
    <p:sldId id="601" r:id="rId66"/>
    <p:sldId id="602" r:id="rId67"/>
    <p:sldId id="603" r:id="rId68"/>
    <p:sldId id="611" r:id="rId69"/>
    <p:sldId id="605" r:id="rId70"/>
    <p:sldId id="606" r:id="rId71"/>
    <p:sldId id="607" r:id="rId72"/>
    <p:sldId id="609" r:id="rId73"/>
    <p:sldId id="610" r:id="rId74"/>
    <p:sldId id="604" r:id="rId75"/>
    <p:sldId id="612" r:id="rId76"/>
    <p:sldId id="613" r:id="rId77"/>
    <p:sldId id="614" r:id="rId78"/>
    <p:sldId id="615" r:id="rId79"/>
    <p:sldId id="616" r:id="rId80"/>
    <p:sldId id="608" r:id="rId81"/>
    <p:sldId id="353" r:id="rId82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EFE5D7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D4708-86B1-4FF7-B983-78EA0F79333B}" v="16741" dt="2026-09-07T11:52:02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handoutMaster" Target="handoutMasters/handout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microsoft.com/office/2015/10/relationships/revisionInfo" Target="revisionInfo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9-07T11:52:07.428" v="52774" actId="1035"/>
      <pc:docMkLst>
        <pc:docMk/>
      </pc:docMkLst>
      <pc:sldChg chg="modSp mod">
        <pc:chgData name="Li, Cong" userId="025630f4-267e-4cb3-8cd5-8795177f99f4" providerId="ADAL" clId="{929A2CC8-B112-421C-81E2-D5D63B23E300}" dt="2026-09-05T01:46:14.632" v="26515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05T01:46:14.632" v="26515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05T01:46:07.068" v="26506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">
        <pc:chgData name="Li, Cong" userId="025630f4-267e-4cb3-8cd5-8795177f99f4" providerId="ADAL" clId="{929A2CC8-B112-421C-81E2-D5D63B23E300}" dt="2026-09-06T07:20:01.907" v="49705" actId="21"/>
        <pc:sldMkLst>
          <pc:docMk/>
          <pc:sldMk cId="0" sldId="353"/>
        </pc:sldMkLst>
        <pc:picChg chg="add del">
          <ac:chgData name="Li, Cong" userId="025630f4-267e-4cb3-8cd5-8795177f99f4" providerId="ADAL" clId="{929A2CC8-B112-421C-81E2-D5D63B23E300}" dt="2026-09-06T01:58:04.459" v="40807" actId="21"/>
          <ac:picMkLst>
            <pc:docMk/>
            <pc:sldMk cId="0" sldId="353"/>
            <ac:picMk id="3" creationId="{278B1124-FFBD-CD6E-67C9-47393C6702F8}"/>
          </ac:picMkLst>
        </pc:picChg>
        <pc:picChg chg="add del">
          <ac:chgData name="Li, Cong" userId="025630f4-267e-4cb3-8cd5-8795177f99f4" providerId="ADAL" clId="{929A2CC8-B112-421C-81E2-D5D63B23E300}" dt="2026-09-06T07:20:01.907" v="49705" actId="21"/>
          <ac:picMkLst>
            <pc:docMk/>
            <pc:sldMk cId="0" sldId="353"/>
            <ac:picMk id="5" creationId="{BC7749BE-C3BC-C3F5-2B5E-A500E2051BB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06T12:52:03.576" v="50408" actId="20577"/>
        <pc:sldMkLst>
          <pc:docMk/>
          <pc:sldMk cId="2696307608" sldId="403"/>
        </pc:sldMkLst>
        <pc:spChg chg="mod">
          <ac:chgData name="Li, Cong" userId="025630f4-267e-4cb3-8cd5-8795177f99f4" providerId="ADAL" clId="{929A2CC8-B112-421C-81E2-D5D63B23E300}" dt="2026-09-05T02:48:13.046" v="27818" actId="20577"/>
          <ac:spMkLst>
            <pc:docMk/>
            <pc:sldMk cId="2696307608" sldId="403"/>
            <ac:spMk id="2" creationId="{C6E3C645-97F2-7D1C-BEBC-029851C957B3}"/>
          </ac:spMkLst>
        </pc:spChg>
        <pc:spChg chg="add mod">
          <ac:chgData name="Li, Cong" userId="025630f4-267e-4cb3-8cd5-8795177f99f4" providerId="ADAL" clId="{929A2CC8-B112-421C-81E2-D5D63B23E300}" dt="2026-09-05T23:51:20.950" v="37024" actId="1036"/>
          <ac:spMkLst>
            <pc:docMk/>
            <pc:sldMk cId="2696307608" sldId="403"/>
            <ac:spMk id="3" creationId="{6DBB2A4A-49BD-B440-4010-1B4EF51B3042}"/>
          </ac:spMkLst>
        </pc:spChg>
        <pc:spChg chg="mod">
          <ac:chgData name="Li, Cong" userId="025630f4-267e-4cb3-8cd5-8795177f99f4" providerId="ADAL" clId="{929A2CC8-B112-421C-81E2-D5D63B23E300}" dt="2026-09-05T02:06:26.013" v="26644"/>
          <ac:spMkLst>
            <pc:docMk/>
            <pc:sldMk cId="2696307608" sldId="403"/>
            <ac:spMk id="5" creationId="{FA84A728-F5DC-80A1-0BC2-BAC91E78C111}"/>
          </ac:spMkLst>
        </pc:spChg>
        <pc:spChg chg="mod">
          <ac:chgData name="Li, Cong" userId="025630f4-267e-4cb3-8cd5-8795177f99f4" providerId="ADAL" clId="{929A2CC8-B112-421C-81E2-D5D63B23E300}" dt="2026-09-06T12:52:03.576" v="50408" actId="20577"/>
          <ac:spMkLst>
            <pc:docMk/>
            <pc:sldMk cId="2696307608" sldId="403"/>
            <ac:spMk id="10" creationId="{5FB4F42A-A1AA-72AD-5776-F986444A1FDF}"/>
          </ac:spMkLst>
        </pc:spChg>
        <pc:spChg chg="mod">
          <ac:chgData name="Li, Cong" userId="025630f4-267e-4cb3-8cd5-8795177f99f4" providerId="ADAL" clId="{929A2CC8-B112-421C-81E2-D5D63B23E300}" dt="2026-09-05T02:51:58.792" v="27947" actId="1035"/>
          <ac:spMkLst>
            <pc:docMk/>
            <pc:sldMk cId="2696307608" sldId="403"/>
            <ac:spMk id="11" creationId="{DEBDD36B-9DDA-A770-71DB-B4FE942309D0}"/>
          </ac:spMkLst>
        </pc:spChg>
        <pc:spChg chg="mod">
          <ac:chgData name="Li, Cong" userId="025630f4-267e-4cb3-8cd5-8795177f99f4" providerId="ADAL" clId="{929A2CC8-B112-421C-81E2-D5D63B23E300}" dt="2026-09-05T23:59:20.257" v="37052" actId="1035"/>
          <ac:spMkLst>
            <pc:docMk/>
            <pc:sldMk cId="2696307608" sldId="403"/>
            <ac:spMk id="12" creationId="{27E93F12-D99D-0264-2EDB-B2A53CCC8CEF}"/>
          </ac:spMkLst>
        </pc:spChg>
        <pc:picChg chg="add mod">
          <ac:chgData name="Li, Cong" userId="025630f4-267e-4cb3-8cd5-8795177f99f4" providerId="ADAL" clId="{929A2CC8-B112-421C-81E2-D5D63B23E300}" dt="2026-09-05T23:59:27.990" v="37054" actId="1037"/>
          <ac:picMkLst>
            <pc:docMk/>
            <pc:sldMk cId="2696307608" sldId="403"/>
            <ac:picMk id="6" creationId="{B193BA05-ABF6-C59A-2A37-14E8071B9216}"/>
          </ac:picMkLst>
        </pc:picChg>
        <pc:picChg chg="add mod">
          <ac:chgData name="Li, Cong" userId="025630f4-267e-4cb3-8cd5-8795177f99f4" providerId="ADAL" clId="{929A2CC8-B112-421C-81E2-D5D63B23E300}" dt="2026-09-05T23:59:26.140" v="37053" actId="1038"/>
          <ac:picMkLst>
            <pc:docMk/>
            <pc:sldMk cId="2696307608" sldId="403"/>
            <ac:picMk id="15" creationId="{5CD9314E-C727-9D18-24BD-E5523B38F4FA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06T00:34:01.866" v="38117"/>
        <pc:sldMkLst>
          <pc:docMk/>
          <pc:sldMk cId="2903079266" sldId="404"/>
        </pc:sldMkLst>
        <pc:spChg chg="mod">
          <ac:chgData name="Li, Cong" userId="025630f4-267e-4cb3-8cd5-8795177f99f4" providerId="ADAL" clId="{929A2CC8-B112-421C-81E2-D5D63B23E300}" dt="2026-09-05T02:47:04.606" v="27811"/>
          <ac:spMkLst>
            <pc:docMk/>
            <pc:sldMk cId="2903079266" sldId="404"/>
            <ac:spMk id="2" creationId="{D6AA3CD6-F76B-A5F1-A4C9-36452AB8D4D1}"/>
          </ac:spMkLst>
        </pc:spChg>
        <pc:spChg chg="add mod">
          <ac:chgData name="Li, Cong" userId="025630f4-267e-4cb3-8cd5-8795177f99f4" providerId="ADAL" clId="{929A2CC8-B112-421C-81E2-D5D63B23E300}" dt="2026-09-05T05:40:19.876" v="28538" actId="1076"/>
          <ac:spMkLst>
            <pc:docMk/>
            <pc:sldMk cId="2903079266" sldId="404"/>
            <ac:spMk id="3" creationId="{4A6CECC3-C9AC-444E-6B6E-463861EF90EA}"/>
          </ac:spMkLst>
        </pc:spChg>
        <pc:spChg chg="mod">
          <ac:chgData name="Li, Cong" userId="025630f4-267e-4cb3-8cd5-8795177f99f4" providerId="ADAL" clId="{929A2CC8-B112-421C-81E2-D5D63B23E300}" dt="2026-09-05T05:39:23.637" v="28515" actId="1076"/>
          <ac:spMkLst>
            <pc:docMk/>
            <pc:sldMk cId="2903079266" sldId="404"/>
            <ac:spMk id="4" creationId="{0785E7CE-9AEC-8BB9-31AB-AD2E1A21E524}"/>
          </ac:spMkLst>
        </pc:spChg>
        <pc:spChg chg="mod">
          <ac:chgData name="Li, Cong" userId="025630f4-267e-4cb3-8cd5-8795177f99f4" providerId="ADAL" clId="{929A2CC8-B112-421C-81E2-D5D63B23E300}" dt="2026-09-06T00:33:44.897" v="38112" actId="1076"/>
          <ac:spMkLst>
            <pc:docMk/>
            <pc:sldMk cId="2903079266" sldId="404"/>
            <ac:spMk id="5" creationId="{2458EA7F-571C-8BA0-2575-867514A40C74}"/>
          </ac:spMkLst>
        </pc:spChg>
        <pc:spChg chg="mod">
          <ac:chgData name="Li, Cong" userId="025630f4-267e-4cb3-8cd5-8795177f99f4" providerId="ADAL" clId="{929A2CC8-B112-421C-81E2-D5D63B23E300}" dt="2026-09-05T05:39:40.484" v="28517" actId="14100"/>
          <ac:spMkLst>
            <pc:docMk/>
            <pc:sldMk cId="2903079266" sldId="404"/>
            <ac:spMk id="6" creationId="{0D52866F-90AF-8DE4-7049-890351B1ABAC}"/>
          </ac:spMkLst>
        </pc:spChg>
        <pc:spChg chg="mod">
          <ac:chgData name="Li, Cong" userId="025630f4-267e-4cb3-8cd5-8795177f99f4" providerId="ADAL" clId="{929A2CC8-B112-421C-81E2-D5D63B23E300}" dt="2026-09-05T05:40:41.020" v="28549" actId="14100"/>
          <ac:spMkLst>
            <pc:docMk/>
            <pc:sldMk cId="2903079266" sldId="404"/>
            <ac:spMk id="8" creationId="{5E673539-A7B2-1425-49B7-C538DB3E0055}"/>
          </ac:spMkLst>
        </pc:spChg>
        <pc:spChg chg="mod">
          <ac:chgData name="Li, Cong" userId="025630f4-267e-4cb3-8cd5-8795177f99f4" providerId="ADAL" clId="{929A2CC8-B112-421C-81E2-D5D63B23E300}" dt="2026-09-05T05:39:20.516" v="28514" actId="14100"/>
          <ac:spMkLst>
            <pc:docMk/>
            <pc:sldMk cId="2903079266" sldId="404"/>
            <ac:spMk id="14" creationId="{819ABB8A-07DF-D5B7-F466-7CBEF839B893}"/>
          </ac:spMkLst>
        </pc:spChg>
        <pc:spChg chg="mod">
          <ac:chgData name="Li, Cong" userId="025630f4-267e-4cb3-8cd5-8795177f99f4" providerId="ADAL" clId="{929A2CC8-B112-421C-81E2-D5D63B23E300}" dt="2026-09-05T05:40:47.451" v="28550" actId="14100"/>
          <ac:spMkLst>
            <pc:docMk/>
            <pc:sldMk cId="2903079266" sldId="404"/>
            <ac:spMk id="17" creationId="{C74E0BB1-2C5C-6016-8382-21391E0B84FB}"/>
          </ac:spMkLst>
        </pc:spChg>
        <pc:spChg chg="mod">
          <ac:chgData name="Li, Cong" userId="025630f4-267e-4cb3-8cd5-8795177f99f4" providerId="ADAL" clId="{929A2CC8-B112-421C-81E2-D5D63B23E300}" dt="2026-09-05T05:40:57.201" v="28554" actId="1035"/>
          <ac:spMkLst>
            <pc:docMk/>
            <pc:sldMk cId="2903079266" sldId="404"/>
            <ac:spMk id="19" creationId="{FDA8B41C-8CFF-14CC-0485-3753343A303B}"/>
          </ac:spMkLst>
        </pc:spChg>
        <pc:spChg chg="mod">
          <ac:chgData name="Li, Cong" userId="025630f4-267e-4cb3-8cd5-8795177f99f4" providerId="ADAL" clId="{929A2CC8-B112-421C-81E2-D5D63B23E300}" dt="2026-09-05T05:40:54.225" v="28553" actId="1036"/>
          <ac:spMkLst>
            <pc:docMk/>
            <pc:sldMk cId="2903079266" sldId="404"/>
            <ac:spMk id="20" creationId="{3E9558CE-DA6D-349A-AAAC-36FF83533A9C}"/>
          </ac:spMkLst>
        </pc:spChg>
        <pc:cxnChg chg="mod">
          <ac:chgData name="Li, Cong" userId="025630f4-267e-4cb3-8cd5-8795177f99f4" providerId="ADAL" clId="{929A2CC8-B112-421C-81E2-D5D63B23E300}" dt="2026-09-05T05:40:41.020" v="28549" actId="14100"/>
          <ac:cxnSpMkLst>
            <pc:docMk/>
            <pc:sldMk cId="2903079266" sldId="404"/>
            <ac:cxnSpMk id="16" creationId="{C650E53E-3BEE-F517-92F6-415F21452F7A}"/>
          </ac:cxnSpMkLst>
        </pc:cxnChg>
        <pc:cxnChg chg="mod">
          <ac:chgData name="Li, Cong" userId="025630f4-267e-4cb3-8cd5-8795177f99f4" providerId="ADAL" clId="{929A2CC8-B112-421C-81E2-D5D63B23E300}" dt="2026-09-05T05:40:54.225" v="28553" actId="1036"/>
          <ac:cxnSpMkLst>
            <pc:docMk/>
            <pc:sldMk cId="2903079266" sldId="404"/>
            <ac:cxnSpMk id="22" creationId="{10D62FA3-6062-446C-C727-29AC7DC794F4}"/>
          </ac:cxnSpMkLst>
        </pc:cxnChg>
        <pc:cxnChg chg="mod">
          <ac:chgData name="Li, Cong" userId="025630f4-267e-4cb3-8cd5-8795177f99f4" providerId="ADAL" clId="{929A2CC8-B112-421C-81E2-D5D63B23E300}" dt="2026-09-05T05:40:57.201" v="28554" actId="1035"/>
          <ac:cxnSpMkLst>
            <pc:docMk/>
            <pc:sldMk cId="2903079266" sldId="404"/>
            <ac:cxnSpMk id="24" creationId="{D41DACA4-A0C6-30B8-91AD-D388DA333129}"/>
          </ac:cxnSpMkLst>
        </pc:cxnChg>
      </pc:sldChg>
      <pc:sldChg chg="addSp delSp modSp mod delAnim modAnim">
        <pc:chgData name="Li, Cong" userId="025630f4-267e-4cb3-8cd5-8795177f99f4" providerId="ADAL" clId="{929A2CC8-B112-421C-81E2-D5D63B23E300}" dt="2026-09-05T02:43:08.958" v="27620"/>
        <pc:sldMkLst>
          <pc:docMk/>
          <pc:sldMk cId="3271210309" sldId="494"/>
        </pc:sldMkLst>
        <pc:spChg chg="mod">
          <ac:chgData name="Li, Cong" userId="025630f4-267e-4cb3-8cd5-8795177f99f4" providerId="ADAL" clId="{929A2CC8-B112-421C-81E2-D5D63B23E300}" dt="2026-09-05T02:22:10.088" v="26938" actId="20577"/>
          <ac:spMkLst>
            <pc:docMk/>
            <pc:sldMk cId="3271210309" sldId="494"/>
            <ac:spMk id="2" creationId="{49EB6BBA-BECF-10B3-B897-73E67E54E8DF}"/>
          </ac:spMkLst>
        </pc:spChg>
        <pc:spChg chg="mod">
          <ac:chgData name="Li, Cong" userId="025630f4-267e-4cb3-8cd5-8795177f99f4" providerId="ADAL" clId="{929A2CC8-B112-421C-81E2-D5D63B23E300}" dt="2026-09-05T01:47:06.100" v="26536" actId="20577"/>
          <ac:spMkLst>
            <pc:docMk/>
            <pc:sldMk cId="3271210309" sldId="494"/>
            <ac:spMk id="4" creationId="{C054C956-3E70-6443-98C8-429EC3C232CC}"/>
          </ac:spMkLst>
        </pc:spChg>
        <pc:spChg chg="add mod">
          <ac:chgData name="Li, Cong" userId="025630f4-267e-4cb3-8cd5-8795177f99f4" providerId="ADAL" clId="{929A2CC8-B112-421C-81E2-D5D63B23E300}" dt="2026-09-05T02:23:11.435" v="27099" actId="20577"/>
          <ac:spMkLst>
            <pc:docMk/>
            <pc:sldMk cId="3271210309" sldId="494"/>
            <ac:spMk id="5" creationId="{C5224F19-2A96-F931-908A-E299B5A299DF}"/>
          </ac:spMkLst>
        </pc:spChg>
        <pc:spChg chg="mod">
          <ac:chgData name="Li, Cong" userId="025630f4-267e-4cb3-8cd5-8795177f99f4" providerId="ADAL" clId="{929A2CC8-B112-421C-81E2-D5D63B23E300}" dt="2026-09-05T02:18:06.341" v="26683" actId="1035"/>
          <ac:spMkLst>
            <pc:docMk/>
            <pc:sldMk cId="3271210309" sldId="494"/>
            <ac:spMk id="20" creationId="{A96248E0-F953-4796-8FC2-34760A57BF6B}"/>
          </ac:spMkLst>
        </pc:spChg>
        <pc:graphicFrameChg chg="add mod modGraphic">
          <ac:chgData name="Li, Cong" userId="025630f4-267e-4cb3-8cd5-8795177f99f4" providerId="ADAL" clId="{929A2CC8-B112-421C-81E2-D5D63B23E300}" dt="2026-09-05T02:28:24.538" v="27317" actId="207"/>
          <ac:graphicFrameMkLst>
            <pc:docMk/>
            <pc:sldMk cId="3271210309" sldId="494"/>
            <ac:graphicFrameMk id="3" creationId="{A82B4CAB-D270-049A-000A-10C85FAAA52E}"/>
          </ac:graphicFrameMkLst>
        </pc:graphicFrameChg>
      </pc:sldChg>
      <pc:sldChg chg="modSp mod">
        <pc:chgData name="Li, Cong" userId="025630f4-267e-4cb3-8cd5-8795177f99f4" providerId="ADAL" clId="{929A2CC8-B112-421C-81E2-D5D63B23E300}" dt="2026-09-05T11:06:42.291" v="33926" actId="20577"/>
        <pc:sldMkLst>
          <pc:docMk/>
          <pc:sldMk cId="381378531" sldId="495"/>
        </pc:sldMkLst>
        <pc:spChg chg="mod">
          <ac:chgData name="Li, Cong" userId="025630f4-267e-4cb3-8cd5-8795177f99f4" providerId="ADAL" clId="{929A2CC8-B112-421C-81E2-D5D63B23E300}" dt="2026-09-05T11:06:42.291" v="33926" actId="20577"/>
          <ac:spMkLst>
            <pc:docMk/>
            <pc:sldMk cId="381378531" sldId="495"/>
            <ac:spMk id="2" creationId="{8AC5A7C0-2897-9A6B-EF5A-E0839A955D18}"/>
          </ac:spMkLst>
        </pc:spChg>
        <pc:spChg chg="mod">
          <ac:chgData name="Li, Cong" userId="025630f4-267e-4cb3-8cd5-8795177f99f4" providerId="ADAL" clId="{929A2CC8-B112-421C-81E2-D5D63B23E300}" dt="2026-09-05T06:05:25.355" v="28886" actId="14100"/>
          <ac:spMkLst>
            <pc:docMk/>
            <pc:sldMk cId="381378531" sldId="495"/>
            <ac:spMk id="5" creationId="{A05468A8-2A54-6FBE-9F8B-33DFE559090B}"/>
          </ac:spMkLst>
        </pc:spChg>
        <pc:spChg chg="mod">
          <ac:chgData name="Li, Cong" userId="025630f4-267e-4cb3-8cd5-8795177f99f4" providerId="ADAL" clId="{929A2CC8-B112-421C-81E2-D5D63B23E300}" dt="2026-09-05T06:05:41.320" v="28907" actId="1037"/>
          <ac:spMkLst>
            <pc:docMk/>
            <pc:sldMk cId="381378531" sldId="495"/>
            <ac:spMk id="7" creationId="{AFDA366D-EFA0-D308-9D14-FC4673BF82F8}"/>
          </ac:spMkLst>
        </pc:spChg>
        <pc:spChg chg="mod">
          <ac:chgData name="Li, Cong" userId="025630f4-267e-4cb3-8cd5-8795177f99f4" providerId="ADAL" clId="{929A2CC8-B112-421C-81E2-D5D63B23E300}" dt="2026-09-05T06:05:06.290" v="28883"/>
          <ac:spMkLst>
            <pc:docMk/>
            <pc:sldMk cId="381378531" sldId="495"/>
            <ac:spMk id="8" creationId="{17604247-8169-1E29-7002-E8BE0BD2121E}"/>
          </ac:spMkLst>
        </pc:spChg>
        <pc:cxnChg chg="mod">
          <ac:chgData name="Li, Cong" userId="025630f4-267e-4cb3-8cd5-8795177f99f4" providerId="ADAL" clId="{929A2CC8-B112-421C-81E2-D5D63B23E300}" dt="2026-09-05T06:05:41.320" v="28907" actId="1037"/>
          <ac:cxnSpMkLst>
            <pc:docMk/>
            <pc:sldMk cId="381378531" sldId="495"/>
            <ac:cxnSpMk id="6" creationId="{F67E635F-A039-A73D-507A-83A0381E0F5B}"/>
          </ac:cxnSpMkLst>
        </pc:cxnChg>
      </pc:sldChg>
      <pc:sldChg chg="modSp mod ord">
        <pc:chgData name="Li, Cong" userId="025630f4-267e-4cb3-8cd5-8795177f99f4" providerId="ADAL" clId="{929A2CC8-B112-421C-81E2-D5D63B23E300}" dt="2026-09-05T07:03:47.442" v="31253" actId="20577"/>
        <pc:sldMkLst>
          <pc:docMk/>
          <pc:sldMk cId="39528855" sldId="496"/>
        </pc:sldMkLst>
        <pc:spChg chg="mod">
          <ac:chgData name="Li, Cong" userId="025630f4-267e-4cb3-8cd5-8795177f99f4" providerId="ADAL" clId="{929A2CC8-B112-421C-81E2-D5D63B23E300}" dt="2026-09-05T06:53:43.689" v="30402" actId="20577"/>
          <ac:spMkLst>
            <pc:docMk/>
            <pc:sldMk cId="39528855" sldId="496"/>
            <ac:spMk id="2" creationId="{0C71DE47-5AB2-99D8-51F0-307C1E4DEA44}"/>
          </ac:spMkLst>
        </pc:spChg>
        <pc:spChg chg="mod">
          <ac:chgData name="Li, Cong" userId="025630f4-267e-4cb3-8cd5-8795177f99f4" providerId="ADAL" clId="{929A2CC8-B112-421C-81E2-D5D63B23E300}" dt="2026-09-05T06:55:52.864" v="30784"/>
          <ac:spMkLst>
            <pc:docMk/>
            <pc:sldMk cId="39528855" sldId="496"/>
            <ac:spMk id="4" creationId="{A3900F31-9938-6114-7313-304E3DDE4C3B}"/>
          </ac:spMkLst>
        </pc:spChg>
        <pc:spChg chg="mod">
          <ac:chgData name="Li, Cong" userId="025630f4-267e-4cb3-8cd5-8795177f99f4" providerId="ADAL" clId="{929A2CC8-B112-421C-81E2-D5D63B23E300}" dt="2026-09-05T07:03:47.442" v="31253" actId="20577"/>
          <ac:spMkLst>
            <pc:docMk/>
            <pc:sldMk cId="39528855" sldId="496"/>
            <ac:spMk id="13" creationId="{C999F6E5-6826-E32D-AC93-5354DA911E18}"/>
          </ac:spMkLst>
        </pc:spChg>
        <pc:spChg chg="mod">
          <ac:chgData name="Li, Cong" userId="025630f4-267e-4cb3-8cd5-8795177f99f4" providerId="ADAL" clId="{929A2CC8-B112-421C-81E2-D5D63B23E300}" dt="2026-09-05T07:03:20.278" v="31211" actId="20577"/>
          <ac:spMkLst>
            <pc:docMk/>
            <pc:sldMk cId="39528855" sldId="496"/>
            <ac:spMk id="16" creationId="{4B323714-A2D2-AD4F-E366-838463488D12}"/>
          </ac:spMkLst>
        </pc:spChg>
      </pc:sldChg>
      <pc:sldChg chg="addSp delSp modSp add mod addAnim delAnim modAnim">
        <pc:chgData name="Li, Cong" userId="025630f4-267e-4cb3-8cd5-8795177f99f4" providerId="ADAL" clId="{929A2CC8-B112-421C-81E2-D5D63B23E300}" dt="2026-09-05T06:01:54.535" v="28881"/>
        <pc:sldMkLst>
          <pc:docMk/>
          <pc:sldMk cId="2596997907" sldId="545"/>
        </pc:sldMkLst>
        <pc:spChg chg="mod">
          <ac:chgData name="Li, Cong" userId="025630f4-267e-4cb3-8cd5-8795177f99f4" providerId="ADAL" clId="{929A2CC8-B112-421C-81E2-D5D63B23E300}" dt="2026-09-05T05:54:30.959" v="28725"/>
          <ac:spMkLst>
            <pc:docMk/>
            <pc:sldMk cId="2596997907" sldId="545"/>
            <ac:spMk id="3" creationId="{7C26F06A-093C-FE9D-AF74-3E4F57768148}"/>
          </ac:spMkLst>
        </pc:spChg>
        <pc:spChg chg="mod">
          <ac:chgData name="Li, Cong" userId="025630f4-267e-4cb3-8cd5-8795177f99f4" providerId="ADAL" clId="{929A2CC8-B112-421C-81E2-D5D63B23E300}" dt="2026-09-05T06:01:54.535" v="28881"/>
          <ac:spMkLst>
            <pc:docMk/>
            <pc:sldMk cId="2596997907" sldId="545"/>
            <ac:spMk id="4" creationId="{7328ABA6-7843-8640-58F1-E8CF0B611DEC}"/>
          </ac:spMkLst>
        </pc:spChg>
        <pc:spChg chg="mod">
          <ac:chgData name="Li, Cong" userId="025630f4-267e-4cb3-8cd5-8795177f99f4" providerId="ADAL" clId="{929A2CC8-B112-421C-81E2-D5D63B23E300}" dt="2026-09-05T05:58:45.660" v="28748" actId="6549"/>
          <ac:spMkLst>
            <pc:docMk/>
            <pc:sldMk cId="2596997907" sldId="545"/>
            <ac:spMk id="7" creationId="{60D5BDB1-08F2-49A8-A220-CC7715BA7EFA}"/>
          </ac:spMkLst>
        </pc:spChg>
        <pc:spChg chg="add del mod">
          <ac:chgData name="Li, Cong" userId="025630f4-267e-4cb3-8cd5-8795177f99f4" providerId="ADAL" clId="{929A2CC8-B112-421C-81E2-D5D63B23E300}" dt="2026-09-05T06:00:05.161" v="28836" actId="20577"/>
          <ac:spMkLst>
            <pc:docMk/>
            <pc:sldMk cId="2596997907" sldId="545"/>
            <ac:spMk id="11" creationId="{D02DBD89-D016-9062-C1C4-E35BF835563E}"/>
          </ac:spMkLst>
        </pc:spChg>
        <pc:spChg chg="mod">
          <ac:chgData name="Li, Cong" userId="025630f4-267e-4cb3-8cd5-8795177f99f4" providerId="ADAL" clId="{929A2CC8-B112-421C-81E2-D5D63B23E300}" dt="2026-09-05T05:58:58.929" v="28757" actId="1036"/>
          <ac:spMkLst>
            <pc:docMk/>
            <pc:sldMk cId="2596997907" sldId="545"/>
            <ac:spMk id="12" creationId="{1EE1C495-826A-EC53-9BC7-65CE8C753F0F}"/>
          </ac:spMkLst>
        </pc:spChg>
        <pc:spChg chg="mod">
          <ac:chgData name="Li, Cong" userId="025630f4-267e-4cb3-8cd5-8795177f99f4" providerId="ADAL" clId="{929A2CC8-B112-421C-81E2-D5D63B23E300}" dt="2026-09-05T05:59:21.797" v="28762" actId="14100"/>
          <ac:spMkLst>
            <pc:docMk/>
            <pc:sldMk cId="2596997907" sldId="545"/>
            <ac:spMk id="15" creationId="{A07E43B7-5369-53E8-FB70-3587D67F66B0}"/>
          </ac:spMkLst>
        </pc:spChg>
        <pc:cxnChg chg="add del mod">
          <ac:chgData name="Li, Cong" userId="025630f4-267e-4cb3-8cd5-8795177f99f4" providerId="ADAL" clId="{929A2CC8-B112-421C-81E2-D5D63B23E300}" dt="2026-09-05T05:59:33.476" v="28765" actId="20577"/>
          <ac:cxnSpMkLst>
            <pc:docMk/>
            <pc:sldMk cId="2596997907" sldId="545"/>
            <ac:cxnSpMk id="13" creationId="{1DF6D8C9-399F-663B-E71F-BA74AA42A047}"/>
          </ac:cxnSpMkLst>
        </pc:cxnChg>
        <pc:cxnChg chg="mod">
          <ac:chgData name="Li, Cong" userId="025630f4-267e-4cb3-8cd5-8795177f99f4" providerId="ADAL" clId="{929A2CC8-B112-421C-81E2-D5D63B23E300}" dt="2026-09-05T05:59:33.476" v="28765" actId="20577"/>
          <ac:cxnSpMkLst>
            <pc:docMk/>
            <pc:sldMk cId="2596997907" sldId="545"/>
            <ac:cxnSpMk id="18" creationId="{C59357F8-147F-2331-A85F-2659F1E23EB6}"/>
          </ac:cxnSpMkLst>
        </pc:cxnChg>
      </pc:sldChg>
      <pc:sldChg chg="modSp add mod modAnim">
        <pc:chgData name="Li, Cong" userId="025630f4-267e-4cb3-8cd5-8795177f99f4" providerId="ADAL" clId="{929A2CC8-B112-421C-81E2-D5D63B23E300}" dt="2026-09-05T02:50:26.367" v="27840" actId="20577"/>
        <pc:sldMkLst>
          <pc:docMk/>
          <pc:sldMk cId="875529958" sldId="549"/>
        </pc:sldMkLst>
        <pc:spChg chg="mod">
          <ac:chgData name="Li, Cong" userId="025630f4-267e-4cb3-8cd5-8795177f99f4" providerId="ADAL" clId="{929A2CC8-B112-421C-81E2-D5D63B23E300}" dt="2026-09-05T02:26:00.457" v="27258" actId="20577"/>
          <ac:spMkLst>
            <pc:docMk/>
            <pc:sldMk cId="875529958" sldId="549"/>
            <ac:spMk id="2" creationId="{1F91190F-798E-CA17-7FB3-2DD7955AC029}"/>
          </ac:spMkLst>
        </pc:spChg>
        <pc:spChg chg="mod">
          <ac:chgData name="Li, Cong" userId="025630f4-267e-4cb3-8cd5-8795177f99f4" providerId="ADAL" clId="{929A2CC8-B112-421C-81E2-D5D63B23E300}" dt="2026-09-05T02:50:17.616" v="27838" actId="1036"/>
          <ac:spMkLst>
            <pc:docMk/>
            <pc:sldMk cId="875529958" sldId="549"/>
            <ac:spMk id="5" creationId="{159F8FC8-0E4F-F787-F835-E556820677F2}"/>
          </ac:spMkLst>
        </pc:spChg>
        <pc:spChg chg="mod">
          <ac:chgData name="Li, Cong" userId="025630f4-267e-4cb3-8cd5-8795177f99f4" providerId="ADAL" clId="{929A2CC8-B112-421C-81E2-D5D63B23E300}" dt="2026-09-05T02:50:26.367" v="27840" actId="20577"/>
          <ac:spMkLst>
            <pc:docMk/>
            <pc:sldMk cId="875529958" sldId="549"/>
            <ac:spMk id="20" creationId="{5DF19CC8-18B8-CBE4-CF4E-A4716D07AB4F}"/>
          </ac:spMkLst>
        </pc:spChg>
        <pc:graphicFrameChg chg="mod modGraphic">
          <ac:chgData name="Li, Cong" userId="025630f4-267e-4cb3-8cd5-8795177f99f4" providerId="ADAL" clId="{929A2CC8-B112-421C-81E2-D5D63B23E300}" dt="2026-09-05T02:50:23.685" v="27839" actId="1036"/>
          <ac:graphicFrameMkLst>
            <pc:docMk/>
            <pc:sldMk cId="875529958" sldId="549"/>
            <ac:graphicFrameMk id="3" creationId="{D2C79560-9155-CC32-2B92-53119D1E9AD6}"/>
          </ac:graphicFrameMkLst>
        </pc:graphicFrameChg>
      </pc:sldChg>
      <pc:sldChg chg="modSp add mod modAnim">
        <pc:chgData name="Li, Cong" userId="025630f4-267e-4cb3-8cd5-8795177f99f4" providerId="ADAL" clId="{929A2CC8-B112-421C-81E2-D5D63B23E300}" dt="2026-09-05T02:50:38.918" v="27850" actId="1036"/>
        <pc:sldMkLst>
          <pc:docMk/>
          <pc:sldMk cId="1404580520" sldId="550"/>
        </pc:sldMkLst>
        <pc:spChg chg="mod">
          <ac:chgData name="Li, Cong" userId="025630f4-267e-4cb3-8cd5-8795177f99f4" providerId="ADAL" clId="{929A2CC8-B112-421C-81E2-D5D63B23E300}" dt="2026-09-05T02:45:48.436" v="27746"/>
          <ac:spMkLst>
            <pc:docMk/>
            <pc:sldMk cId="1404580520" sldId="550"/>
            <ac:spMk id="2" creationId="{4ECEE0AF-5CCD-D237-7BAD-99DED63DA230}"/>
          </ac:spMkLst>
        </pc:spChg>
        <pc:spChg chg="mod">
          <ac:chgData name="Li, Cong" userId="025630f4-267e-4cb3-8cd5-8795177f99f4" providerId="ADAL" clId="{929A2CC8-B112-421C-81E2-D5D63B23E300}" dt="2026-09-05T02:45:25.190" v="27738" actId="20577"/>
          <ac:spMkLst>
            <pc:docMk/>
            <pc:sldMk cId="1404580520" sldId="550"/>
            <ac:spMk id="5" creationId="{DEEB3CBE-1680-D617-4DAC-5E9F76D73B24}"/>
          </ac:spMkLst>
        </pc:spChg>
        <pc:spChg chg="mod">
          <ac:chgData name="Li, Cong" userId="025630f4-267e-4cb3-8cd5-8795177f99f4" providerId="ADAL" clId="{929A2CC8-B112-421C-81E2-D5D63B23E300}" dt="2026-09-05T02:50:30.529" v="27841" actId="20577"/>
          <ac:spMkLst>
            <pc:docMk/>
            <pc:sldMk cId="1404580520" sldId="550"/>
            <ac:spMk id="20" creationId="{C99D7D39-5E6D-ACB0-EE83-56090C9BE0B2}"/>
          </ac:spMkLst>
        </pc:spChg>
        <pc:graphicFrameChg chg="mod modGraphic">
          <ac:chgData name="Li, Cong" userId="025630f4-267e-4cb3-8cd5-8795177f99f4" providerId="ADAL" clId="{929A2CC8-B112-421C-81E2-D5D63B23E300}" dt="2026-09-05T02:50:38.918" v="27850" actId="1036"/>
          <ac:graphicFrameMkLst>
            <pc:docMk/>
            <pc:sldMk cId="1404580520" sldId="550"/>
            <ac:graphicFrameMk id="3" creationId="{5AF2793D-BF7D-5EA5-D775-B754F92F28C6}"/>
          </ac:graphicFrameMkLst>
        </pc:graphicFrameChg>
      </pc:sldChg>
      <pc:sldChg chg="addSp delSp modSp add mod delAnim modAnim">
        <pc:chgData name="Li, Cong" userId="025630f4-267e-4cb3-8cd5-8795177f99f4" providerId="ADAL" clId="{929A2CC8-B112-421C-81E2-D5D63B23E300}" dt="2026-09-05T06:51:44.940" v="30400" actId="1076"/>
        <pc:sldMkLst>
          <pc:docMk/>
          <pc:sldMk cId="1513296632" sldId="551"/>
        </pc:sldMkLst>
        <pc:spChg chg="mod">
          <ac:chgData name="Li, Cong" userId="025630f4-267e-4cb3-8cd5-8795177f99f4" providerId="ADAL" clId="{929A2CC8-B112-421C-81E2-D5D63B23E300}" dt="2026-09-05T02:53:19.655" v="27998" actId="20577"/>
          <ac:spMkLst>
            <pc:docMk/>
            <pc:sldMk cId="1513296632" sldId="551"/>
            <ac:spMk id="2" creationId="{0EB36670-29E8-9BB8-1396-F578A3618454}"/>
          </ac:spMkLst>
        </pc:spChg>
        <pc:spChg chg="add mod">
          <ac:chgData name="Li, Cong" userId="025630f4-267e-4cb3-8cd5-8795177f99f4" providerId="ADAL" clId="{929A2CC8-B112-421C-81E2-D5D63B23E300}" dt="2026-09-05T05:49:59.132" v="28565" actId="1036"/>
          <ac:spMkLst>
            <pc:docMk/>
            <pc:sldMk cId="1513296632" sldId="551"/>
            <ac:spMk id="6" creationId="{47E27018-1FEE-AB96-108E-40F535FF384D}"/>
          </ac:spMkLst>
        </pc:spChg>
        <pc:spChg chg="mod">
          <ac:chgData name="Li, Cong" userId="025630f4-267e-4cb3-8cd5-8795177f99f4" providerId="ADAL" clId="{929A2CC8-B112-421C-81E2-D5D63B23E300}" dt="2026-09-05T05:22:12.374" v="28227" actId="20577"/>
          <ac:spMkLst>
            <pc:docMk/>
            <pc:sldMk cId="1513296632" sldId="551"/>
            <ac:spMk id="10" creationId="{494642BD-33D0-9837-2633-616D27762B9D}"/>
          </ac:spMkLst>
        </pc:spChg>
        <pc:spChg chg="add mod">
          <ac:chgData name="Li, Cong" userId="025630f4-267e-4cb3-8cd5-8795177f99f4" providerId="ADAL" clId="{929A2CC8-B112-421C-81E2-D5D63B23E300}" dt="2026-09-05T06:51:38.779" v="30398" actId="1076"/>
          <ac:spMkLst>
            <pc:docMk/>
            <pc:sldMk cId="1513296632" sldId="551"/>
            <ac:spMk id="13" creationId="{F007C559-64B9-6FC6-0175-83FCFE86DC5C}"/>
          </ac:spMkLst>
        </pc:spChg>
        <pc:spChg chg="add mod">
          <ac:chgData name="Li, Cong" userId="025630f4-267e-4cb3-8cd5-8795177f99f4" providerId="ADAL" clId="{929A2CC8-B112-421C-81E2-D5D63B23E300}" dt="2026-09-05T06:51:44.940" v="30400" actId="1076"/>
          <ac:spMkLst>
            <pc:docMk/>
            <pc:sldMk cId="1513296632" sldId="551"/>
            <ac:spMk id="14" creationId="{4180C8B3-D0F3-1E67-B070-603BD8F93580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5T06:01:56.915" v="28882"/>
        <pc:sldMkLst>
          <pc:docMk/>
          <pc:sldMk cId="4049514635" sldId="552"/>
        </pc:sldMkLst>
        <pc:spChg chg="mod">
          <ac:chgData name="Li, Cong" userId="025630f4-267e-4cb3-8cd5-8795177f99f4" providerId="ADAL" clId="{929A2CC8-B112-421C-81E2-D5D63B23E300}" dt="2026-09-05T06:01:56.915" v="28882"/>
          <ac:spMkLst>
            <pc:docMk/>
            <pc:sldMk cId="4049514635" sldId="552"/>
            <ac:spMk id="4" creationId="{94B054E6-8A94-D66A-4F89-4A745BF12B8B}"/>
          </ac:spMkLst>
        </pc:spChg>
        <pc:spChg chg="mod">
          <ac:chgData name="Li, Cong" userId="025630f4-267e-4cb3-8cd5-8795177f99f4" providerId="ADAL" clId="{929A2CC8-B112-421C-81E2-D5D63B23E300}" dt="2026-09-05T06:01:32.799" v="28879" actId="20577"/>
          <ac:spMkLst>
            <pc:docMk/>
            <pc:sldMk cId="4049514635" sldId="552"/>
            <ac:spMk id="11" creationId="{1708B865-1A1F-E92D-9E5C-EF8D0A10C623}"/>
          </ac:spMkLst>
        </pc:spChg>
        <pc:spChg chg="mod">
          <ac:chgData name="Li, Cong" userId="025630f4-267e-4cb3-8cd5-8795177f99f4" providerId="ADAL" clId="{929A2CC8-B112-421C-81E2-D5D63B23E300}" dt="2026-09-05T06:00:36.500" v="28839" actId="14100"/>
          <ac:spMkLst>
            <pc:docMk/>
            <pc:sldMk cId="4049514635" sldId="552"/>
            <ac:spMk id="12" creationId="{24807B95-7FFA-0DC8-06D3-508D29AEC42F}"/>
          </ac:spMkLst>
        </pc:spChg>
        <pc:spChg chg="mod">
          <ac:chgData name="Li, Cong" userId="025630f4-267e-4cb3-8cd5-8795177f99f4" providerId="ADAL" clId="{929A2CC8-B112-421C-81E2-D5D63B23E300}" dt="2026-09-05T06:01:13.723" v="28849" actId="14100"/>
          <ac:spMkLst>
            <pc:docMk/>
            <pc:sldMk cId="4049514635" sldId="552"/>
            <ac:spMk id="15" creationId="{50F6A3C4-8BF9-B154-6CF0-4593F2BF2C56}"/>
          </ac:spMkLst>
        </pc:spChg>
        <pc:cxnChg chg="mod">
          <ac:chgData name="Li, Cong" userId="025630f4-267e-4cb3-8cd5-8795177f99f4" providerId="ADAL" clId="{929A2CC8-B112-421C-81E2-D5D63B23E300}" dt="2026-09-05T06:00:36.500" v="28839" actId="14100"/>
          <ac:cxnSpMkLst>
            <pc:docMk/>
            <pc:sldMk cId="4049514635" sldId="552"/>
            <ac:cxnSpMk id="13" creationId="{27404C53-6783-47A2-CC19-D24514D5C4C8}"/>
          </ac:cxnSpMkLst>
        </pc:cxnChg>
        <pc:cxnChg chg="mod">
          <ac:chgData name="Li, Cong" userId="025630f4-267e-4cb3-8cd5-8795177f99f4" providerId="ADAL" clId="{929A2CC8-B112-421C-81E2-D5D63B23E300}" dt="2026-09-05T06:01:13.723" v="28849" actId="14100"/>
          <ac:cxnSpMkLst>
            <pc:docMk/>
            <pc:sldMk cId="4049514635" sldId="552"/>
            <ac:cxnSpMk id="18" creationId="{64B295FF-686B-03CD-B2D5-F3A9BDA6FF02}"/>
          </ac:cxnSpMkLst>
        </pc:cxnChg>
      </pc:sldChg>
      <pc:sldChg chg="modSp add mod modAnim">
        <pc:chgData name="Li, Cong" userId="025630f4-267e-4cb3-8cd5-8795177f99f4" providerId="ADAL" clId="{929A2CC8-B112-421C-81E2-D5D63B23E300}" dt="2026-09-05T06:31:21.829" v="29602" actId="20577"/>
        <pc:sldMkLst>
          <pc:docMk/>
          <pc:sldMk cId="772952158" sldId="553"/>
        </pc:sldMkLst>
        <pc:spChg chg="mod">
          <ac:chgData name="Li, Cong" userId="025630f4-267e-4cb3-8cd5-8795177f99f4" providerId="ADAL" clId="{929A2CC8-B112-421C-81E2-D5D63B23E300}" dt="2026-09-05T06:23:53.519" v="28974" actId="20577"/>
          <ac:spMkLst>
            <pc:docMk/>
            <pc:sldMk cId="772952158" sldId="553"/>
            <ac:spMk id="2" creationId="{5BEC0752-D3FF-15B1-CC10-218DC6B6E2FE}"/>
          </ac:spMkLst>
        </pc:spChg>
        <pc:spChg chg="mod">
          <ac:chgData name="Li, Cong" userId="025630f4-267e-4cb3-8cd5-8795177f99f4" providerId="ADAL" clId="{929A2CC8-B112-421C-81E2-D5D63B23E300}" dt="2026-09-05T06:31:21.829" v="29602" actId="20577"/>
          <ac:spMkLst>
            <pc:docMk/>
            <pc:sldMk cId="772952158" sldId="553"/>
            <ac:spMk id="3" creationId="{788F8C9F-873D-0969-D7ED-619354F41352}"/>
          </ac:spMkLst>
        </pc:spChg>
        <pc:spChg chg="mod">
          <ac:chgData name="Li, Cong" userId="025630f4-267e-4cb3-8cd5-8795177f99f4" providerId="ADAL" clId="{929A2CC8-B112-421C-81E2-D5D63B23E300}" dt="2026-09-05T06:23:37.535" v="28943"/>
          <ac:spMkLst>
            <pc:docMk/>
            <pc:sldMk cId="772952158" sldId="553"/>
            <ac:spMk id="5" creationId="{7B50E7D2-8808-C4BF-5501-AD130B6E5E31}"/>
          </ac:spMkLst>
        </pc:spChg>
      </pc:sldChg>
      <pc:sldChg chg="modSp add mod modAnim">
        <pc:chgData name="Li, Cong" userId="025630f4-267e-4cb3-8cd5-8795177f99f4" providerId="ADAL" clId="{929A2CC8-B112-421C-81E2-D5D63B23E300}" dt="2026-09-06T00:06:48.665" v="37268" actId="20577"/>
        <pc:sldMkLst>
          <pc:docMk/>
          <pc:sldMk cId="2556138800" sldId="554"/>
        </pc:sldMkLst>
        <pc:spChg chg="mod">
          <ac:chgData name="Li, Cong" userId="025630f4-267e-4cb3-8cd5-8795177f99f4" providerId="ADAL" clId="{929A2CC8-B112-421C-81E2-D5D63B23E300}" dt="2026-09-05T06:36:10.121" v="29679" actId="20577"/>
          <ac:spMkLst>
            <pc:docMk/>
            <pc:sldMk cId="2556138800" sldId="554"/>
            <ac:spMk id="2" creationId="{29C931C1-D5E1-E650-1C88-2E081DED3A79}"/>
          </ac:spMkLst>
        </pc:spChg>
        <pc:spChg chg="mod">
          <ac:chgData name="Li, Cong" userId="025630f4-267e-4cb3-8cd5-8795177f99f4" providerId="ADAL" clId="{929A2CC8-B112-421C-81E2-D5D63B23E300}" dt="2026-09-06T00:06:48.665" v="37268" actId="20577"/>
          <ac:spMkLst>
            <pc:docMk/>
            <pc:sldMk cId="2556138800" sldId="554"/>
            <ac:spMk id="3" creationId="{0C309C3F-0711-6126-C813-F6ED3E29E222}"/>
          </ac:spMkLst>
        </pc:spChg>
      </pc:sldChg>
      <pc:sldChg chg="modSp add mod modAnim">
        <pc:chgData name="Li, Cong" userId="025630f4-267e-4cb3-8cd5-8795177f99f4" providerId="ADAL" clId="{929A2CC8-B112-421C-81E2-D5D63B23E300}" dt="2026-09-05T07:05:32.518" v="31490" actId="1035"/>
        <pc:sldMkLst>
          <pc:docMk/>
          <pc:sldMk cId="3788633529" sldId="555"/>
        </pc:sldMkLst>
        <pc:spChg chg="mod">
          <ac:chgData name="Li, Cong" userId="025630f4-267e-4cb3-8cd5-8795177f99f4" providerId="ADAL" clId="{929A2CC8-B112-421C-81E2-D5D63B23E300}" dt="2026-09-05T06:51:24.093" v="30396" actId="20577"/>
          <ac:spMkLst>
            <pc:docMk/>
            <pc:sldMk cId="3788633529" sldId="555"/>
            <ac:spMk id="2" creationId="{36AE4796-D025-3A3A-6778-A99B6D3A14E3}"/>
          </ac:spMkLst>
        </pc:spChg>
        <pc:spChg chg="mod">
          <ac:chgData name="Li, Cong" userId="025630f4-267e-4cb3-8cd5-8795177f99f4" providerId="ADAL" clId="{929A2CC8-B112-421C-81E2-D5D63B23E300}" dt="2026-09-05T07:05:32.518" v="31490" actId="1035"/>
          <ac:spMkLst>
            <pc:docMk/>
            <pc:sldMk cId="3788633529" sldId="555"/>
            <ac:spMk id="6" creationId="{F280D9C1-1B92-4B55-D320-CC990513D2D1}"/>
          </ac:spMkLst>
        </pc:spChg>
        <pc:spChg chg="mod">
          <ac:chgData name="Li, Cong" userId="025630f4-267e-4cb3-8cd5-8795177f99f4" providerId="ADAL" clId="{929A2CC8-B112-421C-81E2-D5D63B23E300}" dt="2026-09-05T07:05:32.518" v="31490" actId="1035"/>
          <ac:spMkLst>
            <pc:docMk/>
            <pc:sldMk cId="3788633529" sldId="555"/>
            <ac:spMk id="10" creationId="{4B3F71F1-AC4C-A421-DDC6-73CE0319303E}"/>
          </ac:spMkLst>
        </pc:spChg>
        <pc:spChg chg="mod">
          <ac:chgData name="Li, Cong" userId="025630f4-267e-4cb3-8cd5-8795177f99f4" providerId="ADAL" clId="{929A2CC8-B112-421C-81E2-D5D63B23E300}" dt="2026-09-05T07:05:32.518" v="31490" actId="1035"/>
          <ac:spMkLst>
            <pc:docMk/>
            <pc:sldMk cId="3788633529" sldId="555"/>
            <ac:spMk id="13" creationId="{583023F8-9B3E-1A03-DAF0-688F6C1242BB}"/>
          </ac:spMkLst>
        </pc:spChg>
        <pc:spChg chg="mod">
          <ac:chgData name="Li, Cong" userId="025630f4-267e-4cb3-8cd5-8795177f99f4" providerId="ADAL" clId="{929A2CC8-B112-421C-81E2-D5D63B23E300}" dt="2026-09-05T07:05:32.518" v="31490" actId="1035"/>
          <ac:spMkLst>
            <pc:docMk/>
            <pc:sldMk cId="3788633529" sldId="555"/>
            <ac:spMk id="14" creationId="{91FBD3C5-6478-8538-8F21-C6ADC2A5124D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1:25:50.612" v="39814" actId="1076"/>
        <pc:sldMkLst>
          <pc:docMk/>
          <pc:sldMk cId="3254537065" sldId="556"/>
        </pc:sldMkLst>
        <pc:spChg chg="mod">
          <ac:chgData name="Li, Cong" userId="025630f4-267e-4cb3-8cd5-8795177f99f4" providerId="ADAL" clId="{929A2CC8-B112-421C-81E2-D5D63B23E300}" dt="2026-09-06T01:25:12.756" v="39698" actId="20577"/>
          <ac:spMkLst>
            <pc:docMk/>
            <pc:sldMk cId="3254537065" sldId="556"/>
            <ac:spMk id="2" creationId="{CD63EF9B-D7BC-771A-CB2B-24FB8828796F}"/>
          </ac:spMkLst>
        </pc:spChg>
        <pc:spChg chg="add mod">
          <ac:chgData name="Li, Cong" userId="025630f4-267e-4cb3-8cd5-8795177f99f4" providerId="ADAL" clId="{929A2CC8-B112-421C-81E2-D5D63B23E300}" dt="2026-09-06T01:25:50.612" v="39814" actId="1076"/>
          <ac:spMkLst>
            <pc:docMk/>
            <pc:sldMk cId="3254537065" sldId="556"/>
            <ac:spMk id="3" creationId="{0724215B-DD7C-104E-40E0-190E1FC86120}"/>
          </ac:spMkLst>
        </pc:spChg>
        <pc:picChg chg="add mod">
          <ac:chgData name="Li, Cong" userId="025630f4-267e-4cb3-8cd5-8795177f99f4" providerId="ADAL" clId="{929A2CC8-B112-421C-81E2-D5D63B23E300}" dt="2026-09-05T07:11:32.373" v="31496" actId="1076"/>
          <ac:picMkLst>
            <pc:docMk/>
            <pc:sldMk cId="3254537065" sldId="556"/>
            <ac:picMk id="4" creationId="{7D9AC780-327F-B309-53DA-81F6F0E5BC35}"/>
          </ac:picMkLst>
        </pc:picChg>
      </pc:sldChg>
      <pc:sldChg chg="delSp modSp add mod delAnim modAnim">
        <pc:chgData name="Li, Cong" userId="025630f4-267e-4cb3-8cd5-8795177f99f4" providerId="ADAL" clId="{929A2CC8-B112-421C-81E2-D5D63B23E300}" dt="2026-09-05T11:56:26.375" v="36996"/>
        <pc:sldMkLst>
          <pc:docMk/>
          <pc:sldMk cId="3497468584" sldId="557"/>
        </pc:sldMkLst>
        <pc:spChg chg="mod">
          <ac:chgData name="Li, Cong" userId="025630f4-267e-4cb3-8cd5-8795177f99f4" providerId="ADAL" clId="{929A2CC8-B112-421C-81E2-D5D63B23E300}" dt="2026-09-05T07:27:36.711" v="31614"/>
          <ac:spMkLst>
            <pc:docMk/>
            <pc:sldMk cId="3497468584" sldId="557"/>
            <ac:spMk id="2" creationId="{03FC9479-3A9D-615F-9ED7-AE726228235D}"/>
          </ac:spMkLst>
        </pc:spChg>
        <pc:spChg chg="mod">
          <ac:chgData name="Li, Cong" userId="025630f4-267e-4cb3-8cd5-8795177f99f4" providerId="ADAL" clId="{929A2CC8-B112-421C-81E2-D5D63B23E300}" dt="2026-09-05T07:31:01.594" v="32083" actId="1076"/>
          <ac:spMkLst>
            <pc:docMk/>
            <pc:sldMk cId="3497468584" sldId="557"/>
            <ac:spMk id="6" creationId="{BE9DBF03-D2FE-399E-0676-747ECA627E8F}"/>
          </ac:spMkLst>
        </pc:spChg>
        <pc:spChg chg="mod">
          <ac:chgData name="Li, Cong" userId="025630f4-267e-4cb3-8cd5-8795177f99f4" providerId="ADAL" clId="{929A2CC8-B112-421C-81E2-D5D63B23E300}" dt="2026-09-05T07:30:46.331" v="32080" actId="20577"/>
          <ac:spMkLst>
            <pc:docMk/>
            <pc:sldMk cId="3497468584" sldId="557"/>
            <ac:spMk id="13" creationId="{7228A51B-BCD8-5199-F49B-501F9DAA1192}"/>
          </ac:spMkLst>
        </pc:spChg>
        <pc:spChg chg="mod">
          <ac:chgData name="Li, Cong" userId="025630f4-267e-4cb3-8cd5-8795177f99f4" providerId="ADAL" clId="{929A2CC8-B112-421C-81E2-D5D63B23E300}" dt="2026-09-05T07:31:31.147" v="32193" actId="20577"/>
          <ac:spMkLst>
            <pc:docMk/>
            <pc:sldMk cId="3497468584" sldId="557"/>
            <ac:spMk id="14" creationId="{9E112F49-526B-02C2-8067-81A6DF2228D7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5T08:19:06.827" v="33026" actId="1076"/>
        <pc:sldMkLst>
          <pc:docMk/>
          <pc:sldMk cId="2049009721" sldId="558"/>
        </pc:sldMkLst>
        <pc:spChg chg="mod">
          <ac:chgData name="Li, Cong" userId="025630f4-267e-4cb3-8cd5-8795177f99f4" providerId="ADAL" clId="{929A2CC8-B112-421C-81E2-D5D63B23E300}" dt="2026-09-05T07:42:33.972" v="32233" actId="20577"/>
          <ac:spMkLst>
            <pc:docMk/>
            <pc:sldMk cId="2049009721" sldId="558"/>
            <ac:spMk id="2" creationId="{FBB31CB6-4309-7C13-5B72-1FFCC98CFE9D}"/>
          </ac:spMkLst>
        </pc:spChg>
        <pc:spChg chg="mod">
          <ac:chgData name="Li, Cong" userId="025630f4-267e-4cb3-8cd5-8795177f99f4" providerId="ADAL" clId="{929A2CC8-B112-421C-81E2-D5D63B23E300}" dt="2026-09-05T08:06:20.974" v="32470" actId="1036"/>
          <ac:spMkLst>
            <pc:docMk/>
            <pc:sldMk cId="2049009721" sldId="558"/>
            <ac:spMk id="6" creationId="{22C3C5DC-82AF-1005-8947-FE92F2C6BAA6}"/>
          </ac:spMkLst>
        </pc:spChg>
        <pc:spChg chg="add mod">
          <ac:chgData name="Li, Cong" userId="025630f4-267e-4cb3-8cd5-8795177f99f4" providerId="ADAL" clId="{929A2CC8-B112-421C-81E2-D5D63B23E300}" dt="2026-09-05T08:06:20.974" v="32470" actId="1036"/>
          <ac:spMkLst>
            <pc:docMk/>
            <pc:sldMk cId="2049009721" sldId="558"/>
            <ac:spMk id="7" creationId="{A444496C-DF97-6A71-9E1C-220DB2BDED48}"/>
          </ac:spMkLst>
        </pc:spChg>
        <pc:spChg chg="add mod">
          <ac:chgData name="Li, Cong" userId="025630f4-267e-4cb3-8cd5-8795177f99f4" providerId="ADAL" clId="{929A2CC8-B112-421C-81E2-D5D63B23E300}" dt="2026-09-05T08:19:06.827" v="33026" actId="1076"/>
          <ac:spMkLst>
            <pc:docMk/>
            <pc:sldMk cId="2049009721" sldId="558"/>
            <ac:spMk id="9" creationId="{21BC37A0-312F-73A1-8C8B-B2EEE074BB89}"/>
          </ac:spMkLst>
        </pc:spChg>
        <pc:picChg chg="add mod">
          <ac:chgData name="Li, Cong" userId="025630f4-267e-4cb3-8cd5-8795177f99f4" providerId="ADAL" clId="{929A2CC8-B112-421C-81E2-D5D63B23E300}" dt="2026-09-05T08:06:20.974" v="32470" actId="1036"/>
          <ac:picMkLst>
            <pc:docMk/>
            <pc:sldMk cId="2049009721" sldId="558"/>
            <ac:picMk id="4" creationId="{A3B90E72-2712-4689-031B-480C98A443AC}"/>
          </ac:picMkLst>
        </pc:picChg>
        <pc:cxnChg chg="add mod">
          <ac:chgData name="Li, Cong" userId="025630f4-267e-4cb3-8cd5-8795177f99f4" providerId="ADAL" clId="{929A2CC8-B112-421C-81E2-D5D63B23E300}" dt="2026-09-05T08:19:06.827" v="33026" actId="1076"/>
          <ac:cxnSpMkLst>
            <pc:docMk/>
            <pc:sldMk cId="2049009721" sldId="558"/>
            <ac:cxnSpMk id="8" creationId="{29098240-4FD0-426A-5E57-B05FC95E1A7E}"/>
          </ac:cxnSpMkLst>
        </pc:cxnChg>
      </pc:sldChg>
      <pc:sldChg chg="modSp add modAnim">
        <pc:chgData name="Li, Cong" userId="025630f4-267e-4cb3-8cd5-8795177f99f4" providerId="ADAL" clId="{929A2CC8-B112-421C-81E2-D5D63B23E300}" dt="2026-09-05T08:09:31.423" v="32766"/>
        <pc:sldMkLst>
          <pc:docMk/>
          <pc:sldMk cId="789365787" sldId="559"/>
        </pc:sldMkLst>
        <pc:spChg chg="mod">
          <ac:chgData name="Li, Cong" userId="025630f4-267e-4cb3-8cd5-8795177f99f4" providerId="ADAL" clId="{929A2CC8-B112-421C-81E2-D5D63B23E300}" dt="2026-09-05T08:08:44.341" v="32761" actId="20577"/>
          <ac:spMkLst>
            <pc:docMk/>
            <pc:sldMk cId="789365787" sldId="559"/>
            <ac:spMk id="9" creationId="{BE5AE371-2519-E296-6103-D81A8BBB2D51}"/>
          </ac:spMkLst>
        </pc:spChg>
        <pc:cxnChg chg="mod">
          <ac:chgData name="Li, Cong" userId="025630f4-267e-4cb3-8cd5-8795177f99f4" providerId="ADAL" clId="{929A2CC8-B112-421C-81E2-D5D63B23E300}" dt="2026-09-05T08:08:19.602" v="32648" actId="20577"/>
          <ac:cxnSpMkLst>
            <pc:docMk/>
            <pc:sldMk cId="789365787" sldId="559"/>
            <ac:cxnSpMk id="8" creationId="{774E25CA-6930-6737-F01D-AFBBCB657820}"/>
          </ac:cxnSpMkLst>
        </pc:cxnChg>
      </pc:sldChg>
      <pc:sldChg chg="modSp add mod modAnim">
        <pc:chgData name="Li, Cong" userId="025630f4-267e-4cb3-8cd5-8795177f99f4" providerId="ADAL" clId="{929A2CC8-B112-421C-81E2-D5D63B23E300}" dt="2026-09-05T08:22:08.971" v="33180" actId="20577"/>
        <pc:sldMkLst>
          <pc:docMk/>
          <pc:sldMk cId="296140762" sldId="560"/>
        </pc:sldMkLst>
        <pc:spChg chg="mod">
          <ac:chgData name="Li, Cong" userId="025630f4-267e-4cb3-8cd5-8795177f99f4" providerId="ADAL" clId="{929A2CC8-B112-421C-81E2-D5D63B23E300}" dt="2026-09-05T08:22:08.971" v="33180" actId="20577"/>
          <ac:spMkLst>
            <pc:docMk/>
            <pc:sldMk cId="296140762" sldId="560"/>
            <ac:spMk id="9" creationId="{8E0CF0B3-1B55-0BF0-5A13-BABA0D8F4A9D}"/>
          </ac:spMkLst>
        </pc:spChg>
        <pc:cxnChg chg="mod">
          <ac:chgData name="Li, Cong" userId="025630f4-267e-4cb3-8cd5-8795177f99f4" providerId="ADAL" clId="{929A2CC8-B112-421C-81E2-D5D63B23E300}" dt="2026-09-05T08:22:08.971" v="33180" actId="20577"/>
          <ac:cxnSpMkLst>
            <pc:docMk/>
            <pc:sldMk cId="296140762" sldId="560"/>
            <ac:cxnSpMk id="8" creationId="{292AF9B5-B6BF-BA0B-5DE3-805C1D191F7C}"/>
          </ac:cxnSpMkLst>
        </pc:cxnChg>
      </pc:sldChg>
      <pc:sldChg chg="modSp add mod">
        <pc:chgData name="Li, Cong" userId="025630f4-267e-4cb3-8cd5-8795177f99f4" providerId="ADAL" clId="{929A2CC8-B112-421C-81E2-D5D63B23E300}" dt="2026-09-06T12:50:38.176" v="50406" actId="20577"/>
        <pc:sldMkLst>
          <pc:docMk/>
          <pc:sldMk cId="3798767540" sldId="561"/>
        </pc:sldMkLst>
        <pc:spChg chg="mod">
          <ac:chgData name="Li, Cong" userId="025630f4-267e-4cb3-8cd5-8795177f99f4" providerId="ADAL" clId="{929A2CC8-B112-421C-81E2-D5D63B23E300}" dt="2026-09-05T08:18:23.531" v="32901" actId="14100"/>
          <ac:spMkLst>
            <pc:docMk/>
            <pc:sldMk cId="3798767540" sldId="561"/>
            <ac:spMk id="7" creationId="{C1506244-629F-E15F-E5EF-7322218FD930}"/>
          </ac:spMkLst>
        </pc:spChg>
        <pc:spChg chg="mod">
          <ac:chgData name="Li, Cong" userId="025630f4-267e-4cb3-8cd5-8795177f99f4" providerId="ADAL" clId="{929A2CC8-B112-421C-81E2-D5D63B23E300}" dt="2026-09-06T12:50:38.176" v="50406" actId="20577"/>
          <ac:spMkLst>
            <pc:docMk/>
            <pc:sldMk cId="3798767540" sldId="561"/>
            <ac:spMk id="9" creationId="{E2023BF1-C337-3199-0A76-1AA10AE9E50C}"/>
          </ac:spMkLst>
        </pc:spChg>
        <pc:picChg chg="mod">
          <ac:chgData name="Li, Cong" userId="025630f4-267e-4cb3-8cd5-8795177f99f4" providerId="ADAL" clId="{929A2CC8-B112-421C-81E2-D5D63B23E300}" dt="2026-09-05T08:18:10.349" v="32898" actId="14100"/>
          <ac:picMkLst>
            <pc:docMk/>
            <pc:sldMk cId="3798767540" sldId="561"/>
            <ac:picMk id="4" creationId="{40D6F51B-1226-E288-CFE6-B3B42CEB596A}"/>
          </ac:picMkLst>
        </pc:picChg>
        <pc:cxnChg chg="mod">
          <ac:chgData name="Li, Cong" userId="025630f4-267e-4cb3-8cd5-8795177f99f4" providerId="ADAL" clId="{929A2CC8-B112-421C-81E2-D5D63B23E300}" dt="2026-09-05T08:24:03.291" v="33219" actId="1037"/>
          <ac:cxnSpMkLst>
            <pc:docMk/>
            <pc:sldMk cId="3798767540" sldId="561"/>
            <ac:cxnSpMk id="8" creationId="{CE204DEC-29C6-182F-08A4-158E94C1CC2E}"/>
          </ac:cxnSpMkLst>
        </pc:cxnChg>
      </pc:sldChg>
      <pc:sldChg chg="modSp add mod">
        <pc:chgData name="Li, Cong" userId="025630f4-267e-4cb3-8cd5-8795177f99f4" providerId="ADAL" clId="{929A2CC8-B112-421C-81E2-D5D63B23E300}" dt="2026-09-05T08:23:58.243" v="33218" actId="1037"/>
        <pc:sldMkLst>
          <pc:docMk/>
          <pc:sldMk cId="361834361" sldId="562"/>
        </pc:sldMkLst>
        <pc:spChg chg="mod">
          <ac:chgData name="Li, Cong" userId="025630f4-267e-4cb3-8cd5-8795177f99f4" providerId="ADAL" clId="{929A2CC8-B112-421C-81E2-D5D63B23E300}" dt="2026-09-05T08:23:58.243" v="33218" actId="1037"/>
          <ac:spMkLst>
            <pc:docMk/>
            <pc:sldMk cId="361834361" sldId="562"/>
            <ac:spMk id="9" creationId="{E2D72916-D926-ED70-DF23-FBDD27052FDF}"/>
          </ac:spMkLst>
        </pc:spChg>
        <pc:cxnChg chg="mod">
          <ac:chgData name="Li, Cong" userId="025630f4-267e-4cb3-8cd5-8795177f99f4" providerId="ADAL" clId="{929A2CC8-B112-421C-81E2-D5D63B23E300}" dt="2026-09-05T08:23:58.243" v="33218" actId="1037"/>
          <ac:cxnSpMkLst>
            <pc:docMk/>
            <pc:sldMk cId="361834361" sldId="562"/>
            <ac:cxnSpMk id="8" creationId="{8F99ED38-ABEA-BD06-7105-E3747BD51C0E}"/>
          </ac:cxnSpMkLst>
        </pc:cxnChg>
      </pc:sldChg>
      <pc:sldChg chg="modSp add mod ord modAnim">
        <pc:chgData name="Li, Cong" userId="025630f4-267e-4cb3-8cd5-8795177f99f4" providerId="ADAL" clId="{929A2CC8-B112-421C-81E2-D5D63B23E300}" dt="2026-09-05T10:55:53.644" v="33592"/>
        <pc:sldMkLst>
          <pc:docMk/>
          <pc:sldMk cId="1616448376" sldId="563"/>
        </pc:sldMkLst>
        <pc:spChg chg="mod">
          <ac:chgData name="Li, Cong" userId="025630f4-267e-4cb3-8cd5-8795177f99f4" providerId="ADAL" clId="{929A2CC8-B112-421C-81E2-D5D63B23E300}" dt="2026-09-05T10:53:34.735" v="33235" actId="20577"/>
          <ac:spMkLst>
            <pc:docMk/>
            <pc:sldMk cId="1616448376" sldId="563"/>
            <ac:spMk id="2" creationId="{1CA06A1E-84C4-8E13-4753-EB807DEABFA4}"/>
          </ac:spMkLst>
        </pc:spChg>
        <pc:spChg chg="mod">
          <ac:chgData name="Li, Cong" userId="025630f4-267e-4cb3-8cd5-8795177f99f4" providerId="ADAL" clId="{929A2CC8-B112-421C-81E2-D5D63B23E300}" dt="2026-09-05T10:55:31.899" v="33587" actId="20577"/>
          <ac:spMkLst>
            <pc:docMk/>
            <pc:sldMk cId="1616448376" sldId="563"/>
            <ac:spMk id="3" creationId="{B9F3096D-E630-30C6-39DF-9657088708CF}"/>
          </ac:spMkLst>
        </pc:spChg>
      </pc:sldChg>
      <pc:sldChg chg="modSp add mod modAnim">
        <pc:chgData name="Li, Cong" userId="025630f4-267e-4cb3-8cd5-8795177f99f4" providerId="ADAL" clId="{929A2CC8-B112-421C-81E2-D5D63B23E300}" dt="2026-09-05T11:09:49.364" v="34181" actId="20577"/>
        <pc:sldMkLst>
          <pc:docMk/>
          <pc:sldMk cId="1460297977" sldId="564"/>
        </pc:sldMkLst>
        <pc:spChg chg="mod">
          <ac:chgData name="Li, Cong" userId="025630f4-267e-4cb3-8cd5-8795177f99f4" providerId="ADAL" clId="{929A2CC8-B112-421C-81E2-D5D63B23E300}" dt="2026-09-05T11:09:49.364" v="34181" actId="20577"/>
          <ac:spMkLst>
            <pc:docMk/>
            <pc:sldMk cId="1460297977" sldId="564"/>
            <ac:spMk id="2" creationId="{E4830EE1-743A-3A9D-681B-BF1BD10EF823}"/>
          </ac:spMkLst>
        </pc:spChg>
        <pc:spChg chg="mod">
          <ac:chgData name="Li, Cong" userId="025630f4-267e-4cb3-8cd5-8795177f99f4" providerId="ADAL" clId="{929A2CC8-B112-421C-81E2-D5D63B23E300}" dt="2026-09-05T11:08:53.112" v="34118" actId="20577"/>
          <ac:spMkLst>
            <pc:docMk/>
            <pc:sldMk cId="1460297977" sldId="564"/>
            <ac:spMk id="3" creationId="{14D4361B-C1A9-136C-60DE-40A50AC37120}"/>
          </ac:spMkLst>
        </pc:spChg>
      </pc:sldChg>
      <pc:sldChg chg="modSp add mod modAnim">
        <pc:chgData name="Li, Cong" userId="025630f4-267e-4cb3-8cd5-8795177f99f4" providerId="ADAL" clId="{929A2CC8-B112-421C-81E2-D5D63B23E300}" dt="2026-09-05T11:15:00.046" v="34761" actId="20577"/>
        <pc:sldMkLst>
          <pc:docMk/>
          <pc:sldMk cId="725251953" sldId="565"/>
        </pc:sldMkLst>
        <pc:spChg chg="mod">
          <ac:chgData name="Li, Cong" userId="025630f4-267e-4cb3-8cd5-8795177f99f4" providerId="ADAL" clId="{929A2CC8-B112-421C-81E2-D5D63B23E300}" dt="2026-09-05T11:09:44.162" v="34179" actId="20577"/>
          <ac:spMkLst>
            <pc:docMk/>
            <pc:sldMk cId="725251953" sldId="565"/>
            <ac:spMk id="2" creationId="{E5BC42FF-B6DB-2CBF-5604-6E9072728ABC}"/>
          </ac:spMkLst>
        </pc:spChg>
        <pc:spChg chg="mod">
          <ac:chgData name="Li, Cong" userId="025630f4-267e-4cb3-8cd5-8795177f99f4" providerId="ADAL" clId="{929A2CC8-B112-421C-81E2-D5D63B23E300}" dt="2026-09-05T11:15:00.046" v="34761" actId="20577"/>
          <ac:spMkLst>
            <pc:docMk/>
            <pc:sldMk cId="725251953" sldId="565"/>
            <ac:spMk id="3" creationId="{081A6341-5162-A6FB-E8C4-E0F324E0A5B1}"/>
          </ac:spMkLst>
        </pc:spChg>
      </pc:sldChg>
      <pc:sldChg chg="modSp add mod modAnim">
        <pc:chgData name="Li, Cong" userId="025630f4-267e-4cb3-8cd5-8795177f99f4" providerId="ADAL" clId="{929A2CC8-B112-421C-81E2-D5D63B23E300}" dt="2026-09-06T01:49:13.508" v="40627"/>
        <pc:sldMkLst>
          <pc:docMk/>
          <pc:sldMk cId="262791717" sldId="566"/>
        </pc:sldMkLst>
        <pc:spChg chg="mod">
          <ac:chgData name="Li, Cong" userId="025630f4-267e-4cb3-8cd5-8795177f99f4" providerId="ADAL" clId="{929A2CC8-B112-421C-81E2-D5D63B23E300}" dt="2026-09-05T11:17:34.397" v="34812" actId="6549"/>
          <ac:spMkLst>
            <pc:docMk/>
            <pc:sldMk cId="262791717" sldId="566"/>
            <ac:spMk id="2" creationId="{FFEB9E08-F651-A197-1072-E6AC05569AE9}"/>
          </ac:spMkLst>
        </pc:spChg>
        <pc:spChg chg="mod">
          <ac:chgData name="Li, Cong" userId="025630f4-267e-4cb3-8cd5-8795177f99f4" providerId="ADAL" clId="{929A2CC8-B112-421C-81E2-D5D63B23E300}" dt="2026-09-05T11:24:04.043" v="35426" actId="20577"/>
          <ac:spMkLst>
            <pc:docMk/>
            <pc:sldMk cId="262791717" sldId="566"/>
            <ac:spMk id="3" creationId="{95236E52-A75F-AAB8-4F96-3427CF8654A7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0:01:27.527" v="37091"/>
        <pc:sldMkLst>
          <pc:docMk/>
          <pc:sldMk cId="1360670293" sldId="567"/>
        </pc:sldMkLst>
        <pc:spChg chg="mod">
          <ac:chgData name="Li, Cong" userId="025630f4-267e-4cb3-8cd5-8795177f99f4" providerId="ADAL" clId="{929A2CC8-B112-421C-81E2-D5D63B23E300}" dt="2026-09-05T11:25:28.734" v="35468" actId="20577"/>
          <ac:spMkLst>
            <pc:docMk/>
            <pc:sldMk cId="1360670293" sldId="567"/>
            <ac:spMk id="2" creationId="{B41BEA64-0A7A-9CF8-B7C3-205314CCB9DB}"/>
          </ac:spMkLst>
        </pc:spChg>
        <pc:spChg chg="mod">
          <ac:chgData name="Li, Cong" userId="025630f4-267e-4cb3-8cd5-8795177f99f4" providerId="ADAL" clId="{929A2CC8-B112-421C-81E2-D5D63B23E300}" dt="2026-09-05T11:40:48.441" v="36049" actId="1036"/>
          <ac:spMkLst>
            <pc:docMk/>
            <pc:sldMk cId="1360670293" sldId="567"/>
            <ac:spMk id="3" creationId="{C37FA059-FA3B-E881-823A-B0660BAA96D7}"/>
          </ac:spMkLst>
        </pc:spChg>
        <pc:spChg chg="add mod">
          <ac:chgData name="Li, Cong" userId="025630f4-267e-4cb3-8cd5-8795177f99f4" providerId="ADAL" clId="{929A2CC8-B112-421C-81E2-D5D63B23E300}" dt="2026-09-06T00:01:21.069" v="37090" actId="14100"/>
          <ac:spMkLst>
            <pc:docMk/>
            <pc:sldMk cId="1360670293" sldId="567"/>
            <ac:spMk id="4" creationId="{71A84C4B-5215-FB6D-9E46-FBE0BB921B66}"/>
          </ac:spMkLst>
        </pc:spChg>
        <pc:spChg chg="mod">
          <ac:chgData name="Li, Cong" userId="025630f4-267e-4cb3-8cd5-8795177f99f4" providerId="ADAL" clId="{929A2CC8-B112-421C-81E2-D5D63B23E300}" dt="2026-09-06T00:01:07.449" v="37086" actId="1076"/>
          <ac:spMkLst>
            <pc:docMk/>
            <pc:sldMk cId="1360670293" sldId="567"/>
            <ac:spMk id="11" creationId="{409F691E-F33D-142E-0B35-52BA939172EB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3" creationId="{D64C257B-344D-A711-9CC9-C55F54BE451F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4" creationId="{75851142-68D6-E50B-6492-3168F5614EC4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5" creationId="{D166FF1A-3CA2-42A5-14F9-99B5011F887D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6" creationId="{F164ED06-C07D-2BAC-73D9-CFB1D77F7351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7" creationId="{F548EB8F-1DE7-F8FE-975C-652389E1B18D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19" creationId="{DDB7387F-B9C3-49DE-5EC5-657E0974FDDC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20" creationId="{2065ABB9-1C71-EFE5-9C40-E88BCB2E460C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21" creationId="{71C48CBD-4677-D81A-2F39-326C3FD256AF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22" creationId="{DA7659EF-5B36-B3A8-FB4A-98A5C34E58AB}"/>
          </ac:spMkLst>
        </pc:spChg>
        <pc:spChg chg="add mod">
          <ac:chgData name="Li, Cong" userId="025630f4-267e-4cb3-8cd5-8795177f99f4" providerId="ADAL" clId="{929A2CC8-B112-421C-81E2-D5D63B23E300}" dt="2026-09-05T11:42:58.602" v="36130"/>
          <ac:spMkLst>
            <pc:docMk/>
            <pc:sldMk cId="1360670293" sldId="567"/>
            <ac:spMk id="23" creationId="{D637F231-C7AD-9152-92CF-1C570FF95ACB}"/>
          </ac:spMkLst>
        </pc:spChg>
        <pc:picChg chg="del mod">
          <ac:chgData name="Li, Cong" userId="025630f4-267e-4cb3-8cd5-8795177f99f4" providerId="ADAL" clId="{929A2CC8-B112-421C-81E2-D5D63B23E300}" dt="2026-09-06T00:00:54.461" v="37081" actId="478"/>
          <ac:picMkLst>
            <pc:docMk/>
            <pc:sldMk cId="1360670293" sldId="567"/>
            <ac:picMk id="7" creationId="{D9144706-C3AA-F450-EF25-C8F8D7D4C30F}"/>
          </ac:picMkLst>
        </pc:picChg>
        <pc:picChg chg="add mod ord">
          <ac:chgData name="Li, Cong" userId="025630f4-267e-4cb3-8cd5-8795177f99f4" providerId="ADAL" clId="{929A2CC8-B112-421C-81E2-D5D63B23E300}" dt="2026-09-06T00:01:02.338" v="37084" actId="167"/>
          <ac:picMkLst>
            <pc:docMk/>
            <pc:sldMk cId="1360670293" sldId="567"/>
            <ac:picMk id="8" creationId="{3752B568-5007-28AE-44E3-D4D348684F03}"/>
          </ac:picMkLst>
        </pc:picChg>
        <pc:picChg chg="del mod">
          <ac:chgData name="Li, Cong" userId="025630f4-267e-4cb3-8cd5-8795177f99f4" providerId="ADAL" clId="{929A2CC8-B112-421C-81E2-D5D63B23E300}" dt="2026-09-06T00:00:55.562" v="37082" actId="478"/>
          <ac:picMkLst>
            <pc:docMk/>
            <pc:sldMk cId="1360670293" sldId="567"/>
            <ac:picMk id="9" creationId="{55D7CA6D-3E2B-57A0-4E31-8E08C28218CC}"/>
          </ac:picMkLst>
        </pc:picChg>
        <pc:picChg chg="add mod ord">
          <ac:chgData name="Li, Cong" userId="025630f4-267e-4cb3-8cd5-8795177f99f4" providerId="ADAL" clId="{929A2CC8-B112-421C-81E2-D5D63B23E300}" dt="2026-09-06T00:01:02.338" v="37084" actId="167"/>
          <ac:picMkLst>
            <pc:docMk/>
            <pc:sldMk cId="1360670293" sldId="567"/>
            <ac:picMk id="10" creationId="{30339783-834E-3B1C-F127-279C0FC3674E}"/>
          </ac:picMkLst>
        </pc:picChg>
        <pc:cxnChg chg="add mod">
          <ac:chgData name="Li, Cong" userId="025630f4-267e-4cb3-8cd5-8795177f99f4" providerId="ADAL" clId="{929A2CC8-B112-421C-81E2-D5D63B23E300}" dt="2026-09-06T00:01:21.069" v="37090" actId="14100"/>
          <ac:cxnSpMkLst>
            <pc:docMk/>
            <pc:sldMk cId="1360670293" sldId="567"/>
            <ac:cxnSpMk id="6" creationId="{BEED4E92-13B4-E4D5-B897-EE66E713B624}"/>
          </ac:cxnSpMkLst>
        </pc:cxnChg>
      </pc:sldChg>
      <pc:sldChg chg="addSp delSp modSp add mod addAnim delAnim modAnim">
        <pc:chgData name="Li, Cong" userId="025630f4-267e-4cb3-8cd5-8795177f99f4" providerId="ADAL" clId="{929A2CC8-B112-421C-81E2-D5D63B23E300}" dt="2026-09-06T00:00:41.590" v="37080"/>
        <pc:sldMkLst>
          <pc:docMk/>
          <pc:sldMk cId="765378416" sldId="568"/>
        </pc:sldMkLst>
        <pc:spChg chg="add del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3" creationId="{95D121EF-4804-0D66-5A14-6355CBDF22EE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4" creationId="{BDAD8ACB-527F-3767-7241-1DB9685659AF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6" creationId="{328FCF28-A5B2-E51F-E5EE-771870C2BBF9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8" creationId="{D271576B-20D1-8FA4-57B9-398B3D926718}"/>
          </ac:spMkLst>
        </pc:spChg>
        <pc:spChg chg="add mod">
          <ac:chgData name="Li, Cong" userId="025630f4-267e-4cb3-8cd5-8795177f99f4" providerId="ADAL" clId="{929A2CC8-B112-421C-81E2-D5D63B23E300}" dt="2026-09-05T11:39:56.767" v="36022" actId="1037"/>
          <ac:spMkLst>
            <pc:docMk/>
            <pc:sldMk cId="765378416" sldId="568"/>
            <ac:spMk id="10" creationId="{E07D44F7-FDEE-138C-B94C-13993C2A2C74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13" creationId="{1E3EB6AC-FDBC-EC8D-F557-41386F93D559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15" creationId="{390A8872-817B-68AD-30A1-1CF954AE43F0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16" creationId="{07525659-E242-401E-AEC0-67D8DAD10174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17" creationId="{2BA471C7-4CB8-7CE4-5AE6-F00F1BD39E4B}"/>
          </ac:spMkLst>
        </pc:spChg>
        <pc:spChg chg="add mod">
          <ac:chgData name="Li, Cong" userId="025630f4-267e-4cb3-8cd5-8795177f99f4" providerId="ADAL" clId="{929A2CC8-B112-421C-81E2-D5D63B23E300}" dt="2026-09-05T11:39:30.149" v="36005" actId="1036"/>
          <ac:spMkLst>
            <pc:docMk/>
            <pc:sldMk cId="765378416" sldId="568"/>
            <ac:spMk id="18" creationId="{0256FF7E-BCA9-158F-50A9-E21CE690334B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19" creationId="{387DBC11-2638-76D0-1B6B-1C9D3C6A52E1}"/>
          </ac:spMkLst>
        </pc:spChg>
        <pc:spChg chg="add mod">
          <ac:chgData name="Li, Cong" userId="025630f4-267e-4cb3-8cd5-8795177f99f4" providerId="ADAL" clId="{929A2CC8-B112-421C-81E2-D5D63B23E300}" dt="2026-09-05T11:42:46.572" v="36128" actId="1035"/>
          <ac:spMkLst>
            <pc:docMk/>
            <pc:sldMk cId="765378416" sldId="568"/>
            <ac:spMk id="20" creationId="{3A662BBD-D526-191F-144E-65FED3E26678}"/>
          </ac:spMkLst>
        </pc:spChg>
        <pc:picChg chg="del">
          <ac:chgData name="Li, Cong" userId="025630f4-267e-4cb3-8cd5-8795177f99f4" providerId="ADAL" clId="{929A2CC8-B112-421C-81E2-D5D63B23E300}" dt="2026-09-06T00:00:24.947" v="37060" actId="478"/>
          <ac:picMkLst>
            <pc:docMk/>
            <pc:sldMk cId="765378416" sldId="568"/>
            <ac:picMk id="7" creationId="{135D316F-42A6-A04C-2240-EC01B03FEECD}"/>
          </ac:picMkLst>
        </pc:picChg>
        <pc:picChg chg="del">
          <ac:chgData name="Li, Cong" userId="025630f4-267e-4cb3-8cd5-8795177f99f4" providerId="ADAL" clId="{929A2CC8-B112-421C-81E2-D5D63B23E300}" dt="2026-09-06T00:00:25.715" v="37061" actId="478"/>
          <ac:picMkLst>
            <pc:docMk/>
            <pc:sldMk cId="765378416" sldId="568"/>
            <ac:picMk id="9" creationId="{27ECF35E-BBDF-19C4-F86D-D47FAE0CAB4F}"/>
          </ac:picMkLst>
        </pc:picChg>
        <pc:picChg chg="add mod">
          <ac:chgData name="Li, Cong" userId="025630f4-267e-4cb3-8cd5-8795177f99f4" providerId="ADAL" clId="{929A2CC8-B112-421C-81E2-D5D63B23E300}" dt="2026-09-06T00:00:36.470" v="37079" actId="1035"/>
          <ac:picMkLst>
            <pc:docMk/>
            <pc:sldMk cId="765378416" sldId="568"/>
            <ac:picMk id="12" creationId="{77FCDD1F-D839-2C18-589F-39226A02AF04}"/>
          </ac:picMkLst>
        </pc:picChg>
        <pc:picChg chg="add mod">
          <ac:chgData name="Li, Cong" userId="025630f4-267e-4cb3-8cd5-8795177f99f4" providerId="ADAL" clId="{929A2CC8-B112-421C-81E2-D5D63B23E300}" dt="2026-09-06T00:00:36.470" v="37079" actId="1035"/>
          <ac:picMkLst>
            <pc:docMk/>
            <pc:sldMk cId="765378416" sldId="568"/>
            <ac:picMk id="14" creationId="{AA0ED001-EA79-CACE-36CF-AFC3F4D8FB98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9-06T00:02:02.295" v="37108"/>
        <pc:sldMkLst>
          <pc:docMk/>
          <pc:sldMk cId="4104881251" sldId="569"/>
        </pc:sldMkLst>
        <pc:spChg chg="mod">
          <ac:chgData name="Li, Cong" userId="025630f4-267e-4cb3-8cd5-8795177f99f4" providerId="ADAL" clId="{929A2CC8-B112-421C-81E2-D5D63B23E300}" dt="2026-09-05T11:42:09.445" v="36120" actId="20577"/>
          <ac:spMkLst>
            <pc:docMk/>
            <pc:sldMk cId="4104881251" sldId="569"/>
            <ac:spMk id="3" creationId="{38E35E92-A790-1993-CBED-3DFB7FA5B1E6}"/>
          </ac:spMkLst>
        </pc:spChg>
        <pc:spChg chg="add mod">
          <ac:chgData name="Li, Cong" userId="025630f4-267e-4cb3-8cd5-8795177f99f4" providerId="ADAL" clId="{929A2CC8-B112-421C-81E2-D5D63B23E300}" dt="2026-09-06T00:01:59.514" v="37107" actId="1035"/>
          <ac:spMkLst>
            <pc:docMk/>
            <pc:sldMk cId="4104881251" sldId="569"/>
            <ac:spMk id="8" creationId="{7D8A4E51-BE95-6DD5-8895-C79C1454C582}"/>
          </ac:spMkLst>
        </pc:spChg>
        <pc:spChg chg="del">
          <ac:chgData name="Li, Cong" userId="025630f4-267e-4cb3-8cd5-8795177f99f4" providerId="ADAL" clId="{929A2CC8-B112-421C-81E2-D5D63B23E300}" dt="2026-09-06T00:01:56.464" v="37098" actId="478"/>
          <ac:spMkLst>
            <pc:docMk/>
            <pc:sldMk cId="4104881251" sldId="569"/>
            <ac:spMk id="12" creationId="{2D341C60-1E74-98DA-FE5B-C4ADABC1CCF8}"/>
          </ac:spMkLst>
        </pc:spChg>
        <pc:picChg chg="add del mod">
          <ac:chgData name="Li, Cong" userId="025630f4-267e-4cb3-8cd5-8795177f99f4" providerId="ADAL" clId="{929A2CC8-B112-421C-81E2-D5D63B23E300}" dt="2026-09-06T00:01:37.516" v="37096" actId="478"/>
          <ac:picMkLst>
            <pc:docMk/>
            <pc:sldMk cId="4104881251" sldId="569"/>
            <ac:picMk id="4" creationId="{DAC7743F-E19F-5FE9-F001-BC6E94DFA480}"/>
          </ac:picMkLst>
        </pc:picChg>
        <pc:picChg chg="add del mod">
          <ac:chgData name="Li, Cong" userId="025630f4-267e-4cb3-8cd5-8795177f99f4" providerId="ADAL" clId="{929A2CC8-B112-421C-81E2-D5D63B23E300}" dt="2026-09-06T00:01:37.516" v="37096" actId="478"/>
          <ac:picMkLst>
            <pc:docMk/>
            <pc:sldMk cId="4104881251" sldId="569"/>
            <ac:picMk id="6" creationId="{34E2BB81-4503-E3FC-5670-501D32558413}"/>
          </ac:picMkLst>
        </pc:picChg>
        <pc:picChg chg="del">
          <ac:chgData name="Li, Cong" userId="025630f4-267e-4cb3-8cd5-8795177f99f4" providerId="ADAL" clId="{929A2CC8-B112-421C-81E2-D5D63B23E300}" dt="2026-09-06T00:01:31.970" v="37092" actId="478"/>
          <ac:picMkLst>
            <pc:docMk/>
            <pc:sldMk cId="4104881251" sldId="569"/>
            <ac:picMk id="7" creationId="{CA14E7ED-AEBF-A9DD-08C6-949E158A3502}"/>
          </ac:picMkLst>
        </pc:picChg>
        <pc:picChg chg="del">
          <ac:chgData name="Li, Cong" userId="025630f4-267e-4cb3-8cd5-8795177f99f4" providerId="ADAL" clId="{929A2CC8-B112-421C-81E2-D5D63B23E300}" dt="2026-09-06T00:01:33.572" v="37093" actId="478"/>
          <ac:picMkLst>
            <pc:docMk/>
            <pc:sldMk cId="4104881251" sldId="569"/>
            <ac:picMk id="9" creationId="{736B738F-C090-4E1E-9897-2A80869D9C48}"/>
          </ac:picMkLst>
        </pc:picChg>
      </pc:sldChg>
      <pc:sldChg chg="delSp modSp add mod delAnim modAnim">
        <pc:chgData name="Li, Cong" userId="025630f4-267e-4cb3-8cd5-8795177f99f4" providerId="ADAL" clId="{929A2CC8-B112-421C-81E2-D5D63B23E300}" dt="2026-09-05T11:50:53.144" v="36568" actId="14100"/>
        <pc:sldMkLst>
          <pc:docMk/>
          <pc:sldMk cId="574952655" sldId="570"/>
        </pc:sldMkLst>
        <pc:spChg chg="mod">
          <ac:chgData name="Li, Cong" userId="025630f4-267e-4cb3-8cd5-8795177f99f4" providerId="ADAL" clId="{929A2CC8-B112-421C-81E2-D5D63B23E300}" dt="2026-09-05T11:50:53.144" v="36568" actId="14100"/>
          <ac:spMkLst>
            <pc:docMk/>
            <pc:sldMk cId="574952655" sldId="570"/>
            <ac:spMk id="2" creationId="{ECE9FE29-EBE4-BD87-B290-CD2A047DBF79}"/>
          </ac:spMkLst>
        </pc:spChg>
        <pc:spChg chg="mod">
          <ac:chgData name="Li, Cong" userId="025630f4-267e-4cb3-8cd5-8795177f99f4" providerId="ADAL" clId="{929A2CC8-B112-421C-81E2-D5D63B23E300}" dt="2026-09-05T11:50:18.226" v="36559" actId="1036"/>
          <ac:spMkLst>
            <pc:docMk/>
            <pc:sldMk cId="574952655" sldId="570"/>
            <ac:spMk id="5" creationId="{EE85158B-E094-E03D-F19D-00D3173FE320}"/>
          </ac:spMkLst>
        </pc:spChg>
        <pc:graphicFrameChg chg="mod">
          <ac:chgData name="Li, Cong" userId="025630f4-267e-4cb3-8cd5-8795177f99f4" providerId="ADAL" clId="{929A2CC8-B112-421C-81E2-D5D63B23E300}" dt="2026-09-05T11:47:32.745" v="36190" actId="1035"/>
          <ac:graphicFrameMkLst>
            <pc:docMk/>
            <pc:sldMk cId="574952655" sldId="570"/>
            <ac:graphicFrameMk id="3" creationId="{9DDA6212-D0B8-A706-ABE7-6271AC352EFB}"/>
          </ac:graphicFrameMkLst>
        </pc:graphicFrameChg>
      </pc:sldChg>
      <pc:sldChg chg="addSp delSp modSp add mod modAnim">
        <pc:chgData name="Li, Cong" userId="025630f4-267e-4cb3-8cd5-8795177f99f4" providerId="ADAL" clId="{929A2CC8-B112-421C-81E2-D5D63B23E300}" dt="2026-09-06T22:31:33.628" v="51805" actId="6549"/>
        <pc:sldMkLst>
          <pc:docMk/>
          <pc:sldMk cId="684406500" sldId="571"/>
        </pc:sldMkLst>
        <pc:spChg chg="mod">
          <ac:chgData name="Li, Cong" userId="025630f4-267e-4cb3-8cd5-8795177f99f4" providerId="ADAL" clId="{929A2CC8-B112-421C-81E2-D5D63B23E300}" dt="2026-09-05T11:51:05.760" v="36572" actId="14100"/>
          <ac:spMkLst>
            <pc:docMk/>
            <pc:sldMk cId="684406500" sldId="571"/>
            <ac:spMk id="2" creationId="{0D74FE52-4BAB-8316-E1DC-6945053A25BB}"/>
          </ac:spMkLst>
        </pc:spChg>
        <pc:spChg chg="mod">
          <ac:chgData name="Li, Cong" userId="025630f4-267e-4cb3-8cd5-8795177f99f4" providerId="ADAL" clId="{929A2CC8-B112-421C-81E2-D5D63B23E300}" dt="2026-09-05T11:53:56.340" v="36955" actId="1076"/>
          <ac:spMkLst>
            <pc:docMk/>
            <pc:sldMk cId="684406500" sldId="571"/>
            <ac:spMk id="5" creationId="{F0BCEB7C-94BA-5A31-2628-7AF08B11B504}"/>
          </ac:spMkLst>
        </pc:spChg>
        <pc:spChg chg="add mod">
          <ac:chgData name="Li, Cong" userId="025630f4-267e-4cb3-8cd5-8795177f99f4" providerId="ADAL" clId="{929A2CC8-B112-421C-81E2-D5D63B23E300}" dt="2026-09-06T22:31:33.628" v="51805" actId="6549"/>
          <ac:spMkLst>
            <pc:docMk/>
            <pc:sldMk cId="684406500" sldId="571"/>
            <ac:spMk id="6" creationId="{2895511C-940F-FC37-A215-5CC10D68C3D5}"/>
          </ac:spMkLst>
        </pc:spChg>
        <pc:graphicFrameChg chg="mod">
          <ac:chgData name="Li, Cong" userId="025630f4-267e-4cb3-8cd5-8795177f99f4" providerId="ADAL" clId="{929A2CC8-B112-421C-81E2-D5D63B23E300}" dt="2026-09-05T11:51:14.206" v="36583" actId="1035"/>
          <ac:graphicFrameMkLst>
            <pc:docMk/>
            <pc:sldMk cId="684406500" sldId="571"/>
            <ac:graphicFrameMk id="3" creationId="{B67FA98F-7997-7377-5008-5220B09813E8}"/>
          </ac:graphicFrameMkLst>
        </pc:graphicFrameChg>
      </pc:sldChg>
      <pc:sldChg chg="add del">
        <pc:chgData name="Li, Cong" userId="025630f4-267e-4cb3-8cd5-8795177f99f4" providerId="ADAL" clId="{929A2CC8-B112-421C-81E2-D5D63B23E300}" dt="2026-09-06T00:07:53.216" v="37270"/>
        <pc:sldMkLst>
          <pc:docMk/>
          <pc:sldMk cId="1371382045" sldId="572"/>
        </pc:sldMkLst>
      </pc:sldChg>
      <pc:sldChg chg="modSp add mod modAnim">
        <pc:chgData name="Li, Cong" userId="025630f4-267e-4cb3-8cd5-8795177f99f4" providerId="ADAL" clId="{929A2CC8-B112-421C-81E2-D5D63B23E300}" dt="2026-09-06T01:08:01.801" v="38829" actId="14100"/>
        <pc:sldMkLst>
          <pc:docMk/>
          <pc:sldMk cId="3610713191" sldId="572"/>
        </pc:sldMkLst>
        <pc:spChg chg="mod">
          <ac:chgData name="Li, Cong" userId="025630f4-267e-4cb3-8cd5-8795177f99f4" providerId="ADAL" clId="{929A2CC8-B112-421C-81E2-D5D63B23E300}" dt="2026-09-06T01:08:01.801" v="38829" actId="14100"/>
          <ac:spMkLst>
            <pc:docMk/>
            <pc:sldMk cId="3610713191" sldId="572"/>
            <ac:spMk id="2" creationId="{1F50515E-02B8-5BFA-AA53-29AD486D0D45}"/>
          </ac:spMkLst>
        </pc:spChg>
        <pc:spChg chg="mod">
          <ac:chgData name="Li, Cong" userId="025630f4-267e-4cb3-8cd5-8795177f99f4" providerId="ADAL" clId="{929A2CC8-B112-421C-81E2-D5D63B23E300}" dt="2026-09-06T01:07:29.158" v="38806" actId="20577"/>
          <ac:spMkLst>
            <pc:docMk/>
            <pc:sldMk cId="3610713191" sldId="572"/>
            <ac:spMk id="3" creationId="{77C0967B-936F-6B97-542E-7AFC06D48601}"/>
          </ac:spMkLst>
        </pc:spChg>
      </pc:sldChg>
      <pc:sldChg chg="modSp add mod modAnim">
        <pc:chgData name="Li, Cong" userId="025630f4-267e-4cb3-8cd5-8795177f99f4" providerId="ADAL" clId="{929A2CC8-B112-421C-81E2-D5D63B23E300}" dt="2026-09-06T00:14:54.572" v="37972" actId="20577"/>
        <pc:sldMkLst>
          <pc:docMk/>
          <pc:sldMk cId="318296014" sldId="573"/>
        </pc:sldMkLst>
        <pc:spChg chg="mod">
          <ac:chgData name="Li, Cong" userId="025630f4-267e-4cb3-8cd5-8795177f99f4" providerId="ADAL" clId="{929A2CC8-B112-421C-81E2-D5D63B23E300}" dt="2026-09-06T00:14:54.572" v="37972" actId="20577"/>
          <ac:spMkLst>
            <pc:docMk/>
            <pc:sldMk cId="318296014" sldId="573"/>
            <ac:spMk id="2" creationId="{5DDEA0F7-47E1-4770-C83C-153FEC348FA0}"/>
          </ac:spMkLst>
        </pc:spChg>
        <pc:spChg chg="mod">
          <ac:chgData name="Li, Cong" userId="025630f4-267e-4cb3-8cd5-8795177f99f4" providerId="ADAL" clId="{929A2CC8-B112-421C-81E2-D5D63B23E300}" dt="2026-09-06T00:14:45.927" v="37969" actId="20577"/>
          <ac:spMkLst>
            <pc:docMk/>
            <pc:sldMk cId="318296014" sldId="573"/>
            <ac:spMk id="3" creationId="{0782B470-73BB-5710-DE2E-8955BA66D9AB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1:04:36.512" v="38407" actId="207"/>
        <pc:sldMkLst>
          <pc:docMk/>
          <pc:sldMk cId="939220885" sldId="574"/>
        </pc:sldMkLst>
        <pc:spChg chg="mod">
          <ac:chgData name="Li, Cong" userId="025630f4-267e-4cb3-8cd5-8795177f99f4" providerId="ADAL" clId="{929A2CC8-B112-421C-81E2-D5D63B23E300}" dt="2026-09-06T00:21:56.166" v="38036" actId="26606"/>
          <ac:spMkLst>
            <pc:docMk/>
            <pc:sldMk cId="939220885" sldId="574"/>
            <ac:spMk id="2" creationId="{AEB37A2A-E7A3-892A-BAB9-17A5ABEFF1B4}"/>
          </ac:spMkLst>
        </pc:spChg>
        <pc:spChg chg="del">
          <ac:chgData name="Li, Cong" userId="025630f4-267e-4cb3-8cd5-8795177f99f4" providerId="ADAL" clId="{929A2CC8-B112-421C-81E2-D5D63B23E300}" dt="2026-09-06T00:19:33.389" v="38032" actId="478"/>
          <ac:spMkLst>
            <pc:docMk/>
            <pc:sldMk cId="939220885" sldId="574"/>
            <ac:spMk id="3" creationId="{7C7A16F8-AB78-1D5A-8B08-6FE73A2B8108}"/>
          </ac:spMkLst>
        </pc:spChg>
        <pc:spChg chg="add del mod">
          <ac:chgData name="Li, Cong" userId="025630f4-267e-4cb3-8cd5-8795177f99f4" providerId="ADAL" clId="{929A2CC8-B112-421C-81E2-D5D63B23E300}" dt="2026-09-06T00:19:35.134" v="38033" actId="478"/>
          <ac:spMkLst>
            <pc:docMk/>
            <pc:sldMk cId="939220885" sldId="574"/>
            <ac:spMk id="4" creationId="{BCE5C796-6DF2-88F6-99AB-B4D26ACDAE6A}"/>
          </ac:spMkLst>
        </pc:spChg>
        <pc:spChg chg="mod ord">
          <ac:chgData name="Li, Cong" userId="025630f4-267e-4cb3-8cd5-8795177f99f4" providerId="ADAL" clId="{929A2CC8-B112-421C-81E2-D5D63B23E300}" dt="2026-09-06T00:21:56.166" v="38036" actId="26606"/>
          <ac:spMkLst>
            <pc:docMk/>
            <pc:sldMk cId="939220885" sldId="574"/>
            <ac:spMk id="5" creationId="{F72CE4E0-D209-A246-19EB-28669D914332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8" creationId="{F49E933A-4388-3E40-5454-E5F7E34F1A63}"/>
          </ac:spMkLst>
        </pc:spChg>
        <pc:spChg chg="add del mod">
          <ac:chgData name="Li, Cong" userId="025630f4-267e-4cb3-8cd5-8795177f99f4" providerId="ADAL" clId="{929A2CC8-B112-421C-81E2-D5D63B23E300}" dt="2026-09-06T00:35:10.052" v="38129" actId="478"/>
          <ac:spMkLst>
            <pc:docMk/>
            <pc:sldMk cId="939220885" sldId="574"/>
            <ac:spMk id="9" creationId="{2BD05034-8D71-784F-4E3D-F37A177BA922}"/>
          </ac:spMkLst>
        </pc:spChg>
        <pc:spChg chg="add del mod">
          <ac:chgData name="Li, Cong" userId="025630f4-267e-4cb3-8cd5-8795177f99f4" providerId="ADAL" clId="{929A2CC8-B112-421C-81E2-D5D63B23E300}" dt="2026-09-06T00:35:07.030" v="38128" actId="478"/>
          <ac:spMkLst>
            <pc:docMk/>
            <pc:sldMk cId="939220885" sldId="574"/>
            <ac:spMk id="10" creationId="{38434B78-FD43-05BC-FD0A-C7F5203B9766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11" creationId="{40FE03E4-7493-5C30-363C-EDE56BD8E58F}"/>
          </ac:spMkLst>
        </pc:spChg>
        <pc:spChg chg="add del mod">
          <ac:chgData name="Li, Cong" userId="025630f4-267e-4cb3-8cd5-8795177f99f4" providerId="ADAL" clId="{929A2CC8-B112-421C-81E2-D5D63B23E300}" dt="2026-09-06T00:51:53.784" v="38181" actId="478"/>
          <ac:spMkLst>
            <pc:docMk/>
            <pc:sldMk cId="939220885" sldId="574"/>
            <ac:spMk id="12" creationId="{C7C27BD9-AF81-E62E-0204-E8402FC1F215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13" creationId="{A6300081-AF60-F1C9-31BC-759B616E38B5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15" creationId="{C4352B88-2548-8729-EE40-74CA6840585B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19" creationId="{331DEA16-E252-D1A5-873F-51F733F95D2A}"/>
          </ac:spMkLst>
        </pc:spChg>
        <pc:spChg chg="add mod">
          <ac:chgData name="Li, Cong" userId="025630f4-267e-4cb3-8cd5-8795177f99f4" providerId="ADAL" clId="{929A2CC8-B112-421C-81E2-D5D63B23E300}" dt="2026-09-06T01:03:54.540" v="38397" actId="1038"/>
          <ac:spMkLst>
            <pc:docMk/>
            <pc:sldMk cId="939220885" sldId="574"/>
            <ac:spMk id="20" creationId="{6B0BFAE1-FA10-639D-97C2-2CDA28216C86}"/>
          </ac:spMkLst>
        </pc:spChg>
        <pc:spChg chg="add mod">
          <ac:chgData name="Li, Cong" userId="025630f4-267e-4cb3-8cd5-8795177f99f4" providerId="ADAL" clId="{929A2CC8-B112-421C-81E2-D5D63B23E300}" dt="2026-09-06T01:04:05.532" v="38405" actId="1076"/>
          <ac:spMkLst>
            <pc:docMk/>
            <pc:sldMk cId="939220885" sldId="574"/>
            <ac:spMk id="22" creationId="{A689737C-8021-CAAE-F959-5E4A719F84DF}"/>
          </ac:spMkLst>
        </pc:spChg>
        <pc:spChg chg="add mod">
          <ac:chgData name="Li, Cong" userId="025630f4-267e-4cb3-8cd5-8795177f99f4" providerId="ADAL" clId="{929A2CC8-B112-421C-81E2-D5D63B23E300}" dt="2026-09-06T01:04:36.512" v="38407" actId="207"/>
          <ac:spMkLst>
            <pc:docMk/>
            <pc:sldMk cId="939220885" sldId="574"/>
            <ac:spMk id="24" creationId="{B4255228-8EDE-9213-9F97-0362774730A5}"/>
          </ac:spMkLst>
        </pc:spChg>
        <pc:picChg chg="add mod">
          <ac:chgData name="Li, Cong" userId="025630f4-267e-4cb3-8cd5-8795177f99f4" providerId="ADAL" clId="{929A2CC8-B112-421C-81E2-D5D63B23E300}" dt="2026-09-06T01:03:54.540" v="38397" actId="1038"/>
          <ac:picMkLst>
            <pc:docMk/>
            <pc:sldMk cId="939220885" sldId="574"/>
            <ac:picMk id="7" creationId="{A40725F3-F782-A96C-BD0A-EDB4833E26E3}"/>
          </ac:picMkLst>
        </pc:picChg>
        <pc:picChg chg="add mod">
          <ac:chgData name="Li, Cong" userId="025630f4-267e-4cb3-8cd5-8795177f99f4" providerId="ADAL" clId="{929A2CC8-B112-421C-81E2-D5D63B23E300}" dt="2026-09-06T00:52:49.864" v="38187"/>
          <ac:picMkLst>
            <pc:docMk/>
            <pc:sldMk cId="939220885" sldId="574"/>
            <ac:picMk id="14" creationId="{0469E151-E586-4D7E-C52B-EBCE4EC71771}"/>
          </ac:picMkLst>
        </pc:picChg>
        <pc:picChg chg="add mod">
          <ac:chgData name="Li, Cong" userId="025630f4-267e-4cb3-8cd5-8795177f99f4" providerId="ADAL" clId="{929A2CC8-B112-421C-81E2-D5D63B23E300}" dt="2026-09-06T00:55:51.655" v="38205"/>
          <ac:picMkLst>
            <pc:docMk/>
            <pc:sldMk cId="939220885" sldId="574"/>
            <ac:picMk id="16" creationId="{1C44AB8D-6158-C5DF-7B79-152A2081BBAC}"/>
          </ac:picMkLst>
        </pc:picChg>
        <pc:picChg chg="add del">
          <ac:chgData name="Li, Cong" userId="025630f4-267e-4cb3-8cd5-8795177f99f4" providerId="ADAL" clId="{929A2CC8-B112-421C-81E2-D5D63B23E300}" dt="2026-09-06T00:55:55.608" v="38207" actId="22"/>
          <ac:picMkLst>
            <pc:docMk/>
            <pc:sldMk cId="939220885" sldId="574"/>
            <ac:picMk id="18" creationId="{97A27738-030E-65B2-7A50-9915F2546EE2}"/>
          </ac:picMkLst>
        </pc:picChg>
      </pc:sldChg>
      <pc:sldChg chg="modSp add mod modAnim">
        <pc:chgData name="Li, Cong" userId="025630f4-267e-4cb3-8cd5-8795177f99f4" providerId="ADAL" clId="{929A2CC8-B112-421C-81E2-D5D63B23E300}" dt="2026-09-06T01:18:50.502" v="39427"/>
        <pc:sldMkLst>
          <pc:docMk/>
          <pc:sldMk cId="3064806891" sldId="575"/>
        </pc:sldMkLst>
        <pc:spChg chg="mod">
          <ac:chgData name="Li, Cong" userId="025630f4-267e-4cb3-8cd5-8795177f99f4" providerId="ADAL" clId="{929A2CC8-B112-421C-81E2-D5D63B23E300}" dt="2026-09-06T01:07:53.089" v="38814" actId="14100"/>
          <ac:spMkLst>
            <pc:docMk/>
            <pc:sldMk cId="3064806891" sldId="575"/>
            <ac:spMk id="2" creationId="{D5B459AC-856F-87E5-2EFD-04F5E4B05923}"/>
          </ac:spMkLst>
        </pc:spChg>
        <pc:spChg chg="mod">
          <ac:chgData name="Li, Cong" userId="025630f4-267e-4cb3-8cd5-8795177f99f4" providerId="ADAL" clId="{929A2CC8-B112-421C-81E2-D5D63B23E300}" dt="2026-09-06T01:18:43.838" v="39426" actId="27636"/>
          <ac:spMkLst>
            <pc:docMk/>
            <pc:sldMk cId="3064806891" sldId="575"/>
            <ac:spMk id="3" creationId="{CF7A1C7F-D70C-E732-B576-099309DA2FC0}"/>
          </ac:spMkLst>
        </pc:spChg>
      </pc:sldChg>
      <pc:sldChg chg="addSp modSp add mod modAnim">
        <pc:chgData name="Li, Cong" userId="025630f4-267e-4cb3-8cd5-8795177f99f4" providerId="ADAL" clId="{929A2CC8-B112-421C-81E2-D5D63B23E300}" dt="2026-09-06T01:40:07.279" v="40341" actId="692"/>
        <pc:sldMkLst>
          <pc:docMk/>
          <pc:sldMk cId="149371972" sldId="576"/>
        </pc:sldMkLst>
        <pc:spChg chg="mod">
          <ac:chgData name="Li, Cong" userId="025630f4-267e-4cb3-8cd5-8795177f99f4" providerId="ADAL" clId="{929A2CC8-B112-421C-81E2-D5D63B23E300}" dt="2026-09-06T01:19:29.689" v="39488" actId="20577"/>
          <ac:spMkLst>
            <pc:docMk/>
            <pc:sldMk cId="149371972" sldId="576"/>
            <ac:spMk id="2" creationId="{D5C79568-95C7-54A7-298F-20B194613261}"/>
          </ac:spMkLst>
        </pc:spChg>
        <pc:spChg chg="add mod">
          <ac:chgData name="Li, Cong" userId="025630f4-267e-4cb3-8cd5-8795177f99f4" providerId="ADAL" clId="{929A2CC8-B112-421C-81E2-D5D63B23E300}" dt="2026-09-06T01:35:27.165" v="39931" actId="1076"/>
          <ac:spMkLst>
            <pc:docMk/>
            <pc:sldMk cId="149371972" sldId="576"/>
            <ac:spMk id="6" creationId="{E901326D-0EB8-C97A-1BB6-7275521AA3FD}"/>
          </ac:spMkLst>
        </pc:spChg>
        <pc:spChg chg="add mod">
          <ac:chgData name="Li, Cong" userId="025630f4-267e-4cb3-8cd5-8795177f99f4" providerId="ADAL" clId="{929A2CC8-B112-421C-81E2-D5D63B23E300}" dt="2026-09-06T01:35:21.263" v="39929" actId="1076"/>
          <ac:spMkLst>
            <pc:docMk/>
            <pc:sldMk cId="149371972" sldId="576"/>
            <ac:spMk id="12" creationId="{0C7849E6-89FC-037F-52AC-04D95DC7A668}"/>
          </ac:spMkLst>
        </pc:spChg>
        <pc:spChg chg="add mod">
          <ac:chgData name="Li, Cong" userId="025630f4-267e-4cb3-8cd5-8795177f99f4" providerId="ADAL" clId="{929A2CC8-B112-421C-81E2-D5D63B23E300}" dt="2026-09-06T01:35:16.195" v="39927" actId="20577"/>
          <ac:spMkLst>
            <pc:docMk/>
            <pc:sldMk cId="149371972" sldId="576"/>
            <ac:spMk id="15" creationId="{6F6EB9D1-0BCA-09F5-2964-BDF87074E5DB}"/>
          </ac:spMkLst>
        </pc:spChg>
        <pc:spChg chg="add mod">
          <ac:chgData name="Li, Cong" userId="025630f4-267e-4cb3-8cd5-8795177f99f4" providerId="ADAL" clId="{929A2CC8-B112-421C-81E2-D5D63B23E300}" dt="2026-09-06T01:35:07.434" v="39922" actId="20577"/>
          <ac:spMkLst>
            <pc:docMk/>
            <pc:sldMk cId="149371972" sldId="576"/>
            <ac:spMk id="17" creationId="{1AD4C6E9-9537-9163-E533-9928F52D83E6}"/>
          </ac:spMkLst>
        </pc:spChg>
        <pc:cxnChg chg="add mod">
          <ac:chgData name="Li, Cong" userId="025630f4-267e-4cb3-8cd5-8795177f99f4" providerId="ADAL" clId="{929A2CC8-B112-421C-81E2-D5D63B23E300}" dt="2026-09-06T01:40:01.196" v="40339" actId="692"/>
          <ac:cxnSpMkLst>
            <pc:docMk/>
            <pc:sldMk cId="149371972" sldId="576"/>
            <ac:cxnSpMk id="8" creationId="{3B07AC93-6D05-60A0-BFAB-D76F276F6046}"/>
          </ac:cxnSpMkLst>
        </pc:cxnChg>
        <pc:cxnChg chg="add mod">
          <ac:chgData name="Li, Cong" userId="025630f4-267e-4cb3-8cd5-8795177f99f4" providerId="ADAL" clId="{929A2CC8-B112-421C-81E2-D5D63B23E300}" dt="2026-09-06T01:40:04.139" v="40340" actId="692"/>
          <ac:cxnSpMkLst>
            <pc:docMk/>
            <pc:sldMk cId="149371972" sldId="576"/>
            <ac:cxnSpMk id="14" creationId="{FBFB4BB4-6332-03D1-5C27-E1AF7ADBEA6A}"/>
          </ac:cxnSpMkLst>
        </pc:cxnChg>
        <pc:cxnChg chg="add mod">
          <ac:chgData name="Li, Cong" userId="025630f4-267e-4cb3-8cd5-8795177f99f4" providerId="ADAL" clId="{929A2CC8-B112-421C-81E2-D5D63B23E300}" dt="2026-09-06T01:40:07.279" v="40341" actId="692"/>
          <ac:cxnSpMkLst>
            <pc:docMk/>
            <pc:sldMk cId="149371972" sldId="576"/>
            <ac:cxnSpMk id="16" creationId="{E5ABB3F8-7B0A-6280-419F-DECE17905C6E}"/>
          </ac:cxnSpMkLst>
        </pc:cxnChg>
      </pc:sldChg>
      <pc:sldChg chg="modSp add del mod">
        <pc:chgData name="Li, Cong" userId="025630f4-267e-4cb3-8cd5-8795177f99f4" providerId="ADAL" clId="{929A2CC8-B112-421C-81E2-D5D63B23E300}" dt="2026-09-06T01:18:53.250" v="39428" actId="47"/>
        <pc:sldMkLst>
          <pc:docMk/>
          <pc:sldMk cId="2161363383" sldId="576"/>
        </pc:sldMkLst>
        <pc:spChg chg="mod">
          <ac:chgData name="Li, Cong" userId="025630f4-267e-4cb3-8cd5-8795177f99f4" providerId="ADAL" clId="{929A2CC8-B112-421C-81E2-D5D63B23E300}" dt="2026-09-06T01:17:55.984" v="39346" actId="20577"/>
          <ac:spMkLst>
            <pc:docMk/>
            <pc:sldMk cId="2161363383" sldId="576"/>
            <ac:spMk id="2" creationId="{ADEF3171-178B-F9DD-1344-3859A47DB45C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9-06T01:40:17.805" v="40344" actId="692"/>
        <pc:sldMkLst>
          <pc:docMk/>
          <pc:sldMk cId="618587630" sldId="577"/>
        </pc:sldMkLst>
        <pc:spChg chg="del">
          <ac:chgData name="Li, Cong" userId="025630f4-267e-4cb3-8cd5-8795177f99f4" providerId="ADAL" clId="{929A2CC8-B112-421C-81E2-D5D63B23E300}" dt="2026-09-06T01:36:29.318" v="39975" actId="478"/>
          <ac:spMkLst>
            <pc:docMk/>
            <pc:sldMk cId="618587630" sldId="577"/>
            <ac:spMk id="6" creationId="{B722D8CA-9DBE-88EE-3E41-09E68E4EBD54}"/>
          </ac:spMkLst>
        </pc:spChg>
        <pc:spChg chg="mod">
          <ac:chgData name="Li, Cong" userId="025630f4-267e-4cb3-8cd5-8795177f99f4" providerId="ADAL" clId="{929A2CC8-B112-421C-81E2-D5D63B23E300}" dt="2026-09-06T01:38:06.990" v="40210" actId="1076"/>
          <ac:spMkLst>
            <pc:docMk/>
            <pc:sldMk cId="618587630" sldId="577"/>
            <ac:spMk id="12" creationId="{397D47C7-518C-9FD8-DC87-4B9C6902B467}"/>
          </ac:spMkLst>
        </pc:spChg>
        <pc:spChg chg="del">
          <ac:chgData name="Li, Cong" userId="025630f4-267e-4cb3-8cd5-8795177f99f4" providerId="ADAL" clId="{929A2CC8-B112-421C-81E2-D5D63B23E300}" dt="2026-09-06T01:36:35.970" v="39979" actId="478"/>
          <ac:spMkLst>
            <pc:docMk/>
            <pc:sldMk cId="618587630" sldId="577"/>
            <ac:spMk id="15" creationId="{237A9C6E-F5B3-E39B-3DE6-FEEB60D42818}"/>
          </ac:spMkLst>
        </pc:spChg>
        <pc:spChg chg="del">
          <ac:chgData name="Li, Cong" userId="025630f4-267e-4cb3-8cd5-8795177f99f4" providerId="ADAL" clId="{929A2CC8-B112-421C-81E2-D5D63B23E300}" dt="2026-09-06T01:36:31.172" v="39976" actId="478"/>
          <ac:spMkLst>
            <pc:docMk/>
            <pc:sldMk cId="618587630" sldId="577"/>
            <ac:spMk id="17" creationId="{23A1B762-D591-2D38-5E5E-A7C46648BB0D}"/>
          </ac:spMkLst>
        </pc:spChg>
        <pc:picChg chg="add del">
          <ac:chgData name="Li, Cong" userId="025630f4-267e-4cb3-8cd5-8795177f99f4" providerId="ADAL" clId="{929A2CC8-B112-421C-81E2-D5D63B23E300}" dt="2026-09-06T01:36:33.739" v="39978" actId="478"/>
          <ac:picMkLst>
            <pc:docMk/>
            <pc:sldMk cId="618587630" sldId="577"/>
            <ac:picMk id="4" creationId="{926D656D-EC89-4B7B-E4C4-6A5873C0E894}"/>
          </ac:picMkLst>
        </pc:picChg>
        <pc:cxnChg chg="add">
          <ac:chgData name="Li, Cong" userId="025630f4-267e-4cb3-8cd5-8795177f99f4" providerId="ADAL" clId="{929A2CC8-B112-421C-81E2-D5D63B23E300}" dt="2026-09-06T01:38:14.015" v="40211" actId="11529"/>
          <ac:cxnSpMkLst>
            <pc:docMk/>
            <pc:sldMk cId="618587630" sldId="577"/>
            <ac:cxnSpMk id="7" creationId="{DAF9269C-E465-4A54-215A-5D820265B8F2}"/>
          </ac:cxnSpMkLst>
        </pc:cxnChg>
        <pc:cxnChg chg="mod">
          <ac:chgData name="Li, Cong" userId="025630f4-267e-4cb3-8cd5-8795177f99f4" providerId="ADAL" clId="{929A2CC8-B112-421C-81E2-D5D63B23E300}" dt="2026-09-06T01:40:11.219" v="40342" actId="692"/>
          <ac:cxnSpMkLst>
            <pc:docMk/>
            <pc:sldMk cId="618587630" sldId="577"/>
            <ac:cxnSpMk id="8" creationId="{FCB67D4A-EBE9-E06A-F9A9-D0AC7E10B428}"/>
          </ac:cxnSpMkLst>
        </pc:cxnChg>
        <pc:cxnChg chg="mod">
          <ac:chgData name="Li, Cong" userId="025630f4-267e-4cb3-8cd5-8795177f99f4" providerId="ADAL" clId="{929A2CC8-B112-421C-81E2-D5D63B23E300}" dt="2026-09-06T01:40:14.159" v="40343" actId="692"/>
          <ac:cxnSpMkLst>
            <pc:docMk/>
            <pc:sldMk cId="618587630" sldId="577"/>
            <ac:cxnSpMk id="14" creationId="{E9C4B46C-32DA-63CC-90AF-15F1107035B7}"/>
          </ac:cxnSpMkLst>
        </pc:cxnChg>
        <pc:cxnChg chg="mod">
          <ac:chgData name="Li, Cong" userId="025630f4-267e-4cb3-8cd5-8795177f99f4" providerId="ADAL" clId="{929A2CC8-B112-421C-81E2-D5D63B23E300}" dt="2026-09-06T01:40:17.805" v="40344" actId="692"/>
          <ac:cxnSpMkLst>
            <pc:docMk/>
            <pc:sldMk cId="618587630" sldId="577"/>
            <ac:cxnSpMk id="16" creationId="{EE4BB3F7-7E92-504D-0ED9-EDCE55C545EF}"/>
          </ac:cxnSpMkLst>
        </pc:cxnChg>
      </pc:sldChg>
      <pc:sldChg chg="modSp add mod">
        <pc:chgData name="Li, Cong" userId="025630f4-267e-4cb3-8cd5-8795177f99f4" providerId="ADAL" clId="{929A2CC8-B112-421C-81E2-D5D63B23E300}" dt="2026-09-06T01:41:10.995" v="40382" actId="20577"/>
        <pc:sldMkLst>
          <pc:docMk/>
          <pc:sldMk cId="1910721519" sldId="578"/>
        </pc:sldMkLst>
        <pc:spChg chg="mod">
          <ac:chgData name="Li, Cong" userId="025630f4-267e-4cb3-8cd5-8795177f99f4" providerId="ADAL" clId="{929A2CC8-B112-421C-81E2-D5D63B23E300}" dt="2026-09-06T01:41:10.995" v="40382" actId="20577"/>
          <ac:spMkLst>
            <pc:docMk/>
            <pc:sldMk cId="1910721519" sldId="578"/>
            <ac:spMk id="12" creationId="{85B4287B-52EE-C8AD-5D28-E9E7591EA89D}"/>
          </ac:spMkLst>
        </pc:spChg>
        <pc:cxnChg chg="mod">
          <ac:chgData name="Li, Cong" userId="025630f4-267e-4cb3-8cd5-8795177f99f4" providerId="ADAL" clId="{929A2CC8-B112-421C-81E2-D5D63B23E300}" dt="2026-09-06T01:39:49.247" v="40338" actId="14100"/>
          <ac:cxnSpMkLst>
            <pc:docMk/>
            <pc:sldMk cId="1910721519" sldId="578"/>
            <ac:cxnSpMk id="7" creationId="{835CE5F0-4936-5E98-FCB6-69AB256AB382}"/>
          </ac:cxnSpMkLst>
        </pc:cxnChg>
        <pc:cxnChg chg="mod">
          <ac:chgData name="Li, Cong" userId="025630f4-267e-4cb3-8cd5-8795177f99f4" providerId="ADAL" clId="{929A2CC8-B112-421C-81E2-D5D63B23E300}" dt="2026-09-06T01:40:26.034" v="40345" actId="692"/>
          <ac:cxnSpMkLst>
            <pc:docMk/>
            <pc:sldMk cId="1910721519" sldId="578"/>
            <ac:cxnSpMk id="8" creationId="{7B23FBB0-96AB-E491-DF62-93595F459703}"/>
          </ac:cxnSpMkLst>
        </pc:cxnChg>
        <pc:cxnChg chg="mod">
          <ac:chgData name="Li, Cong" userId="025630f4-267e-4cb3-8cd5-8795177f99f4" providerId="ADAL" clId="{929A2CC8-B112-421C-81E2-D5D63B23E300}" dt="2026-09-06T01:40:29.012" v="40346" actId="692"/>
          <ac:cxnSpMkLst>
            <pc:docMk/>
            <pc:sldMk cId="1910721519" sldId="578"/>
            <ac:cxnSpMk id="14" creationId="{39CCC0BE-9F57-AEEB-B906-0D6B60C27BBE}"/>
          </ac:cxnSpMkLst>
        </pc:cxnChg>
        <pc:cxnChg chg="mod">
          <ac:chgData name="Li, Cong" userId="025630f4-267e-4cb3-8cd5-8795177f99f4" providerId="ADAL" clId="{929A2CC8-B112-421C-81E2-D5D63B23E300}" dt="2026-09-06T01:40:32.270" v="40347" actId="692"/>
          <ac:cxnSpMkLst>
            <pc:docMk/>
            <pc:sldMk cId="1910721519" sldId="578"/>
            <ac:cxnSpMk id="16" creationId="{07B70E0B-D406-D9D2-B965-78DB004383BE}"/>
          </ac:cxnSpMkLst>
        </pc:cxnChg>
      </pc:sldChg>
      <pc:sldChg chg="add del">
        <pc:chgData name="Li, Cong" userId="025630f4-267e-4cb3-8cd5-8795177f99f4" providerId="ADAL" clId="{929A2CC8-B112-421C-81E2-D5D63B23E300}" dt="2026-09-06T01:40:37.968" v="40349"/>
        <pc:sldMkLst>
          <pc:docMk/>
          <pc:sldMk cId="1446234937" sldId="579"/>
        </pc:sldMkLst>
      </pc:sldChg>
      <pc:sldChg chg="modSp add mod">
        <pc:chgData name="Li, Cong" userId="025630f4-267e-4cb3-8cd5-8795177f99f4" providerId="ADAL" clId="{929A2CC8-B112-421C-81E2-D5D63B23E300}" dt="2026-09-06T01:41:18.733" v="40383" actId="14100"/>
        <pc:sldMkLst>
          <pc:docMk/>
          <pc:sldMk cId="2065498570" sldId="579"/>
        </pc:sldMkLst>
        <pc:spChg chg="mod">
          <ac:chgData name="Li, Cong" userId="025630f4-267e-4cb3-8cd5-8795177f99f4" providerId="ADAL" clId="{929A2CC8-B112-421C-81E2-D5D63B23E300}" dt="2026-09-06T01:41:01.312" v="40381" actId="20577"/>
          <ac:spMkLst>
            <pc:docMk/>
            <pc:sldMk cId="2065498570" sldId="579"/>
            <ac:spMk id="12" creationId="{690CF7B6-D8B2-7CAA-5E75-E805B1EC28D0}"/>
          </ac:spMkLst>
        </pc:spChg>
        <pc:cxnChg chg="mod">
          <ac:chgData name="Li, Cong" userId="025630f4-267e-4cb3-8cd5-8795177f99f4" providerId="ADAL" clId="{929A2CC8-B112-421C-81E2-D5D63B23E300}" dt="2026-09-06T01:41:18.733" v="40383" actId="14100"/>
          <ac:cxnSpMkLst>
            <pc:docMk/>
            <pc:sldMk cId="2065498570" sldId="579"/>
            <ac:cxnSpMk id="7" creationId="{55CC9E73-A3C9-BC43-80CD-CB316FC96891}"/>
          </ac:cxnSpMkLst>
        </pc:cxnChg>
      </pc:sldChg>
      <pc:sldChg chg="modSp add mod">
        <pc:chgData name="Li, Cong" userId="025630f4-267e-4cb3-8cd5-8795177f99f4" providerId="ADAL" clId="{929A2CC8-B112-421C-81E2-D5D63B23E300}" dt="2026-09-06T01:41:45.957" v="40400" actId="14100"/>
        <pc:sldMkLst>
          <pc:docMk/>
          <pc:sldMk cId="1704827406" sldId="580"/>
        </pc:sldMkLst>
        <pc:spChg chg="mod">
          <ac:chgData name="Li, Cong" userId="025630f4-267e-4cb3-8cd5-8795177f99f4" providerId="ADAL" clId="{929A2CC8-B112-421C-81E2-D5D63B23E300}" dt="2026-09-06T01:41:45.957" v="40400" actId="14100"/>
          <ac:spMkLst>
            <pc:docMk/>
            <pc:sldMk cId="1704827406" sldId="580"/>
            <ac:spMk id="12" creationId="{930A8BF9-0009-C7B5-ED69-AE724FF07EFA}"/>
          </ac:spMkLst>
        </pc:spChg>
        <pc:cxnChg chg="mod">
          <ac:chgData name="Li, Cong" userId="025630f4-267e-4cb3-8cd5-8795177f99f4" providerId="ADAL" clId="{929A2CC8-B112-421C-81E2-D5D63B23E300}" dt="2026-09-06T01:41:45.957" v="40400" actId="14100"/>
          <ac:cxnSpMkLst>
            <pc:docMk/>
            <pc:sldMk cId="1704827406" sldId="580"/>
            <ac:cxnSpMk id="7" creationId="{D0BB8521-A9B1-69EC-972E-75D8BE2D1CDB}"/>
          </ac:cxnSpMkLst>
        </pc:cxnChg>
      </pc:sldChg>
      <pc:sldChg chg="modSp add mod">
        <pc:chgData name="Li, Cong" userId="025630f4-267e-4cb3-8cd5-8795177f99f4" providerId="ADAL" clId="{929A2CC8-B112-421C-81E2-D5D63B23E300}" dt="2026-09-06T01:49:44.783" v="40632" actId="20577"/>
        <pc:sldMkLst>
          <pc:docMk/>
          <pc:sldMk cId="3079135240" sldId="581"/>
        </pc:sldMkLst>
        <pc:spChg chg="mod">
          <ac:chgData name="Li, Cong" userId="025630f4-267e-4cb3-8cd5-8795177f99f4" providerId="ADAL" clId="{929A2CC8-B112-421C-81E2-D5D63B23E300}" dt="2026-09-06T01:49:44.783" v="40632" actId="20577"/>
          <ac:spMkLst>
            <pc:docMk/>
            <pc:sldMk cId="3079135240" sldId="581"/>
            <ac:spMk id="12" creationId="{1C46ADFE-EC7B-F7FD-FFA9-C88BFC1B69AB}"/>
          </ac:spMkLst>
        </pc:spChg>
        <pc:cxnChg chg="mod">
          <ac:chgData name="Li, Cong" userId="025630f4-267e-4cb3-8cd5-8795177f99f4" providerId="ADAL" clId="{929A2CC8-B112-421C-81E2-D5D63B23E300}" dt="2026-09-06T01:43:16.804" v="40626" actId="14100"/>
          <ac:cxnSpMkLst>
            <pc:docMk/>
            <pc:sldMk cId="3079135240" sldId="581"/>
            <ac:cxnSpMk id="7" creationId="{EA7F0DCE-45B1-B08D-AECB-18DEC73B0147}"/>
          </ac:cxnSpMkLst>
        </pc:cxnChg>
      </pc:sldChg>
      <pc:sldChg chg="addSp modSp add mod">
        <pc:chgData name="Li, Cong" userId="025630f4-267e-4cb3-8cd5-8795177f99f4" providerId="ADAL" clId="{929A2CC8-B112-421C-81E2-D5D63B23E300}" dt="2026-09-06T01:56:04.075" v="40759" actId="14100"/>
        <pc:sldMkLst>
          <pc:docMk/>
          <pc:sldMk cId="1208437852" sldId="582"/>
        </pc:sldMkLst>
        <pc:spChg chg="mod">
          <ac:chgData name="Li, Cong" userId="025630f4-267e-4cb3-8cd5-8795177f99f4" providerId="ADAL" clId="{929A2CC8-B112-421C-81E2-D5D63B23E300}" dt="2026-09-06T01:55:43.813" v="40751" actId="14100"/>
          <ac:spMkLst>
            <pc:docMk/>
            <pc:sldMk cId="1208437852" sldId="582"/>
            <ac:spMk id="12" creationId="{8B6580B1-8F9C-7262-E086-32151E480716}"/>
          </ac:spMkLst>
        </pc:spChg>
        <pc:cxnChg chg="mod">
          <ac:chgData name="Li, Cong" userId="025630f4-267e-4cb3-8cd5-8795177f99f4" providerId="ADAL" clId="{929A2CC8-B112-421C-81E2-D5D63B23E300}" dt="2026-09-06T01:55:48.235" v="40752" actId="14100"/>
          <ac:cxnSpMkLst>
            <pc:docMk/>
            <pc:sldMk cId="1208437852" sldId="582"/>
            <ac:cxnSpMk id="7" creationId="{D10E0539-F2FD-DD8B-3F48-5F48FF6618CE}"/>
          </ac:cxnSpMkLst>
        </pc:cxnChg>
        <pc:cxnChg chg="add mod">
          <ac:chgData name="Li, Cong" userId="025630f4-267e-4cb3-8cd5-8795177f99f4" providerId="ADAL" clId="{929A2CC8-B112-421C-81E2-D5D63B23E300}" dt="2026-09-06T01:55:58.491" v="40756" actId="1076"/>
          <ac:cxnSpMkLst>
            <pc:docMk/>
            <pc:sldMk cId="1208437852" sldId="582"/>
            <ac:cxnSpMk id="9" creationId="{F6AC6230-30CA-6F20-46ED-2C2C2E5D56E7}"/>
          </ac:cxnSpMkLst>
        </pc:cxnChg>
        <pc:cxnChg chg="add mod">
          <ac:chgData name="Li, Cong" userId="025630f4-267e-4cb3-8cd5-8795177f99f4" providerId="ADAL" clId="{929A2CC8-B112-421C-81E2-D5D63B23E300}" dt="2026-09-06T01:56:04.075" v="40759" actId="14100"/>
          <ac:cxnSpMkLst>
            <pc:docMk/>
            <pc:sldMk cId="1208437852" sldId="582"/>
            <ac:cxnSpMk id="11" creationId="{237DA879-3336-FD58-C532-9C0AE1DF5A7C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6T02:23:55.363" v="41799" actId="20577"/>
        <pc:sldMkLst>
          <pc:docMk/>
          <pc:sldMk cId="3753803810" sldId="583"/>
        </pc:sldMkLst>
        <pc:spChg chg="mod">
          <ac:chgData name="Li, Cong" userId="025630f4-267e-4cb3-8cd5-8795177f99f4" providerId="ADAL" clId="{929A2CC8-B112-421C-81E2-D5D63B23E300}" dt="2026-09-06T02:23:55.363" v="41799" actId="20577"/>
          <ac:spMkLst>
            <pc:docMk/>
            <pc:sldMk cId="3753803810" sldId="583"/>
            <ac:spMk id="2" creationId="{49DF539D-F444-E1AC-B039-3C91626F828F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3" creationId="{6CBF97AD-06EC-F7A9-0795-5CD3406370A3}"/>
          </ac:spMkLst>
        </pc:spChg>
        <pc:spChg chg="del">
          <ac:chgData name="Li, Cong" userId="025630f4-267e-4cb3-8cd5-8795177f99f4" providerId="ADAL" clId="{929A2CC8-B112-421C-81E2-D5D63B23E300}" dt="2026-09-06T01:57:59.838" v="40806" actId="478"/>
          <ac:spMkLst>
            <pc:docMk/>
            <pc:sldMk cId="3753803810" sldId="583"/>
            <ac:spMk id="4" creationId="{2A1CFFC3-1E3A-6345-6831-0EF35B8FBB3A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6" creationId="{53316BB5-21B1-C57B-355E-D9F1418A427F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8" creationId="{34B620F6-06B3-AE05-BD45-F1ECDDB5AABE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0" creationId="{06C5C265-6CE7-9427-B6E4-B457D787C294}"/>
          </ac:spMkLst>
        </pc:spChg>
        <pc:spChg chg="mod">
          <ac:chgData name="Li, Cong" userId="025630f4-267e-4cb3-8cd5-8795177f99f4" providerId="ADAL" clId="{929A2CC8-B112-421C-81E2-D5D63B23E300}" dt="2026-09-06T02:00:28.722" v="40924" actId="1035"/>
          <ac:spMkLst>
            <pc:docMk/>
            <pc:sldMk cId="3753803810" sldId="583"/>
            <ac:spMk id="11" creationId="{9DFFF5CF-88FA-1276-6E0D-41173BFD6D34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3" creationId="{B3E678FA-B1BD-F6FB-2498-11330D4A156A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5" creationId="{8A5ED0D1-D2F6-4175-5E45-EB0736D28976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7" creationId="{75C9CC05-D83E-A9AD-0782-08E825BB4F85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8" creationId="{4DFD5253-E0C0-11E4-BD91-D1292F49B9B1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19" creationId="{5D84CA63-CDF2-73ED-76C4-7D9DFFA346A4}"/>
          </ac:spMkLst>
        </pc:spChg>
        <pc:spChg chg="del">
          <ac:chgData name="Li, Cong" userId="025630f4-267e-4cb3-8cd5-8795177f99f4" providerId="ADAL" clId="{929A2CC8-B112-421C-81E2-D5D63B23E300}" dt="2026-09-06T01:57:57.387" v="40804" actId="478"/>
          <ac:spMkLst>
            <pc:docMk/>
            <pc:sldMk cId="3753803810" sldId="583"/>
            <ac:spMk id="20" creationId="{E418CEE0-1700-5973-07A2-7FD2786705E4}"/>
          </ac:spMkLst>
        </pc:spChg>
        <pc:picChg chg="add mod">
          <ac:chgData name="Li, Cong" userId="025630f4-267e-4cb3-8cd5-8795177f99f4" providerId="ADAL" clId="{929A2CC8-B112-421C-81E2-D5D63B23E300}" dt="2026-09-06T02:00:21.135" v="40917" actId="1035"/>
          <ac:picMkLst>
            <pc:docMk/>
            <pc:sldMk cId="3753803810" sldId="583"/>
            <ac:picMk id="9" creationId="{FEB8C30B-6A10-0C01-6AEE-3A52BB390C89}"/>
          </ac:picMkLst>
        </pc:picChg>
        <pc:picChg chg="del">
          <ac:chgData name="Li, Cong" userId="025630f4-267e-4cb3-8cd5-8795177f99f4" providerId="ADAL" clId="{929A2CC8-B112-421C-81E2-D5D63B23E300}" dt="2026-09-06T01:57:54.241" v="40803" actId="478"/>
          <ac:picMkLst>
            <pc:docMk/>
            <pc:sldMk cId="3753803810" sldId="583"/>
            <ac:picMk id="12" creationId="{9D115E53-BB96-234F-29B3-C41670CEE561}"/>
          </ac:picMkLst>
        </pc:picChg>
        <pc:picChg chg="del">
          <ac:chgData name="Li, Cong" userId="025630f4-267e-4cb3-8cd5-8795177f99f4" providerId="ADAL" clId="{929A2CC8-B112-421C-81E2-D5D63B23E300}" dt="2026-09-06T01:57:58.175" v="40805" actId="478"/>
          <ac:picMkLst>
            <pc:docMk/>
            <pc:sldMk cId="3753803810" sldId="583"/>
            <ac:picMk id="14" creationId="{2015B581-A4F6-73D3-9B54-F0C329ED8A11}"/>
          </ac:picMkLst>
        </pc:picChg>
        <pc:picChg chg="add mod">
          <ac:chgData name="Li, Cong" userId="025630f4-267e-4cb3-8cd5-8795177f99f4" providerId="ADAL" clId="{929A2CC8-B112-421C-81E2-D5D63B23E300}" dt="2026-09-06T02:00:05.545" v="40910" actId="1076"/>
          <ac:picMkLst>
            <pc:docMk/>
            <pc:sldMk cId="3753803810" sldId="583"/>
            <ac:picMk id="22" creationId="{F6FE29F0-C272-55E4-43DB-496D90E7BA3D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06T02:36:59.808" v="41983" actId="20577"/>
        <pc:sldMkLst>
          <pc:docMk/>
          <pc:sldMk cId="2500887379" sldId="584"/>
        </pc:sldMkLst>
        <pc:spChg chg="mod">
          <ac:chgData name="Li, Cong" userId="025630f4-267e-4cb3-8cd5-8795177f99f4" providerId="ADAL" clId="{929A2CC8-B112-421C-81E2-D5D63B23E300}" dt="2026-09-06T02:23:59.425" v="41803" actId="20577"/>
          <ac:spMkLst>
            <pc:docMk/>
            <pc:sldMk cId="2500887379" sldId="584"/>
            <ac:spMk id="2" creationId="{0645FCF6-901A-A07F-BDDD-564F09F7BB6E}"/>
          </ac:spMkLst>
        </pc:spChg>
        <pc:spChg chg="add mod">
          <ac:chgData name="Li, Cong" userId="025630f4-267e-4cb3-8cd5-8795177f99f4" providerId="ADAL" clId="{929A2CC8-B112-421C-81E2-D5D63B23E300}" dt="2026-09-06T02:11:39.981" v="41336" actId="1036"/>
          <ac:spMkLst>
            <pc:docMk/>
            <pc:sldMk cId="2500887379" sldId="584"/>
            <ac:spMk id="3" creationId="{06C4BC1E-9E21-FE7A-8558-97123A2565DD}"/>
          </ac:spMkLst>
        </pc:spChg>
        <pc:spChg chg="del">
          <ac:chgData name="Li, Cong" userId="025630f4-267e-4cb3-8cd5-8795177f99f4" providerId="ADAL" clId="{929A2CC8-B112-421C-81E2-D5D63B23E300}" dt="2026-09-06T02:01:59.576" v="40927" actId="478"/>
          <ac:spMkLst>
            <pc:docMk/>
            <pc:sldMk cId="2500887379" sldId="584"/>
            <ac:spMk id="11" creationId="{3D82DBDD-5645-A158-3973-AC1B62EC6B41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13" creationId="{3BF0C7B6-D3E8-D0F7-52AF-FBC5ECFA6FC8}"/>
          </ac:spMkLst>
        </pc:spChg>
        <pc:spChg chg="add mod">
          <ac:chgData name="Li, Cong" userId="025630f4-267e-4cb3-8cd5-8795177f99f4" providerId="ADAL" clId="{929A2CC8-B112-421C-81E2-D5D63B23E300}" dt="2026-09-06T02:11:39.981" v="41336" actId="1036"/>
          <ac:spMkLst>
            <pc:docMk/>
            <pc:sldMk cId="2500887379" sldId="584"/>
            <ac:spMk id="16" creationId="{977D05C0-EE07-B631-1C7A-F1F7ED8A117E}"/>
          </ac:spMkLst>
        </pc:spChg>
        <pc:spChg chg="add del mod">
          <ac:chgData name="Li, Cong" userId="025630f4-267e-4cb3-8cd5-8795177f99f4" providerId="ADAL" clId="{929A2CC8-B112-421C-81E2-D5D63B23E300}" dt="2026-09-06T02:10:23.349" v="41325" actId="478"/>
          <ac:spMkLst>
            <pc:docMk/>
            <pc:sldMk cId="2500887379" sldId="584"/>
            <ac:spMk id="17" creationId="{0D0879EE-22F6-C7E9-49E0-0E5A7A2D0168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18" creationId="{BC8FAD37-1209-A2FC-A9F2-4789F0D1A7E4}"/>
          </ac:spMkLst>
        </pc:spChg>
        <pc:spChg chg="add mod">
          <ac:chgData name="Li, Cong" userId="025630f4-267e-4cb3-8cd5-8795177f99f4" providerId="ADAL" clId="{929A2CC8-B112-421C-81E2-D5D63B23E300}" dt="2026-09-06T02:12:50.811" v="41374" actId="1076"/>
          <ac:spMkLst>
            <pc:docMk/>
            <pc:sldMk cId="2500887379" sldId="584"/>
            <ac:spMk id="19" creationId="{166088C8-711A-4D76-6269-32B444B3700D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23" creationId="{C366277E-38AF-8168-DA8C-5FF9007C65CC}"/>
          </ac:spMkLst>
        </pc:spChg>
        <pc:spChg chg="add mod">
          <ac:chgData name="Li, Cong" userId="025630f4-267e-4cb3-8cd5-8795177f99f4" providerId="ADAL" clId="{929A2CC8-B112-421C-81E2-D5D63B23E300}" dt="2026-09-06T02:12:24.778" v="41368"/>
          <ac:spMkLst>
            <pc:docMk/>
            <pc:sldMk cId="2500887379" sldId="584"/>
            <ac:spMk id="26" creationId="{FDDC2DD2-FA0D-5F4F-CCE1-CADA087AE222}"/>
          </ac:spMkLst>
        </pc:spChg>
        <pc:spChg chg="add mod">
          <ac:chgData name="Li, Cong" userId="025630f4-267e-4cb3-8cd5-8795177f99f4" providerId="ADAL" clId="{929A2CC8-B112-421C-81E2-D5D63B23E300}" dt="2026-09-06T02:12:24.778" v="41368"/>
          <ac:spMkLst>
            <pc:docMk/>
            <pc:sldMk cId="2500887379" sldId="584"/>
            <ac:spMk id="29" creationId="{DEBDA442-33C6-1C77-8993-9B3270EAD200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32" creationId="{F80D0E80-A624-3EB3-D176-C50CCB0F9BB5}"/>
          </ac:spMkLst>
        </pc:spChg>
        <pc:spChg chg="add mod">
          <ac:chgData name="Li, Cong" userId="025630f4-267e-4cb3-8cd5-8795177f99f4" providerId="ADAL" clId="{929A2CC8-B112-421C-81E2-D5D63B23E300}" dt="2026-09-06T02:12:50.811" v="41374" actId="1076"/>
          <ac:spMkLst>
            <pc:docMk/>
            <pc:sldMk cId="2500887379" sldId="584"/>
            <ac:spMk id="35" creationId="{BC945C39-3205-98FF-4512-E2C1CB07545C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38" creationId="{9C728898-6180-5D64-6D17-95FA54010829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39" creationId="{FD532B32-17FC-136A-4920-5625F58D54A6}"/>
          </ac:spMkLst>
        </pc:spChg>
        <pc:spChg chg="add mod">
          <ac:chgData name="Li, Cong" userId="025630f4-267e-4cb3-8cd5-8795177f99f4" providerId="ADAL" clId="{929A2CC8-B112-421C-81E2-D5D63B23E300}" dt="2026-09-06T02:18:29.903" v="41460" actId="1037"/>
          <ac:spMkLst>
            <pc:docMk/>
            <pc:sldMk cId="2500887379" sldId="584"/>
            <ac:spMk id="40" creationId="{DE443827-2B6A-062D-FC1F-CCE193976F57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41" creationId="{0B91FCCD-C5F3-934B-7FE1-398B28B2508D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42" creationId="{A28FAE5E-83DE-85C6-3727-DD17C60B4825}"/>
          </ac:spMkLst>
        </pc:spChg>
        <pc:spChg chg="add mod">
          <ac:chgData name="Li, Cong" userId="025630f4-267e-4cb3-8cd5-8795177f99f4" providerId="ADAL" clId="{929A2CC8-B112-421C-81E2-D5D63B23E300}" dt="2026-09-06T02:18:29.903" v="41460" actId="1037"/>
          <ac:spMkLst>
            <pc:docMk/>
            <pc:sldMk cId="2500887379" sldId="584"/>
            <ac:spMk id="45" creationId="{6BC2E1FB-C678-CDC3-BFF6-9995CB79FF0F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50" creationId="{3439687A-095D-9D0E-FD33-DB1C9BD424C7}"/>
          </ac:spMkLst>
        </pc:spChg>
        <pc:spChg chg="add mod">
          <ac:chgData name="Li, Cong" userId="025630f4-267e-4cb3-8cd5-8795177f99f4" providerId="ADAL" clId="{929A2CC8-B112-421C-81E2-D5D63B23E300}" dt="2026-09-06T02:20:34.512" v="41542"/>
          <ac:spMkLst>
            <pc:docMk/>
            <pc:sldMk cId="2500887379" sldId="584"/>
            <ac:spMk id="51" creationId="{F71E2E04-D4FF-E7A5-F8EF-1C8FAC575331}"/>
          </ac:spMkLst>
        </pc:spChg>
        <pc:spChg chg="add mod">
          <ac:chgData name="Li, Cong" userId="025630f4-267e-4cb3-8cd5-8795177f99f4" providerId="ADAL" clId="{929A2CC8-B112-421C-81E2-D5D63B23E300}" dt="2026-09-06T02:21:37.355" v="41571" actId="1035"/>
          <ac:spMkLst>
            <pc:docMk/>
            <pc:sldMk cId="2500887379" sldId="584"/>
            <ac:spMk id="52" creationId="{39085D1B-24D9-2FDB-AC1A-5DFDB9FB65E6}"/>
          </ac:spMkLst>
        </pc:spChg>
        <pc:spChg chg="add mod">
          <ac:chgData name="Li, Cong" userId="025630f4-267e-4cb3-8cd5-8795177f99f4" providerId="ADAL" clId="{929A2CC8-B112-421C-81E2-D5D63B23E300}" dt="2026-09-06T02:36:59.808" v="41983" actId="20577"/>
          <ac:spMkLst>
            <pc:docMk/>
            <pc:sldMk cId="2500887379" sldId="584"/>
            <ac:spMk id="54" creationId="{D7C7A850-3BAA-8042-0CD7-A6B649645FAB}"/>
          </ac:spMkLst>
        </pc:spChg>
        <pc:picChg chg="del">
          <ac:chgData name="Li, Cong" userId="025630f4-267e-4cb3-8cd5-8795177f99f4" providerId="ADAL" clId="{929A2CC8-B112-421C-81E2-D5D63B23E300}" dt="2026-09-06T02:01:58.856" v="40926" actId="478"/>
          <ac:picMkLst>
            <pc:docMk/>
            <pc:sldMk cId="2500887379" sldId="584"/>
            <ac:picMk id="9" creationId="{104FA927-161C-14EE-F10C-B116EEB27427}"/>
          </ac:picMkLst>
        </pc:picChg>
        <pc:picChg chg="mod">
          <ac:chgData name="Li, Cong" userId="025630f4-267e-4cb3-8cd5-8795177f99f4" providerId="ADAL" clId="{929A2CC8-B112-421C-81E2-D5D63B23E300}" dt="2026-09-06T02:23:03.969" v="41761" actId="1076"/>
          <ac:picMkLst>
            <pc:docMk/>
            <pc:sldMk cId="2500887379" sldId="584"/>
            <ac:picMk id="22" creationId="{8B23975A-EE36-DACF-3B9C-205B133850D6}"/>
          </ac:picMkLst>
        </pc:picChg>
        <pc:cxnChg chg="add mod">
          <ac:chgData name="Li, Cong" userId="025630f4-267e-4cb3-8cd5-8795177f99f4" providerId="ADAL" clId="{929A2CC8-B112-421C-81E2-D5D63B23E300}" dt="2026-09-06T02:11:39.981" v="41336" actId="1036"/>
          <ac:cxnSpMkLst>
            <pc:docMk/>
            <pc:sldMk cId="2500887379" sldId="584"/>
            <ac:cxnSpMk id="6" creationId="{87782820-ADA2-C355-4E46-8AC8997C72E2}"/>
          </ac:cxnSpMkLst>
        </pc:cxnChg>
        <pc:cxnChg chg="add mod">
          <ac:chgData name="Li, Cong" userId="025630f4-267e-4cb3-8cd5-8795177f99f4" providerId="ADAL" clId="{929A2CC8-B112-421C-81E2-D5D63B23E300}" dt="2026-09-06T02:11:39.981" v="41336" actId="1036"/>
          <ac:cxnSpMkLst>
            <pc:docMk/>
            <pc:sldMk cId="2500887379" sldId="584"/>
            <ac:cxnSpMk id="8" creationId="{DDB77BF6-51B2-D328-54C0-847AD636C358}"/>
          </ac:cxnSpMkLst>
        </pc:cxnChg>
        <pc:cxnChg chg="add mod">
          <ac:chgData name="Li, Cong" userId="025630f4-267e-4cb3-8cd5-8795177f99f4" providerId="ADAL" clId="{929A2CC8-B112-421C-81E2-D5D63B23E300}" dt="2026-09-06T02:11:39.981" v="41336" actId="1036"/>
          <ac:cxnSpMkLst>
            <pc:docMk/>
            <pc:sldMk cId="2500887379" sldId="584"/>
            <ac:cxnSpMk id="14" creationId="{15B527E2-947A-79A2-2CFE-E267D85B46DF}"/>
          </ac:cxnSpMkLst>
        </pc:cxnChg>
        <pc:cxnChg chg="add mod">
          <ac:chgData name="Li, Cong" userId="025630f4-267e-4cb3-8cd5-8795177f99f4" providerId="ADAL" clId="{929A2CC8-B112-421C-81E2-D5D63B23E300}" dt="2026-09-06T02:11:39.981" v="41336" actId="1036"/>
          <ac:cxnSpMkLst>
            <pc:docMk/>
            <pc:sldMk cId="2500887379" sldId="584"/>
            <ac:cxnSpMk id="15" creationId="{1468BE11-9DE4-31AC-A2DF-9E7AA29223F0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20" creationId="{14587C31-5317-7571-0577-EB9766031BFC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21" creationId="{A7351355-9E45-4BBB-7310-DDF3956FAE56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24" creationId="{FDDCBB0F-CD91-832C-F76A-68665D478EE3}"/>
          </ac:cxnSpMkLst>
        </pc:cxnChg>
        <pc:cxnChg chg="add mod">
          <ac:chgData name="Li, Cong" userId="025630f4-267e-4cb3-8cd5-8795177f99f4" providerId="ADAL" clId="{929A2CC8-B112-421C-81E2-D5D63B23E300}" dt="2026-09-06T02:12:23.098" v="41367" actId="1036"/>
          <ac:cxnSpMkLst>
            <pc:docMk/>
            <pc:sldMk cId="2500887379" sldId="584"/>
            <ac:cxnSpMk id="25" creationId="{ECB36219-8E02-F1F7-1FB5-E8C20EB4C25A}"/>
          </ac:cxnSpMkLst>
        </pc:cxnChg>
        <pc:cxnChg chg="add mod">
          <ac:chgData name="Li, Cong" userId="025630f4-267e-4cb3-8cd5-8795177f99f4" providerId="ADAL" clId="{929A2CC8-B112-421C-81E2-D5D63B23E300}" dt="2026-09-06T02:12:24.778" v="41368"/>
          <ac:cxnSpMkLst>
            <pc:docMk/>
            <pc:sldMk cId="2500887379" sldId="584"/>
            <ac:cxnSpMk id="27" creationId="{F48F69F8-429D-8522-A192-A537FF5DD5A4}"/>
          </ac:cxnSpMkLst>
        </pc:cxnChg>
        <pc:cxnChg chg="add mod">
          <ac:chgData name="Li, Cong" userId="025630f4-267e-4cb3-8cd5-8795177f99f4" providerId="ADAL" clId="{929A2CC8-B112-421C-81E2-D5D63B23E300}" dt="2026-09-06T02:12:24.778" v="41368"/>
          <ac:cxnSpMkLst>
            <pc:docMk/>
            <pc:sldMk cId="2500887379" sldId="584"/>
            <ac:cxnSpMk id="28" creationId="{559854B9-29F9-A85C-F961-41442BBE1E87}"/>
          </ac:cxnSpMkLst>
        </pc:cxnChg>
        <pc:cxnChg chg="add mod">
          <ac:chgData name="Li, Cong" userId="025630f4-267e-4cb3-8cd5-8795177f99f4" providerId="ADAL" clId="{929A2CC8-B112-421C-81E2-D5D63B23E300}" dt="2026-09-06T02:12:24.778" v="41368"/>
          <ac:cxnSpMkLst>
            <pc:docMk/>
            <pc:sldMk cId="2500887379" sldId="584"/>
            <ac:cxnSpMk id="30" creationId="{00D01DA8-CB67-818E-C44C-28AD2614D8F9}"/>
          </ac:cxnSpMkLst>
        </pc:cxnChg>
        <pc:cxnChg chg="add mod">
          <ac:chgData name="Li, Cong" userId="025630f4-267e-4cb3-8cd5-8795177f99f4" providerId="ADAL" clId="{929A2CC8-B112-421C-81E2-D5D63B23E300}" dt="2026-09-06T02:12:24.778" v="41368"/>
          <ac:cxnSpMkLst>
            <pc:docMk/>
            <pc:sldMk cId="2500887379" sldId="584"/>
            <ac:cxnSpMk id="31" creationId="{BF029F1A-3ADE-1FB9-E5C5-6C1AD4839BA0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33" creationId="{CF9D6006-B7F9-3D91-BBFE-E0988921A32E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34" creationId="{2B7F58C3-6E48-F1C0-7EBA-7048408F1932}"/>
          </ac:cxnSpMkLst>
        </pc:cxnChg>
        <pc:cxnChg chg="add mod">
          <ac:chgData name="Li, Cong" userId="025630f4-267e-4cb3-8cd5-8795177f99f4" providerId="ADAL" clId="{929A2CC8-B112-421C-81E2-D5D63B23E300}" dt="2026-09-06T02:12:39.571" v="41373" actId="1076"/>
          <ac:cxnSpMkLst>
            <pc:docMk/>
            <pc:sldMk cId="2500887379" sldId="584"/>
            <ac:cxnSpMk id="36" creationId="{BDC7E2A9-DA6B-2AA7-D85F-4EDB927902AF}"/>
          </ac:cxnSpMkLst>
        </pc:cxnChg>
        <pc:cxnChg chg="add mod">
          <ac:chgData name="Li, Cong" userId="025630f4-267e-4cb3-8cd5-8795177f99f4" providerId="ADAL" clId="{929A2CC8-B112-421C-81E2-D5D63B23E300}" dt="2026-09-06T02:12:50.811" v="41374" actId="1076"/>
          <ac:cxnSpMkLst>
            <pc:docMk/>
            <pc:sldMk cId="2500887379" sldId="584"/>
            <ac:cxnSpMk id="37" creationId="{29339506-8C08-6831-21F5-4CDC6F56669C}"/>
          </ac:cxnSpMkLst>
        </pc:cxnChg>
        <pc:cxnChg chg="add mod">
          <ac:chgData name="Li, Cong" userId="025630f4-267e-4cb3-8cd5-8795177f99f4" providerId="ADAL" clId="{929A2CC8-B112-421C-81E2-D5D63B23E300}" dt="2026-09-06T02:18:19.650" v="41433" actId="1037"/>
          <ac:cxnSpMkLst>
            <pc:docMk/>
            <pc:sldMk cId="2500887379" sldId="584"/>
            <ac:cxnSpMk id="43" creationId="{18C32952-4568-694B-A67B-29387A016E29}"/>
          </ac:cxnSpMkLst>
        </pc:cxnChg>
        <pc:cxnChg chg="add mod">
          <ac:chgData name="Li, Cong" userId="025630f4-267e-4cb3-8cd5-8795177f99f4" providerId="ADAL" clId="{929A2CC8-B112-421C-81E2-D5D63B23E300}" dt="2026-09-06T02:18:12.423" v="41431" actId="1037"/>
          <ac:cxnSpMkLst>
            <pc:docMk/>
            <pc:sldMk cId="2500887379" sldId="584"/>
            <ac:cxnSpMk id="44" creationId="{F4681921-6F67-FFFF-DDAD-3CEE518F7584}"/>
          </ac:cxnSpMkLst>
        </pc:cxnChg>
        <pc:cxnChg chg="add mod">
          <ac:chgData name="Li, Cong" userId="025630f4-267e-4cb3-8cd5-8795177f99f4" providerId="ADAL" clId="{929A2CC8-B112-421C-81E2-D5D63B23E300}" dt="2026-09-06T02:18:12.423" v="41431" actId="1037"/>
          <ac:cxnSpMkLst>
            <pc:docMk/>
            <pc:sldMk cId="2500887379" sldId="584"/>
            <ac:cxnSpMk id="46" creationId="{74684202-92C1-7A52-8BBF-58517D982AA7}"/>
          </ac:cxnSpMkLst>
        </pc:cxnChg>
        <pc:cxnChg chg="add mod">
          <ac:chgData name="Li, Cong" userId="025630f4-267e-4cb3-8cd5-8795177f99f4" providerId="ADAL" clId="{929A2CC8-B112-421C-81E2-D5D63B23E300}" dt="2026-09-06T02:18:12.423" v="41431" actId="1037"/>
          <ac:cxnSpMkLst>
            <pc:docMk/>
            <pc:sldMk cId="2500887379" sldId="584"/>
            <ac:cxnSpMk id="47" creationId="{31343FD5-088C-C131-D1A3-68CD8D0ED341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06T02:52:21.382" v="42492" actId="1076"/>
        <pc:sldMkLst>
          <pc:docMk/>
          <pc:sldMk cId="2528163013" sldId="585"/>
        </pc:sldMkLst>
        <pc:spChg chg="del mod">
          <ac:chgData name="Li, Cong" userId="025630f4-267e-4cb3-8cd5-8795177f99f4" providerId="ADAL" clId="{929A2CC8-B112-421C-81E2-D5D63B23E300}" dt="2026-09-06T02:24:55.095" v="41827" actId="478"/>
          <ac:spMkLst>
            <pc:docMk/>
            <pc:sldMk cId="2528163013" sldId="585"/>
            <ac:spMk id="2" creationId="{B1AF11FD-978A-D946-3C0B-EC1C7E39D58E}"/>
          </ac:spMkLst>
        </pc:spChg>
        <pc:spChg chg="del">
          <ac:chgData name="Li, Cong" userId="025630f4-267e-4cb3-8cd5-8795177f99f4" providerId="ADAL" clId="{929A2CC8-B112-421C-81E2-D5D63B23E300}" dt="2026-09-06T02:24:55.095" v="41827" actId="478"/>
          <ac:spMkLst>
            <pc:docMk/>
            <pc:sldMk cId="2528163013" sldId="585"/>
            <ac:spMk id="3" creationId="{CB63FEC4-23C0-79F3-E47E-0CDF11937849}"/>
          </ac:spMkLst>
        </pc:spChg>
        <pc:spChg chg="ad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13" creationId="{0DC2F31B-148F-119E-8F95-83FE89AE1FB8}"/>
          </ac:spMkLst>
        </pc:spChg>
        <pc:spChg chg="del mod">
          <ac:chgData name="Li, Cong" userId="025630f4-267e-4cb3-8cd5-8795177f99f4" providerId="ADAL" clId="{929A2CC8-B112-421C-81E2-D5D63B23E300}" dt="2026-09-06T02:32:36.012" v="41867" actId="20577"/>
          <ac:spMkLst>
            <pc:docMk/>
            <pc:sldMk cId="2528163013" sldId="585"/>
            <ac:spMk id="16" creationId="{D4C54543-F29B-ABAA-A717-AB8760172275}"/>
          </ac:spMkLst>
        </pc:spChg>
        <pc:spChg chg="add del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18" creationId="{B075B91F-47D0-F582-8518-51DF0A4A1926}"/>
          </ac:spMkLst>
        </pc:spChg>
        <pc:spChg chg="ad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19" creationId="{4FFA0477-78E7-FAB5-3EC1-99F1163EEE13}"/>
          </ac:spMkLst>
        </pc:spChg>
        <pc:spChg chg="ad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23" creationId="{B48932AF-40B2-DF8C-F55C-8CA30F615555}"/>
          </ac:spMkLst>
        </pc:spChg>
        <pc:spChg chg="del">
          <ac:chgData name="Li, Cong" userId="025630f4-267e-4cb3-8cd5-8795177f99f4" providerId="ADAL" clId="{929A2CC8-B112-421C-81E2-D5D63B23E300}" dt="2026-09-06T02:24:55.095" v="41827" actId="478"/>
          <ac:spMkLst>
            <pc:docMk/>
            <pc:sldMk cId="2528163013" sldId="585"/>
            <ac:spMk id="32" creationId="{F1B75F36-F68D-269C-9E61-0200C6757101}"/>
          </ac:spMkLst>
        </pc:spChg>
        <pc:spChg chg="add del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38" creationId="{DA0541A6-3591-35CE-05EB-5E248E8E10CB}"/>
          </ac:spMkLst>
        </pc:spChg>
        <pc:spChg chg="ad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39" creationId="{9931A341-AEE5-E5D0-74D4-280D8A55D38C}"/>
          </ac:spMkLst>
        </pc:spChg>
        <pc:spChg chg="ad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40" creationId="{30D43DC7-EAC2-16AE-E107-E3C2EE0B66FD}"/>
          </ac:spMkLst>
        </pc:spChg>
        <pc:spChg chg="add del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41" creationId="{0A083BC5-2BD8-2076-2195-5B25149F02E3}"/>
          </ac:spMkLst>
        </pc:spChg>
        <pc:spChg chg="del">
          <ac:chgData name="Li, Cong" userId="025630f4-267e-4cb3-8cd5-8795177f99f4" providerId="ADAL" clId="{929A2CC8-B112-421C-81E2-D5D63B23E300}" dt="2026-09-06T02:24:55.095" v="41827" actId="478"/>
          <ac:spMkLst>
            <pc:docMk/>
            <pc:sldMk cId="2528163013" sldId="585"/>
            <ac:spMk id="42" creationId="{3853464D-EF97-1924-7441-924E8677C864}"/>
          </ac:spMkLst>
        </pc:spChg>
        <pc:spChg chg="add del mod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50" creationId="{7370D586-5874-773C-D851-7F217461B725}"/>
          </ac:spMkLst>
        </pc:spChg>
        <pc:spChg chg="add del">
          <ac:chgData name="Li, Cong" userId="025630f4-267e-4cb3-8cd5-8795177f99f4" providerId="ADAL" clId="{929A2CC8-B112-421C-81E2-D5D63B23E300}" dt="2026-09-06T02:24:56.477" v="41828" actId="478"/>
          <ac:spMkLst>
            <pc:docMk/>
            <pc:sldMk cId="2528163013" sldId="585"/>
            <ac:spMk id="52" creationId="{F57EB08C-1D4E-2F49-CDAD-516A0C5058F8}"/>
          </ac:spMkLst>
        </pc:spChg>
        <pc:spChg chg="mod">
          <ac:chgData name="Li, Cong" userId="025630f4-267e-4cb3-8cd5-8795177f99f4" providerId="ADAL" clId="{929A2CC8-B112-421C-81E2-D5D63B23E300}" dt="2026-09-06T02:35:55.029" v="41981" actId="20577"/>
          <ac:spMkLst>
            <pc:docMk/>
            <pc:sldMk cId="2528163013" sldId="585"/>
            <ac:spMk id="54" creationId="{69415428-33E8-CBB0-1F93-2684BA500475}"/>
          </ac:spMkLst>
        </pc:spChg>
        <pc:picChg chg="add mod">
          <ac:chgData name="Li, Cong" userId="025630f4-267e-4cb3-8cd5-8795177f99f4" providerId="ADAL" clId="{929A2CC8-B112-421C-81E2-D5D63B23E300}" dt="2026-09-06T02:52:21.382" v="42492" actId="1076"/>
          <ac:picMkLst>
            <pc:docMk/>
            <pc:sldMk cId="2528163013" sldId="585"/>
            <ac:picMk id="7" creationId="{3EB24D39-B474-1B39-D729-F9CF5675958A}"/>
          </ac:picMkLst>
        </pc:picChg>
        <pc:picChg chg="del">
          <ac:chgData name="Li, Cong" userId="025630f4-267e-4cb3-8cd5-8795177f99f4" providerId="ADAL" clId="{929A2CC8-B112-421C-81E2-D5D63B23E300}" dt="2026-09-06T02:24:25.669" v="41806" actId="478"/>
          <ac:picMkLst>
            <pc:docMk/>
            <pc:sldMk cId="2528163013" sldId="585"/>
            <ac:picMk id="22" creationId="{2EB4743B-930C-5090-5C71-743BE9B537B8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9-06T03:05:56.428" v="42748" actId="1038"/>
        <pc:sldMkLst>
          <pc:docMk/>
          <pc:sldMk cId="1788352540" sldId="586"/>
        </pc:sldMkLst>
        <pc:spChg chg="mod">
          <ac:chgData name="Li, Cong" userId="025630f4-267e-4cb3-8cd5-8795177f99f4" providerId="ADAL" clId="{929A2CC8-B112-421C-81E2-D5D63B23E300}" dt="2026-09-06T02:38:08.588" v="42056" actId="20577"/>
          <ac:spMkLst>
            <pc:docMk/>
            <pc:sldMk cId="1788352540" sldId="586"/>
            <ac:spMk id="2" creationId="{5E542C4B-B7E5-A21B-AFA0-D363507DB6DA}"/>
          </ac:spMkLst>
        </pc:spChg>
        <pc:spChg chg="mod">
          <ac:chgData name="Li, Cong" userId="025630f4-267e-4cb3-8cd5-8795177f99f4" providerId="ADAL" clId="{929A2CC8-B112-421C-81E2-D5D63B23E300}" dt="2026-09-06T02:41:44.482" v="42135" actId="1037"/>
          <ac:spMkLst>
            <pc:docMk/>
            <pc:sldMk cId="1788352540" sldId="586"/>
            <ac:spMk id="3" creationId="{E8DE0C41-D2B3-BF86-BDD3-510BBE2B962A}"/>
          </ac:spMkLst>
        </pc:spChg>
        <pc:spChg chg="add mod">
          <ac:chgData name="Li, Cong" userId="025630f4-267e-4cb3-8cd5-8795177f99f4" providerId="ADAL" clId="{929A2CC8-B112-421C-81E2-D5D63B23E300}" dt="2026-09-06T02:46:30.953" v="42385" actId="20577"/>
          <ac:spMkLst>
            <pc:docMk/>
            <pc:sldMk cId="1788352540" sldId="586"/>
            <ac:spMk id="4" creationId="{6CC98180-2B61-FCE2-BA2E-DA1298DF4C2D}"/>
          </ac:spMkLst>
        </pc:spChg>
        <pc:spChg chg="add mod">
          <ac:chgData name="Li, Cong" userId="025630f4-267e-4cb3-8cd5-8795177f99f4" providerId="ADAL" clId="{929A2CC8-B112-421C-81E2-D5D63B23E300}" dt="2026-09-06T02:49:20.455" v="42474" actId="692"/>
          <ac:spMkLst>
            <pc:docMk/>
            <pc:sldMk cId="1788352540" sldId="586"/>
            <ac:spMk id="9" creationId="{BE38F2C3-2192-5B14-810C-CB726E4F66EF}"/>
          </ac:spMkLst>
        </pc:spChg>
        <pc:spChg chg="mod">
          <ac:chgData name="Li, Cong" userId="025630f4-267e-4cb3-8cd5-8795177f99f4" providerId="ADAL" clId="{929A2CC8-B112-421C-81E2-D5D63B23E300}" dt="2026-09-06T02:41:44.482" v="42135" actId="1037"/>
          <ac:spMkLst>
            <pc:docMk/>
            <pc:sldMk cId="1788352540" sldId="586"/>
            <ac:spMk id="13" creationId="{28401688-11FE-EEA7-9D86-009CE4E02AFD}"/>
          </ac:spMkLst>
        </pc:spChg>
        <pc:spChg chg="mod">
          <ac:chgData name="Li, Cong" userId="025630f4-267e-4cb3-8cd5-8795177f99f4" providerId="ADAL" clId="{929A2CC8-B112-421C-81E2-D5D63B23E300}" dt="2026-09-06T03:05:56.428" v="42748" actId="1038"/>
          <ac:spMkLst>
            <pc:docMk/>
            <pc:sldMk cId="1788352540" sldId="586"/>
            <ac:spMk id="16" creationId="{3C4FC902-1B76-6CBA-F7BC-9C540032637A}"/>
          </ac:spMkLst>
        </pc:spChg>
        <pc:spChg chg="mod">
          <ac:chgData name="Li, Cong" userId="025630f4-267e-4cb3-8cd5-8795177f99f4" providerId="ADAL" clId="{929A2CC8-B112-421C-81E2-D5D63B23E300}" dt="2026-09-06T02:41:35.009" v="42122" actId="1076"/>
          <ac:spMkLst>
            <pc:docMk/>
            <pc:sldMk cId="1788352540" sldId="586"/>
            <ac:spMk id="18" creationId="{362AC95A-0D01-ED67-1665-BA2E0060FB84}"/>
          </ac:spMkLst>
        </pc:spChg>
        <pc:spChg chg="mod">
          <ac:chgData name="Li, Cong" userId="025630f4-267e-4cb3-8cd5-8795177f99f4" providerId="ADAL" clId="{929A2CC8-B112-421C-81E2-D5D63B23E300}" dt="2026-09-06T02:41:44.482" v="42135" actId="1037"/>
          <ac:spMkLst>
            <pc:docMk/>
            <pc:sldMk cId="1788352540" sldId="586"/>
            <ac:spMk id="19" creationId="{BAADE2F5-189B-6A55-331B-1B0F2BCBEDCA}"/>
          </ac:spMkLst>
        </pc:spChg>
        <pc:spChg chg="mod">
          <ac:chgData name="Li, Cong" userId="025630f4-267e-4cb3-8cd5-8795177f99f4" providerId="ADAL" clId="{929A2CC8-B112-421C-81E2-D5D63B23E300}" dt="2026-09-06T02:41:44.482" v="42135" actId="1037"/>
          <ac:spMkLst>
            <pc:docMk/>
            <pc:sldMk cId="1788352540" sldId="586"/>
            <ac:spMk id="23" creationId="{8EFB816F-E6E5-E465-152B-1A93F70A42BF}"/>
          </ac:spMkLst>
        </pc:spChg>
        <pc:spChg chg="del mod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32" creationId="{B0249184-9158-A8D6-C7BE-1C10B1A8E929}"/>
          </ac:spMkLst>
        </pc:spChg>
        <pc:spChg chg="del mod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35" creationId="{211B6B7D-13CD-34A6-6E39-5E45B6F9C830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38" creationId="{F873CCBF-8359-8C6A-A524-01EB15A91E95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39" creationId="{CB176A27-E1C8-0DB7-1A43-1EB9A5FAAAF0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40" creationId="{CFAB3B29-D14B-BF89-6233-6C5AE052CF00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41" creationId="{12F2E20F-2C11-BED1-5A97-4B54E342EDAB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42" creationId="{BFE09643-9D62-0762-05DE-04A312C9D6A3}"/>
          </ac:spMkLst>
        </pc:spChg>
        <pc:spChg chg="del">
          <ac:chgData name="Li, Cong" userId="025630f4-267e-4cb3-8cd5-8795177f99f4" providerId="ADAL" clId="{929A2CC8-B112-421C-81E2-D5D63B23E300}" dt="2026-09-06T02:45:07.273" v="42254" actId="478"/>
          <ac:spMkLst>
            <pc:docMk/>
            <pc:sldMk cId="1788352540" sldId="586"/>
            <ac:spMk id="45" creationId="{D190749C-7615-1229-F277-81B387DCED14}"/>
          </ac:spMkLst>
        </pc:spChg>
        <pc:spChg chg="mod">
          <ac:chgData name="Li, Cong" userId="025630f4-267e-4cb3-8cd5-8795177f99f4" providerId="ADAL" clId="{929A2CC8-B112-421C-81E2-D5D63B23E300}" dt="2026-09-06T02:43:08.650" v="42200" actId="1036"/>
          <ac:spMkLst>
            <pc:docMk/>
            <pc:sldMk cId="1788352540" sldId="586"/>
            <ac:spMk id="50" creationId="{079F06A2-A599-F3A7-2870-051BC1922D63}"/>
          </ac:spMkLst>
        </pc:spChg>
        <pc:spChg chg="mod">
          <ac:chgData name="Li, Cong" userId="025630f4-267e-4cb3-8cd5-8795177f99f4" providerId="ADAL" clId="{929A2CC8-B112-421C-81E2-D5D63B23E300}" dt="2026-09-06T02:43:08.650" v="42200" actId="1036"/>
          <ac:spMkLst>
            <pc:docMk/>
            <pc:sldMk cId="1788352540" sldId="586"/>
            <ac:spMk id="52" creationId="{E50BC943-06B9-4181-8786-9EF9B428429C}"/>
          </ac:spMkLst>
        </pc:spChg>
        <pc:spChg chg="del">
          <ac:chgData name="Li, Cong" userId="025630f4-267e-4cb3-8cd5-8795177f99f4" providerId="ADAL" clId="{929A2CC8-B112-421C-81E2-D5D63B23E300}" dt="2026-09-06T02:38:21.868" v="42058" actId="478"/>
          <ac:spMkLst>
            <pc:docMk/>
            <pc:sldMk cId="1788352540" sldId="586"/>
            <ac:spMk id="54" creationId="{445BE17E-FA1C-AF5D-BBF4-676898DF310E}"/>
          </ac:spMkLst>
        </pc:spChg>
        <pc:picChg chg="del">
          <ac:chgData name="Li, Cong" userId="025630f4-267e-4cb3-8cd5-8795177f99f4" providerId="ADAL" clId="{929A2CC8-B112-421C-81E2-D5D63B23E300}" dt="2026-09-06T02:38:12.130" v="42057" actId="478"/>
          <ac:picMkLst>
            <pc:docMk/>
            <pc:sldMk cId="1788352540" sldId="586"/>
            <ac:picMk id="7" creationId="{A038E57C-D31F-F079-AF1B-A2BC6BF6FE35}"/>
          </ac:picMkLst>
        </pc:pic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6" creationId="{2669468D-E05A-BF09-43F2-33A5C10EBEFE}"/>
          </ac:cxnSpMkLst>
        </pc:cxn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8" creationId="{F53A2794-1CDA-DBBC-59EB-580AE6DBA0C3}"/>
          </ac:cxnSpMkLst>
        </pc:cxn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14" creationId="{0F757680-7A54-2D7D-A760-E9C7E6EE7797}"/>
          </ac:cxnSpMkLst>
        </pc:cxn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21" creationId="{01C80A75-06E6-60BC-A1DA-FCEB14222CEC}"/>
          </ac:cxnSpMkLst>
        </pc:cxn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24" creationId="{F5687501-132C-7D03-F950-66908FD1A21E}"/>
          </ac:cxnSpMkLst>
        </pc:cxnChg>
        <pc:cxnChg chg="mod">
          <ac:chgData name="Li, Cong" userId="025630f4-267e-4cb3-8cd5-8795177f99f4" providerId="ADAL" clId="{929A2CC8-B112-421C-81E2-D5D63B23E300}" dt="2026-09-06T02:41:44.482" v="42135" actId="1037"/>
          <ac:cxnSpMkLst>
            <pc:docMk/>
            <pc:sldMk cId="1788352540" sldId="586"/>
            <ac:cxnSpMk id="25" creationId="{6843720E-10D8-9DB3-1C9F-8A6528680570}"/>
          </ac:cxnSpMkLst>
        </pc:cxnChg>
        <pc:cxnChg chg="del mod">
          <ac:chgData name="Li, Cong" userId="025630f4-267e-4cb3-8cd5-8795177f99f4" providerId="ADAL" clId="{929A2CC8-B112-421C-81E2-D5D63B23E300}" dt="2026-09-06T02:45:07.273" v="42254" actId="478"/>
          <ac:cxnSpMkLst>
            <pc:docMk/>
            <pc:sldMk cId="1788352540" sldId="586"/>
            <ac:cxnSpMk id="33" creationId="{6E31D7D9-8C2B-A6DA-BAA7-BC730048DB27}"/>
          </ac:cxnSpMkLst>
        </pc:cxnChg>
        <pc:cxnChg chg="mod">
          <ac:chgData name="Li, Cong" userId="025630f4-267e-4cb3-8cd5-8795177f99f4" providerId="ADAL" clId="{929A2CC8-B112-421C-81E2-D5D63B23E300}" dt="2026-09-06T02:41:25.473" v="42120" actId="1038"/>
          <ac:cxnSpMkLst>
            <pc:docMk/>
            <pc:sldMk cId="1788352540" sldId="586"/>
            <ac:cxnSpMk id="36" creationId="{6F9ED501-940E-5517-BF47-CFB0C85318B7}"/>
          </ac:cxnSpMkLst>
        </pc:cxnChg>
        <pc:cxnChg chg="del">
          <ac:chgData name="Li, Cong" userId="025630f4-267e-4cb3-8cd5-8795177f99f4" providerId="ADAL" clId="{929A2CC8-B112-421C-81E2-D5D63B23E300}" dt="2026-09-06T02:45:07.273" v="42254" actId="478"/>
          <ac:cxnSpMkLst>
            <pc:docMk/>
            <pc:sldMk cId="1788352540" sldId="586"/>
            <ac:cxnSpMk id="46" creationId="{41DCC446-3CE9-578E-BADB-962F9076C29C}"/>
          </ac:cxnSpMkLst>
        </pc:cxnChg>
      </pc:sldChg>
      <pc:sldChg chg="addSp modSp add mod modAnim">
        <pc:chgData name="Li, Cong" userId="025630f4-267e-4cb3-8cd5-8795177f99f4" providerId="ADAL" clId="{929A2CC8-B112-421C-81E2-D5D63B23E300}" dt="2026-09-06T03:06:02.127" v="42750" actId="1038"/>
        <pc:sldMkLst>
          <pc:docMk/>
          <pc:sldMk cId="2841467001" sldId="587"/>
        </pc:sldMkLst>
        <pc:spChg chg="add 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4" creationId="{D47640E6-3F28-CEBC-EBC4-DA130DE4F032}"/>
          </ac:spMkLst>
        </pc:spChg>
        <pc:spChg chg="add 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10" creationId="{4E72F3B0-0F27-60A6-223F-A6551B88945C}"/>
          </ac:spMkLst>
        </pc:spChg>
        <pc:spChg chg="mod">
          <ac:chgData name="Li, Cong" userId="025630f4-267e-4cb3-8cd5-8795177f99f4" providerId="ADAL" clId="{929A2CC8-B112-421C-81E2-D5D63B23E300}" dt="2026-09-06T03:06:02.127" v="42750" actId="1038"/>
          <ac:spMkLst>
            <pc:docMk/>
            <pc:sldMk cId="2841467001" sldId="587"/>
            <ac:spMk id="16" creationId="{F67E9E95-59A9-7811-2D01-9106618F902B}"/>
          </ac:spMkLst>
        </pc:spChg>
        <pc:spChg chg="add mod">
          <ac:chgData name="Li, Cong" userId="025630f4-267e-4cb3-8cd5-8795177f99f4" providerId="ADAL" clId="{929A2CC8-B112-421C-81E2-D5D63B23E300}" dt="2026-09-06T02:48:05.798" v="42449" actId="1076"/>
          <ac:spMkLst>
            <pc:docMk/>
            <pc:sldMk cId="2841467001" sldId="587"/>
            <ac:spMk id="30" creationId="{B46488F7-E7AC-F7BC-EEDD-CEC4DD6794EE}"/>
          </ac:spMkLst>
        </pc:spChg>
        <pc:spChg chg="mod">
          <ac:chgData name="Li, Cong" userId="025630f4-267e-4cb3-8cd5-8795177f99f4" providerId="ADAL" clId="{929A2CC8-B112-421C-81E2-D5D63B23E300}" dt="2026-09-06T02:47:39.691" v="42445" actId="1076"/>
          <ac:spMkLst>
            <pc:docMk/>
            <pc:sldMk cId="2841467001" sldId="587"/>
            <ac:spMk id="32" creationId="{AE863237-C9DA-CD2F-7637-80D1E67DB3DF}"/>
          </ac:spMkLst>
        </pc:spChg>
        <pc:spChg chg="mod">
          <ac:chgData name="Li, Cong" userId="025630f4-267e-4cb3-8cd5-8795177f99f4" providerId="ADAL" clId="{929A2CC8-B112-421C-81E2-D5D63B23E300}" dt="2026-09-06T02:47:39.691" v="42445" actId="1076"/>
          <ac:spMkLst>
            <pc:docMk/>
            <pc:sldMk cId="2841467001" sldId="587"/>
            <ac:spMk id="35" creationId="{672DC2AD-25F3-DAE6-BF41-DF955BE21DEA}"/>
          </ac:spMkLst>
        </pc:spChg>
        <pc:spChg chg="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38" creationId="{9233833E-1D6E-5240-CF9E-33B0BCABB8F4}"/>
          </ac:spMkLst>
        </pc:spChg>
        <pc:spChg chg="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39" creationId="{6902C505-F3FF-3CEE-C1FC-8C6517288551}"/>
          </ac:spMkLst>
        </pc:spChg>
        <pc:spChg chg="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40" creationId="{5555103E-DD41-ED25-EA72-17042513532D}"/>
          </ac:spMkLst>
        </pc:spChg>
        <pc:spChg chg="mod">
          <ac:chgData name="Li, Cong" userId="025630f4-267e-4cb3-8cd5-8795177f99f4" providerId="ADAL" clId="{929A2CC8-B112-421C-81E2-D5D63B23E300}" dt="2026-09-06T02:47:54.725" v="42448" actId="1076"/>
          <ac:spMkLst>
            <pc:docMk/>
            <pc:sldMk cId="2841467001" sldId="587"/>
            <ac:spMk id="41" creationId="{76E643B1-181A-BAC9-643E-11132CF84BDE}"/>
          </ac:spMkLst>
        </pc:spChg>
        <pc:spChg chg="mod">
          <ac:chgData name="Li, Cong" userId="025630f4-267e-4cb3-8cd5-8795177f99f4" providerId="ADAL" clId="{929A2CC8-B112-421C-81E2-D5D63B23E300}" dt="2026-09-06T02:48:13.439" v="42450" actId="1076"/>
          <ac:spMkLst>
            <pc:docMk/>
            <pc:sldMk cId="2841467001" sldId="587"/>
            <ac:spMk id="42" creationId="{A7BE2B87-5E6F-273B-354A-887FAEF8D792}"/>
          </ac:spMkLst>
        </pc:spChg>
        <pc:spChg chg="mod">
          <ac:chgData name="Li, Cong" userId="025630f4-267e-4cb3-8cd5-8795177f99f4" providerId="ADAL" clId="{929A2CC8-B112-421C-81E2-D5D63B23E300}" dt="2026-09-06T02:48:13.439" v="42450" actId="1076"/>
          <ac:spMkLst>
            <pc:docMk/>
            <pc:sldMk cId="2841467001" sldId="587"/>
            <ac:spMk id="45" creationId="{803A43CD-5D84-1946-B0D7-4EA7A8F1255E}"/>
          </ac:spMkLst>
        </pc:spChg>
        <pc:spChg chg="add mod">
          <ac:chgData name="Li, Cong" userId="025630f4-267e-4cb3-8cd5-8795177f99f4" providerId="ADAL" clId="{929A2CC8-B112-421C-81E2-D5D63B23E300}" dt="2026-09-06T02:48:05.798" v="42449" actId="1076"/>
          <ac:spMkLst>
            <pc:docMk/>
            <pc:sldMk cId="2841467001" sldId="587"/>
            <ac:spMk id="49" creationId="{85260063-0AA6-58FB-79B6-F0A65B0C7F9E}"/>
          </ac:spMkLst>
        </pc:spChg>
        <pc:spChg chg="mod">
          <ac:chgData name="Li, Cong" userId="025630f4-267e-4cb3-8cd5-8795177f99f4" providerId="ADAL" clId="{929A2CC8-B112-421C-81E2-D5D63B23E300}" dt="2026-09-06T02:46:45.490" v="42386" actId="1076"/>
          <ac:spMkLst>
            <pc:docMk/>
            <pc:sldMk cId="2841467001" sldId="587"/>
            <ac:spMk id="50" creationId="{FE56008B-D5FE-7333-F4C7-8E381D2D4A4A}"/>
          </ac:spMkLst>
        </pc:spChg>
        <pc:spChg chg="mod">
          <ac:chgData name="Li, Cong" userId="025630f4-267e-4cb3-8cd5-8795177f99f4" providerId="ADAL" clId="{929A2CC8-B112-421C-81E2-D5D63B23E300}" dt="2026-09-06T02:48:39.466" v="42469" actId="1076"/>
          <ac:spMkLst>
            <pc:docMk/>
            <pc:sldMk cId="2841467001" sldId="587"/>
            <ac:spMk id="52" creationId="{15A3AF64-98D1-5A07-10DC-DCEA2A1F52C0}"/>
          </ac:spMkLst>
        </pc:spChg>
        <pc:spChg chg="add">
          <ac:chgData name="Li, Cong" userId="025630f4-267e-4cb3-8cd5-8795177f99f4" providerId="ADAL" clId="{929A2CC8-B112-421C-81E2-D5D63B23E300}" dt="2026-09-06T02:49:29.164" v="42475" actId="22"/>
          <ac:spMkLst>
            <pc:docMk/>
            <pc:sldMk cId="2841467001" sldId="587"/>
            <ac:spMk id="55" creationId="{4E2A0FC7-F7F7-3BE2-BBF8-3F870CFE93FD}"/>
          </ac:spMkLst>
        </pc:spChg>
        <pc:spChg chg="add mod">
          <ac:chgData name="Li, Cong" userId="025630f4-267e-4cb3-8cd5-8795177f99f4" providerId="ADAL" clId="{929A2CC8-B112-421C-81E2-D5D63B23E300}" dt="2026-09-06T02:50:30.207" v="42483" actId="1076"/>
          <ac:spMkLst>
            <pc:docMk/>
            <pc:sldMk cId="2841467001" sldId="587"/>
            <ac:spMk id="57" creationId="{89328AE0-1463-1384-6A8D-04E98E970BB0}"/>
          </ac:spMkLst>
        </pc:spChg>
        <pc:spChg chg="add mod">
          <ac:chgData name="Li, Cong" userId="025630f4-267e-4cb3-8cd5-8795177f99f4" providerId="ADAL" clId="{929A2CC8-B112-421C-81E2-D5D63B23E300}" dt="2026-09-06T02:51:21.607" v="42488" actId="14100"/>
          <ac:spMkLst>
            <pc:docMk/>
            <pc:sldMk cId="2841467001" sldId="587"/>
            <ac:spMk id="59" creationId="{E2E667C9-DF5F-14C9-FC84-4828ABEFE3AD}"/>
          </ac:spMkLst>
        </pc:spChg>
        <pc:cxnChg chg="add mod">
          <ac:chgData name="Li, Cong" userId="025630f4-267e-4cb3-8cd5-8795177f99f4" providerId="ADAL" clId="{929A2CC8-B112-421C-81E2-D5D63B23E300}" dt="2026-09-06T02:47:54.725" v="42448" actId="1076"/>
          <ac:cxnSpMkLst>
            <pc:docMk/>
            <pc:sldMk cId="2841467001" sldId="587"/>
            <ac:cxnSpMk id="7" creationId="{14ED1665-E592-BB93-7207-676CC294EE79}"/>
          </ac:cxnSpMkLst>
        </pc:cxnChg>
        <pc:cxnChg chg="add mod">
          <ac:chgData name="Li, Cong" userId="025630f4-267e-4cb3-8cd5-8795177f99f4" providerId="ADAL" clId="{929A2CC8-B112-421C-81E2-D5D63B23E300}" dt="2026-09-06T02:47:54.725" v="42448" actId="1076"/>
          <ac:cxnSpMkLst>
            <pc:docMk/>
            <pc:sldMk cId="2841467001" sldId="587"/>
            <ac:cxnSpMk id="9" creationId="{E29884D3-3A92-7A95-E3F6-9C0DEDFC0C9F}"/>
          </ac:cxnSpMkLst>
        </pc:cxnChg>
        <pc:cxnChg chg="add mod">
          <ac:chgData name="Li, Cong" userId="025630f4-267e-4cb3-8cd5-8795177f99f4" providerId="ADAL" clId="{929A2CC8-B112-421C-81E2-D5D63B23E300}" dt="2026-09-06T02:47:54.725" v="42448" actId="1076"/>
          <ac:cxnSpMkLst>
            <pc:docMk/>
            <pc:sldMk cId="2841467001" sldId="587"/>
            <ac:cxnSpMk id="11" creationId="{390D4CB6-77CA-9D2D-0CBF-9BFA4DCAC8AA}"/>
          </ac:cxnSpMkLst>
        </pc:cxnChg>
        <pc:cxnChg chg="add mod">
          <ac:chgData name="Li, Cong" userId="025630f4-267e-4cb3-8cd5-8795177f99f4" providerId="ADAL" clId="{929A2CC8-B112-421C-81E2-D5D63B23E300}" dt="2026-09-06T02:47:54.725" v="42448" actId="1076"/>
          <ac:cxnSpMkLst>
            <pc:docMk/>
            <pc:sldMk cId="2841467001" sldId="587"/>
            <ac:cxnSpMk id="12" creationId="{44387261-08FB-9B30-7C79-F3E45D4017F4}"/>
          </ac:cxnSpMkLst>
        </pc:cxnChg>
        <pc:cxnChg chg="add mod">
          <ac:chgData name="Li, Cong" userId="025630f4-267e-4cb3-8cd5-8795177f99f4" providerId="ADAL" clId="{929A2CC8-B112-421C-81E2-D5D63B23E300}" dt="2026-09-06T02:48:05.798" v="42449" actId="1076"/>
          <ac:cxnSpMkLst>
            <pc:docMk/>
            <pc:sldMk cId="2841467001" sldId="587"/>
            <ac:cxnSpMk id="31" creationId="{5C0F32FB-EEEB-83EF-791E-5E9C51249F0A}"/>
          </ac:cxnSpMkLst>
        </pc:cxnChg>
        <pc:cxnChg chg="mod">
          <ac:chgData name="Li, Cong" userId="025630f4-267e-4cb3-8cd5-8795177f99f4" providerId="ADAL" clId="{929A2CC8-B112-421C-81E2-D5D63B23E300}" dt="2026-09-06T02:44:51.855" v="42251" actId="1076"/>
          <ac:cxnSpMkLst>
            <pc:docMk/>
            <pc:sldMk cId="2841467001" sldId="587"/>
            <ac:cxnSpMk id="33" creationId="{89EA1351-FEF8-282A-2F3B-8EE8E1E173D1}"/>
          </ac:cxnSpMkLst>
        </pc:cxnChg>
        <pc:cxnChg chg="mod">
          <ac:chgData name="Li, Cong" userId="025630f4-267e-4cb3-8cd5-8795177f99f4" providerId="ADAL" clId="{929A2CC8-B112-421C-81E2-D5D63B23E300}" dt="2026-09-06T02:44:44.738" v="42250" actId="14100"/>
          <ac:cxnSpMkLst>
            <pc:docMk/>
            <pc:sldMk cId="2841467001" sldId="587"/>
            <ac:cxnSpMk id="34" creationId="{BC37A86A-31FE-EE9C-D3D1-1C67713FA990}"/>
          </ac:cxnSpMkLst>
        </pc:cxnChg>
        <pc:cxnChg chg="mod">
          <ac:chgData name="Li, Cong" userId="025630f4-267e-4cb3-8cd5-8795177f99f4" providerId="ADAL" clId="{929A2CC8-B112-421C-81E2-D5D63B23E300}" dt="2026-09-06T02:44:51.855" v="42251" actId="1076"/>
          <ac:cxnSpMkLst>
            <pc:docMk/>
            <pc:sldMk cId="2841467001" sldId="587"/>
            <ac:cxnSpMk id="36" creationId="{FBAB7FA6-69B8-65BE-3392-6D51B33CC9EF}"/>
          </ac:cxnSpMkLst>
        </pc:cxnChg>
        <pc:cxnChg chg="mod">
          <ac:chgData name="Li, Cong" userId="025630f4-267e-4cb3-8cd5-8795177f99f4" providerId="ADAL" clId="{929A2CC8-B112-421C-81E2-D5D63B23E300}" dt="2026-09-06T02:47:39.691" v="42445" actId="1076"/>
          <ac:cxnSpMkLst>
            <pc:docMk/>
            <pc:sldMk cId="2841467001" sldId="587"/>
            <ac:cxnSpMk id="37" creationId="{16CF6C16-5878-C264-B75A-465E161F5E7D}"/>
          </ac:cxnSpMkLst>
        </pc:cxnChg>
        <pc:cxnChg chg="mod">
          <ac:chgData name="Li, Cong" userId="025630f4-267e-4cb3-8cd5-8795177f99f4" providerId="ADAL" clId="{929A2CC8-B112-421C-81E2-D5D63B23E300}" dt="2026-09-06T02:48:13.439" v="42450" actId="1076"/>
          <ac:cxnSpMkLst>
            <pc:docMk/>
            <pc:sldMk cId="2841467001" sldId="587"/>
            <ac:cxnSpMk id="43" creationId="{CECE5246-545B-2E22-5328-3F1CE8753D2B}"/>
          </ac:cxnSpMkLst>
        </pc:cxnChg>
        <pc:cxnChg chg="mod">
          <ac:chgData name="Li, Cong" userId="025630f4-267e-4cb3-8cd5-8795177f99f4" providerId="ADAL" clId="{929A2CC8-B112-421C-81E2-D5D63B23E300}" dt="2026-09-06T02:48:13.439" v="42450" actId="1076"/>
          <ac:cxnSpMkLst>
            <pc:docMk/>
            <pc:sldMk cId="2841467001" sldId="587"/>
            <ac:cxnSpMk id="44" creationId="{B4612CB6-D86D-69E6-0AD3-BCC2CE961022}"/>
          </ac:cxnSpMkLst>
        </pc:cxnChg>
        <pc:cxnChg chg="mod">
          <ac:chgData name="Li, Cong" userId="025630f4-267e-4cb3-8cd5-8795177f99f4" providerId="ADAL" clId="{929A2CC8-B112-421C-81E2-D5D63B23E300}" dt="2026-09-06T02:48:13.439" v="42450" actId="1076"/>
          <ac:cxnSpMkLst>
            <pc:docMk/>
            <pc:sldMk cId="2841467001" sldId="587"/>
            <ac:cxnSpMk id="46" creationId="{371DBF28-3A1E-FA6F-FC74-D5144C1A5A9C}"/>
          </ac:cxnSpMkLst>
        </pc:cxnChg>
        <pc:cxnChg chg="mod">
          <ac:chgData name="Li, Cong" userId="025630f4-267e-4cb3-8cd5-8795177f99f4" providerId="ADAL" clId="{929A2CC8-B112-421C-81E2-D5D63B23E300}" dt="2026-09-06T02:48:13.439" v="42450" actId="1076"/>
          <ac:cxnSpMkLst>
            <pc:docMk/>
            <pc:sldMk cId="2841467001" sldId="587"/>
            <ac:cxnSpMk id="47" creationId="{C8AFE02B-AAE9-A714-901C-1A718EBE14F7}"/>
          </ac:cxnSpMkLst>
        </pc:cxnChg>
        <pc:cxnChg chg="add mod">
          <ac:chgData name="Li, Cong" userId="025630f4-267e-4cb3-8cd5-8795177f99f4" providerId="ADAL" clId="{929A2CC8-B112-421C-81E2-D5D63B23E300}" dt="2026-09-06T02:48:05.798" v="42449" actId="1076"/>
          <ac:cxnSpMkLst>
            <pc:docMk/>
            <pc:sldMk cId="2841467001" sldId="587"/>
            <ac:cxnSpMk id="48" creationId="{CFF75D42-85B7-7C01-30D4-51D60F0BD6A1}"/>
          </ac:cxnSpMkLst>
        </pc:cxnChg>
        <pc:cxnChg chg="add mod">
          <ac:chgData name="Li, Cong" userId="025630f4-267e-4cb3-8cd5-8795177f99f4" providerId="ADAL" clId="{929A2CC8-B112-421C-81E2-D5D63B23E300}" dt="2026-09-06T02:48:05.798" v="42449" actId="1076"/>
          <ac:cxnSpMkLst>
            <pc:docMk/>
            <pc:sldMk cId="2841467001" sldId="587"/>
            <ac:cxnSpMk id="51" creationId="{7711EA0C-ADC4-B0F8-BBB7-68B49302C047}"/>
          </ac:cxnSpMkLst>
        </pc:cxnChg>
        <pc:cxnChg chg="add mod">
          <ac:chgData name="Li, Cong" userId="025630f4-267e-4cb3-8cd5-8795177f99f4" providerId="ADAL" clId="{929A2CC8-B112-421C-81E2-D5D63B23E300}" dt="2026-09-06T02:48:05.798" v="42449" actId="1076"/>
          <ac:cxnSpMkLst>
            <pc:docMk/>
            <pc:sldMk cId="2841467001" sldId="587"/>
            <ac:cxnSpMk id="53" creationId="{9CCF18EA-6727-F1C9-51AE-1EBD5D84B469}"/>
          </ac:cxnSpMkLst>
        </pc:cxnChg>
      </pc:sldChg>
      <pc:sldChg chg="modSp add mod">
        <pc:chgData name="Li, Cong" userId="025630f4-267e-4cb3-8cd5-8795177f99f4" providerId="ADAL" clId="{929A2CC8-B112-421C-81E2-D5D63B23E300}" dt="2026-09-06T02:55:45.552" v="42746" actId="20577"/>
        <pc:sldMkLst>
          <pc:docMk/>
          <pc:sldMk cId="227514560" sldId="588"/>
        </pc:sldMkLst>
        <pc:spChg chg="mod">
          <ac:chgData name="Li, Cong" userId="025630f4-267e-4cb3-8cd5-8795177f99f4" providerId="ADAL" clId="{929A2CC8-B112-421C-81E2-D5D63B23E300}" dt="2026-09-06T02:53:50.366" v="42516" actId="20577"/>
          <ac:spMkLst>
            <pc:docMk/>
            <pc:sldMk cId="227514560" sldId="588"/>
            <ac:spMk id="2" creationId="{9D865F85-49DC-7D1F-2B58-3F4A32A4A053}"/>
          </ac:spMkLst>
        </pc:spChg>
        <pc:spChg chg="mod">
          <ac:chgData name="Li, Cong" userId="025630f4-267e-4cb3-8cd5-8795177f99f4" providerId="ADAL" clId="{929A2CC8-B112-421C-81E2-D5D63B23E300}" dt="2026-09-06T02:55:45.552" v="42746" actId="20577"/>
          <ac:spMkLst>
            <pc:docMk/>
            <pc:sldMk cId="227514560" sldId="588"/>
            <ac:spMk id="13" creationId="{774AA117-E6A5-A868-21D1-6AE64598DA0D}"/>
          </ac:spMkLst>
        </pc:spChg>
        <pc:spChg chg="mod">
          <ac:chgData name="Li, Cong" userId="025630f4-267e-4cb3-8cd5-8795177f99f4" providerId="ADAL" clId="{929A2CC8-B112-421C-81E2-D5D63B23E300}" dt="2026-09-06T02:55:30.221" v="42711" actId="20577"/>
          <ac:spMkLst>
            <pc:docMk/>
            <pc:sldMk cId="227514560" sldId="588"/>
            <ac:spMk id="16" creationId="{E175A7B8-7853-CFFB-2879-33CF5C700DEB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11:59:07.768" v="50398" actId="20577"/>
        <pc:sldMkLst>
          <pc:docMk/>
          <pc:sldMk cId="616582766" sldId="589"/>
        </pc:sldMkLst>
        <pc:spChg chg="mod">
          <ac:chgData name="Li, Cong" userId="025630f4-267e-4cb3-8cd5-8795177f99f4" providerId="ADAL" clId="{929A2CC8-B112-421C-81E2-D5D63B23E300}" dt="2026-09-06T03:25:31.923" v="42811" actId="20577"/>
          <ac:spMkLst>
            <pc:docMk/>
            <pc:sldMk cId="616582766" sldId="589"/>
            <ac:spMk id="2" creationId="{5931EA15-DB46-312B-45E2-753BC7205F8F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3" creationId="{3D5FB1DA-FD1F-2A49-CDFC-098E08066097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4" creationId="{4BCD4833-B0C5-2F2B-4930-CB8722D2AFE5}"/>
          </ac:spMkLst>
        </pc:spChg>
        <pc:spChg chg="mod">
          <ac:chgData name="Li, Cong" userId="025630f4-267e-4cb3-8cd5-8795177f99f4" providerId="ADAL" clId="{929A2CC8-B112-421C-81E2-D5D63B23E300}" dt="2026-09-06T03:26:26.271" v="42871" actId="1076"/>
          <ac:spMkLst>
            <pc:docMk/>
            <pc:sldMk cId="616582766" sldId="589"/>
            <ac:spMk id="16" creationId="{B1144F36-4534-398E-3474-021B96D5C801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18" creationId="{491E3B99-F0BE-B008-478C-BA23C30FD1F4}"/>
          </ac:spMkLst>
        </pc:spChg>
        <pc:spChg chg="add mod">
          <ac:chgData name="Li, Cong" userId="025630f4-267e-4cb3-8cd5-8795177f99f4" providerId="ADAL" clId="{929A2CC8-B112-421C-81E2-D5D63B23E300}" dt="2026-09-06T03:26:39.662" v="42880" actId="1076"/>
          <ac:spMkLst>
            <pc:docMk/>
            <pc:sldMk cId="616582766" sldId="589"/>
            <ac:spMk id="22" creationId="{0C7B949E-B9C6-2B22-E079-2D914DE83DAC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23" creationId="{BB02A9B2-81BB-E2DB-14C6-36E7ACB8F386}"/>
          </ac:spMkLst>
        </pc:spChg>
        <pc:spChg chg="add mod">
          <ac:chgData name="Li, Cong" userId="025630f4-267e-4cb3-8cd5-8795177f99f4" providerId="ADAL" clId="{929A2CC8-B112-421C-81E2-D5D63B23E300}" dt="2026-09-06T03:26:45.488" v="42883" actId="20577"/>
          <ac:spMkLst>
            <pc:docMk/>
            <pc:sldMk cId="616582766" sldId="589"/>
            <ac:spMk id="27" creationId="{D4CD64CE-7DE3-5B20-CFCB-129A3CB33AED}"/>
          </ac:spMkLst>
        </pc:spChg>
        <pc:spChg chg="add mod">
          <ac:chgData name="Li, Cong" userId="025630f4-267e-4cb3-8cd5-8795177f99f4" providerId="ADAL" clId="{929A2CC8-B112-421C-81E2-D5D63B23E300}" dt="2026-09-06T03:27:08.654" v="42887" actId="1076"/>
          <ac:spMkLst>
            <pc:docMk/>
            <pc:sldMk cId="616582766" sldId="589"/>
            <ac:spMk id="28" creationId="{CE3CB917-B0DB-7047-3A4C-5A37E59FBE8B}"/>
          </ac:spMkLst>
        </pc:spChg>
        <pc:spChg chg="add mod">
          <ac:chgData name="Li, Cong" userId="025630f4-267e-4cb3-8cd5-8795177f99f4" providerId="ADAL" clId="{929A2CC8-B112-421C-81E2-D5D63B23E300}" dt="2026-09-06T11:59:07.768" v="50398" actId="20577"/>
          <ac:spMkLst>
            <pc:docMk/>
            <pc:sldMk cId="616582766" sldId="589"/>
            <ac:spMk id="29" creationId="{30F96DF3-19EC-85FB-043F-801AE3BAEF5C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35" creationId="{3C04205B-5A02-4260-AB24-55C22E9583E5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38" creationId="{82B4EA83-CD07-FC91-0C3D-908D9C73A8FE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41" creationId="{851961C1-0DC6-395A-6C69-5EECB499DF2A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49" creationId="{F14CE43A-0DFD-745C-EDA6-2492681D90D2}"/>
          </ac:spMkLst>
        </pc:spChg>
        <pc:spChg chg="mod">
          <ac:chgData name="Li, Cong" userId="025630f4-267e-4cb3-8cd5-8795177f99f4" providerId="ADAL" clId="{929A2CC8-B112-421C-81E2-D5D63B23E300}" dt="2026-09-06T03:26:23.302" v="42870" actId="1076"/>
          <ac:spMkLst>
            <pc:docMk/>
            <pc:sldMk cId="616582766" sldId="589"/>
            <ac:spMk id="50" creationId="{DCC287E5-D0D0-DB05-7E8B-97590C957CEC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57" creationId="{9AF27C80-5C1B-E3C1-9D5A-1C5BA178A5E9}"/>
          </ac:spMkLst>
        </pc:spChg>
        <pc:spChg chg="del">
          <ac:chgData name="Li, Cong" userId="025630f4-267e-4cb3-8cd5-8795177f99f4" providerId="ADAL" clId="{929A2CC8-B112-421C-81E2-D5D63B23E300}" dt="2026-09-06T03:25:43.553" v="42812" actId="478"/>
          <ac:spMkLst>
            <pc:docMk/>
            <pc:sldMk cId="616582766" sldId="589"/>
            <ac:spMk id="59" creationId="{C416D2DB-5871-7482-A9C4-8DF6017EAC79}"/>
          </ac:spMkLst>
        </pc:spChg>
        <pc:cxnChg chg="add">
          <ac:chgData name="Li, Cong" userId="025630f4-267e-4cb3-8cd5-8795177f99f4" providerId="ADAL" clId="{929A2CC8-B112-421C-81E2-D5D63B23E300}" dt="2026-09-06T03:28:19.934" v="43030" actId="11529"/>
          <ac:cxnSpMkLst>
            <pc:docMk/>
            <pc:sldMk cId="616582766" sldId="589"/>
            <ac:cxnSpMk id="56" creationId="{8F01EFB6-419F-D347-E188-DC01E148B71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6T04:14:15.299" v="43411" actId="21"/>
        <pc:sldMkLst>
          <pc:docMk/>
          <pc:sldMk cId="206824336" sldId="590"/>
        </pc:sldMkLst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2" creationId="{C900A38F-7E8A-3684-0655-5C6589935363}"/>
          </ac:spMkLst>
        </pc:spChg>
        <pc:spChg chg="add del mod">
          <ac:chgData name="Li, Cong" userId="025630f4-267e-4cb3-8cd5-8795177f99f4" providerId="ADAL" clId="{929A2CC8-B112-421C-81E2-D5D63B23E300}" dt="2026-09-06T03:29:11.939" v="43047" actId="1076"/>
          <ac:spMkLst>
            <pc:docMk/>
            <pc:sldMk cId="206824336" sldId="590"/>
            <ac:spMk id="3" creationId="{14500C32-4652-B402-684D-85F055FE69CA}"/>
          </ac:spMkLst>
        </pc:spChg>
        <pc:spChg chg="add mod">
          <ac:chgData name="Li, Cong" userId="025630f4-267e-4cb3-8cd5-8795177f99f4" providerId="ADAL" clId="{929A2CC8-B112-421C-81E2-D5D63B23E300}" dt="2026-09-06T03:28:47.714" v="43040"/>
          <ac:spMkLst>
            <pc:docMk/>
            <pc:sldMk cId="206824336" sldId="590"/>
            <ac:spMk id="4" creationId="{9424F60C-CDB6-3777-5988-E25795292A30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5" creationId="{FAA8AE0D-B6DD-238B-65A4-4E63BC629601}"/>
          </ac:spMkLst>
        </pc:spChg>
        <pc:spChg chg="add del mod">
          <ac:chgData name="Li, Cong" userId="025630f4-267e-4cb3-8cd5-8795177f99f4" providerId="ADAL" clId="{929A2CC8-B112-421C-81E2-D5D63B23E300}" dt="2026-09-06T03:29:18.156" v="43048" actId="1076"/>
          <ac:spMkLst>
            <pc:docMk/>
            <pc:sldMk cId="206824336" sldId="590"/>
            <ac:spMk id="6" creationId="{761CEE6E-410D-2D50-6ACB-9C32543F14FE}"/>
          </ac:spMkLst>
        </pc:spChg>
        <pc:spChg chg="add mod">
          <ac:chgData name="Li, Cong" userId="025630f4-267e-4cb3-8cd5-8795177f99f4" providerId="ADAL" clId="{929A2CC8-B112-421C-81E2-D5D63B23E300}" dt="2026-09-06T03:29:03.924" v="43044" actId="478"/>
          <ac:spMkLst>
            <pc:docMk/>
            <pc:sldMk cId="206824336" sldId="590"/>
            <ac:spMk id="7" creationId="{9D224ACD-49AC-3FC3-77C9-94725048A871}"/>
          </ac:spMkLst>
        </pc:spChg>
        <pc:spChg chg="add del">
          <ac:chgData name="Li, Cong" userId="025630f4-267e-4cb3-8cd5-8795177f99f4" providerId="ADAL" clId="{929A2CC8-B112-421C-81E2-D5D63B23E300}" dt="2026-09-06T03:41:07.948" v="43050" actId="22"/>
          <ac:spMkLst>
            <pc:docMk/>
            <pc:sldMk cId="206824336" sldId="590"/>
            <ac:spMk id="9" creationId="{2B371BD2-E597-2391-F7FF-48206C7E82FB}"/>
          </ac:spMkLst>
        </pc:spChg>
        <pc:spChg chg="add mod">
          <ac:chgData name="Li, Cong" userId="025630f4-267e-4cb3-8cd5-8795177f99f4" providerId="ADAL" clId="{929A2CC8-B112-421C-81E2-D5D63B23E300}" dt="2026-09-06T03:41:24.962" v="43061" actId="20577"/>
          <ac:spMkLst>
            <pc:docMk/>
            <pc:sldMk cId="206824336" sldId="590"/>
            <ac:spMk id="11" creationId="{53EC03FE-AEEE-71A5-7A27-50FF1677F013}"/>
          </ac:spMkLst>
        </pc:spChg>
        <pc:spChg chg="add mod">
          <ac:chgData name="Li, Cong" userId="025630f4-267e-4cb3-8cd5-8795177f99f4" providerId="ADAL" clId="{929A2CC8-B112-421C-81E2-D5D63B23E300}" dt="2026-09-06T03:41:22.513" v="43060" actId="1076"/>
          <ac:spMkLst>
            <pc:docMk/>
            <pc:sldMk cId="206824336" sldId="590"/>
            <ac:spMk id="13" creationId="{DBC55502-76E0-6B64-B7FE-BD3D10D6E8B5}"/>
          </ac:spMkLst>
        </pc:spChg>
        <pc:spChg chg="add mod">
          <ac:chgData name="Li, Cong" userId="025630f4-267e-4cb3-8cd5-8795177f99f4" providerId="ADAL" clId="{929A2CC8-B112-421C-81E2-D5D63B23E300}" dt="2026-09-06T03:43:52.563" v="43158" actId="1037"/>
          <ac:spMkLst>
            <pc:docMk/>
            <pc:sldMk cId="206824336" sldId="590"/>
            <ac:spMk id="14" creationId="{8636F1DD-7BCC-DA98-9614-F7C9E5CA7872}"/>
          </ac:spMkLst>
        </pc:spChg>
        <pc:spChg chg="add mod">
          <ac:chgData name="Li, Cong" userId="025630f4-267e-4cb3-8cd5-8795177f99f4" providerId="ADAL" clId="{929A2CC8-B112-421C-81E2-D5D63B23E300}" dt="2026-09-06T03:43:52.563" v="43158" actId="1037"/>
          <ac:spMkLst>
            <pc:docMk/>
            <pc:sldMk cId="206824336" sldId="590"/>
            <ac:spMk id="15" creationId="{B04F1CA0-3354-A7DB-0785-5453276F2961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16" creationId="{3E9F4621-792F-9F2A-CFBB-85F039F7AD4B}"/>
          </ac:spMkLst>
        </pc:spChg>
        <pc:spChg chg="add mod">
          <ac:chgData name="Li, Cong" userId="025630f4-267e-4cb3-8cd5-8795177f99f4" providerId="ADAL" clId="{929A2CC8-B112-421C-81E2-D5D63B23E300}" dt="2026-09-06T03:43:44.363" v="43147" actId="1038"/>
          <ac:spMkLst>
            <pc:docMk/>
            <pc:sldMk cId="206824336" sldId="590"/>
            <ac:spMk id="17" creationId="{D455CEFD-DD09-58EC-D76E-E780930568E5}"/>
          </ac:spMkLst>
        </pc:spChg>
        <pc:spChg chg="add mod">
          <ac:chgData name="Li, Cong" userId="025630f4-267e-4cb3-8cd5-8795177f99f4" providerId="ADAL" clId="{929A2CC8-B112-421C-81E2-D5D63B23E300}" dt="2026-09-06T03:43:44.363" v="43147" actId="1038"/>
          <ac:spMkLst>
            <pc:docMk/>
            <pc:sldMk cId="206824336" sldId="590"/>
            <ac:spMk id="18" creationId="{0B6AFD56-FE79-38C6-17F8-7C60D22AC948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22" creationId="{1B4D1ADF-1422-A37B-4722-795C07D7836F}"/>
          </ac:spMkLst>
        </pc:spChg>
        <pc:spChg chg="add mod">
          <ac:chgData name="Li, Cong" userId="025630f4-267e-4cb3-8cd5-8795177f99f4" providerId="ADAL" clId="{929A2CC8-B112-421C-81E2-D5D63B23E300}" dt="2026-09-06T03:44:03.838" v="43161" actId="1076"/>
          <ac:spMkLst>
            <pc:docMk/>
            <pc:sldMk cId="206824336" sldId="590"/>
            <ac:spMk id="23" creationId="{CA40EBFA-9314-1844-F7B9-F49F2937CDB5}"/>
          </ac:spMkLst>
        </pc:spChg>
        <pc:spChg chg="add del mod">
          <ac:chgData name="Li, Cong" userId="025630f4-267e-4cb3-8cd5-8795177f99f4" providerId="ADAL" clId="{929A2CC8-B112-421C-81E2-D5D63B23E300}" dt="2026-09-06T04:14:15.299" v="43411" actId="21"/>
          <ac:spMkLst>
            <pc:docMk/>
            <pc:sldMk cId="206824336" sldId="590"/>
            <ac:spMk id="26" creationId="{E6CEBD9E-BE00-AE0E-E317-8161C9F55BE6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27" creationId="{A535CCD4-EFEB-B58F-57C5-BB3E51686A37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28" creationId="{2DD84712-79FB-8393-6C96-1C8EDB22789D}"/>
          </ac:spMkLst>
        </pc:spChg>
        <pc:spChg chg="del">
          <ac:chgData name="Li, Cong" userId="025630f4-267e-4cb3-8cd5-8795177f99f4" providerId="ADAL" clId="{929A2CC8-B112-421C-81E2-D5D63B23E300}" dt="2026-09-06T03:28:35.374" v="43035" actId="478"/>
          <ac:spMkLst>
            <pc:docMk/>
            <pc:sldMk cId="206824336" sldId="590"/>
            <ac:spMk id="29" creationId="{827589E9-A24A-A271-459F-9F2AE9E38F31}"/>
          </ac:spMkLst>
        </pc:spChg>
        <pc:spChg chg="add del">
          <ac:chgData name="Li, Cong" userId="025630f4-267e-4cb3-8cd5-8795177f99f4" providerId="ADAL" clId="{929A2CC8-B112-421C-81E2-D5D63B23E300}" dt="2026-09-06T03:29:05.038" v="43045" actId="478"/>
          <ac:spMkLst>
            <pc:docMk/>
            <pc:sldMk cId="206824336" sldId="590"/>
            <ac:spMk id="50" creationId="{5BD27FD4-9B45-67EC-752E-F31012AA2695}"/>
          </ac:spMkLst>
        </pc:spChg>
        <pc:cxnChg chg="add mod">
          <ac:chgData name="Li, Cong" userId="025630f4-267e-4cb3-8cd5-8795177f99f4" providerId="ADAL" clId="{929A2CC8-B112-421C-81E2-D5D63B23E300}" dt="2026-09-06T03:43:59.806" v="43160" actId="14100"/>
          <ac:cxnSpMkLst>
            <pc:docMk/>
            <pc:sldMk cId="206824336" sldId="590"/>
            <ac:cxnSpMk id="20" creationId="{3995F04E-3ABC-07B3-F541-E672340E79AA}"/>
          </ac:cxnSpMkLst>
        </pc:cxnChg>
        <pc:cxnChg chg="del mod">
          <ac:chgData name="Li, Cong" userId="025630f4-267e-4cb3-8cd5-8795177f99f4" providerId="ADAL" clId="{929A2CC8-B112-421C-81E2-D5D63B23E300}" dt="2026-09-06T03:28:34.768" v="43034" actId="478"/>
          <ac:cxnSpMkLst>
            <pc:docMk/>
            <pc:sldMk cId="206824336" sldId="590"/>
            <ac:cxnSpMk id="56" creationId="{C0C4EDB9-225B-4934-B08D-FF93769964F2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06T04:14:18.682" v="43418" actId="1036"/>
        <pc:sldMkLst>
          <pc:docMk/>
          <pc:sldMk cId="386765367" sldId="591"/>
        </pc:sldMkLst>
        <pc:spChg chg="add mod">
          <ac:chgData name="Li, Cong" userId="025630f4-267e-4cb3-8cd5-8795177f99f4" providerId="ADAL" clId="{929A2CC8-B112-421C-81E2-D5D63B23E300}" dt="2026-09-06T03:58:46.074" v="43254" actId="1035"/>
          <ac:spMkLst>
            <pc:docMk/>
            <pc:sldMk cId="386765367" sldId="591"/>
            <ac:spMk id="7" creationId="{664BFFEE-D952-6E42-C125-0EF1E2232DBB}"/>
          </ac:spMkLst>
        </pc:spChg>
        <pc:spChg chg="add del">
          <ac:chgData name="Li, Cong" userId="025630f4-267e-4cb3-8cd5-8795177f99f4" providerId="ADAL" clId="{929A2CC8-B112-421C-81E2-D5D63B23E300}" dt="2026-09-06T03:44:50.651" v="43179" actId="22"/>
          <ac:spMkLst>
            <pc:docMk/>
            <pc:sldMk cId="386765367" sldId="591"/>
            <ac:spMk id="9" creationId="{C35BD233-7CF1-E0FE-30B6-B23B8F11D6FE}"/>
          </ac:spMkLst>
        </pc:spChg>
        <pc:spChg chg="add del">
          <ac:chgData name="Li, Cong" userId="025630f4-267e-4cb3-8cd5-8795177f99f4" providerId="ADAL" clId="{929A2CC8-B112-421C-81E2-D5D63B23E300}" dt="2026-09-06T03:44:50.651" v="43179" actId="22"/>
          <ac:spMkLst>
            <pc:docMk/>
            <pc:sldMk cId="386765367" sldId="591"/>
            <ac:spMk id="12" creationId="{EE720DAF-D8F6-C655-A89C-A328954D89EE}"/>
          </ac:spMkLst>
        </pc:spChg>
        <pc:spChg chg="add del">
          <ac:chgData name="Li, Cong" userId="025630f4-267e-4cb3-8cd5-8795177f99f4" providerId="ADAL" clId="{929A2CC8-B112-421C-81E2-D5D63B23E300}" dt="2026-09-06T03:44:50.651" v="43179" actId="22"/>
          <ac:spMkLst>
            <pc:docMk/>
            <pc:sldMk cId="386765367" sldId="591"/>
            <ac:spMk id="21" creationId="{FEA4677C-F575-6916-8D2A-6DB594047417}"/>
          </ac:spMkLst>
        </pc:spChg>
        <pc:spChg chg="mod">
          <ac:chgData name="Li, Cong" userId="025630f4-267e-4cb3-8cd5-8795177f99f4" providerId="ADAL" clId="{929A2CC8-B112-421C-81E2-D5D63B23E300}" dt="2026-09-06T03:45:17.766" v="43217" actId="1036"/>
          <ac:spMkLst>
            <pc:docMk/>
            <pc:sldMk cId="386765367" sldId="591"/>
            <ac:spMk id="23" creationId="{5D1AC6AD-1B89-8745-5DBB-30624CAFD672}"/>
          </ac:spMkLst>
        </pc:spChg>
        <pc:spChg chg="add del">
          <ac:chgData name="Li, Cong" userId="025630f4-267e-4cb3-8cd5-8795177f99f4" providerId="ADAL" clId="{929A2CC8-B112-421C-81E2-D5D63B23E300}" dt="2026-09-06T03:44:50.651" v="43179" actId="22"/>
          <ac:spMkLst>
            <pc:docMk/>
            <pc:sldMk cId="386765367" sldId="591"/>
            <ac:spMk id="25" creationId="{5862D271-165E-DAD8-7EC3-8392A25D3F26}"/>
          </ac:spMkLst>
        </pc:spChg>
        <pc:spChg chg="add mod">
          <ac:chgData name="Li, Cong" userId="025630f4-267e-4cb3-8cd5-8795177f99f4" providerId="ADAL" clId="{929A2CC8-B112-421C-81E2-D5D63B23E300}" dt="2026-09-06T03:45:09.369" v="43200" actId="1035"/>
          <ac:spMkLst>
            <pc:docMk/>
            <pc:sldMk cId="386765367" sldId="591"/>
            <ac:spMk id="29" creationId="{CD9F75FD-515F-8B9C-D65C-42C26D6CC5EE}"/>
          </ac:spMkLst>
        </pc:spChg>
        <pc:spChg chg="add mod">
          <ac:chgData name="Li, Cong" userId="025630f4-267e-4cb3-8cd5-8795177f99f4" providerId="ADAL" clId="{929A2CC8-B112-421C-81E2-D5D63B23E300}" dt="2026-09-06T03:45:09.369" v="43200" actId="1035"/>
          <ac:spMkLst>
            <pc:docMk/>
            <pc:sldMk cId="386765367" sldId="591"/>
            <ac:spMk id="31" creationId="{F62B99A6-26CE-2747-795E-51E330C7843B}"/>
          </ac:spMkLst>
        </pc:spChg>
        <pc:spChg chg="add mod">
          <ac:chgData name="Li, Cong" userId="025630f4-267e-4cb3-8cd5-8795177f99f4" providerId="ADAL" clId="{929A2CC8-B112-421C-81E2-D5D63B23E300}" dt="2026-09-06T03:45:09.369" v="43200" actId="1035"/>
          <ac:spMkLst>
            <pc:docMk/>
            <pc:sldMk cId="386765367" sldId="591"/>
            <ac:spMk id="33" creationId="{38716606-4B7D-BB0D-BF5B-78228E2D5052}"/>
          </ac:spMkLst>
        </pc:spChg>
        <pc:spChg chg="add mod">
          <ac:chgData name="Li, Cong" userId="025630f4-267e-4cb3-8cd5-8795177f99f4" providerId="ADAL" clId="{929A2CC8-B112-421C-81E2-D5D63B23E300}" dt="2026-09-06T03:45:09.369" v="43200" actId="1035"/>
          <ac:spMkLst>
            <pc:docMk/>
            <pc:sldMk cId="386765367" sldId="591"/>
            <ac:spMk id="35" creationId="{550B98B4-2ADB-4CF3-56B1-B0158B1FA224}"/>
          </ac:spMkLst>
        </pc:spChg>
        <pc:spChg chg="add mod">
          <ac:chgData name="Li, Cong" userId="025630f4-267e-4cb3-8cd5-8795177f99f4" providerId="ADAL" clId="{929A2CC8-B112-421C-81E2-D5D63B23E300}" dt="2026-09-06T03:45:09.369" v="43200" actId="1035"/>
          <ac:spMkLst>
            <pc:docMk/>
            <pc:sldMk cId="386765367" sldId="591"/>
            <ac:spMk id="37" creationId="{7BD28E49-EBFB-4560-AA98-AB74049A5DF5}"/>
          </ac:spMkLst>
        </pc:spChg>
        <pc:spChg chg="add mod">
          <ac:chgData name="Li, Cong" userId="025630f4-267e-4cb3-8cd5-8795177f99f4" providerId="ADAL" clId="{929A2CC8-B112-421C-81E2-D5D63B23E300}" dt="2026-09-06T04:14:18.682" v="43418" actId="1036"/>
          <ac:spMkLst>
            <pc:docMk/>
            <pc:sldMk cId="386765367" sldId="591"/>
            <ac:spMk id="38" creationId="{E6CEBD9E-BE00-AE0E-E317-8161C9F55BE6}"/>
          </ac:spMkLst>
        </pc:spChg>
        <pc:cxnChg chg="mod">
          <ac:chgData name="Li, Cong" userId="025630f4-267e-4cb3-8cd5-8795177f99f4" providerId="ADAL" clId="{929A2CC8-B112-421C-81E2-D5D63B23E300}" dt="2026-09-06T03:45:17.766" v="43217" actId="1036"/>
          <ac:cxnSpMkLst>
            <pc:docMk/>
            <pc:sldMk cId="386765367" sldId="591"/>
            <ac:cxnSpMk id="20" creationId="{8BD60D63-1528-DB3A-25A6-0AECBC5F1798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6T04:16:06.955" v="43745" actId="1076"/>
        <pc:sldMkLst>
          <pc:docMk/>
          <pc:sldMk cId="2712220374" sldId="592"/>
        </pc:sldMkLst>
        <pc:spChg chg="mod">
          <ac:chgData name="Li, Cong" userId="025630f4-267e-4cb3-8cd5-8795177f99f4" providerId="ADAL" clId="{929A2CC8-B112-421C-81E2-D5D63B23E300}" dt="2026-09-06T03:58:39.924" v="43252" actId="1035"/>
          <ac:spMkLst>
            <pc:docMk/>
            <pc:sldMk cId="2712220374" sldId="592"/>
            <ac:spMk id="7" creationId="{61CB07B4-42A8-776A-238D-533BA932EAA6}"/>
          </ac:spMkLst>
        </pc:spChg>
        <pc:spChg chg="add mod">
          <ac:chgData name="Li, Cong" userId="025630f4-267e-4cb3-8cd5-8795177f99f4" providerId="ADAL" clId="{929A2CC8-B112-421C-81E2-D5D63B23E300}" dt="2026-09-06T03:58:56.584" v="43258" actId="1036"/>
          <ac:spMkLst>
            <pc:docMk/>
            <pc:sldMk cId="2712220374" sldId="592"/>
            <ac:spMk id="8" creationId="{7B69BC71-D692-9370-5A47-F7953793C232}"/>
          </ac:spMkLst>
        </pc:spChg>
        <pc:spChg chg="add mod">
          <ac:chgData name="Li, Cong" userId="025630f4-267e-4cb3-8cd5-8795177f99f4" providerId="ADAL" clId="{929A2CC8-B112-421C-81E2-D5D63B23E300}" dt="2026-09-06T03:58:23.943" v="43243" actId="1038"/>
          <ac:spMkLst>
            <pc:docMk/>
            <pc:sldMk cId="2712220374" sldId="592"/>
            <ac:spMk id="10" creationId="{F3601E4A-5391-4A73-F506-8AAFEA94B923}"/>
          </ac:spMkLst>
        </pc:spChg>
        <pc:spChg chg="add mod">
          <ac:chgData name="Li, Cong" userId="025630f4-267e-4cb3-8cd5-8795177f99f4" providerId="ADAL" clId="{929A2CC8-B112-421C-81E2-D5D63B23E300}" dt="2026-09-06T03:58:23.943" v="43243" actId="1038"/>
          <ac:spMkLst>
            <pc:docMk/>
            <pc:sldMk cId="2712220374" sldId="592"/>
            <ac:spMk id="19" creationId="{E1945E2E-69E4-4F90-983F-F5F319C61B44}"/>
          </ac:spMkLst>
        </pc:spChg>
        <pc:spChg chg="del">
          <ac:chgData name="Li, Cong" userId="025630f4-267e-4cb3-8cd5-8795177f99f4" providerId="ADAL" clId="{929A2CC8-B112-421C-81E2-D5D63B23E300}" dt="2026-09-06T03:58:09.307" v="43223" actId="478"/>
          <ac:spMkLst>
            <pc:docMk/>
            <pc:sldMk cId="2712220374" sldId="592"/>
            <ac:spMk id="23" creationId="{11E5A5B7-33A2-D68B-EB9E-A136D9AA3D20}"/>
          </ac:spMkLst>
        </pc:spChg>
        <pc:spChg chg="add mod">
          <ac:chgData name="Li, Cong" userId="025630f4-267e-4cb3-8cd5-8795177f99f4" providerId="ADAL" clId="{929A2CC8-B112-421C-81E2-D5D63B23E300}" dt="2026-09-06T03:58:23.943" v="43243" actId="1038"/>
          <ac:spMkLst>
            <pc:docMk/>
            <pc:sldMk cId="2712220374" sldId="592"/>
            <ac:spMk id="24" creationId="{7C72F3A3-E6CA-B3FC-6B3F-ECA406F01968}"/>
          </ac:spMkLst>
        </pc:spChg>
        <pc:spChg chg="add mod">
          <ac:chgData name="Li, Cong" userId="025630f4-267e-4cb3-8cd5-8795177f99f4" providerId="ADAL" clId="{929A2CC8-B112-421C-81E2-D5D63B23E300}" dt="2026-09-06T03:58:23.943" v="43243" actId="1038"/>
          <ac:spMkLst>
            <pc:docMk/>
            <pc:sldMk cId="2712220374" sldId="592"/>
            <ac:spMk id="26" creationId="{02A79B6E-0701-8CB7-FC45-4305B18D02C9}"/>
          </ac:spMkLst>
        </pc:spChg>
        <pc:spChg chg="add mod">
          <ac:chgData name="Li, Cong" userId="025630f4-267e-4cb3-8cd5-8795177f99f4" providerId="ADAL" clId="{929A2CC8-B112-421C-81E2-D5D63B23E300}" dt="2026-09-06T03:58:23.943" v="43243" actId="1038"/>
          <ac:spMkLst>
            <pc:docMk/>
            <pc:sldMk cId="2712220374" sldId="592"/>
            <ac:spMk id="32" creationId="{4B759623-E685-465C-0D70-C35119BABC92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36" creationId="{2834D08F-F018-05BB-07AF-35D9B7FCA68A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39" creationId="{0DEC8DEF-EC19-BD15-A726-0DDDE6159CD2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41" creationId="{F9B71570-3E1B-DCFD-4A03-F171EE707CAF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43" creationId="{085BC18F-7DCA-8706-F53A-8C22F9C01DA7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45" creationId="{EE839131-E44B-F4E3-68A0-975EF4CBE25E}"/>
          </ac:spMkLst>
        </pc:spChg>
        <pc:spChg chg="add del">
          <ac:chgData name="Li, Cong" userId="025630f4-267e-4cb3-8cd5-8795177f99f4" providerId="ADAL" clId="{929A2CC8-B112-421C-81E2-D5D63B23E300}" dt="2026-09-06T03:59:26.780" v="43267" actId="22"/>
          <ac:spMkLst>
            <pc:docMk/>
            <pc:sldMk cId="2712220374" sldId="592"/>
            <ac:spMk id="47" creationId="{2980BBE5-BECC-1172-7CDA-6DC60C1FC312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48" creationId="{272E485A-3242-2A35-4A0A-DF97D356B0DC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49" creationId="{03B51300-7BB5-18E6-5ED8-2EA37FA5C58E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51" creationId="{5475F8E5-4369-C01B-BC32-63FBB10568A4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52" creationId="{17B0E224-BCAC-11E1-C891-0956170883E2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53" creationId="{789CACFA-E72C-A49B-09C4-1DBAEEE7838E}"/>
          </ac:spMkLst>
        </pc:spChg>
        <pc:spChg chg="add mod">
          <ac:chgData name="Li, Cong" userId="025630f4-267e-4cb3-8cd5-8795177f99f4" providerId="ADAL" clId="{929A2CC8-B112-421C-81E2-D5D63B23E300}" dt="2026-09-06T04:00:33.156" v="43283" actId="1035"/>
          <ac:spMkLst>
            <pc:docMk/>
            <pc:sldMk cId="2712220374" sldId="592"/>
            <ac:spMk id="54" creationId="{E8C22630-0B9C-873A-772D-0E372B19A738}"/>
          </ac:spMkLst>
        </pc:spChg>
        <pc:spChg chg="add mod">
          <ac:chgData name="Li, Cong" userId="025630f4-267e-4cb3-8cd5-8795177f99f4" providerId="ADAL" clId="{929A2CC8-B112-421C-81E2-D5D63B23E300}" dt="2026-09-06T04:16:06.955" v="43745" actId="1076"/>
          <ac:spMkLst>
            <pc:docMk/>
            <pc:sldMk cId="2712220374" sldId="592"/>
            <ac:spMk id="55" creationId="{F9BD8E81-FC55-7100-A317-68231C15D6C6}"/>
          </ac:spMkLst>
        </pc:spChg>
        <pc:cxnChg chg="del">
          <ac:chgData name="Li, Cong" userId="025630f4-267e-4cb3-8cd5-8795177f99f4" providerId="ADAL" clId="{929A2CC8-B112-421C-81E2-D5D63B23E300}" dt="2026-09-06T03:58:09.307" v="43223" actId="478"/>
          <ac:cxnSpMkLst>
            <pc:docMk/>
            <pc:sldMk cId="2712220374" sldId="592"/>
            <ac:cxnSpMk id="20" creationId="{7B9073B2-3945-A34F-D6FD-F35D7BF958B9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9-06T04:59:44.050" v="45068" actId="47"/>
        <pc:sldMkLst>
          <pc:docMk/>
          <pc:sldMk cId="3206676628" sldId="593"/>
        </pc:sldMkLst>
        <pc:spChg chg="mod">
          <ac:chgData name="Li, Cong" userId="025630f4-267e-4cb3-8cd5-8795177f99f4" providerId="ADAL" clId="{929A2CC8-B112-421C-81E2-D5D63B23E300}" dt="2026-09-06T04:31:35.391" v="43783" actId="20577"/>
          <ac:spMkLst>
            <pc:docMk/>
            <pc:sldMk cId="3206676628" sldId="593"/>
            <ac:spMk id="2" creationId="{39EF917E-C1B6-2265-CCC8-D4C3B98A026B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8" creationId="{2FCE55E7-F5A9-C41F-6BCA-B7A0BC61BE43}"/>
          </ac:spMkLst>
        </pc:spChg>
        <pc:spChg chg="add del mod">
          <ac:chgData name="Li, Cong" userId="025630f4-267e-4cb3-8cd5-8795177f99f4" providerId="ADAL" clId="{929A2CC8-B112-421C-81E2-D5D63B23E300}" dt="2026-09-06T04:32:35.510" v="43818" actId="478"/>
          <ac:spMkLst>
            <pc:docMk/>
            <pc:sldMk cId="3206676628" sldId="593"/>
            <ac:spMk id="9" creationId="{EE663323-600E-D789-9C54-A713AFBD3010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11" creationId="{E93C6440-A23C-F180-9814-A8516F287AF6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14" creationId="{134B4150-AED1-9BA2-D9CB-E245F60F6796}"/>
          </ac:spMkLst>
        </pc:spChg>
        <pc:spChg chg="del">
          <ac:chgData name="Li, Cong" userId="025630f4-267e-4cb3-8cd5-8795177f99f4" providerId="ADAL" clId="{929A2CC8-B112-421C-81E2-D5D63B23E300}" dt="2026-09-06T04:31:52.364" v="43785" actId="478"/>
          <ac:spMkLst>
            <pc:docMk/>
            <pc:sldMk cId="3206676628" sldId="593"/>
            <ac:spMk id="16" creationId="{CEC206DB-1E55-1C56-B24C-39544681623F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17" creationId="{BC5DBED7-E6BD-0195-B159-166E279A643D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19" creationId="{5DF1F03A-EFD3-C07C-4C56-A7D3ECBD810E}"/>
          </ac:spMkLst>
        </pc:spChg>
        <pc:spChg chg="add del mod">
          <ac:chgData name="Li, Cong" userId="025630f4-267e-4cb3-8cd5-8795177f99f4" providerId="ADAL" clId="{929A2CC8-B112-421C-81E2-D5D63B23E300}" dt="2026-09-06T04:32:35.510" v="43818" actId="478"/>
          <ac:spMkLst>
            <pc:docMk/>
            <pc:sldMk cId="3206676628" sldId="593"/>
            <ac:spMk id="20" creationId="{650BA834-0A9F-BD83-5FA9-37529DB74455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22" creationId="{5B35E490-6BA3-3DC1-AB4B-7B3F19505D49}"/>
          </ac:spMkLst>
        </pc:spChg>
        <pc:spChg chg="add del mod">
          <ac:chgData name="Li, Cong" userId="025630f4-267e-4cb3-8cd5-8795177f99f4" providerId="ADAL" clId="{929A2CC8-B112-421C-81E2-D5D63B23E300}" dt="2026-09-06T04:32:35.510" v="43818" actId="478"/>
          <ac:spMkLst>
            <pc:docMk/>
            <pc:sldMk cId="3206676628" sldId="593"/>
            <ac:spMk id="23" creationId="{7619C8FA-A560-AA3C-E07F-0CC0AF16B39A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26" creationId="{E012D457-F0C3-9C56-71FB-21EDF8D2E942}"/>
          </ac:spMkLst>
        </pc:spChg>
        <pc:spChg chg="add mod">
          <ac:chgData name="Li, Cong" userId="025630f4-267e-4cb3-8cd5-8795177f99f4" providerId="ADAL" clId="{929A2CC8-B112-421C-81E2-D5D63B23E300}" dt="2026-09-06T04:32:54.488" v="43840" actId="20577"/>
          <ac:spMkLst>
            <pc:docMk/>
            <pc:sldMk cId="3206676628" sldId="593"/>
            <ac:spMk id="30" creationId="{046E1DB8-C574-BACF-3FDC-301FEF6A7BE0}"/>
          </ac:spMkLst>
        </pc:spChg>
        <pc:spChg chg="add mod">
          <ac:chgData name="Li, Cong" userId="025630f4-267e-4cb3-8cd5-8795177f99f4" providerId="ADAL" clId="{929A2CC8-B112-421C-81E2-D5D63B23E300}" dt="2026-09-06T04:32:51.217" v="43839" actId="1038"/>
          <ac:spMkLst>
            <pc:docMk/>
            <pc:sldMk cId="3206676628" sldId="593"/>
            <ac:spMk id="36" creationId="{1E4878DF-21A5-2CCA-40E4-DC134A1947C8}"/>
          </ac:spMkLst>
        </pc:spChg>
        <pc:spChg chg="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37" creationId="{D06531E8-5951-90DF-F15A-B4BAE9387D62}"/>
          </ac:spMkLst>
        </pc:spChg>
        <pc:spChg chg="add 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39" creationId="{344A0473-C652-B197-25B7-99954BF8909A}"/>
          </ac:spMkLst>
        </pc:spChg>
        <pc:spChg chg="add mod">
          <ac:chgData name="Li, Cong" userId="025630f4-267e-4cb3-8cd5-8795177f99f4" providerId="ADAL" clId="{929A2CC8-B112-421C-81E2-D5D63B23E300}" dt="2026-09-06T04:32:51.217" v="43839" actId="1038"/>
          <ac:spMkLst>
            <pc:docMk/>
            <pc:sldMk cId="3206676628" sldId="593"/>
            <ac:spMk id="41" creationId="{7A46509A-B9B3-8DAD-311B-CC96388E2E4C}"/>
          </ac:spMkLst>
        </pc:spChg>
        <pc:spChg chg="add mod">
          <ac:chgData name="Li, Cong" userId="025630f4-267e-4cb3-8cd5-8795177f99f4" providerId="ADAL" clId="{929A2CC8-B112-421C-81E2-D5D63B23E300}" dt="2026-09-06T04:33:13.169" v="43861" actId="1037"/>
          <ac:spMkLst>
            <pc:docMk/>
            <pc:sldMk cId="3206676628" sldId="593"/>
            <ac:spMk id="43" creationId="{EB952C03-EDE6-9A12-3657-EAD731E7F18A}"/>
          </ac:spMkLst>
        </pc:spChg>
        <pc:spChg chg="add mod">
          <ac:chgData name="Li, Cong" userId="025630f4-267e-4cb3-8cd5-8795177f99f4" providerId="ADAL" clId="{929A2CC8-B112-421C-81E2-D5D63B23E300}" dt="2026-09-06T04:33:26.466" v="43880" actId="1036"/>
          <ac:spMkLst>
            <pc:docMk/>
            <pc:sldMk cId="3206676628" sldId="593"/>
            <ac:spMk id="45" creationId="{78343AE1-7A99-925A-3FD2-D0373B8AE5BE}"/>
          </ac:spMkLst>
        </pc:spChg>
        <pc:spChg chg="add mod">
          <ac:chgData name="Li, Cong" userId="025630f4-267e-4cb3-8cd5-8795177f99f4" providerId="ADAL" clId="{929A2CC8-B112-421C-81E2-D5D63B23E300}" dt="2026-09-06T04:33:13.169" v="43861" actId="1037"/>
          <ac:spMkLst>
            <pc:docMk/>
            <pc:sldMk cId="3206676628" sldId="593"/>
            <ac:spMk id="47" creationId="{12347246-C81D-6031-ED54-F28B19B25DDC}"/>
          </ac:spMkLst>
        </pc:spChg>
        <pc:spChg chg="del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48" creationId="{05EBD767-9D37-AF39-972F-0E360905EDFC}"/>
          </ac:spMkLst>
        </pc:spChg>
        <pc:spChg chg="del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49" creationId="{3B603EC4-7336-1E46-243B-245241E3346A}"/>
          </ac:spMkLst>
        </pc:spChg>
        <pc:spChg chg="del">
          <ac:chgData name="Li, Cong" userId="025630f4-267e-4cb3-8cd5-8795177f99f4" providerId="ADAL" clId="{929A2CC8-B112-421C-81E2-D5D63B23E300}" dt="2026-09-06T04:31:50.346" v="43784" actId="478"/>
          <ac:spMkLst>
            <pc:docMk/>
            <pc:sldMk cId="3206676628" sldId="593"/>
            <ac:spMk id="50" creationId="{D04365C7-F3A2-72FC-B85B-93EC21FB92D4}"/>
          </ac:spMkLst>
        </pc:spChg>
        <pc:spChg chg="del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51" creationId="{FB248E6C-F6CB-1A2D-D811-DF8739717625}"/>
          </ac:spMkLst>
        </pc:spChg>
        <pc:spChg chg="del mod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52" creationId="{A7B26375-988C-4960-8B76-487B81165AD2}"/>
          </ac:spMkLst>
        </pc:spChg>
        <pc:spChg chg="del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53" creationId="{CBEAE2BC-E392-4EFF-4BE5-48699033D072}"/>
          </ac:spMkLst>
        </pc:spChg>
        <pc:spChg chg="del mod">
          <ac:chgData name="Li, Cong" userId="025630f4-267e-4cb3-8cd5-8795177f99f4" providerId="ADAL" clId="{929A2CC8-B112-421C-81E2-D5D63B23E300}" dt="2026-09-06T04:32:40.055" v="43819" actId="478"/>
          <ac:spMkLst>
            <pc:docMk/>
            <pc:sldMk cId="3206676628" sldId="593"/>
            <ac:spMk id="54" creationId="{5FDF0A85-E340-A550-E6EE-1B93FA9FCD04}"/>
          </ac:spMkLst>
        </pc:spChg>
        <pc:spChg chg="del">
          <ac:chgData name="Li, Cong" userId="025630f4-267e-4cb3-8cd5-8795177f99f4" providerId="ADAL" clId="{929A2CC8-B112-421C-81E2-D5D63B23E300}" dt="2026-09-06T04:31:58.357" v="43786" actId="478"/>
          <ac:spMkLst>
            <pc:docMk/>
            <pc:sldMk cId="3206676628" sldId="593"/>
            <ac:spMk id="55" creationId="{B6913629-5F2B-C20E-CDBC-1533C9F1F0CD}"/>
          </ac:spMkLst>
        </pc:spChg>
        <pc:spChg chg="add mod">
          <ac:chgData name="Li, Cong" userId="025630f4-267e-4cb3-8cd5-8795177f99f4" providerId="ADAL" clId="{929A2CC8-B112-421C-81E2-D5D63B23E300}" dt="2026-09-06T04:33:13.169" v="43861" actId="1037"/>
          <ac:spMkLst>
            <pc:docMk/>
            <pc:sldMk cId="3206676628" sldId="593"/>
            <ac:spMk id="57" creationId="{7091302A-4AF0-3B1F-AAD1-B7B1AAFCA62E}"/>
          </ac:spMkLst>
        </pc:spChg>
        <pc:spChg chg="add mod">
          <ac:chgData name="Li, Cong" userId="025630f4-267e-4cb3-8cd5-8795177f99f4" providerId="ADAL" clId="{929A2CC8-B112-421C-81E2-D5D63B23E300}" dt="2026-09-06T04:33:13.169" v="43861" actId="1037"/>
          <ac:spMkLst>
            <pc:docMk/>
            <pc:sldMk cId="3206676628" sldId="593"/>
            <ac:spMk id="59" creationId="{57BF932A-3790-766A-7D42-14D9C7CCCFCF}"/>
          </ac:spMkLst>
        </pc:spChg>
        <pc:spChg chg="add mod">
          <ac:chgData name="Li, Cong" userId="025630f4-267e-4cb3-8cd5-8795177f99f4" providerId="ADAL" clId="{929A2CC8-B112-421C-81E2-D5D63B23E300}" dt="2026-09-06T04:33:44.333" v="43883" actId="14100"/>
          <ac:spMkLst>
            <pc:docMk/>
            <pc:sldMk cId="3206676628" sldId="593"/>
            <ac:spMk id="60" creationId="{0FB9AA6E-9266-9A28-59AD-86920EE5F3DD}"/>
          </ac:spMkLst>
        </pc:spChg>
        <pc:spChg chg="add del mod">
          <ac:chgData name="Li, Cong" userId="025630f4-267e-4cb3-8cd5-8795177f99f4" providerId="ADAL" clId="{929A2CC8-B112-421C-81E2-D5D63B23E300}" dt="2026-09-06T04:35:30.724" v="43940" actId="478"/>
          <ac:spMkLst>
            <pc:docMk/>
            <pc:sldMk cId="3206676628" sldId="593"/>
            <ac:spMk id="61" creationId="{A2E81C56-E027-5837-FBE6-C45EBAA0566C}"/>
          </ac:spMkLst>
        </pc:spChg>
        <pc:spChg chg="add mod">
          <ac:chgData name="Li, Cong" userId="025630f4-267e-4cb3-8cd5-8795177f99f4" providerId="ADAL" clId="{929A2CC8-B112-421C-81E2-D5D63B23E300}" dt="2026-09-06T04:40:06.732" v="44040"/>
          <ac:spMkLst>
            <pc:docMk/>
            <pc:sldMk cId="3206676628" sldId="593"/>
            <ac:spMk id="65" creationId="{D07D73F0-1EDC-5894-9074-8972658CBF22}"/>
          </ac:spMkLst>
        </pc:spChg>
        <pc:spChg chg="add mod">
          <ac:chgData name="Li, Cong" userId="025630f4-267e-4cb3-8cd5-8795177f99f4" providerId="ADAL" clId="{929A2CC8-B112-421C-81E2-D5D63B23E300}" dt="2026-09-06T04:40:06.732" v="44040"/>
          <ac:spMkLst>
            <pc:docMk/>
            <pc:sldMk cId="3206676628" sldId="593"/>
            <ac:spMk id="66" creationId="{B2E66D91-881B-E29C-B158-4026FC255B9D}"/>
          </ac:spMkLst>
        </pc:spChg>
        <pc:cxnChg chg="add del mod">
          <ac:chgData name="Li, Cong" userId="025630f4-267e-4cb3-8cd5-8795177f99f4" providerId="ADAL" clId="{929A2CC8-B112-421C-81E2-D5D63B23E300}" dt="2026-09-06T04:35:31.402" v="43941" actId="478"/>
          <ac:cxnSpMkLst>
            <pc:docMk/>
            <pc:sldMk cId="3206676628" sldId="593"/>
            <ac:cxnSpMk id="63" creationId="{696A6E69-368A-104D-BFFB-D42212662F7D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06T05:46:08.470" v="45917" actId="14100"/>
        <pc:sldMkLst>
          <pc:docMk/>
          <pc:sldMk cId="1234627996" sldId="594"/>
        </pc:sldMkLst>
        <pc:spChg chg="add mod">
          <ac:chgData name="Li, Cong" userId="025630f4-267e-4cb3-8cd5-8795177f99f4" providerId="ADAL" clId="{929A2CC8-B112-421C-81E2-D5D63B23E300}" dt="2026-09-06T04:36:03.271" v="43946" actId="14100"/>
          <ac:spMkLst>
            <pc:docMk/>
            <pc:sldMk cId="1234627996" sldId="594"/>
            <ac:spMk id="4" creationId="{60652A3C-147E-232C-CA06-FE14AF3F193B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6" creationId="{4108475E-5501-053E-989B-2035A5E78FFF}"/>
          </ac:spMkLst>
        </pc:spChg>
        <pc:spChg chg="add mod">
          <ac:chgData name="Li, Cong" userId="025630f4-267e-4cb3-8cd5-8795177f99f4" providerId="ADAL" clId="{929A2CC8-B112-421C-81E2-D5D63B23E300}" dt="2026-09-06T04:36:12.818" v="43957" actId="20577"/>
          <ac:spMkLst>
            <pc:docMk/>
            <pc:sldMk cId="1234627996" sldId="594"/>
            <ac:spMk id="9" creationId="{D0EF94F5-9647-0D76-F9F8-65AAFA49E101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10" creationId="{6DE769C9-4063-9E97-1748-3C0569B7E1FE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13" creationId="{6073DDA5-4BA6-886E-2680-E2541E29D107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14" creationId="{297A6872-6496-09C1-4912-BB3A010B4D3E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15" creationId="{711918D1-4EC2-2B93-3398-2D32F2A81F86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17" creationId="{4007E32F-248A-ECE6-99BE-B8EDF4B96794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18" creationId="{92DBB24A-FDBF-5ABD-849D-AF9F69B77917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19" creationId="{97D4EE61-45C1-80CC-4967-F2B2B669A039}"/>
          </ac:spMkLst>
        </pc:spChg>
        <pc:spChg chg="add mod">
          <ac:chgData name="Li, Cong" userId="025630f4-267e-4cb3-8cd5-8795177f99f4" providerId="ADAL" clId="{929A2CC8-B112-421C-81E2-D5D63B23E300}" dt="2026-09-06T04:38:47.342" v="44018" actId="1076"/>
          <ac:spMkLst>
            <pc:docMk/>
            <pc:sldMk cId="1234627996" sldId="594"/>
            <ac:spMk id="23" creationId="{A9C694BD-C0AC-E6EE-1778-CD191F7D5B70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24" creationId="{7CE17889-CACD-D4D4-E39A-ECF67FF94DED}"/>
          </ac:spMkLst>
        </pc:spChg>
        <pc:spChg chg="add mod">
          <ac:chgData name="Li, Cong" userId="025630f4-267e-4cb3-8cd5-8795177f99f4" providerId="ADAL" clId="{929A2CC8-B112-421C-81E2-D5D63B23E300}" dt="2026-09-06T05:46:08.470" v="45917" actId="14100"/>
          <ac:spMkLst>
            <pc:docMk/>
            <pc:sldMk cId="1234627996" sldId="594"/>
            <ac:spMk id="25" creationId="{F2B95D8C-48C0-F3B3-4B71-1A41FB5D9565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26" creationId="{B5910F53-AB92-461A-B82F-1F10A3E8C333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28" creationId="{ABBFBEC1-8F91-291D-354D-34681CCA0EE8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31" creationId="{50ED9F80-8A34-995B-72D1-3DE04A772607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32" creationId="{2E9157CB-1FB4-5073-7B5D-C1CB7C422DE8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35" creationId="{EFDCCE23-DE9E-2278-17F8-6B2B5F95E36E}"/>
          </ac:spMkLst>
        </pc:spChg>
        <pc:spChg chg="del">
          <ac:chgData name="Li, Cong" userId="025630f4-267e-4cb3-8cd5-8795177f99f4" providerId="ADAL" clId="{929A2CC8-B112-421C-81E2-D5D63B23E300}" dt="2026-09-06T04:36:22.922" v="43961" actId="478"/>
          <ac:spMkLst>
            <pc:docMk/>
            <pc:sldMk cId="1234627996" sldId="594"/>
            <ac:spMk id="37" creationId="{CE5F835F-2CE8-A622-C73E-505A7FD9E78A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39" creationId="{0450753A-80DF-48DD-8188-E244BFB353ED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45" creationId="{C7045EFA-9BCF-B7F5-71FA-A6E864CB07FC}"/>
          </ac:spMkLst>
        </pc:spChg>
        <pc:spChg chg="del">
          <ac:chgData name="Li, Cong" userId="025630f4-267e-4cb3-8cd5-8795177f99f4" providerId="ADAL" clId="{929A2CC8-B112-421C-81E2-D5D63B23E300}" dt="2026-09-06T04:38:39.541" v="44017" actId="478"/>
          <ac:spMkLst>
            <pc:docMk/>
            <pc:sldMk cId="1234627996" sldId="594"/>
            <ac:spMk id="59" creationId="{53C50B99-3F5B-A21E-9F9D-3CC24A552B91}"/>
          </ac:spMkLst>
        </pc:spChg>
        <pc:cxnChg chg="add mod">
          <ac:chgData name="Li, Cong" userId="025630f4-267e-4cb3-8cd5-8795177f99f4" providerId="ADAL" clId="{929A2CC8-B112-421C-81E2-D5D63B23E300}" dt="2026-09-06T04:36:27.830" v="43962" actId="14100"/>
          <ac:cxnSpMkLst>
            <pc:docMk/>
            <pc:sldMk cId="1234627996" sldId="594"/>
            <ac:cxnSpMk id="12" creationId="{F570AB67-E05E-5DD1-A7A4-ABF48D012B27}"/>
          </ac:cxnSpMkLst>
        </pc:cxnChg>
        <pc:cxnChg chg="add mod">
          <ac:chgData name="Li, Cong" userId="025630f4-267e-4cb3-8cd5-8795177f99f4" providerId="ADAL" clId="{929A2CC8-B112-421C-81E2-D5D63B23E300}" dt="2026-09-06T05:46:08.470" v="45917" actId="14100"/>
          <ac:cxnSpMkLst>
            <pc:docMk/>
            <pc:sldMk cId="1234627996" sldId="594"/>
            <ac:cxnSpMk id="34" creationId="{7C655319-58AB-6534-0502-66549D6AC165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06T04:41:41.547" v="44130"/>
        <pc:sldMkLst>
          <pc:docMk/>
          <pc:sldMk cId="2231171154" sldId="595"/>
        </pc:sldMkLst>
        <pc:spChg chg="add mod">
          <ac:chgData name="Li, Cong" userId="025630f4-267e-4cb3-8cd5-8795177f99f4" providerId="ADAL" clId="{929A2CC8-B112-421C-81E2-D5D63B23E300}" dt="2026-09-06T04:39:21.032" v="44023"/>
          <ac:spMkLst>
            <pc:docMk/>
            <pc:sldMk cId="2231171154" sldId="595"/>
            <ac:spMk id="4" creationId="{02B24024-3BE4-2B35-E2BF-C5880DB0F801}"/>
          </ac:spMkLst>
        </pc:spChg>
        <pc:spChg chg="add mod">
          <ac:chgData name="Li, Cong" userId="025630f4-267e-4cb3-8cd5-8795177f99f4" providerId="ADAL" clId="{929A2CC8-B112-421C-81E2-D5D63B23E300}" dt="2026-09-06T04:39:21.032" v="44023"/>
          <ac:spMkLst>
            <pc:docMk/>
            <pc:sldMk cId="2231171154" sldId="595"/>
            <ac:spMk id="9" creationId="{3EB2FE66-6583-4072-A997-17372D803B09}"/>
          </ac:spMkLst>
        </pc:spChg>
        <pc:spChg chg="del">
          <ac:chgData name="Li, Cong" userId="025630f4-267e-4cb3-8cd5-8795177f99f4" providerId="ADAL" clId="{929A2CC8-B112-421C-81E2-D5D63B23E300}" dt="2026-09-06T04:39:39.940" v="44029" actId="478"/>
          <ac:spMkLst>
            <pc:docMk/>
            <pc:sldMk cId="2231171154" sldId="595"/>
            <ac:spMk id="10" creationId="{092C5C00-61BA-0BD4-4CAB-4279FE1ADA78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14" creationId="{725F1800-5C54-330B-0FAD-FB1A0492A8EC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15" creationId="{606F81DB-2B2D-6120-1F57-F58F484E0AA8}"/>
          </ac:spMkLst>
        </pc:spChg>
        <pc:spChg chg="add mod">
          <ac:chgData name="Li, Cong" userId="025630f4-267e-4cb3-8cd5-8795177f99f4" providerId="ADAL" clId="{929A2CC8-B112-421C-81E2-D5D63B23E300}" dt="2026-09-06T04:41:16.518" v="44123" actId="1076"/>
          <ac:spMkLst>
            <pc:docMk/>
            <pc:sldMk cId="2231171154" sldId="595"/>
            <ac:spMk id="16" creationId="{C30983B1-4031-9383-9931-D9A6A79708D0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17" creationId="{1B7978DA-B55F-5FA4-CCD7-BEF1621594F3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18" creationId="{700EB86E-CB57-DFDE-C747-48ECD84DE98A}"/>
          </ac:spMkLst>
        </pc:spChg>
        <pc:spChg chg="del mod">
          <ac:chgData name="Li, Cong" userId="025630f4-267e-4cb3-8cd5-8795177f99f4" providerId="ADAL" clId="{929A2CC8-B112-421C-81E2-D5D63B23E300}" dt="2026-09-06T04:39:45.124" v="44031" actId="478"/>
          <ac:spMkLst>
            <pc:docMk/>
            <pc:sldMk cId="2231171154" sldId="595"/>
            <ac:spMk id="19" creationId="{0F392E81-40F6-5DC4-5586-35AE420E4801}"/>
          </ac:spMkLst>
        </pc:spChg>
        <pc:spChg chg="del">
          <ac:chgData name="Li, Cong" userId="025630f4-267e-4cb3-8cd5-8795177f99f4" providerId="ADAL" clId="{929A2CC8-B112-421C-81E2-D5D63B23E300}" dt="2026-09-06T04:39:47.001" v="44032" actId="478"/>
          <ac:spMkLst>
            <pc:docMk/>
            <pc:sldMk cId="2231171154" sldId="595"/>
            <ac:spMk id="24" creationId="{4AF09819-A3D2-6D1E-A00F-DF3921EC7E52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26" creationId="{C9D97559-1E7A-C146-6270-5E7C60D26700}"/>
          </ac:spMkLst>
        </pc:spChg>
        <pc:spChg chg="del">
          <ac:chgData name="Li, Cong" userId="025630f4-267e-4cb3-8cd5-8795177f99f4" providerId="ADAL" clId="{929A2CC8-B112-421C-81E2-D5D63B23E300}" dt="2026-09-06T04:39:32.366" v="44024" actId="478"/>
          <ac:spMkLst>
            <pc:docMk/>
            <pc:sldMk cId="2231171154" sldId="595"/>
            <ac:spMk id="29" creationId="{90369F40-458E-D70B-E906-A1CE4D7F4175}"/>
          </ac:spMkLst>
        </pc:spChg>
        <pc:spChg chg="del mod">
          <ac:chgData name="Li, Cong" userId="025630f4-267e-4cb3-8cd5-8795177f99f4" providerId="ADAL" clId="{929A2CC8-B112-421C-81E2-D5D63B23E300}" dt="2026-09-06T04:39:35.564" v="44026" actId="478"/>
          <ac:spMkLst>
            <pc:docMk/>
            <pc:sldMk cId="2231171154" sldId="595"/>
            <ac:spMk id="31" creationId="{9200036B-3F0A-617C-384E-B2E36D616102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32" creationId="{ADF8ACCF-2AEE-1CD3-3647-0F36DCA19DC6}"/>
          </ac:spMkLst>
        </pc:spChg>
        <pc:spChg chg="del">
          <ac:chgData name="Li, Cong" userId="025630f4-267e-4cb3-8cd5-8795177f99f4" providerId="ADAL" clId="{929A2CC8-B112-421C-81E2-D5D63B23E300}" dt="2026-09-06T04:39:37.289" v="44027" actId="478"/>
          <ac:spMkLst>
            <pc:docMk/>
            <pc:sldMk cId="2231171154" sldId="595"/>
            <ac:spMk id="33" creationId="{E2E433B9-2FB0-BB30-7913-ADAF0243B002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35" creationId="{A808860F-80A2-6308-25A3-07E6DE0E81B2}"/>
          </ac:spMkLst>
        </pc:spChg>
        <pc:spChg chg="del">
          <ac:chgData name="Li, Cong" userId="025630f4-267e-4cb3-8cd5-8795177f99f4" providerId="ADAL" clId="{929A2CC8-B112-421C-81E2-D5D63B23E300}" dt="2026-09-06T04:41:19.276" v="44124" actId="478"/>
          <ac:spMkLst>
            <pc:docMk/>
            <pc:sldMk cId="2231171154" sldId="595"/>
            <ac:spMk id="37" creationId="{FD095BE4-D0CB-BC92-6BBD-DECE6FA0E7CE}"/>
          </ac:spMkLst>
        </pc:spChg>
        <pc:spChg chg="del">
          <ac:chgData name="Li, Cong" userId="025630f4-267e-4cb3-8cd5-8795177f99f4" providerId="ADAL" clId="{929A2CC8-B112-421C-81E2-D5D63B23E300}" dt="2026-09-06T04:39:38.803" v="44028" actId="478"/>
          <ac:spMkLst>
            <pc:docMk/>
            <pc:sldMk cId="2231171154" sldId="595"/>
            <ac:spMk id="39" creationId="{C162E38A-A2DF-A395-C911-778851A25FAA}"/>
          </ac:spMkLst>
        </pc:spChg>
        <pc:spChg chg="del">
          <ac:chgData name="Li, Cong" userId="025630f4-267e-4cb3-8cd5-8795177f99f4" providerId="ADAL" clId="{929A2CC8-B112-421C-81E2-D5D63B23E300}" dt="2026-09-06T04:39:48.491" v="44033" actId="478"/>
          <ac:spMkLst>
            <pc:docMk/>
            <pc:sldMk cId="2231171154" sldId="595"/>
            <ac:spMk id="41" creationId="{A1A7F70B-FD88-ADE3-44D9-D5F976DAE48E}"/>
          </ac:spMkLst>
        </pc:spChg>
        <pc:spChg chg="del mod">
          <ac:chgData name="Li, Cong" userId="025630f4-267e-4cb3-8cd5-8795177f99f4" providerId="ADAL" clId="{929A2CC8-B112-421C-81E2-D5D63B23E300}" dt="2026-09-06T04:39:50.746" v="44035" actId="478"/>
          <ac:spMkLst>
            <pc:docMk/>
            <pc:sldMk cId="2231171154" sldId="595"/>
            <ac:spMk id="45" creationId="{42621D93-592B-EFFF-7C4A-D39CFC93A88E}"/>
          </ac:spMkLst>
        </pc:spChg>
        <pc:spChg chg="del">
          <ac:chgData name="Li, Cong" userId="025630f4-267e-4cb3-8cd5-8795177f99f4" providerId="ADAL" clId="{929A2CC8-B112-421C-81E2-D5D63B23E300}" dt="2026-09-06T04:39:52.720" v="44036" actId="478"/>
          <ac:spMkLst>
            <pc:docMk/>
            <pc:sldMk cId="2231171154" sldId="595"/>
            <ac:spMk id="47" creationId="{0ABFE54E-77AC-FD62-110D-392DD8AA2CF8}"/>
          </ac:spMkLst>
        </pc:spChg>
        <pc:spChg chg="del">
          <ac:chgData name="Li, Cong" userId="025630f4-267e-4cb3-8cd5-8795177f99f4" providerId="ADAL" clId="{929A2CC8-B112-421C-81E2-D5D63B23E300}" dt="2026-09-06T04:39:55.518" v="44037" actId="478"/>
          <ac:spMkLst>
            <pc:docMk/>
            <pc:sldMk cId="2231171154" sldId="595"/>
            <ac:spMk id="57" creationId="{16A27581-A53A-7D59-F083-8B4EA3D73A11}"/>
          </ac:spMkLst>
        </pc:spChg>
        <pc:spChg chg="del">
          <ac:chgData name="Li, Cong" userId="025630f4-267e-4cb3-8cd5-8795177f99f4" providerId="ADAL" clId="{929A2CC8-B112-421C-81E2-D5D63B23E300}" dt="2026-09-06T04:39:58.190" v="44038" actId="478"/>
          <ac:spMkLst>
            <pc:docMk/>
            <pc:sldMk cId="2231171154" sldId="595"/>
            <ac:spMk id="59" creationId="{EC862F68-5995-9B56-56EF-9BD019152293}"/>
          </ac:spMkLst>
        </pc:spChg>
        <pc:cxnChg chg="add mod">
          <ac:chgData name="Li, Cong" userId="025630f4-267e-4cb3-8cd5-8795177f99f4" providerId="ADAL" clId="{929A2CC8-B112-421C-81E2-D5D63B23E300}" dt="2026-09-06T04:40:37.816" v="44043" actId="14100"/>
          <ac:cxnSpMkLst>
            <pc:docMk/>
            <pc:sldMk cId="2231171154" sldId="595"/>
            <ac:cxnSpMk id="12" creationId="{24813B87-12EB-C2E3-FAFD-F4B2F1718DAE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6T04:51:52.675" v="44769" actId="20577"/>
        <pc:sldMkLst>
          <pc:docMk/>
          <pc:sldMk cId="827556008" sldId="596"/>
        </pc:sldMkLst>
        <pc:spChg chg="add mod">
          <ac:chgData name="Li, Cong" userId="025630f4-267e-4cb3-8cd5-8795177f99f4" providerId="ADAL" clId="{929A2CC8-B112-421C-81E2-D5D63B23E300}" dt="2026-09-06T04:40:05.646" v="44039"/>
          <ac:spMkLst>
            <pc:docMk/>
            <pc:sldMk cId="827556008" sldId="596"/>
            <ac:spMk id="4" creationId="{4364580C-5FD3-4DA1-9C24-CB512AF24F6C}"/>
          </ac:spMkLst>
        </pc:spChg>
        <pc:spChg chg="add mod">
          <ac:chgData name="Li, Cong" userId="025630f4-267e-4cb3-8cd5-8795177f99f4" providerId="ADAL" clId="{929A2CC8-B112-421C-81E2-D5D63B23E300}" dt="2026-09-06T04:40:05.646" v="44039"/>
          <ac:spMkLst>
            <pc:docMk/>
            <pc:sldMk cId="827556008" sldId="596"/>
            <ac:spMk id="9" creationId="{FB640F8F-EBC5-A331-D061-1C654D819EA6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14" creationId="{6CCDA8B0-CBBF-E14B-C211-6525D34339C6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15" creationId="{D4D38AC3-C58C-A92F-2252-E742949E21F8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16" creationId="{16CF746F-CE95-1E33-39C7-FA7BF2CCDCEF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17" creationId="{F525A09D-36F2-74A9-CC16-9E80668E549B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18" creationId="{C950A4DF-F0BE-7AF1-1248-4DF30B2ACF7B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23" creationId="{B95CC4BE-EABB-E566-777B-6E4ED8F5E193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25" creationId="{3D986C03-EDE7-B69F-F7C1-92EDA29CF5C5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26" creationId="{386EF14D-0808-FA18-94E7-5E879A1B732A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32" creationId="{E77DA680-818D-6343-78E6-DB7E901460EA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35" creationId="{D26AB08F-F004-5063-0646-17B9D644E252}"/>
          </ac:spMkLst>
        </pc:spChg>
        <pc:spChg chg="del">
          <ac:chgData name="Li, Cong" userId="025630f4-267e-4cb3-8cd5-8795177f99f4" providerId="ADAL" clId="{929A2CC8-B112-421C-81E2-D5D63B23E300}" dt="2026-09-06T04:47:17.307" v="44393" actId="478"/>
          <ac:spMkLst>
            <pc:docMk/>
            <pc:sldMk cId="827556008" sldId="596"/>
            <ac:spMk id="37" creationId="{9E1B7B1D-2271-CB2A-0C61-A2D6030FDC8B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46" creationId="{BD18235F-2529-C367-09E4-49EA06DB467A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48" creationId="{840CFDEE-07A3-5450-B1C1-05B47A98E5BF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50" creationId="{4F9AE1F9-A841-B309-2EC5-3193377A0A25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51" creationId="{9AF0FA7E-3BD9-1154-A7EE-37B81F965027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52" creationId="{003F74D6-E1B6-69DA-7EEC-3455679DDBF3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55" creationId="{B48B6731-ABC7-5DEE-BADB-F586922EC08A}"/>
          </ac:spMkLst>
        </pc:spChg>
        <pc:spChg chg="add del mod">
          <ac:chgData name="Li, Cong" userId="025630f4-267e-4cb3-8cd5-8795177f99f4" providerId="ADAL" clId="{929A2CC8-B112-421C-81E2-D5D63B23E300}" dt="2026-09-06T04:47:34.168" v="44442" actId="478"/>
          <ac:spMkLst>
            <pc:docMk/>
            <pc:sldMk cId="827556008" sldId="596"/>
            <ac:spMk id="56" creationId="{8C49277A-32A4-8CC2-AD7E-A893C4EDC43A}"/>
          </ac:spMkLst>
        </pc:spChg>
        <pc:spChg chg="mod">
          <ac:chgData name="Li, Cong" userId="025630f4-267e-4cb3-8cd5-8795177f99f4" providerId="ADAL" clId="{929A2CC8-B112-421C-81E2-D5D63B23E300}" dt="2026-09-06T04:47:55.166" v="44482" actId="20577"/>
          <ac:spMkLst>
            <pc:docMk/>
            <pc:sldMk cId="827556008" sldId="596"/>
            <ac:spMk id="58" creationId="{336A330F-A59A-4D96-B76A-13A2484800B2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61" creationId="{C6F63A72-80D6-0AD6-C300-6A8303903DAF}"/>
          </ac:spMkLst>
        </pc:spChg>
        <pc:spChg chg="add mod">
          <ac:chgData name="Li, Cong" userId="025630f4-267e-4cb3-8cd5-8795177f99f4" providerId="ADAL" clId="{929A2CC8-B112-421C-81E2-D5D63B23E300}" dt="2026-09-06T04:47:57.998" v="44485" actId="14100"/>
          <ac:spMkLst>
            <pc:docMk/>
            <pc:sldMk cId="827556008" sldId="596"/>
            <ac:spMk id="62" creationId="{362DE7E6-AE81-335F-E3DA-9F2A243C2046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63" creationId="{2E0E61AC-37C4-7DA6-F62E-DC154DFCADDB}"/>
          </ac:spMkLst>
        </pc:spChg>
        <pc:spChg chg="mod">
          <ac:chgData name="Li, Cong" userId="025630f4-267e-4cb3-8cd5-8795177f99f4" providerId="ADAL" clId="{929A2CC8-B112-421C-81E2-D5D63B23E300}" dt="2026-09-06T04:48:00.898" v="44486" actId="20577"/>
          <ac:spMkLst>
            <pc:docMk/>
            <pc:sldMk cId="827556008" sldId="596"/>
            <ac:spMk id="64" creationId="{051603B8-5F72-4824-225B-13A418EAA411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65" creationId="{2E02BBFB-D0BF-B1A0-2AF1-4621626B9DAD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69" creationId="{19044406-9DF0-1C8F-98A6-BD2B48CAE539}"/>
          </ac:spMkLst>
        </pc:spChg>
        <pc:spChg chg="add mod">
          <ac:chgData name="Li, Cong" userId="025630f4-267e-4cb3-8cd5-8795177f99f4" providerId="ADAL" clId="{929A2CC8-B112-421C-81E2-D5D63B23E300}" dt="2026-09-06T04:48:04.160" v="44487" actId="20577"/>
          <ac:spMkLst>
            <pc:docMk/>
            <pc:sldMk cId="827556008" sldId="596"/>
            <ac:spMk id="72" creationId="{2BBA8437-B46B-91EE-7ABD-CC30CC2F0637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74" creationId="{1CFBD009-C8B8-D29C-BF71-979D1DDD258D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77" creationId="{2CCCAEAF-0563-6D27-5179-7F7B1175DD5A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80" creationId="{51C46B27-3C37-52EB-F43C-3E697E5B8A78}"/>
          </ac:spMkLst>
        </pc:spChg>
        <pc:spChg chg="add mod">
          <ac:chgData name="Li, Cong" userId="025630f4-267e-4cb3-8cd5-8795177f99f4" providerId="ADAL" clId="{929A2CC8-B112-421C-81E2-D5D63B23E300}" dt="2026-09-06T04:47:44.855" v="44481" actId="1038"/>
          <ac:spMkLst>
            <pc:docMk/>
            <pc:sldMk cId="827556008" sldId="596"/>
            <ac:spMk id="81" creationId="{6C860EFB-0BEB-C191-B196-05328AE9CC71}"/>
          </ac:spMkLst>
        </pc:spChg>
        <pc:spChg chg="add mod">
          <ac:chgData name="Li, Cong" userId="025630f4-267e-4cb3-8cd5-8795177f99f4" providerId="ADAL" clId="{929A2CC8-B112-421C-81E2-D5D63B23E300}" dt="2026-09-06T04:50:35.839" v="44603" actId="1076"/>
          <ac:spMkLst>
            <pc:docMk/>
            <pc:sldMk cId="827556008" sldId="596"/>
            <ac:spMk id="83" creationId="{3DC70548-16DC-6F9E-17B5-27A8BC92ADBC}"/>
          </ac:spMkLst>
        </pc:spChg>
        <pc:spChg chg="add mod">
          <ac:chgData name="Li, Cong" userId="025630f4-267e-4cb3-8cd5-8795177f99f4" providerId="ADAL" clId="{929A2CC8-B112-421C-81E2-D5D63B23E300}" dt="2026-09-06T04:50:40.726" v="44605" actId="1076"/>
          <ac:spMkLst>
            <pc:docMk/>
            <pc:sldMk cId="827556008" sldId="596"/>
            <ac:spMk id="85" creationId="{5CCC5D18-1D94-60D4-604B-E925CAF7F0F9}"/>
          </ac:spMkLst>
        </pc:spChg>
        <pc:spChg chg="add mod">
          <ac:chgData name="Li, Cong" userId="025630f4-267e-4cb3-8cd5-8795177f99f4" providerId="ADAL" clId="{929A2CC8-B112-421C-81E2-D5D63B23E300}" dt="2026-09-06T04:51:52.675" v="44769" actId="20577"/>
          <ac:spMkLst>
            <pc:docMk/>
            <pc:sldMk cId="827556008" sldId="596"/>
            <ac:spMk id="87" creationId="{DC184C7B-7CF6-5B4E-2AB8-6F9624878358}"/>
          </ac:spMkLst>
        </pc:spChg>
        <pc:cxnChg chg="add mod">
          <ac:chgData name="Li, Cong" userId="025630f4-267e-4cb3-8cd5-8795177f99f4" providerId="ADAL" clId="{929A2CC8-B112-421C-81E2-D5D63B23E300}" dt="2026-09-06T04:51:06.453" v="44639" actId="14100"/>
          <ac:cxnSpMkLst>
            <pc:docMk/>
            <pc:sldMk cId="827556008" sldId="596"/>
            <ac:cxnSpMk id="86" creationId="{F1619937-18B0-9649-86B9-44AF706FD554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7T10:38:51.396" v="51889"/>
        <pc:sldMkLst>
          <pc:docMk/>
          <pc:sldMk cId="117473122" sldId="597"/>
        </pc:sldMkLst>
        <pc:spChg chg="add mod">
          <ac:chgData name="Li, Cong" userId="025630f4-267e-4cb3-8cd5-8795177f99f4" providerId="ADAL" clId="{929A2CC8-B112-421C-81E2-D5D63B23E300}" dt="2026-09-06T04:42:22.754" v="44150" actId="1037"/>
          <ac:spMkLst>
            <pc:docMk/>
            <pc:sldMk cId="117473122" sldId="597"/>
            <ac:spMk id="14" creationId="{40BDE0CC-F61F-2010-3AEA-2F08C47BD635}"/>
          </ac:spMkLst>
        </pc:spChg>
        <pc:spChg chg="mod">
          <ac:chgData name="Li, Cong" userId="025630f4-267e-4cb3-8cd5-8795177f99f4" providerId="ADAL" clId="{929A2CC8-B112-421C-81E2-D5D63B23E300}" dt="2026-09-06T04:45:12.628" v="44235" actId="20577"/>
          <ac:spMkLst>
            <pc:docMk/>
            <pc:sldMk cId="117473122" sldId="597"/>
            <ac:spMk id="16" creationId="{296233DD-F991-9BA0-2F24-EA70E71C20E3}"/>
          </ac:spMkLst>
        </pc:spChg>
        <pc:spChg chg="add mod">
          <ac:chgData name="Li, Cong" userId="025630f4-267e-4cb3-8cd5-8795177f99f4" providerId="ADAL" clId="{929A2CC8-B112-421C-81E2-D5D63B23E300}" dt="2026-09-06T04:42:22.754" v="44150" actId="1037"/>
          <ac:spMkLst>
            <pc:docMk/>
            <pc:sldMk cId="117473122" sldId="597"/>
            <ac:spMk id="17" creationId="{2FCD68FF-642F-9D60-A1BE-FBC52C83F18E}"/>
          </ac:spMkLst>
        </pc:spChg>
        <pc:spChg chg="add mod">
          <ac:chgData name="Li, Cong" userId="025630f4-267e-4cb3-8cd5-8795177f99f4" providerId="ADAL" clId="{929A2CC8-B112-421C-81E2-D5D63B23E300}" dt="2026-09-06T04:42:22.754" v="44150" actId="1037"/>
          <ac:spMkLst>
            <pc:docMk/>
            <pc:sldMk cId="117473122" sldId="597"/>
            <ac:spMk id="19" creationId="{F68BC0FB-476B-5F96-1AE5-944FB5841BD1}"/>
          </ac:spMkLst>
        </pc:spChg>
        <pc:spChg chg="add mod">
          <ac:chgData name="Li, Cong" userId="025630f4-267e-4cb3-8cd5-8795177f99f4" providerId="ADAL" clId="{929A2CC8-B112-421C-81E2-D5D63B23E300}" dt="2026-09-06T04:42:22.754" v="44150" actId="1037"/>
          <ac:spMkLst>
            <pc:docMk/>
            <pc:sldMk cId="117473122" sldId="597"/>
            <ac:spMk id="21" creationId="{1A54506B-5535-70C9-CCD8-9F93D5BF5FC6}"/>
          </ac:spMkLst>
        </pc:spChg>
        <pc:spChg chg="add mod">
          <ac:chgData name="Li, Cong" userId="025630f4-267e-4cb3-8cd5-8795177f99f4" providerId="ADAL" clId="{929A2CC8-B112-421C-81E2-D5D63B23E300}" dt="2026-09-06T04:44:02.904" v="44217" actId="1037"/>
          <ac:spMkLst>
            <pc:docMk/>
            <pc:sldMk cId="117473122" sldId="597"/>
            <ac:spMk id="25" creationId="{B2D8FDC7-0D68-5AF6-C3D2-386674F4F18E}"/>
          </ac:spMkLst>
        </pc:spChg>
        <pc:spChg chg="add mod">
          <ac:chgData name="Li, Cong" userId="025630f4-267e-4cb3-8cd5-8795177f99f4" providerId="ADAL" clId="{929A2CC8-B112-421C-81E2-D5D63B23E300}" dt="2026-09-06T04:44:02.904" v="44217" actId="1037"/>
          <ac:spMkLst>
            <pc:docMk/>
            <pc:sldMk cId="117473122" sldId="597"/>
            <ac:spMk id="29" creationId="{3F9AB879-20B1-9A09-F43F-1B545112A432}"/>
          </ac:spMkLst>
        </pc:spChg>
        <pc:spChg chg="add mod">
          <ac:chgData name="Li, Cong" userId="025630f4-267e-4cb3-8cd5-8795177f99f4" providerId="ADAL" clId="{929A2CC8-B112-421C-81E2-D5D63B23E300}" dt="2026-09-06T04:44:02.904" v="44217" actId="1037"/>
          <ac:spMkLst>
            <pc:docMk/>
            <pc:sldMk cId="117473122" sldId="597"/>
            <ac:spMk id="32" creationId="{B3D55E93-74F7-4DFF-EE1A-B8CFC065A488}"/>
          </ac:spMkLst>
        </pc:spChg>
        <pc:spChg chg="add mod">
          <ac:chgData name="Li, Cong" userId="025630f4-267e-4cb3-8cd5-8795177f99f4" providerId="ADAL" clId="{929A2CC8-B112-421C-81E2-D5D63B23E300}" dt="2026-09-06T04:44:02.904" v="44217" actId="1037"/>
          <ac:spMkLst>
            <pc:docMk/>
            <pc:sldMk cId="117473122" sldId="597"/>
            <ac:spMk id="34" creationId="{E2A18631-10DC-F756-F0DA-899A1749E26B}"/>
          </ac:spMkLst>
        </pc:spChg>
        <pc:spChg chg="add mod">
          <ac:chgData name="Li, Cong" userId="025630f4-267e-4cb3-8cd5-8795177f99f4" providerId="ADAL" clId="{929A2CC8-B112-421C-81E2-D5D63B23E300}" dt="2026-09-06T04:44:07.162" v="44228" actId="1038"/>
          <ac:spMkLst>
            <pc:docMk/>
            <pc:sldMk cId="117473122" sldId="597"/>
            <ac:spMk id="35" creationId="{73A6CD2D-5588-99FE-14B8-FBE227FE6840}"/>
          </ac:spMkLst>
        </pc:spChg>
        <pc:spChg chg="add mod">
          <ac:chgData name="Li, Cong" userId="025630f4-267e-4cb3-8cd5-8795177f99f4" providerId="ADAL" clId="{929A2CC8-B112-421C-81E2-D5D63B23E300}" dt="2026-09-06T04:44:07.162" v="44228" actId="1038"/>
          <ac:spMkLst>
            <pc:docMk/>
            <pc:sldMk cId="117473122" sldId="597"/>
            <ac:spMk id="37" creationId="{7B51BE27-028D-CF5A-7318-EFE42B9BFBC0}"/>
          </ac:spMkLst>
        </pc:spChg>
        <pc:spChg chg="add mod">
          <ac:chgData name="Li, Cong" userId="025630f4-267e-4cb3-8cd5-8795177f99f4" providerId="ADAL" clId="{929A2CC8-B112-421C-81E2-D5D63B23E300}" dt="2026-09-06T04:44:07.162" v="44228" actId="1038"/>
          <ac:spMkLst>
            <pc:docMk/>
            <pc:sldMk cId="117473122" sldId="597"/>
            <ac:spMk id="38" creationId="{F2C80B69-F7EF-3096-279B-06130BF9FDE1}"/>
          </ac:spMkLst>
        </pc:spChg>
        <pc:spChg chg="add mod">
          <ac:chgData name="Li, Cong" userId="025630f4-267e-4cb3-8cd5-8795177f99f4" providerId="ADAL" clId="{929A2CC8-B112-421C-81E2-D5D63B23E300}" dt="2026-09-06T04:44:07.162" v="44228" actId="1038"/>
          <ac:spMkLst>
            <pc:docMk/>
            <pc:sldMk cId="117473122" sldId="597"/>
            <ac:spMk id="39" creationId="{1477A892-FCEF-D024-EEB6-42D3E7F150F1}"/>
          </ac:spMkLst>
        </pc:spChg>
        <pc:spChg chg="add del mod">
          <ac:chgData name="Li, Cong" userId="025630f4-267e-4cb3-8cd5-8795177f99f4" providerId="ADAL" clId="{929A2CC8-B112-421C-81E2-D5D63B23E300}" dt="2026-09-06T04:49:35.290" v="44598" actId="478"/>
          <ac:spMkLst>
            <pc:docMk/>
            <pc:sldMk cId="117473122" sldId="597"/>
            <ac:spMk id="40" creationId="{14CD1886-67E1-95A4-E06D-E9B05451911C}"/>
          </ac:spMkLst>
        </pc:spChg>
        <pc:spChg chg="add mod">
          <ac:chgData name="Li, Cong" userId="025630f4-267e-4cb3-8cd5-8795177f99f4" providerId="ADAL" clId="{929A2CC8-B112-421C-81E2-D5D63B23E300}" dt="2026-09-07T10:38:51.396" v="51889"/>
          <ac:spMkLst>
            <pc:docMk/>
            <pc:sldMk cId="117473122" sldId="597"/>
            <ac:spMk id="41" creationId="{FA09DC38-5D2D-6585-AC2E-24E37DB03C5E}"/>
          </ac:spMkLst>
        </pc:spChg>
        <pc:cxnChg chg="mod">
          <ac:chgData name="Li, Cong" userId="025630f4-267e-4cb3-8cd5-8795177f99f4" providerId="ADAL" clId="{929A2CC8-B112-421C-81E2-D5D63B23E300}" dt="2026-09-06T04:43:05.330" v="44175" actId="1076"/>
          <ac:cxnSpMkLst>
            <pc:docMk/>
            <pc:sldMk cId="117473122" sldId="597"/>
            <ac:cxnSpMk id="12" creationId="{C2A496A6-3F17-D003-3A8B-EA6EB90AAF29}"/>
          </ac:cxnSpMkLst>
        </pc:cxnChg>
      </pc:sldChg>
      <pc:sldChg chg="delSp add mod delAnim modAnim">
        <pc:chgData name="Li, Cong" userId="025630f4-267e-4cb3-8cd5-8795177f99f4" providerId="ADAL" clId="{929A2CC8-B112-421C-81E2-D5D63B23E300}" dt="2026-09-06T04:49:45.139" v="44600"/>
        <pc:sldMkLst>
          <pc:docMk/>
          <pc:sldMk cId="2908738087" sldId="598"/>
        </pc:sldMkLst>
        <pc:spChg chg="del">
          <ac:chgData name="Li, Cong" userId="025630f4-267e-4cb3-8cd5-8795177f99f4" providerId="ADAL" clId="{929A2CC8-B112-421C-81E2-D5D63B23E300}" dt="2026-09-06T04:49:42.022" v="44599" actId="478"/>
          <ac:spMkLst>
            <pc:docMk/>
            <pc:sldMk cId="2908738087" sldId="598"/>
            <ac:spMk id="41" creationId="{CC0E9475-B998-FCE3-EF63-D7B6DCA367F0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7T10:39:20.038" v="51892" actId="1035"/>
        <pc:sldMkLst>
          <pc:docMk/>
          <pc:sldMk cId="2438670737" sldId="599"/>
        </pc:sldMkLst>
        <pc:spChg chg="mod">
          <ac:chgData name="Li, Cong" userId="025630f4-267e-4cb3-8cd5-8795177f99f4" providerId="ADAL" clId="{929A2CC8-B112-421C-81E2-D5D63B23E300}" dt="2026-09-06T04:52:38.896" v="44809" actId="20577"/>
          <ac:spMkLst>
            <pc:docMk/>
            <pc:sldMk cId="2438670737" sldId="599"/>
            <ac:spMk id="12" creationId="{AD67A706-7AD3-4782-CE4B-24B7FE54E2A6}"/>
          </ac:spMkLst>
        </pc:spChg>
        <pc:spChg chg="add mod">
          <ac:chgData name="Li, Cong" userId="025630f4-267e-4cb3-8cd5-8795177f99f4" providerId="ADAL" clId="{929A2CC8-B112-421C-81E2-D5D63B23E300}" dt="2026-09-06T04:52:50.975" v="44813" actId="20577"/>
          <ac:spMkLst>
            <pc:docMk/>
            <pc:sldMk cId="2438670737" sldId="599"/>
            <ac:spMk id="17" creationId="{6D45B63A-010D-907A-B0D4-0C8B2EC9705E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18" creationId="{D53237FE-44C3-6C55-C245-91C1779C3D8C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21" creationId="{544AEA8A-9DC1-420C-93DA-F1AAFF3A7611}"/>
          </ac:spMkLst>
        </pc:spChg>
        <pc:spChg chg="mod">
          <ac:chgData name="Li, Cong" userId="025630f4-267e-4cb3-8cd5-8795177f99f4" providerId="ADAL" clId="{929A2CC8-B112-421C-81E2-D5D63B23E300}" dt="2026-09-06T04:52:53.157" v="44814" actId="20577"/>
          <ac:spMkLst>
            <pc:docMk/>
            <pc:sldMk cId="2438670737" sldId="599"/>
            <ac:spMk id="23" creationId="{BC27D98A-71E1-B352-7FA4-970E3550938B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37" creationId="{3C7D4B35-B710-D5C2-CED2-ACC15DACC85D}"/>
          </ac:spMkLst>
        </pc:spChg>
        <pc:spChg chg="mod">
          <ac:chgData name="Li, Cong" userId="025630f4-267e-4cb3-8cd5-8795177f99f4" providerId="ADAL" clId="{929A2CC8-B112-421C-81E2-D5D63B23E300}" dt="2026-09-06T04:52:56.747" v="44815" actId="20577"/>
          <ac:spMkLst>
            <pc:docMk/>
            <pc:sldMk cId="2438670737" sldId="599"/>
            <ac:spMk id="38" creationId="{3274CFF2-B133-5223-3BE8-2574F39F0E84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52" creationId="{FB04DE8E-59E3-9095-633E-5F168E3A245C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84" creationId="{3CA0F4E2-1C7D-A413-AF87-0B7FA19B021F}"/>
          </ac:spMkLst>
        </pc:spChg>
        <pc:spChg chg="add mod">
          <ac:chgData name="Li, Cong" userId="025630f4-267e-4cb3-8cd5-8795177f99f4" providerId="ADAL" clId="{929A2CC8-B112-421C-81E2-D5D63B23E300}" dt="2026-09-07T10:39:20.038" v="51892" actId="1035"/>
          <ac:spMkLst>
            <pc:docMk/>
            <pc:sldMk cId="2438670737" sldId="599"/>
            <ac:spMk id="86" creationId="{47E8FEA9-0B6A-A581-19DF-A222DBA47CF6}"/>
          </ac:spMkLst>
        </pc:spChg>
        <pc:spChg chg="del">
          <ac:chgData name="Li, Cong" userId="025630f4-267e-4cb3-8cd5-8795177f99f4" providerId="ADAL" clId="{929A2CC8-B112-421C-81E2-D5D63B23E300}" dt="2026-09-06T04:52:15.125" v="44772" actId="478"/>
          <ac:spMkLst>
            <pc:docMk/>
            <pc:sldMk cId="2438670737" sldId="599"/>
            <ac:spMk id="87" creationId="{0C892B90-FA94-54BB-0998-DD6FEAD7D8EE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88" creationId="{040B7455-3AD0-DA56-4DD5-E0D57167A5FF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90" creationId="{5C7AE598-5AAC-9FC8-3955-64DCB250ABD5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94" creationId="{EFDBA4E1-E14E-E38F-04AB-33BC3182618F}"/>
          </ac:spMkLst>
        </pc:spChg>
        <pc:spChg chg="add mod">
          <ac:chgData name="Li, Cong" userId="025630f4-267e-4cb3-8cd5-8795177f99f4" providerId="ADAL" clId="{929A2CC8-B112-421C-81E2-D5D63B23E300}" dt="2026-09-06T04:52:32.839" v="44807" actId="1038"/>
          <ac:spMkLst>
            <pc:docMk/>
            <pc:sldMk cId="2438670737" sldId="599"/>
            <ac:spMk id="96" creationId="{488455AE-9316-79FB-B350-949CAB8A4265}"/>
          </ac:spMkLst>
        </pc:spChg>
        <pc:spChg chg="add mod">
          <ac:chgData name="Li, Cong" userId="025630f4-267e-4cb3-8cd5-8795177f99f4" providerId="ADAL" clId="{929A2CC8-B112-421C-81E2-D5D63B23E300}" dt="2026-09-06T04:53:58.582" v="44911" actId="20577"/>
          <ac:spMkLst>
            <pc:docMk/>
            <pc:sldMk cId="2438670737" sldId="599"/>
            <ac:spMk id="100" creationId="{B3476F5B-01B8-D43E-5FDB-8B026579E52D}"/>
          </ac:spMkLst>
        </pc:spChg>
        <pc:cxnChg chg="del">
          <ac:chgData name="Li, Cong" userId="025630f4-267e-4cb3-8cd5-8795177f99f4" providerId="ADAL" clId="{929A2CC8-B112-421C-81E2-D5D63B23E300}" dt="2026-09-06T04:52:13.794" v="44771" actId="478"/>
          <ac:cxnSpMkLst>
            <pc:docMk/>
            <pc:sldMk cId="2438670737" sldId="599"/>
            <ac:cxnSpMk id="86" creationId="{1E4279B9-C002-F1E8-D3C3-236A5216AC2A}"/>
          </ac:cxnSpMkLst>
        </pc:cxnChg>
        <pc:cxnChg chg="add mod">
          <ac:chgData name="Li, Cong" userId="025630f4-267e-4cb3-8cd5-8795177f99f4" providerId="ADAL" clId="{929A2CC8-B112-421C-81E2-D5D63B23E300}" dt="2026-09-06T04:53:11.883" v="44820" actId="1076"/>
          <ac:cxnSpMkLst>
            <pc:docMk/>
            <pc:sldMk cId="2438670737" sldId="599"/>
            <ac:cxnSpMk id="97" creationId="{6744AFDA-C714-CEE1-3D20-D650D571192F}"/>
          </ac:cxnSpMkLst>
        </pc:cxnChg>
      </pc:sldChg>
      <pc:sldChg chg="modSp add mod">
        <pc:chgData name="Li, Cong" userId="025630f4-267e-4cb3-8cd5-8795177f99f4" providerId="ADAL" clId="{929A2CC8-B112-421C-81E2-D5D63B23E300}" dt="2026-09-06T04:58:20.651" v="45067" actId="20577"/>
        <pc:sldMkLst>
          <pc:docMk/>
          <pc:sldMk cId="2004461925" sldId="600"/>
        </pc:sldMkLst>
        <pc:spChg chg="mod">
          <ac:chgData name="Li, Cong" userId="025630f4-267e-4cb3-8cd5-8795177f99f4" providerId="ADAL" clId="{929A2CC8-B112-421C-81E2-D5D63B23E300}" dt="2026-09-06T04:57:28.102" v="44915" actId="20577"/>
          <ac:spMkLst>
            <pc:docMk/>
            <pc:sldMk cId="2004461925" sldId="600"/>
            <ac:spMk id="2" creationId="{8117E752-491A-29D3-2E70-FBABB76E6020}"/>
          </ac:spMkLst>
        </pc:spChg>
        <pc:spChg chg="mod">
          <ac:chgData name="Li, Cong" userId="025630f4-267e-4cb3-8cd5-8795177f99f4" providerId="ADAL" clId="{929A2CC8-B112-421C-81E2-D5D63B23E300}" dt="2026-09-06T04:57:47.355" v="44982" actId="20577"/>
          <ac:spMkLst>
            <pc:docMk/>
            <pc:sldMk cId="2004461925" sldId="600"/>
            <ac:spMk id="13" creationId="{220933AB-8300-0B6C-CEE2-F5B7FCA7F633}"/>
          </ac:spMkLst>
        </pc:spChg>
        <pc:spChg chg="mod">
          <ac:chgData name="Li, Cong" userId="025630f4-267e-4cb3-8cd5-8795177f99f4" providerId="ADAL" clId="{929A2CC8-B112-421C-81E2-D5D63B23E300}" dt="2026-09-06T04:58:20.651" v="45067" actId="20577"/>
          <ac:spMkLst>
            <pc:docMk/>
            <pc:sldMk cId="2004461925" sldId="600"/>
            <ac:spMk id="16" creationId="{D6ECDA7D-979C-A359-8162-BD09A90AA57D}"/>
          </ac:spMkLst>
        </pc:spChg>
      </pc:sldChg>
      <pc:sldChg chg="modSp add mod">
        <pc:chgData name="Li, Cong" userId="025630f4-267e-4cb3-8cd5-8795177f99f4" providerId="ADAL" clId="{929A2CC8-B112-421C-81E2-D5D63B23E300}" dt="2026-09-06T05:34:04.790" v="45589" actId="1076"/>
        <pc:sldMkLst>
          <pc:docMk/>
          <pc:sldMk cId="1830521581" sldId="601"/>
        </pc:sldMkLst>
        <pc:spChg chg="mod">
          <ac:chgData name="Li, Cong" userId="025630f4-267e-4cb3-8cd5-8795177f99f4" providerId="ADAL" clId="{929A2CC8-B112-421C-81E2-D5D63B23E300}" dt="2026-09-06T05:29:20.777" v="45126" actId="20577"/>
          <ac:spMkLst>
            <pc:docMk/>
            <pc:sldMk cId="1830521581" sldId="601"/>
            <ac:spMk id="2" creationId="{3D1E2C32-B62A-6087-0FAE-67CE7989034A}"/>
          </ac:spMkLst>
        </pc:spChg>
        <pc:spChg chg="mod">
          <ac:chgData name="Li, Cong" userId="025630f4-267e-4cb3-8cd5-8795177f99f4" providerId="ADAL" clId="{929A2CC8-B112-421C-81E2-D5D63B23E300}" dt="2026-09-06T05:32:03.263" v="45216" actId="20577"/>
          <ac:spMkLst>
            <pc:docMk/>
            <pc:sldMk cId="1830521581" sldId="601"/>
            <ac:spMk id="6" creationId="{4AE24978-8220-961A-E605-0588F7195850}"/>
          </ac:spMkLst>
        </pc:spChg>
        <pc:spChg chg="mod">
          <ac:chgData name="Li, Cong" userId="025630f4-267e-4cb3-8cd5-8795177f99f4" providerId="ADAL" clId="{929A2CC8-B112-421C-81E2-D5D63B23E300}" dt="2026-09-06T05:33:13.534" v="45425" actId="1035"/>
          <ac:spMkLst>
            <pc:docMk/>
            <pc:sldMk cId="1830521581" sldId="601"/>
            <ac:spMk id="13" creationId="{91ABAFCA-6988-98F8-D0D0-EF9D04582880}"/>
          </ac:spMkLst>
        </pc:spChg>
        <pc:spChg chg="mod">
          <ac:chgData name="Li, Cong" userId="025630f4-267e-4cb3-8cd5-8795177f99f4" providerId="ADAL" clId="{929A2CC8-B112-421C-81E2-D5D63B23E300}" dt="2026-09-06T05:34:04.790" v="45589" actId="1076"/>
          <ac:spMkLst>
            <pc:docMk/>
            <pc:sldMk cId="1830521581" sldId="601"/>
            <ac:spMk id="14" creationId="{42B4E872-1398-E921-FB61-354A426A3823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5:42:35.206" v="45790"/>
        <pc:sldMkLst>
          <pc:docMk/>
          <pc:sldMk cId="3519368684" sldId="602"/>
        </pc:sldMkLst>
        <pc:spChg chg="mod">
          <ac:chgData name="Li, Cong" userId="025630f4-267e-4cb3-8cd5-8795177f99f4" providerId="ADAL" clId="{929A2CC8-B112-421C-81E2-D5D63B23E300}" dt="2026-09-06T05:34:32.508" v="45635" actId="20577"/>
          <ac:spMkLst>
            <pc:docMk/>
            <pc:sldMk cId="3519368684" sldId="602"/>
            <ac:spMk id="2" creationId="{EC9A5563-6A04-E02D-CA5C-E9FF62A86A47}"/>
          </ac:spMkLst>
        </pc:spChg>
        <pc:spChg chg="del">
          <ac:chgData name="Li, Cong" userId="025630f4-267e-4cb3-8cd5-8795177f99f4" providerId="ADAL" clId="{929A2CC8-B112-421C-81E2-D5D63B23E300}" dt="2026-09-06T05:38:48.193" v="45639" actId="478"/>
          <ac:spMkLst>
            <pc:docMk/>
            <pc:sldMk cId="3519368684" sldId="602"/>
            <ac:spMk id="6" creationId="{03063458-7FA3-1C1B-A27C-D7B206E863E0}"/>
          </ac:spMkLst>
        </pc:spChg>
        <pc:spChg chg="add mod">
          <ac:chgData name="Li, Cong" userId="025630f4-267e-4cb3-8cd5-8795177f99f4" providerId="ADAL" clId="{929A2CC8-B112-421C-81E2-D5D63B23E300}" dt="2026-09-06T05:42:23.964" v="45787" actId="20577"/>
          <ac:spMkLst>
            <pc:docMk/>
            <pc:sldMk cId="3519368684" sldId="602"/>
            <ac:spMk id="11" creationId="{227C2DC9-7217-9D88-6659-5599736CD36E}"/>
          </ac:spMkLst>
        </pc:spChg>
        <pc:spChg chg="add mod">
          <ac:chgData name="Li, Cong" userId="025630f4-267e-4cb3-8cd5-8795177f99f4" providerId="ADAL" clId="{929A2CC8-B112-421C-81E2-D5D63B23E300}" dt="2026-09-06T05:41:57.427" v="45745" actId="14100"/>
          <ac:spMkLst>
            <pc:docMk/>
            <pc:sldMk cId="3519368684" sldId="602"/>
            <ac:spMk id="12" creationId="{C086DC83-1B8E-8690-C407-EC8AA9AD1C22}"/>
          </ac:spMkLst>
        </pc:spChg>
        <pc:spChg chg="del">
          <ac:chgData name="Li, Cong" userId="025630f4-267e-4cb3-8cd5-8795177f99f4" providerId="ADAL" clId="{929A2CC8-B112-421C-81E2-D5D63B23E300}" dt="2026-09-06T05:38:48.193" v="45639" actId="478"/>
          <ac:spMkLst>
            <pc:docMk/>
            <pc:sldMk cId="3519368684" sldId="602"/>
            <ac:spMk id="13" creationId="{3F42E1D0-CC9F-FAAA-BCAA-2BB85458A955}"/>
          </ac:spMkLst>
        </pc:spChg>
        <pc:spChg chg="del">
          <ac:chgData name="Li, Cong" userId="025630f4-267e-4cb3-8cd5-8795177f99f4" providerId="ADAL" clId="{929A2CC8-B112-421C-81E2-D5D63B23E300}" dt="2026-09-06T05:38:48.193" v="45639" actId="478"/>
          <ac:spMkLst>
            <pc:docMk/>
            <pc:sldMk cId="3519368684" sldId="602"/>
            <ac:spMk id="14" creationId="{4916694C-7DBB-7794-4483-50FB111C3ECF}"/>
          </ac:spMkLst>
        </pc:spChg>
        <pc:picChg chg="add del">
          <ac:chgData name="Li, Cong" userId="025630f4-267e-4cb3-8cd5-8795177f99f4" providerId="ADAL" clId="{929A2CC8-B112-421C-81E2-D5D63B23E300}" dt="2026-09-06T05:38:43.244" v="45637" actId="478"/>
          <ac:picMkLst>
            <pc:docMk/>
            <pc:sldMk cId="3519368684" sldId="602"/>
            <ac:picMk id="4" creationId="{90C81C44-CB31-C615-22A3-938BE706822D}"/>
          </ac:picMkLst>
        </pc:picChg>
        <pc:picChg chg="add del">
          <ac:chgData name="Li, Cong" userId="025630f4-267e-4cb3-8cd5-8795177f99f4" providerId="ADAL" clId="{929A2CC8-B112-421C-81E2-D5D63B23E300}" dt="2026-09-06T05:38:48.193" v="45639" actId="478"/>
          <ac:picMkLst>
            <pc:docMk/>
            <pc:sldMk cId="3519368684" sldId="602"/>
            <ac:picMk id="8" creationId="{259BE779-56E7-CDF5-1511-F2764F7218E5}"/>
          </ac:picMkLst>
        </pc:picChg>
        <pc:picChg chg="add mod">
          <ac:chgData name="Li, Cong" userId="025630f4-267e-4cb3-8cd5-8795177f99f4" providerId="ADAL" clId="{929A2CC8-B112-421C-81E2-D5D63B23E300}" dt="2026-09-06T05:41:02.369" v="45648" actId="1076"/>
          <ac:picMkLst>
            <pc:docMk/>
            <pc:sldMk cId="3519368684" sldId="602"/>
            <ac:picMk id="10" creationId="{19486AF6-A6BD-1F49-53CD-0169EF32440D}"/>
          </ac:picMkLst>
        </pc:picChg>
        <pc:cxnChg chg="add mod">
          <ac:chgData name="Li, Cong" userId="025630f4-267e-4cb3-8cd5-8795177f99f4" providerId="ADAL" clId="{929A2CC8-B112-421C-81E2-D5D63B23E300}" dt="2026-09-06T05:42:13.732" v="45762" actId="14100"/>
          <ac:cxnSpMkLst>
            <pc:docMk/>
            <pc:sldMk cId="3519368684" sldId="602"/>
            <ac:cxnSpMk id="15" creationId="{9F356B2F-ACA9-A336-0871-CC9944FB43FF}"/>
          </ac:cxnSpMkLst>
        </pc:cxnChg>
      </pc:sldChg>
      <pc:sldChg chg="modSp add mod modAnim">
        <pc:chgData name="Li, Cong" userId="025630f4-267e-4cb3-8cd5-8795177f99f4" providerId="ADAL" clId="{929A2CC8-B112-421C-81E2-D5D63B23E300}" dt="2026-09-06T05:43:44.061" v="45890" actId="20577"/>
        <pc:sldMkLst>
          <pc:docMk/>
          <pc:sldMk cId="3366711331" sldId="603"/>
        </pc:sldMkLst>
        <pc:spChg chg="mod">
          <ac:chgData name="Li, Cong" userId="025630f4-267e-4cb3-8cd5-8795177f99f4" providerId="ADAL" clId="{929A2CC8-B112-421C-81E2-D5D63B23E300}" dt="2026-09-06T05:43:44.061" v="45890" actId="20577"/>
          <ac:spMkLst>
            <pc:docMk/>
            <pc:sldMk cId="3366711331" sldId="603"/>
            <ac:spMk id="11" creationId="{BC866D3A-76B3-49B9-A90F-5B2FA860EA89}"/>
          </ac:spMkLst>
        </pc:spChg>
        <pc:spChg chg="mod">
          <ac:chgData name="Li, Cong" userId="025630f4-267e-4cb3-8cd5-8795177f99f4" providerId="ADAL" clId="{929A2CC8-B112-421C-81E2-D5D63B23E300}" dt="2026-09-06T05:42:53.832" v="45802" actId="1035"/>
          <ac:spMkLst>
            <pc:docMk/>
            <pc:sldMk cId="3366711331" sldId="603"/>
            <ac:spMk id="12" creationId="{45FCE1D3-8B23-E260-DC47-D1182F61576D}"/>
          </ac:spMkLst>
        </pc:spChg>
        <pc:cxnChg chg="mod">
          <ac:chgData name="Li, Cong" userId="025630f4-267e-4cb3-8cd5-8795177f99f4" providerId="ADAL" clId="{929A2CC8-B112-421C-81E2-D5D63B23E300}" dt="2026-09-06T05:42:53.832" v="45802" actId="1035"/>
          <ac:cxnSpMkLst>
            <pc:docMk/>
            <pc:sldMk cId="3366711331" sldId="603"/>
            <ac:cxnSpMk id="15" creationId="{F5F2A34F-26BC-6858-A714-8A4CC92E4FE6}"/>
          </ac:cxnSpMkLst>
        </pc:cxnChg>
      </pc:sldChg>
      <pc:sldChg chg="modSp add mod modAnim">
        <pc:chgData name="Li, Cong" userId="025630f4-267e-4cb3-8cd5-8795177f99f4" providerId="ADAL" clId="{929A2CC8-B112-421C-81E2-D5D63B23E300}" dt="2026-09-06T06:49:29.286" v="48962" actId="20577"/>
        <pc:sldMkLst>
          <pc:docMk/>
          <pc:sldMk cId="3336791036" sldId="604"/>
        </pc:sldMkLst>
        <pc:spChg chg="mod">
          <ac:chgData name="Li, Cong" userId="025630f4-267e-4cb3-8cd5-8795177f99f4" providerId="ADAL" clId="{929A2CC8-B112-421C-81E2-D5D63B23E300}" dt="2026-09-06T06:49:29.286" v="48962" actId="20577"/>
          <ac:spMkLst>
            <pc:docMk/>
            <pc:sldMk cId="3336791036" sldId="604"/>
            <ac:spMk id="2" creationId="{30304A77-9FE3-D469-4DCB-5DE67D7E5D6F}"/>
          </ac:spMkLst>
        </pc:spChg>
        <pc:spChg chg="mod">
          <ac:chgData name="Li, Cong" userId="025630f4-267e-4cb3-8cd5-8795177f99f4" providerId="ADAL" clId="{929A2CC8-B112-421C-81E2-D5D63B23E300}" dt="2026-09-06T05:57:50.110" v="46762" actId="20577"/>
          <ac:spMkLst>
            <pc:docMk/>
            <pc:sldMk cId="3336791036" sldId="604"/>
            <ac:spMk id="3" creationId="{B92EA3B2-1F24-6E69-B6EE-AFCEA1CF475B}"/>
          </ac:spMkLst>
        </pc:spChg>
      </pc:sldChg>
      <pc:sldChg chg="modSp add mod modAnim">
        <pc:chgData name="Li, Cong" userId="025630f4-267e-4cb3-8cd5-8795177f99f4" providerId="ADAL" clId="{929A2CC8-B112-421C-81E2-D5D63B23E300}" dt="2026-09-06T06:05:08.642" v="47353" actId="20577"/>
        <pc:sldMkLst>
          <pc:docMk/>
          <pc:sldMk cId="574682032" sldId="605"/>
        </pc:sldMkLst>
        <pc:spChg chg="mod">
          <ac:chgData name="Li, Cong" userId="025630f4-267e-4cb3-8cd5-8795177f99f4" providerId="ADAL" clId="{929A2CC8-B112-421C-81E2-D5D63B23E300}" dt="2026-09-06T05:58:23.532" v="46823" actId="20577"/>
          <ac:spMkLst>
            <pc:docMk/>
            <pc:sldMk cId="574682032" sldId="605"/>
            <ac:spMk id="2" creationId="{32A3372C-558F-D6FE-69C9-8D8D087EB8C0}"/>
          </ac:spMkLst>
        </pc:spChg>
        <pc:spChg chg="mod">
          <ac:chgData name="Li, Cong" userId="025630f4-267e-4cb3-8cd5-8795177f99f4" providerId="ADAL" clId="{929A2CC8-B112-421C-81E2-D5D63B23E300}" dt="2026-09-06T06:00:20.313" v="47076" actId="20577"/>
          <ac:spMkLst>
            <pc:docMk/>
            <pc:sldMk cId="574682032" sldId="605"/>
            <ac:spMk id="6" creationId="{1457B1A7-1E9B-3542-C19E-03818FC22412}"/>
          </ac:spMkLst>
        </pc:spChg>
        <pc:spChg chg="mod">
          <ac:chgData name="Li, Cong" userId="025630f4-267e-4cb3-8cd5-8795177f99f4" providerId="ADAL" clId="{929A2CC8-B112-421C-81E2-D5D63B23E300}" dt="2026-09-06T06:05:08.642" v="47353" actId="20577"/>
          <ac:spMkLst>
            <pc:docMk/>
            <pc:sldMk cId="574682032" sldId="605"/>
            <ac:spMk id="13" creationId="{D9E73C96-927E-5277-37E9-0C294934B319}"/>
          </ac:spMkLst>
        </pc:spChg>
        <pc:spChg chg="mod">
          <ac:chgData name="Li, Cong" userId="025630f4-267e-4cb3-8cd5-8795177f99f4" providerId="ADAL" clId="{929A2CC8-B112-421C-81E2-D5D63B23E300}" dt="2026-09-06T06:04:43.397" v="47341" actId="20577"/>
          <ac:spMkLst>
            <pc:docMk/>
            <pc:sldMk cId="574682032" sldId="605"/>
            <ac:spMk id="14" creationId="{81ADB5A5-F76A-7452-23EE-E736C23396BD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6:37:19.419" v="48316" actId="1036"/>
        <pc:sldMkLst>
          <pc:docMk/>
          <pc:sldMk cId="464186355" sldId="606"/>
        </pc:sldMkLst>
        <pc:spChg chg="mod">
          <ac:chgData name="Li, Cong" userId="025630f4-267e-4cb3-8cd5-8795177f99f4" providerId="ADAL" clId="{929A2CC8-B112-421C-81E2-D5D63B23E300}" dt="2026-09-06T06:09:08.865" v="47569" actId="20577"/>
          <ac:spMkLst>
            <pc:docMk/>
            <pc:sldMk cId="464186355" sldId="606"/>
            <ac:spMk id="2" creationId="{2BB98F8B-7EF5-C86A-3F89-94131BA22ACF}"/>
          </ac:spMkLst>
        </pc:spChg>
        <pc:spChg chg="del">
          <ac:chgData name="Li, Cong" userId="025630f4-267e-4cb3-8cd5-8795177f99f4" providerId="ADAL" clId="{929A2CC8-B112-421C-81E2-D5D63B23E300}" dt="2026-09-06T06:06:45.554" v="47438" actId="478"/>
          <ac:spMkLst>
            <pc:docMk/>
            <pc:sldMk cId="464186355" sldId="606"/>
            <ac:spMk id="6" creationId="{A32B17E9-5D82-3E6A-B0AD-2D29E78CF33B}"/>
          </ac:spMkLst>
        </pc:spChg>
        <pc:spChg chg="add mod">
          <ac:chgData name="Li, Cong" userId="025630f4-267e-4cb3-8cd5-8795177f99f4" providerId="ADAL" clId="{929A2CC8-B112-421C-81E2-D5D63B23E300}" dt="2026-09-06T06:09:49.052" v="47615" actId="1076"/>
          <ac:spMkLst>
            <pc:docMk/>
            <pc:sldMk cId="464186355" sldId="606"/>
            <ac:spMk id="7" creationId="{96B674C9-899F-4A44-A859-AFAFC8B830A0}"/>
          </ac:spMkLst>
        </pc:spChg>
        <pc:spChg chg="add mod">
          <ac:chgData name="Li, Cong" userId="025630f4-267e-4cb3-8cd5-8795177f99f4" providerId="ADAL" clId="{929A2CC8-B112-421C-81E2-D5D63B23E300}" dt="2026-09-06T06:07:57.014" v="47449"/>
          <ac:spMkLst>
            <pc:docMk/>
            <pc:sldMk cId="464186355" sldId="606"/>
            <ac:spMk id="8" creationId="{956B2352-CF3F-6F66-D80F-63D55C35A1F1}"/>
          </ac:spMkLst>
        </pc:spChg>
        <pc:spChg chg="add mod">
          <ac:chgData name="Li, Cong" userId="025630f4-267e-4cb3-8cd5-8795177f99f4" providerId="ADAL" clId="{929A2CC8-B112-421C-81E2-D5D63B23E300}" dt="2026-09-06T06:08:14.349" v="47457"/>
          <ac:spMkLst>
            <pc:docMk/>
            <pc:sldMk cId="464186355" sldId="606"/>
            <ac:spMk id="11" creationId="{9D9E0B6F-82F0-E086-DF6F-692C25250693}"/>
          </ac:spMkLst>
        </pc:spChg>
        <pc:spChg chg="del">
          <ac:chgData name="Li, Cong" userId="025630f4-267e-4cb3-8cd5-8795177f99f4" providerId="ADAL" clId="{929A2CC8-B112-421C-81E2-D5D63B23E300}" dt="2026-09-06T06:06:45.554" v="47438" actId="478"/>
          <ac:spMkLst>
            <pc:docMk/>
            <pc:sldMk cId="464186355" sldId="606"/>
            <ac:spMk id="13" creationId="{63086BD6-261D-FB9D-89BE-A88C28CD6797}"/>
          </ac:spMkLst>
        </pc:spChg>
        <pc:spChg chg="del">
          <ac:chgData name="Li, Cong" userId="025630f4-267e-4cb3-8cd5-8795177f99f4" providerId="ADAL" clId="{929A2CC8-B112-421C-81E2-D5D63B23E300}" dt="2026-09-06T06:06:45.554" v="47438" actId="478"/>
          <ac:spMkLst>
            <pc:docMk/>
            <pc:sldMk cId="464186355" sldId="606"/>
            <ac:spMk id="14" creationId="{07D1BE30-49C2-9D74-2C59-167E489C59F3}"/>
          </ac:spMkLst>
        </pc:spChg>
        <pc:spChg chg="add mod">
          <ac:chgData name="Li, Cong" userId="025630f4-267e-4cb3-8cd5-8795177f99f4" providerId="ADAL" clId="{929A2CC8-B112-421C-81E2-D5D63B23E300}" dt="2026-09-06T06:10:30.124" v="47686" actId="1076"/>
          <ac:spMkLst>
            <pc:docMk/>
            <pc:sldMk cId="464186355" sldId="606"/>
            <ac:spMk id="16" creationId="{834BD865-9007-DE72-2D36-8C9F8B444991}"/>
          </ac:spMkLst>
        </pc:spChg>
        <pc:spChg chg="add del mod">
          <ac:chgData name="Li, Cong" userId="025630f4-267e-4cb3-8cd5-8795177f99f4" providerId="ADAL" clId="{929A2CC8-B112-421C-81E2-D5D63B23E300}" dt="2026-09-06T06:27:11.074" v="48078" actId="478"/>
          <ac:spMkLst>
            <pc:docMk/>
            <pc:sldMk cId="464186355" sldId="606"/>
            <ac:spMk id="19" creationId="{0E479FFC-FDD5-1F05-FAB0-15A0776999ED}"/>
          </ac:spMkLst>
        </pc:spChg>
        <pc:spChg chg="add mod">
          <ac:chgData name="Li, Cong" userId="025630f4-267e-4cb3-8cd5-8795177f99f4" providerId="ADAL" clId="{929A2CC8-B112-421C-81E2-D5D63B23E300}" dt="2026-09-06T06:10:18.643" v="47682" actId="1076"/>
          <ac:spMkLst>
            <pc:docMk/>
            <pc:sldMk cId="464186355" sldId="606"/>
            <ac:spMk id="20" creationId="{C223B07F-369A-5610-9A16-2A5C4C95DB2F}"/>
          </ac:spMkLst>
        </pc:spChg>
        <pc:spChg chg="add mod">
          <ac:chgData name="Li, Cong" userId="025630f4-267e-4cb3-8cd5-8795177f99f4" providerId="ADAL" clId="{929A2CC8-B112-421C-81E2-D5D63B23E300}" dt="2026-09-06T06:10:54.491" v="47718" actId="1076"/>
          <ac:spMkLst>
            <pc:docMk/>
            <pc:sldMk cId="464186355" sldId="606"/>
            <ac:spMk id="21" creationId="{F69A3C41-2D8C-26AE-8472-3D37E49636A2}"/>
          </ac:spMkLst>
        </pc:spChg>
        <pc:spChg chg="add mod">
          <ac:chgData name="Li, Cong" userId="025630f4-267e-4cb3-8cd5-8795177f99f4" providerId="ADAL" clId="{929A2CC8-B112-421C-81E2-D5D63B23E300}" dt="2026-09-06T06:11:15.763" v="47725" actId="1076"/>
          <ac:spMkLst>
            <pc:docMk/>
            <pc:sldMk cId="464186355" sldId="606"/>
            <ac:spMk id="23" creationId="{6554836F-5092-5ADB-8F70-97F004987CBD}"/>
          </ac:spMkLst>
        </pc:spChg>
        <pc:spChg chg="add mod">
          <ac:chgData name="Li, Cong" userId="025630f4-267e-4cb3-8cd5-8795177f99f4" providerId="ADAL" clId="{929A2CC8-B112-421C-81E2-D5D63B23E300}" dt="2026-09-06T06:12:11.350" v="47734" actId="14100"/>
          <ac:spMkLst>
            <pc:docMk/>
            <pc:sldMk cId="464186355" sldId="606"/>
            <ac:spMk id="25" creationId="{E9638AEC-8752-BA78-0EB6-392FA6E4C87C}"/>
          </ac:spMkLst>
        </pc:spChg>
        <pc:spChg chg="add mod">
          <ac:chgData name="Li, Cong" userId="025630f4-267e-4cb3-8cd5-8795177f99f4" providerId="ADAL" clId="{929A2CC8-B112-421C-81E2-D5D63B23E300}" dt="2026-09-06T06:22:49.814" v="48009" actId="1076"/>
          <ac:spMkLst>
            <pc:docMk/>
            <pc:sldMk cId="464186355" sldId="606"/>
            <ac:spMk id="27" creationId="{92ACF075-86CE-1448-EA07-858516FAAC25}"/>
          </ac:spMkLst>
        </pc:spChg>
        <pc:spChg chg="add mod">
          <ac:chgData name="Li, Cong" userId="025630f4-267e-4cb3-8cd5-8795177f99f4" providerId="ADAL" clId="{929A2CC8-B112-421C-81E2-D5D63B23E300}" dt="2026-09-06T06:23:22.884" v="48068" actId="1076"/>
          <ac:spMkLst>
            <pc:docMk/>
            <pc:sldMk cId="464186355" sldId="606"/>
            <ac:spMk id="29" creationId="{18B46F91-984A-AB55-C404-A114F32A1C00}"/>
          </ac:spMkLst>
        </pc:spChg>
        <pc:spChg chg="add mod">
          <ac:chgData name="Li, Cong" userId="025630f4-267e-4cb3-8cd5-8795177f99f4" providerId="ADAL" clId="{929A2CC8-B112-421C-81E2-D5D63B23E300}" dt="2026-09-06T06:37:19.419" v="48316" actId="1036"/>
          <ac:spMkLst>
            <pc:docMk/>
            <pc:sldMk cId="464186355" sldId="606"/>
            <ac:spMk id="30" creationId="{531F153D-3B43-0FF0-6728-B21CB723F4E8}"/>
          </ac:spMkLst>
        </pc:spChg>
        <pc:picChg chg="add mod">
          <ac:chgData name="Li, Cong" userId="025630f4-267e-4cb3-8cd5-8795177f99f4" providerId="ADAL" clId="{929A2CC8-B112-421C-81E2-D5D63B23E300}" dt="2026-09-06T06:10:27.229" v="47685" actId="1076"/>
          <ac:picMkLst>
            <pc:docMk/>
            <pc:sldMk cId="464186355" sldId="606"/>
            <ac:picMk id="4" creationId="{90D7E6B7-7ECB-5A35-F0AC-40AAD0A71661}"/>
          </ac:picMkLst>
        </pc:picChg>
        <pc:picChg chg="add del mod">
          <ac:chgData name="Li, Cong" userId="025630f4-267e-4cb3-8cd5-8795177f99f4" providerId="ADAL" clId="{929A2CC8-B112-421C-81E2-D5D63B23E300}" dt="2026-09-06T06:08:08.202" v="47456" actId="22"/>
          <ac:picMkLst>
            <pc:docMk/>
            <pc:sldMk cId="464186355" sldId="606"/>
            <ac:picMk id="10" creationId="{253AA98D-5560-3108-3B92-5E158459D8D1}"/>
          </ac:picMkLst>
        </pc:picChg>
        <pc:picChg chg="add del mod">
          <ac:chgData name="Li, Cong" userId="025630f4-267e-4cb3-8cd5-8795177f99f4" providerId="ADAL" clId="{929A2CC8-B112-421C-81E2-D5D63B23E300}" dt="2026-09-06T06:08:25.334" v="47463" actId="478"/>
          <ac:picMkLst>
            <pc:docMk/>
            <pc:sldMk cId="464186355" sldId="606"/>
            <ac:picMk id="15" creationId="{774C98D3-20F5-B5FF-61BF-CB5B4E90E7D1}"/>
          </ac:picMkLst>
        </pc:picChg>
        <pc:picChg chg="add del mod">
          <ac:chgData name="Li, Cong" userId="025630f4-267e-4cb3-8cd5-8795177f99f4" providerId="ADAL" clId="{929A2CC8-B112-421C-81E2-D5D63B23E300}" dt="2026-09-06T06:27:11.074" v="48078" actId="478"/>
          <ac:picMkLst>
            <pc:docMk/>
            <pc:sldMk cId="464186355" sldId="606"/>
            <ac:picMk id="18" creationId="{48A83B78-2FA9-6A47-55F2-4274C3D797FE}"/>
          </ac:picMkLst>
        </pc:picChg>
      </pc:sldChg>
      <pc:sldChg chg="addSp modSp add mod modAnim">
        <pc:chgData name="Li, Cong" userId="025630f4-267e-4cb3-8cd5-8795177f99f4" providerId="ADAL" clId="{929A2CC8-B112-421C-81E2-D5D63B23E300}" dt="2026-09-06T06:29:54.215" v="48152"/>
        <pc:sldMkLst>
          <pc:docMk/>
          <pc:sldMk cId="425359424" sldId="607"/>
        </pc:sldMkLst>
        <pc:spChg chg="add mod">
          <ac:chgData name="Li, Cong" userId="025630f4-267e-4cb3-8cd5-8795177f99f4" providerId="ADAL" clId="{929A2CC8-B112-421C-81E2-D5D63B23E300}" dt="2026-09-06T06:28:00.972" v="48125" actId="20577"/>
          <ac:spMkLst>
            <pc:docMk/>
            <pc:sldMk cId="425359424" sldId="607"/>
            <ac:spMk id="6" creationId="{38D81433-DEFE-E95F-B7F6-A07F51E6FDF9}"/>
          </ac:spMkLst>
        </pc:spChg>
        <pc:spChg chg="add mod">
          <ac:chgData name="Li, Cong" userId="025630f4-267e-4cb3-8cd5-8795177f99f4" providerId="ADAL" clId="{929A2CC8-B112-421C-81E2-D5D63B23E300}" dt="2026-09-06T06:28:32.535" v="48139" actId="1036"/>
          <ac:spMkLst>
            <pc:docMk/>
            <pc:sldMk cId="425359424" sldId="607"/>
            <ac:spMk id="9" creationId="{A8B0A35B-9AC4-E0D9-2F98-8D68A5321E5C}"/>
          </ac:spMkLst>
        </pc:spChg>
        <pc:spChg chg="add mod">
          <ac:chgData name="Li, Cong" userId="025630f4-267e-4cb3-8cd5-8795177f99f4" providerId="ADAL" clId="{929A2CC8-B112-421C-81E2-D5D63B23E300}" dt="2026-09-06T06:28:22.333" v="48130" actId="1076"/>
          <ac:spMkLst>
            <pc:docMk/>
            <pc:sldMk cId="425359424" sldId="607"/>
            <ac:spMk id="11" creationId="{73366E86-9F35-7ABF-573B-1922C52F15AD}"/>
          </ac:spMkLst>
        </pc:spChg>
        <pc:spChg chg="add mod">
          <ac:chgData name="Li, Cong" userId="025630f4-267e-4cb3-8cd5-8795177f99f4" providerId="ADAL" clId="{929A2CC8-B112-421C-81E2-D5D63B23E300}" dt="2026-09-06T06:28:58.471" v="48144" actId="14100"/>
          <ac:spMkLst>
            <pc:docMk/>
            <pc:sldMk cId="425359424" sldId="607"/>
            <ac:spMk id="12" creationId="{C433F538-A994-ECA1-5BF6-EF212E6042E3}"/>
          </ac:spMkLst>
        </pc:spChg>
        <pc:spChg chg="add mod">
          <ac:chgData name="Li, Cong" userId="025630f4-267e-4cb3-8cd5-8795177f99f4" providerId="ADAL" clId="{929A2CC8-B112-421C-81E2-D5D63B23E300}" dt="2026-09-06T06:29:03.477" v="48146" actId="1076"/>
          <ac:spMkLst>
            <pc:docMk/>
            <pc:sldMk cId="425359424" sldId="607"/>
            <ac:spMk id="13" creationId="{C5F08AC1-62C7-B980-09E3-2B6D3ED05D23}"/>
          </ac:spMkLst>
        </pc:spChg>
        <pc:spChg chg="mod">
          <ac:chgData name="Li, Cong" userId="025630f4-267e-4cb3-8cd5-8795177f99f4" providerId="ADAL" clId="{929A2CC8-B112-421C-81E2-D5D63B23E300}" dt="2026-09-06T06:27:35.782" v="48088" actId="1076"/>
          <ac:spMkLst>
            <pc:docMk/>
            <pc:sldMk cId="425359424" sldId="607"/>
            <ac:spMk id="23" creationId="{7FF92408-B872-9B30-5BEF-A2BCB99498EE}"/>
          </ac:spMkLst>
        </pc:spChg>
      </pc:sldChg>
      <pc:sldChg chg="delSp modSp add mod delAnim">
        <pc:chgData name="Li, Cong" userId="025630f4-267e-4cb3-8cd5-8795177f99f4" providerId="ADAL" clId="{929A2CC8-B112-421C-81E2-D5D63B23E300}" dt="2026-09-06T12:01:42.324" v="50401" actId="20577"/>
        <pc:sldMkLst>
          <pc:docMk/>
          <pc:sldMk cId="1393626312" sldId="608"/>
        </pc:sldMkLst>
        <pc:spChg chg="mod">
          <ac:chgData name="Li, Cong" userId="025630f4-267e-4cb3-8cd5-8795177f99f4" providerId="ADAL" clId="{929A2CC8-B112-421C-81E2-D5D63B23E300}" dt="2026-09-06T06:16:39.971" v="47780" actId="20577"/>
          <ac:spMkLst>
            <pc:docMk/>
            <pc:sldMk cId="1393626312" sldId="608"/>
            <ac:spMk id="2" creationId="{85CB92A4-7D22-0621-CF65-E8F1CBC1A990}"/>
          </ac:spMkLst>
        </pc:spChg>
        <pc:spChg chg="mod">
          <ac:chgData name="Li, Cong" userId="025630f4-267e-4cb3-8cd5-8795177f99f4" providerId="ADAL" clId="{929A2CC8-B112-421C-81E2-D5D63B23E300}" dt="2026-09-06T06:18:48.195" v="48000" actId="1076"/>
          <ac:spMkLst>
            <pc:docMk/>
            <pc:sldMk cId="1393626312" sldId="608"/>
            <ac:spMk id="6" creationId="{2E470684-079E-1DDC-C68B-698A1AFA861F}"/>
          </ac:spMkLst>
        </pc:spChg>
        <pc:spChg chg="mod">
          <ac:chgData name="Li, Cong" userId="025630f4-267e-4cb3-8cd5-8795177f99f4" providerId="ADAL" clId="{929A2CC8-B112-421C-81E2-D5D63B23E300}" dt="2026-09-06T12:01:42.324" v="50401" actId="20577"/>
          <ac:spMkLst>
            <pc:docMk/>
            <pc:sldMk cId="1393626312" sldId="608"/>
            <ac:spMk id="13" creationId="{66468BA3-10C8-7207-F425-7DC1EF4E0F8A}"/>
          </ac:spMkLst>
        </pc:spChg>
        <pc:spChg chg="del">
          <ac:chgData name="Li, Cong" userId="025630f4-267e-4cb3-8cd5-8795177f99f4" providerId="ADAL" clId="{929A2CC8-B112-421C-81E2-D5D63B23E300}" dt="2026-09-06T06:18:07.801" v="47900" actId="478"/>
          <ac:spMkLst>
            <pc:docMk/>
            <pc:sldMk cId="1393626312" sldId="608"/>
            <ac:spMk id="14" creationId="{5FA4D33C-8B59-D47C-5A51-682750854403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6:37:36.373" v="48321"/>
        <pc:sldMkLst>
          <pc:docMk/>
          <pc:sldMk cId="1413003058" sldId="609"/>
        </pc:sldMkLst>
        <pc:spChg chg="add mod">
          <ac:chgData name="Li, Cong" userId="025630f4-267e-4cb3-8cd5-8795177f99f4" providerId="ADAL" clId="{929A2CC8-B112-421C-81E2-D5D63B23E300}" dt="2026-09-06T06:33:45.754" v="48208" actId="1076"/>
          <ac:spMkLst>
            <pc:docMk/>
            <pc:sldMk cId="1413003058" sldId="609"/>
            <ac:spMk id="3" creationId="{8B98B3B6-D23B-0C4F-1A42-E58CF6AAC143}"/>
          </ac:spMkLst>
        </pc:spChg>
        <pc:spChg chg="del">
          <ac:chgData name="Li, Cong" userId="025630f4-267e-4cb3-8cd5-8795177f99f4" providerId="ADAL" clId="{929A2CC8-B112-421C-81E2-D5D63B23E300}" dt="2026-09-06T06:32:45.825" v="48155" actId="478"/>
          <ac:spMkLst>
            <pc:docMk/>
            <pc:sldMk cId="1413003058" sldId="609"/>
            <ac:spMk id="6" creationId="{07BAE36F-0004-05E9-9264-E18152A26D35}"/>
          </ac:spMkLst>
        </pc:spChg>
        <pc:spChg chg="del">
          <ac:chgData name="Li, Cong" userId="025630f4-267e-4cb3-8cd5-8795177f99f4" providerId="ADAL" clId="{929A2CC8-B112-421C-81E2-D5D63B23E300}" dt="2026-09-06T06:32:51.370" v="48159" actId="478"/>
          <ac:spMkLst>
            <pc:docMk/>
            <pc:sldMk cId="1413003058" sldId="609"/>
            <ac:spMk id="9" creationId="{17BB80C4-0A1D-1359-0DE4-E2C0BF707745}"/>
          </ac:spMkLst>
        </pc:spChg>
        <pc:spChg chg="add mod">
          <ac:chgData name="Li, Cong" userId="025630f4-267e-4cb3-8cd5-8795177f99f4" providerId="ADAL" clId="{929A2CC8-B112-421C-81E2-D5D63B23E300}" dt="2026-09-06T06:34:20.753" v="48218" actId="1076"/>
          <ac:spMkLst>
            <pc:docMk/>
            <pc:sldMk cId="1413003058" sldId="609"/>
            <ac:spMk id="10" creationId="{CBB69BAA-E39D-EDD2-73FF-393F420B105D}"/>
          </ac:spMkLst>
        </pc:spChg>
        <pc:spChg chg="del">
          <ac:chgData name="Li, Cong" userId="025630f4-267e-4cb3-8cd5-8795177f99f4" providerId="ADAL" clId="{929A2CC8-B112-421C-81E2-D5D63B23E300}" dt="2026-09-06T06:32:49.098" v="48158" actId="478"/>
          <ac:spMkLst>
            <pc:docMk/>
            <pc:sldMk cId="1413003058" sldId="609"/>
            <ac:spMk id="11" creationId="{F21D8457-943F-C173-9AC3-F9C0370484C7}"/>
          </ac:spMkLst>
        </pc:spChg>
        <pc:spChg chg="del">
          <ac:chgData name="Li, Cong" userId="025630f4-267e-4cb3-8cd5-8795177f99f4" providerId="ADAL" clId="{929A2CC8-B112-421C-81E2-D5D63B23E300}" dt="2026-09-06T06:32:46.661" v="48156" actId="478"/>
          <ac:spMkLst>
            <pc:docMk/>
            <pc:sldMk cId="1413003058" sldId="609"/>
            <ac:spMk id="12" creationId="{9A014183-168A-D912-BBF7-2C0C0C9289B9}"/>
          </ac:spMkLst>
        </pc:spChg>
        <pc:spChg chg="del">
          <ac:chgData name="Li, Cong" userId="025630f4-267e-4cb3-8cd5-8795177f99f4" providerId="ADAL" clId="{929A2CC8-B112-421C-81E2-D5D63B23E300}" dt="2026-09-06T06:32:47.890" v="48157" actId="478"/>
          <ac:spMkLst>
            <pc:docMk/>
            <pc:sldMk cId="1413003058" sldId="609"/>
            <ac:spMk id="13" creationId="{25668822-1978-CA1A-B80F-DF7BAA1C8D4B}"/>
          </ac:spMkLst>
        </pc:spChg>
        <pc:spChg chg="add mod">
          <ac:chgData name="Li, Cong" userId="025630f4-267e-4cb3-8cd5-8795177f99f4" providerId="ADAL" clId="{929A2CC8-B112-421C-81E2-D5D63B23E300}" dt="2026-09-06T06:34:14.298" v="48217" actId="1076"/>
          <ac:spMkLst>
            <pc:docMk/>
            <pc:sldMk cId="1413003058" sldId="609"/>
            <ac:spMk id="14" creationId="{F5B011E2-25DF-AFD6-DE5B-827E87784650}"/>
          </ac:spMkLst>
        </pc:spChg>
        <pc:spChg chg="add mod">
          <ac:chgData name="Li, Cong" userId="025630f4-267e-4cb3-8cd5-8795177f99f4" providerId="ADAL" clId="{929A2CC8-B112-421C-81E2-D5D63B23E300}" dt="2026-09-06T06:34:30.865" v="48221" actId="1076"/>
          <ac:spMkLst>
            <pc:docMk/>
            <pc:sldMk cId="1413003058" sldId="609"/>
            <ac:spMk id="15" creationId="{179D48B1-5D23-B483-C92A-52A58CC2631F}"/>
          </ac:spMkLst>
        </pc:spChg>
        <pc:spChg chg="del">
          <ac:chgData name="Li, Cong" userId="025630f4-267e-4cb3-8cd5-8795177f99f4" providerId="ADAL" clId="{929A2CC8-B112-421C-81E2-D5D63B23E300}" dt="2026-09-06T06:32:52.488" v="48160" actId="478"/>
          <ac:spMkLst>
            <pc:docMk/>
            <pc:sldMk cId="1413003058" sldId="609"/>
            <ac:spMk id="20" creationId="{6D0CF187-BBF5-3A6D-0103-5B8D7E0B2978}"/>
          </ac:spMkLst>
        </pc:spChg>
        <pc:spChg chg="add mod">
          <ac:chgData name="Li, Cong" userId="025630f4-267e-4cb3-8cd5-8795177f99f4" providerId="ADAL" clId="{929A2CC8-B112-421C-81E2-D5D63B23E300}" dt="2026-09-06T06:35:13.447" v="48289" actId="1076"/>
          <ac:spMkLst>
            <pc:docMk/>
            <pc:sldMk cId="1413003058" sldId="609"/>
            <ac:spMk id="22" creationId="{6F1B587A-FE11-58F9-44A2-49C99FA4865F}"/>
          </ac:spMkLst>
        </pc:spChg>
        <pc:spChg chg="del">
          <ac:chgData name="Li, Cong" userId="025630f4-267e-4cb3-8cd5-8795177f99f4" providerId="ADAL" clId="{929A2CC8-B112-421C-81E2-D5D63B23E300}" dt="2026-09-06T06:32:44.647" v="48154" actId="478"/>
          <ac:spMkLst>
            <pc:docMk/>
            <pc:sldMk cId="1413003058" sldId="609"/>
            <ac:spMk id="23" creationId="{D419CBB1-C225-2DA7-7FF3-0AB72E3B3C08}"/>
          </ac:spMkLst>
        </pc:spChg>
        <pc:spChg chg="add mod">
          <ac:chgData name="Li, Cong" userId="025630f4-267e-4cb3-8cd5-8795177f99f4" providerId="ADAL" clId="{929A2CC8-B112-421C-81E2-D5D63B23E300}" dt="2026-09-06T06:37:34.234" v="48320" actId="1076"/>
          <ac:spMkLst>
            <pc:docMk/>
            <pc:sldMk cId="1413003058" sldId="609"/>
            <ac:spMk id="24" creationId="{982A7500-A7C1-DC2D-02AA-796F8AA48404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06T06:39:58.779" v="48389"/>
        <pc:sldMkLst>
          <pc:docMk/>
          <pc:sldMk cId="605721647" sldId="610"/>
        </pc:sldMkLst>
        <pc:spChg chg="add mod">
          <ac:chgData name="Li, Cong" userId="025630f4-267e-4cb3-8cd5-8795177f99f4" providerId="ADAL" clId="{929A2CC8-B112-421C-81E2-D5D63B23E300}" dt="2026-09-06T06:38:52.986" v="48381" actId="1076"/>
          <ac:spMkLst>
            <pc:docMk/>
            <pc:sldMk cId="605721647" sldId="610"/>
            <ac:spMk id="8" creationId="{476E30DE-350F-CD63-C4A6-E9F3E297EB40}"/>
          </ac:spMkLst>
        </pc:spChg>
        <pc:spChg chg="add mod">
          <ac:chgData name="Li, Cong" userId="025630f4-267e-4cb3-8cd5-8795177f99f4" providerId="ADAL" clId="{929A2CC8-B112-421C-81E2-D5D63B23E300}" dt="2026-09-06T06:38:59.738" v="48383" actId="1076"/>
          <ac:spMkLst>
            <pc:docMk/>
            <pc:sldMk cId="605721647" sldId="610"/>
            <ac:spMk id="11" creationId="{C4CF1453-5668-9991-5EC7-2C8B0D2D2F6C}"/>
          </ac:spMkLst>
        </pc:spChg>
        <pc:spChg chg="del">
          <ac:chgData name="Li, Cong" userId="025630f4-267e-4cb3-8cd5-8795177f99f4" providerId="ADAL" clId="{929A2CC8-B112-421C-81E2-D5D63B23E300}" dt="2026-09-06T06:37:56.131" v="48323" actId="478"/>
          <ac:spMkLst>
            <pc:docMk/>
            <pc:sldMk cId="605721647" sldId="610"/>
            <ac:spMk id="14" creationId="{D7BB8FFB-35E9-341A-C572-89E0F4CE1E4E}"/>
          </ac:spMkLst>
        </pc:spChg>
        <pc:spChg chg="mod">
          <ac:chgData name="Li, Cong" userId="025630f4-267e-4cb3-8cd5-8795177f99f4" providerId="ADAL" clId="{929A2CC8-B112-421C-81E2-D5D63B23E300}" dt="2026-09-06T06:38:07.524" v="48326" actId="1076"/>
          <ac:spMkLst>
            <pc:docMk/>
            <pc:sldMk cId="605721647" sldId="610"/>
            <ac:spMk id="15" creationId="{1E6A84F2-A3E7-027F-403C-100A49953AD3}"/>
          </ac:spMkLst>
        </pc:spChg>
        <pc:spChg chg="del">
          <ac:chgData name="Li, Cong" userId="025630f4-267e-4cb3-8cd5-8795177f99f4" providerId="ADAL" clId="{929A2CC8-B112-421C-81E2-D5D63B23E300}" dt="2026-09-06T06:37:59.508" v="48324" actId="478"/>
          <ac:spMkLst>
            <pc:docMk/>
            <pc:sldMk cId="605721647" sldId="610"/>
            <ac:spMk id="22" creationId="{E6FC4BA6-B744-1307-4D49-A5C605CD48B4}"/>
          </ac:spMkLst>
        </pc:spChg>
        <pc:spChg chg="mod">
          <ac:chgData name="Li, Cong" userId="025630f4-267e-4cb3-8cd5-8795177f99f4" providerId="ADAL" clId="{929A2CC8-B112-421C-81E2-D5D63B23E300}" dt="2026-09-06T06:38:40.194" v="48376" actId="1076"/>
          <ac:spMkLst>
            <pc:docMk/>
            <pc:sldMk cId="605721647" sldId="610"/>
            <ac:spMk id="24" creationId="{88B9E841-1001-5252-1040-9813778F26B0}"/>
          </ac:spMkLst>
        </pc:spChg>
      </pc:sldChg>
      <pc:sldChg chg="modSp add mod modAnim">
        <pc:chgData name="Li, Cong" userId="025630f4-267e-4cb3-8cd5-8795177f99f4" providerId="ADAL" clId="{929A2CC8-B112-421C-81E2-D5D63B23E300}" dt="2026-09-06T06:44:02.403" v="48948"/>
        <pc:sldMkLst>
          <pc:docMk/>
          <pc:sldMk cId="3307187633" sldId="611"/>
        </pc:sldMkLst>
        <pc:spChg chg="mod">
          <ac:chgData name="Li, Cong" userId="025630f4-267e-4cb3-8cd5-8795177f99f4" providerId="ADAL" clId="{929A2CC8-B112-421C-81E2-D5D63B23E300}" dt="2026-09-06T06:41:05.288" v="48446" actId="20577"/>
          <ac:spMkLst>
            <pc:docMk/>
            <pc:sldMk cId="3307187633" sldId="611"/>
            <ac:spMk id="2" creationId="{D7857181-43B5-D47F-5DE3-13B29AF9FBE6}"/>
          </ac:spMkLst>
        </pc:spChg>
        <pc:spChg chg="mod">
          <ac:chgData name="Li, Cong" userId="025630f4-267e-4cb3-8cd5-8795177f99f4" providerId="ADAL" clId="{929A2CC8-B112-421C-81E2-D5D63B23E300}" dt="2026-09-06T06:43:57.676" v="48947" actId="20577"/>
          <ac:spMkLst>
            <pc:docMk/>
            <pc:sldMk cId="3307187633" sldId="611"/>
            <ac:spMk id="3" creationId="{275FC2C7-6C1E-3FFE-45B3-E84536695E69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9-06T22:15:22.631" v="51726" actId="1076"/>
        <pc:sldMkLst>
          <pc:docMk/>
          <pc:sldMk cId="323397779" sldId="612"/>
        </pc:sldMkLst>
        <pc:spChg chg="mod">
          <ac:chgData name="Li, Cong" userId="025630f4-267e-4cb3-8cd5-8795177f99f4" providerId="ADAL" clId="{929A2CC8-B112-421C-81E2-D5D63B23E300}" dt="2026-09-06T06:49:34.661" v="48964" actId="20577"/>
          <ac:spMkLst>
            <pc:docMk/>
            <pc:sldMk cId="323397779" sldId="612"/>
            <ac:spMk id="2" creationId="{C81E4FCC-F31A-8808-8BE0-216CA20F264B}"/>
          </ac:spMkLst>
        </pc:spChg>
        <pc:spChg chg="del">
          <ac:chgData name="Li, Cong" userId="025630f4-267e-4cb3-8cd5-8795177f99f4" providerId="ADAL" clId="{929A2CC8-B112-421C-81E2-D5D63B23E300}" dt="2026-09-06T06:49:37.021" v="48965" actId="478"/>
          <ac:spMkLst>
            <pc:docMk/>
            <pc:sldMk cId="323397779" sldId="612"/>
            <ac:spMk id="3" creationId="{8EFEC605-C647-CC94-09C7-30E90A5278EB}"/>
          </ac:spMkLst>
        </pc:spChg>
        <pc:spChg chg="add del mod">
          <ac:chgData name="Li, Cong" userId="025630f4-267e-4cb3-8cd5-8795177f99f4" providerId="ADAL" clId="{929A2CC8-B112-421C-81E2-D5D63B23E300}" dt="2026-09-06T06:49:37.993" v="48966" actId="478"/>
          <ac:spMkLst>
            <pc:docMk/>
            <pc:sldMk cId="323397779" sldId="612"/>
            <ac:spMk id="4" creationId="{54C605D2-93F4-9CC4-0CC7-A1DCB86B4AC9}"/>
          </ac:spMkLst>
        </pc:spChg>
        <pc:spChg chg="add mod">
          <ac:chgData name="Li, Cong" userId="025630f4-267e-4cb3-8cd5-8795177f99f4" providerId="ADAL" clId="{929A2CC8-B112-421C-81E2-D5D63B23E300}" dt="2026-09-06T06:57:19.609" v="49162" actId="6549"/>
          <ac:spMkLst>
            <pc:docMk/>
            <pc:sldMk cId="323397779" sldId="612"/>
            <ac:spMk id="7" creationId="{5E7A6E7C-E439-CDEC-4589-70013B60CD2D}"/>
          </ac:spMkLst>
        </pc:spChg>
        <pc:spChg chg="add mod">
          <ac:chgData name="Li, Cong" userId="025630f4-267e-4cb3-8cd5-8795177f99f4" providerId="ADAL" clId="{929A2CC8-B112-421C-81E2-D5D63B23E300}" dt="2026-09-06T06:54:00.382" v="49086" actId="1076"/>
          <ac:spMkLst>
            <pc:docMk/>
            <pc:sldMk cId="323397779" sldId="612"/>
            <ac:spMk id="11" creationId="{D8BDF975-B9C3-BEB2-34C7-1E55BC8DB91C}"/>
          </ac:spMkLst>
        </pc:spChg>
        <pc:spChg chg="add mod">
          <ac:chgData name="Li, Cong" userId="025630f4-267e-4cb3-8cd5-8795177f99f4" providerId="ADAL" clId="{929A2CC8-B112-421C-81E2-D5D63B23E300}" dt="2026-09-06T06:52:31.193" v="49073" actId="1035"/>
          <ac:spMkLst>
            <pc:docMk/>
            <pc:sldMk cId="323397779" sldId="612"/>
            <ac:spMk id="12" creationId="{5B0F267A-E776-DABB-F971-14C11F449708}"/>
          </ac:spMkLst>
        </pc:spChg>
        <pc:spChg chg="add mod">
          <ac:chgData name="Li, Cong" userId="025630f4-267e-4cb3-8cd5-8795177f99f4" providerId="ADAL" clId="{929A2CC8-B112-421C-81E2-D5D63B23E300}" dt="2026-09-06T06:52:31.193" v="49073" actId="1035"/>
          <ac:spMkLst>
            <pc:docMk/>
            <pc:sldMk cId="323397779" sldId="612"/>
            <ac:spMk id="13" creationId="{196248EE-BCD6-1ED4-279F-BFA19B18AAC9}"/>
          </ac:spMkLst>
        </pc:spChg>
        <pc:spChg chg="add mod">
          <ac:chgData name="Li, Cong" userId="025630f4-267e-4cb3-8cd5-8795177f99f4" providerId="ADAL" clId="{929A2CC8-B112-421C-81E2-D5D63B23E300}" dt="2026-09-06T06:53:18.528" v="49079" actId="1076"/>
          <ac:spMkLst>
            <pc:docMk/>
            <pc:sldMk cId="323397779" sldId="612"/>
            <ac:spMk id="14" creationId="{BD5C27F4-27D5-097F-51A7-14A9ACC433E1}"/>
          </ac:spMkLst>
        </pc:spChg>
        <pc:spChg chg="add mod">
          <ac:chgData name="Li, Cong" userId="025630f4-267e-4cb3-8cd5-8795177f99f4" providerId="ADAL" clId="{929A2CC8-B112-421C-81E2-D5D63B23E300}" dt="2026-09-06T07:07:09.802" v="49545" actId="1035"/>
          <ac:spMkLst>
            <pc:docMk/>
            <pc:sldMk cId="323397779" sldId="612"/>
            <ac:spMk id="15" creationId="{7C98B512-7E95-F38E-F3DB-0BE52FEA6307}"/>
          </ac:spMkLst>
        </pc:spChg>
        <pc:spChg chg="add mod">
          <ac:chgData name="Li, Cong" userId="025630f4-267e-4cb3-8cd5-8795177f99f4" providerId="ADAL" clId="{929A2CC8-B112-421C-81E2-D5D63B23E300}" dt="2026-09-06T22:15:22.631" v="51726" actId="1076"/>
          <ac:spMkLst>
            <pc:docMk/>
            <pc:sldMk cId="323397779" sldId="612"/>
            <ac:spMk id="17" creationId="{4F79EAE1-4B3E-D3E0-7955-25C90FE2D922}"/>
          </ac:spMkLst>
        </pc:spChg>
        <pc:picChg chg="add mod">
          <ac:chgData name="Li, Cong" userId="025630f4-267e-4cb3-8cd5-8795177f99f4" providerId="ADAL" clId="{929A2CC8-B112-421C-81E2-D5D63B23E300}" dt="2026-09-06T06:52:31.193" v="49073" actId="1035"/>
          <ac:picMkLst>
            <pc:docMk/>
            <pc:sldMk cId="323397779" sldId="612"/>
            <ac:picMk id="9" creationId="{5E3207D4-FC09-A2BC-4977-5E0F458285F9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9-06T22:15:34.224" v="51728" actId="22"/>
        <pc:sldMkLst>
          <pc:docMk/>
          <pc:sldMk cId="2936896630" sldId="613"/>
        </pc:sldMkLst>
        <pc:spChg chg="add del">
          <ac:chgData name="Li, Cong" userId="025630f4-267e-4cb3-8cd5-8795177f99f4" providerId="ADAL" clId="{929A2CC8-B112-421C-81E2-D5D63B23E300}" dt="2026-09-06T22:15:33.822" v="51727" actId="478"/>
          <ac:spMkLst>
            <pc:docMk/>
            <pc:sldMk cId="2936896630" sldId="613"/>
            <ac:spMk id="4" creationId="{30F8A114-181E-B3ED-BDD1-43255790FF54}"/>
          </ac:spMkLst>
        </pc:spChg>
        <pc:spChg chg="add">
          <ac:chgData name="Li, Cong" userId="025630f4-267e-4cb3-8cd5-8795177f99f4" providerId="ADAL" clId="{929A2CC8-B112-421C-81E2-D5D63B23E300}" dt="2026-09-06T22:15:34.224" v="51728" actId="22"/>
          <ac:spMkLst>
            <pc:docMk/>
            <pc:sldMk cId="2936896630" sldId="613"/>
            <ac:spMk id="6" creationId="{E5E25231-918F-BC60-1173-0B8B19C9E483}"/>
          </ac:spMkLst>
        </pc:spChg>
        <pc:spChg chg="mod">
          <ac:chgData name="Li, Cong" userId="025630f4-267e-4cb3-8cd5-8795177f99f4" providerId="ADAL" clId="{929A2CC8-B112-421C-81E2-D5D63B23E300}" dt="2026-09-06T06:59:24.571" v="49236" actId="20577"/>
          <ac:spMkLst>
            <pc:docMk/>
            <pc:sldMk cId="2936896630" sldId="613"/>
            <ac:spMk id="7" creationId="{62C3A5C6-7038-9520-A86E-4BDE617CD1F4}"/>
          </ac:spMkLst>
        </pc:spChg>
        <pc:spChg chg="add mod">
          <ac:chgData name="Li, Cong" userId="025630f4-267e-4cb3-8cd5-8795177f99f4" providerId="ADAL" clId="{929A2CC8-B112-421C-81E2-D5D63B23E300}" dt="2026-09-06T07:28:50.749" v="50014" actId="1076"/>
          <ac:spMkLst>
            <pc:docMk/>
            <pc:sldMk cId="2936896630" sldId="613"/>
            <ac:spMk id="8" creationId="{CD47C582-2319-E2BA-1461-358B9678F988}"/>
          </ac:spMkLst>
        </pc:spChg>
        <pc:spChg chg="mod">
          <ac:chgData name="Li, Cong" userId="025630f4-267e-4cb3-8cd5-8795177f99f4" providerId="ADAL" clId="{929A2CC8-B112-421C-81E2-D5D63B23E300}" dt="2026-09-06T07:07:21.700" v="49555" actId="1036"/>
          <ac:spMkLst>
            <pc:docMk/>
            <pc:sldMk cId="2936896630" sldId="613"/>
            <ac:spMk id="15" creationId="{019E0E26-705B-C3C7-A89E-0A63DF6575F1}"/>
          </ac:spMkLst>
        </pc:spChg>
        <pc:cxnChg chg="add mod">
          <ac:chgData name="Li, Cong" userId="025630f4-267e-4cb3-8cd5-8795177f99f4" providerId="ADAL" clId="{929A2CC8-B112-421C-81E2-D5D63B23E300}" dt="2026-09-06T07:28:53.949" v="50015" actId="14100"/>
          <ac:cxnSpMkLst>
            <pc:docMk/>
            <pc:sldMk cId="2936896630" sldId="613"/>
            <ac:cxnSpMk id="16" creationId="{405CAA1D-89C3-5FED-2D71-B97649D59A2B}"/>
          </ac:cxnSpMkLst>
        </pc:cxnChg>
      </pc:sldChg>
      <pc:sldChg chg="addSp modSp add mod modAnim">
        <pc:chgData name="Li, Cong" userId="025630f4-267e-4cb3-8cd5-8795177f99f4" providerId="ADAL" clId="{929A2CC8-B112-421C-81E2-D5D63B23E300}" dt="2026-09-06T07:09:05.516" v="49589" actId="20577"/>
        <pc:sldMkLst>
          <pc:docMk/>
          <pc:sldMk cId="4216651519" sldId="614"/>
        </pc:sldMkLst>
        <pc:spChg chg="add mod">
          <ac:chgData name="Li, Cong" userId="025630f4-267e-4cb3-8cd5-8795177f99f4" providerId="ADAL" clId="{929A2CC8-B112-421C-81E2-D5D63B23E300}" dt="2026-09-06T07:09:05.516" v="49589" actId="20577"/>
          <ac:spMkLst>
            <pc:docMk/>
            <pc:sldMk cId="4216651519" sldId="614"/>
            <ac:spMk id="3" creationId="{CD06CDB4-C843-593A-7BC5-094439F38790}"/>
          </ac:spMkLst>
        </pc:spChg>
        <pc:spChg chg="add mod">
          <ac:chgData name="Li, Cong" userId="025630f4-267e-4cb3-8cd5-8795177f99f4" providerId="ADAL" clId="{929A2CC8-B112-421C-81E2-D5D63B23E300}" dt="2026-09-06T07:04:26.708" v="49419" actId="1076"/>
          <ac:spMkLst>
            <pc:docMk/>
            <pc:sldMk cId="4216651519" sldId="614"/>
            <ac:spMk id="4" creationId="{628108DD-9D32-3F31-E811-DBD93462C1B8}"/>
          </ac:spMkLst>
        </pc:spChg>
        <pc:spChg chg="mod">
          <ac:chgData name="Li, Cong" userId="025630f4-267e-4cb3-8cd5-8795177f99f4" providerId="ADAL" clId="{929A2CC8-B112-421C-81E2-D5D63B23E300}" dt="2026-09-06T07:07:04.714" v="49541" actId="1036"/>
          <ac:spMkLst>
            <pc:docMk/>
            <pc:sldMk cId="4216651519" sldId="614"/>
            <ac:spMk id="15" creationId="{415D0D96-04E8-F856-D069-D066B00F6CFD}"/>
          </ac:spMkLst>
        </pc:spChg>
        <pc:spChg chg="mod">
          <ac:chgData name="Li, Cong" userId="025630f4-267e-4cb3-8cd5-8795177f99f4" providerId="ADAL" clId="{929A2CC8-B112-421C-81E2-D5D63B23E300}" dt="2026-09-06T07:02:22.244" v="49357" actId="20577"/>
          <ac:spMkLst>
            <pc:docMk/>
            <pc:sldMk cId="4216651519" sldId="614"/>
            <ac:spMk id="17" creationId="{9FA8119C-C566-214F-F6AA-98190F21381C}"/>
          </ac:spMkLst>
        </pc:spChg>
      </pc:sldChg>
      <pc:sldChg chg="addSp modSp add mod modAnim">
        <pc:chgData name="Li, Cong" userId="025630f4-267e-4cb3-8cd5-8795177f99f4" providerId="ADAL" clId="{929A2CC8-B112-421C-81E2-D5D63B23E300}" dt="2026-09-06T07:30:29.008" v="50163" actId="14100"/>
        <pc:sldMkLst>
          <pc:docMk/>
          <pc:sldMk cId="3085789375" sldId="615"/>
        </pc:sldMkLst>
        <pc:spChg chg="add mod">
          <ac:chgData name="Li, Cong" userId="025630f4-267e-4cb3-8cd5-8795177f99f4" providerId="ADAL" clId="{929A2CC8-B112-421C-81E2-D5D63B23E300}" dt="2026-09-06T07:09:13.357" v="49601" actId="20577"/>
          <ac:spMkLst>
            <pc:docMk/>
            <pc:sldMk cId="3085789375" sldId="615"/>
            <ac:spMk id="3" creationId="{8A9F3ED6-C14B-03C8-3638-1828E1515A39}"/>
          </ac:spMkLst>
        </pc:spChg>
        <pc:spChg chg="mod">
          <ac:chgData name="Li, Cong" userId="025630f4-267e-4cb3-8cd5-8795177f99f4" providerId="ADAL" clId="{929A2CC8-B112-421C-81E2-D5D63B23E300}" dt="2026-09-06T07:02:28.357" v="49359" actId="20577"/>
          <ac:spMkLst>
            <pc:docMk/>
            <pc:sldMk cId="3085789375" sldId="615"/>
            <ac:spMk id="4" creationId="{8520CBBB-C398-E687-2CA4-6F36CC48A505}"/>
          </ac:spMkLst>
        </pc:spChg>
        <pc:spChg chg="add mod">
          <ac:chgData name="Li, Cong" userId="025630f4-267e-4cb3-8cd5-8795177f99f4" providerId="ADAL" clId="{929A2CC8-B112-421C-81E2-D5D63B23E300}" dt="2026-09-06T07:08:37.734" v="49582"/>
          <ac:spMkLst>
            <pc:docMk/>
            <pc:sldMk cId="3085789375" sldId="615"/>
            <ac:spMk id="6" creationId="{AE1AD0F3-BD3B-2BE1-961E-8435924150AD}"/>
          </ac:spMkLst>
        </pc:spChg>
        <pc:spChg chg="mod">
          <ac:chgData name="Li, Cong" userId="025630f4-267e-4cb3-8cd5-8795177f99f4" providerId="ADAL" clId="{929A2CC8-B112-421C-81E2-D5D63B23E300}" dt="2026-09-06T07:30:17.784" v="50160" actId="1076"/>
          <ac:spMkLst>
            <pc:docMk/>
            <pc:sldMk cId="3085789375" sldId="615"/>
            <ac:spMk id="7" creationId="{320B3E56-A938-3FEC-BA17-5925BCC67201}"/>
          </ac:spMkLst>
        </pc:spChg>
        <pc:spChg chg="add mod">
          <ac:chgData name="Li, Cong" userId="025630f4-267e-4cb3-8cd5-8795177f99f4" providerId="ADAL" clId="{929A2CC8-B112-421C-81E2-D5D63B23E300}" dt="2026-09-06T07:10:38.087" v="49619" actId="14100"/>
          <ac:spMkLst>
            <pc:docMk/>
            <pc:sldMk cId="3085789375" sldId="615"/>
            <ac:spMk id="10" creationId="{C86638D2-DA4E-A84B-2B44-AA1255673C5F}"/>
          </ac:spMkLst>
        </pc:spChg>
        <pc:spChg chg="mod">
          <ac:chgData name="Li, Cong" userId="025630f4-267e-4cb3-8cd5-8795177f99f4" providerId="ADAL" clId="{929A2CC8-B112-421C-81E2-D5D63B23E300}" dt="2026-09-06T07:09:59.586" v="49615" actId="1076"/>
          <ac:spMkLst>
            <pc:docMk/>
            <pc:sldMk cId="3085789375" sldId="615"/>
            <ac:spMk id="15" creationId="{5363CB70-EC33-5D8B-43FE-135155807B9B}"/>
          </ac:spMkLst>
        </pc:spChg>
        <pc:spChg chg="add mod">
          <ac:chgData name="Li, Cong" userId="025630f4-267e-4cb3-8cd5-8795177f99f4" providerId="ADAL" clId="{929A2CC8-B112-421C-81E2-D5D63B23E300}" dt="2026-09-06T07:30:26.079" v="50162" actId="1076"/>
          <ac:spMkLst>
            <pc:docMk/>
            <pc:sldMk cId="3085789375" sldId="615"/>
            <ac:spMk id="18" creationId="{865DF376-1F55-A6C0-9A0B-EC7D3C1990FA}"/>
          </ac:spMkLst>
        </pc:spChg>
        <pc:cxnChg chg="add">
          <ac:chgData name="Li, Cong" userId="025630f4-267e-4cb3-8cd5-8795177f99f4" providerId="ADAL" clId="{929A2CC8-B112-421C-81E2-D5D63B23E300}" dt="2026-09-06T07:10:58.847" v="49620" actId="11529"/>
          <ac:cxnSpMkLst>
            <pc:docMk/>
            <pc:sldMk cId="3085789375" sldId="615"/>
            <ac:cxnSpMk id="17" creationId="{6BEBB2E9-5508-8C01-B0B8-A424E66F8863}"/>
          </ac:cxnSpMkLst>
        </pc:cxnChg>
        <pc:cxnChg chg="add mod">
          <ac:chgData name="Li, Cong" userId="025630f4-267e-4cb3-8cd5-8795177f99f4" providerId="ADAL" clId="{929A2CC8-B112-421C-81E2-D5D63B23E300}" dt="2026-09-06T07:30:29.008" v="50163" actId="14100"/>
          <ac:cxnSpMkLst>
            <pc:docMk/>
            <pc:sldMk cId="3085789375" sldId="615"/>
            <ac:cxnSpMk id="19" creationId="{FBC0F1EE-5B1C-A6DF-9D50-0F1E26508604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06T07:35:07.651" v="50393" actId="20577"/>
        <pc:sldMkLst>
          <pc:docMk/>
          <pc:sldMk cId="3157238870" sldId="616"/>
        </pc:sldMkLst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3" creationId="{0B1F4AB0-9BC4-DD7C-9AFE-A311FF9A8154}"/>
          </ac:spMkLst>
        </pc:spChg>
        <pc:spChg chg="mod">
          <ac:chgData name="Li, Cong" userId="025630f4-267e-4cb3-8cd5-8795177f99f4" providerId="ADAL" clId="{929A2CC8-B112-421C-81E2-D5D63B23E300}" dt="2026-09-06T07:35:07.651" v="50393" actId="20577"/>
          <ac:spMkLst>
            <pc:docMk/>
            <pc:sldMk cId="3157238870" sldId="616"/>
            <ac:spMk id="4" creationId="{4CF53E88-126C-6CD4-BA2A-4DF4650A3212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6" creationId="{F59C516D-8014-683F-19BC-0787AAADCF55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7" creationId="{5378935B-C068-1C4E-9238-D7F55483563C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0" creationId="{8C248656-F180-ED7E-0637-F9C9374977D6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1" creationId="{FE77A584-E260-00C7-D642-87C78A180447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2" creationId="{76FAD854-5A31-659B-C8C1-4260E070CAA9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3" creationId="{C5A54345-994E-4982-2761-67A5A69E382E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4" creationId="{66CD4C29-17EC-5819-29D3-0DF9152AD669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5" creationId="{CFB73302-70D8-88E7-2133-F285F3EAB3C3}"/>
          </ac:spMkLst>
        </pc:spChg>
        <pc:spChg chg="del">
          <ac:chgData name="Li, Cong" userId="025630f4-267e-4cb3-8cd5-8795177f99f4" providerId="ADAL" clId="{929A2CC8-B112-421C-81E2-D5D63B23E300}" dt="2026-09-06T07:19:42.666" v="49677" actId="478"/>
          <ac:spMkLst>
            <pc:docMk/>
            <pc:sldMk cId="3157238870" sldId="616"/>
            <ac:spMk id="18" creationId="{173B4934-8A00-4F16-B942-D95FC5DF0025}"/>
          </ac:spMkLst>
        </pc:spChg>
        <pc:spChg chg="add mod">
          <ac:chgData name="Li, Cong" userId="025630f4-267e-4cb3-8cd5-8795177f99f4" providerId="ADAL" clId="{929A2CC8-B112-421C-81E2-D5D63B23E300}" dt="2026-09-06T07:33:26.210" v="50339" actId="1037"/>
          <ac:spMkLst>
            <pc:docMk/>
            <pc:sldMk cId="3157238870" sldId="616"/>
            <ac:spMk id="20" creationId="{2582DFDF-9385-8505-B294-288CD639D62A}"/>
          </ac:spMkLst>
        </pc:spChg>
        <pc:spChg chg="add mod">
          <ac:chgData name="Li, Cong" userId="025630f4-267e-4cb3-8cd5-8795177f99f4" providerId="ADAL" clId="{929A2CC8-B112-421C-81E2-D5D63B23E300}" dt="2026-09-06T07:32:15.027" v="50251" actId="1036"/>
          <ac:spMkLst>
            <pc:docMk/>
            <pc:sldMk cId="3157238870" sldId="616"/>
            <ac:spMk id="21" creationId="{BBA98AD3-00C4-C376-8C8C-5E4E0FD8172B}"/>
          </ac:spMkLst>
        </pc:spChg>
        <pc:spChg chg="add mod">
          <ac:chgData name="Li, Cong" userId="025630f4-267e-4cb3-8cd5-8795177f99f4" providerId="ADAL" clId="{929A2CC8-B112-421C-81E2-D5D63B23E300}" dt="2026-09-06T07:33:26.210" v="50339" actId="1037"/>
          <ac:spMkLst>
            <pc:docMk/>
            <pc:sldMk cId="3157238870" sldId="616"/>
            <ac:spMk id="30" creationId="{C8114B82-C268-741E-19E8-21F9F468DF3D}"/>
          </ac:spMkLst>
        </pc:spChg>
        <pc:spChg chg="add mod">
          <ac:chgData name="Li, Cong" userId="025630f4-267e-4cb3-8cd5-8795177f99f4" providerId="ADAL" clId="{929A2CC8-B112-421C-81E2-D5D63B23E300}" dt="2026-09-06T07:33:51.356" v="50346"/>
          <ac:spMkLst>
            <pc:docMk/>
            <pc:sldMk cId="3157238870" sldId="616"/>
            <ac:spMk id="31" creationId="{0E278EAF-D383-5EBF-1E8E-214A75235538}"/>
          </ac:spMkLst>
        </pc:spChg>
        <pc:spChg chg="add mod">
          <ac:chgData name="Li, Cong" userId="025630f4-267e-4cb3-8cd5-8795177f99f4" providerId="ADAL" clId="{929A2CC8-B112-421C-81E2-D5D63B23E300}" dt="2026-09-06T07:33:26.210" v="50339" actId="1037"/>
          <ac:spMkLst>
            <pc:docMk/>
            <pc:sldMk cId="3157238870" sldId="616"/>
            <ac:spMk id="35" creationId="{14374E63-9768-9A9E-A089-2349DA3AE877}"/>
          </ac:spMkLst>
        </pc:spChg>
        <pc:spChg chg="add mod">
          <ac:chgData name="Li, Cong" userId="025630f4-267e-4cb3-8cd5-8795177f99f4" providerId="ADAL" clId="{929A2CC8-B112-421C-81E2-D5D63B23E300}" dt="2026-09-06T07:33:45.445" v="50344" actId="20577"/>
          <ac:spMkLst>
            <pc:docMk/>
            <pc:sldMk cId="3157238870" sldId="616"/>
            <ac:spMk id="36" creationId="{73215463-6B7D-4F84-5DE0-4580123940BE}"/>
          </ac:spMkLst>
        </pc:spChg>
        <pc:picChg chg="add mod">
          <ac:chgData name="Li, Cong" userId="025630f4-267e-4cb3-8cd5-8795177f99f4" providerId="ADAL" clId="{929A2CC8-B112-421C-81E2-D5D63B23E300}" dt="2026-09-06T07:33:26.210" v="50339" actId="1037"/>
          <ac:picMkLst>
            <pc:docMk/>
            <pc:sldMk cId="3157238870" sldId="616"/>
            <ac:picMk id="16" creationId="{881BCC34-868C-0C3C-C2C1-28526D274789}"/>
          </ac:picMkLst>
        </pc:picChg>
        <pc:cxnChg chg="add mod">
          <ac:chgData name="Li, Cong" userId="025630f4-267e-4cb3-8cd5-8795177f99f4" providerId="ADAL" clId="{929A2CC8-B112-421C-81E2-D5D63B23E300}" dt="2026-09-06T07:33:26.210" v="50339" actId="1037"/>
          <ac:cxnSpMkLst>
            <pc:docMk/>
            <pc:sldMk cId="3157238870" sldId="616"/>
            <ac:cxnSpMk id="22" creationId="{5EE1039E-0D93-B895-A896-8BC3E9CE80B7}"/>
          </ac:cxnSpMkLst>
        </pc:cxnChg>
        <pc:cxnChg chg="add mod">
          <ac:chgData name="Li, Cong" userId="025630f4-267e-4cb3-8cd5-8795177f99f4" providerId="ADAL" clId="{929A2CC8-B112-421C-81E2-D5D63B23E300}" dt="2026-09-06T07:33:26.210" v="50339" actId="1037"/>
          <ac:cxnSpMkLst>
            <pc:docMk/>
            <pc:sldMk cId="3157238870" sldId="616"/>
            <ac:cxnSpMk id="32" creationId="{517BB448-2404-F8C3-A0DE-F689D0E2E2E7}"/>
          </ac:cxnSpMkLst>
        </pc:cxnChg>
        <pc:cxnChg chg="add mod">
          <ac:chgData name="Li, Cong" userId="025630f4-267e-4cb3-8cd5-8795177f99f4" providerId="ADAL" clId="{929A2CC8-B112-421C-81E2-D5D63B23E300}" dt="2026-09-06T07:33:43.144" v="50343" actId="1076"/>
          <ac:cxnSpMkLst>
            <pc:docMk/>
            <pc:sldMk cId="3157238870" sldId="616"/>
            <ac:cxnSpMk id="37" creationId="{C4DBCF51-5573-E24B-9CBB-CF6AFC8675E7}"/>
          </ac:cxnSpMkLst>
        </pc:cxnChg>
      </pc:sldChg>
      <pc:sldChg chg="modSp add del mod">
        <pc:chgData name="Li, Cong" userId="025630f4-267e-4cb3-8cd5-8795177f99f4" providerId="ADAL" clId="{929A2CC8-B112-421C-81E2-D5D63B23E300}" dt="2026-09-06T21:54:53.902" v="50607" actId="2696"/>
        <pc:sldMkLst>
          <pc:docMk/>
          <pc:sldMk cId="1358847525" sldId="617"/>
        </pc:sldMkLst>
        <pc:spChg chg="mod">
          <ac:chgData name="Li, Cong" userId="025630f4-267e-4cb3-8cd5-8795177f99f4" providerId="ADAL" clId="{929A2CC8-B112-421C-81E2-D5D63B23E300}" dt="2026-09-06T21:53:50.217" v="50494" actId="20577"/>
          <ac:spMkLst>
            <pc:docMk/>
            <pc:sldMk cId="1358847525" sldId="617"/>
            <ac:spMk id="2" creationId="{C8198052-7578-7C6A-6182-9D612058427D}"/>
          </ac:spMkLst>
        </pc:spChg>
        <pc:spChg chg="mod">
          <ac:chgData name="Li, Cong" userId="025630f4-267e-4cb3-8cd5-8795177f99f4" providerId="ADAL" clId="{929A2CC8-B112-421C-81E2-D5D63B23E300}" dt="2026-09-06T21:54:46.272" v="50606" actId="27636"/>
          <ac:spMkLst>
            <pc:docMk/>
            <pc:sldMk cId="1358847525" sldId="617"/>
            <ac:spMk id="3" creationId="{FF9068AA-BE2D-C588-D0C6-EC309F6947A6}"/>
          </ac:spMkLst>
        </pc:spChg>
      </pc:sldChg>
      <pc:sldChg chg="modSp add modAnim">
        <pc:chgData name="Li, Cong" userId="025630f4-267e-4cb3-8cd5-8795177f99f4" providerId="ADAL" clId="{929A2CC8-B112-421C-81E2-D5D63B23E300}" dt="2026-09-06T22:01:58.975" v="50918"/>
        <pc:sldMkLst>
          <pc:docMk/>
          <pc:sldMk cId="3946308661" sldId="617"/>
        </pc:sldMkLst>
        <pc:spChg chg="mod">
          <ac:chgData name="Li, Cong" userId="025630f4-267e-4cb3-8cd5-8795177f99f4" providerId="ADAL" clId="{929A2CC8-B112-421C-81E2-D5D63B23E300}" dt="2026-09-06T22:01:27.739" v="50914" actId="20577"/>
          <ac:spMkLst>
            <pc:docMk/>
            <pc:sldMk cId="3946308661" sldId="617"/>
            <ac:spMk id="3" creationId="{FF9068AA-BE2D-C588-D0C6-EC309F6947A6}"/>
          </ac:spMkLst>
        </pc:spChg>
      </pc:sldChg>
      <pc:sldChg chg="modSp add mod addAnim delAnim modAnim">
        <pc:chgData name="Li, Cong" userId="025630f4-267e-4cb3-8cd5-8795177f99f4" providerId="ADAL" clId="{929A2CC8-B112-421C-81E2-D5D63B23E300}" dt="2026-09-06T22:12:47.507" v="51676" actId="20577"/>
        <pc:sldMkLst>
          <pc:docMk/>
          <pc:sldMk cId="340559113" sldId="618"/>
        </pc:sldMkLst>
        <pc:spChg chg="mod">
          <ac:chgData name="Li, Cong" userId="025630f4-267e-4cb3-8cd5-8795177f99f4" providerId="ADAL" clId="{929A2CC8-B112-421C-81E2-D5D63B23E300}" dt="2026-09-06T22:12:47.507" v="51676" actId="20577"/>
          <ac:spMkLst>
            <pc:docMk/>
            <pc:sldMk cId="340559113" sldId="618"/>
            <ac:spMk id="2" creationId="{D34CA8B7-403E-087C-FFE3-93500F937A9D}"/>
          </ac:spMkLst>
        </pc:spChg>
        <pc:spChg chg="mod">
          <ac:chgData name="Li, Cong" userId="025630f4-267e-4cb3-8cd5-8795177f99f4" providerId="ADAL" clId="{929A2CC8-B112-421C-81E2-D5D63B23E300}" dt="2026-09-06T22:12:38.769" v="51673" actId="20577"/>
          <ac:spMkLst>
            <pc:docMk/>
            <pc:sldMk cId="340559113" sldId="618"/>
            <ac:spMk id="3" creationId="{551E81A0-B70B-C37F-B17E-0477CDB8D92B}"/>
          </ac:spMkLst>
        </pc:spChg>
      </pc:sldChg>
      <pc:sldChg chg="add del">
        <pc:chgData name="Li, Cong" userId="025630f4-267e-4cb3-8cd5-8795177f99f4" providerId="ADAL" clId="{929A2CC8-B112-421C-81E2-D5D63B23E300}" dt="2026-09-06T22:05:11.692" v="50920" actId="2696"/>
        <pc:sldMkLst>
          <pc:docMk/>
          <pc:sldMk cId="2227865509" sldId="618"/>
        </pc:sldMkLst>
      </pc:sldChg>
      <pc:sldChg chg="modSp add mod modAnim">
        <pc:chgData name="Li, Cong" userId="025630f4-267e-4cb3-8cd5-8795177f99f4" providerId="ADAL" clId="{929A2CC8-B112-421C-81E2-D5D63B23E300}" dt="2026-09-07T11:52:07.428" v="52774" actId="1035"/>
        <pc:sldMkLst>
          <pc:docMk/>
          <pc:sldMk cId="774211148" sldId="619"/>
        </pc:sldMkLst>
        <pc:spChg chg="mod">
          <ac:chgData name="Li, Cong" userId="025630f4-267e-4cb3-8cd5-8795177f99f4" providerId="ADAL" clId="{929A2CC8-B112-421C-81E2-D5D63B23E300}" dt="2026-09-07T11:43:48.070" v="51927" actId="20577"/>
          <ac:spMkLst>
            <pc:docMk/>
            <pc:sldMk cId="774211148" sldId="619"/>
            <ac:spMk id="2" creationId="{44F6822C-500C-1B59-D3FD-DFF95404F4FF}"/>
          </ac:spMkLst>
        </pc:spChg>
        <pc:spChg chg="mod">
          <ac:chgData name="Li, Cong" userId="025630f4-267e-4cb3-8cd5-8795177f99f4" providerId="ADAL" clId="{929A2CC8-B112-421C-81E2-D5D63B23E300}" dt="2026-09-07T11:50:40.345" v="52528" actId="1035"/>
          <ac:spMkLst>
            <pc:docMk/>
            <pc:sldMk cId="774211148" sldId="619"/>
            <ac:spMk id="6" creationId="{38249370-5A3E-855B-6983-6651490B2718}"/>
          </ac:spMkLst>
        </pc:spChg>
        <pc:spChg chg="mod">
          <ac:chgData name="Li, Cong" userId="025630f4-267e-4cb3-8cd5-8795177f99f4" providerId="ADAL" clId="{929A2CC8-B112-421C-81E2-D5D63B23E300}" dt="2026-09-07T11:52:07.428" v="52774" actId="1035"/>
          <ac:spMkLst>
            <pc:docMk/>
            <pc:sldMk cId="774211148" sldId="619"/>
            <ac:spMk id="13" creationId="{FB5674AA-D7E1-4F28-8850-81F1A1054507}"/>
          </ac:spMkLst>
        </pc:spChg>
        <pc:spChg chg="mod">
          <ac:chgData name="Li, Cong" userId="025630f4-267e-4cb3-8cd5-8795177f99f4" providerId="ADAL" clId="{929A2CC8-B112-421C-81E2-D5D63B23E300}" dt="2026-09-07T11:52:02.157" v="52772" actId="20577"/>
          <ac:spMkLst>
            <pc:docMk/>
            <pc:sldMk cId="774211148" sldId="619"/>
            <ac:spMk id="14" creationId="{3DF04616-F00D-41C1-D16C-0450FA68AB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460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822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78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28.png"/><Relationship Id="rId21" Type="http://schemas.openxmlformats.org/officeDocument/2006/relationships/image" Target="../media/image58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27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30.png"/><Relationship Id="rId24" Type="http://schemas.openxmlformats.org/officeDocument/2006/relationships/image" Target="../media/image61.png"/><Relationship Id="rId32" Type="http://schemas.openxmlformats.org/officeDocument/2006/relationships/image" Target="../media/image69.png"/><Relationship Id="rId5" Type="http://schemas.openxmlformats.org/officeDocument/2006/relationships/image" Target="../media/image43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8.png"/><Relationship Id="rId19" Type="http://schemas.openxmlformats.org/officeDocument/2006/relationships/image" Target="../media/image56.png"/><Relationship Id="rId31" Type="http://schemas.openxmlformats.org/officeDocument/2006/relationships/image" Target="../media/image68.png"/><Relationship Id="rId4" Type="http://schemas.openxmlformats.org/officeDocument/2006/relationships/image" Target="../media/image29.png"/><Relationship Id="rId9" Type="http://schemas.openxmlformats.org/officeDocument/2006/relationships/image" Target="../media/image47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9" Type="http://schemas.openxmlformats.org/officeDocument/2006/relationships/image" Target="../media/image76.png"/><Relationship Id="rId21" Type="http://schemas.openxmlformats.org/officeDocument/2006/relationships/image" Target="../media/image58.png"/><Relationship Id="rId34" Type="http://schemas.openxmlformats.org/officeDocument/2006/relationships/image" Target="../media/image71.png"/><Relationship Id="rId42" Type="http://schemas.openxmlformats.org/officeDocument/2006/relationships/image" Target="../media/image79.png"/><Relationship Id="rId47" Type="http://schemas.openxmlformats.org/officeDocument/2006/relationships/image" Target="../media/image84.png"/><Relationship Id="rId50" Type="http://schemas.openxmlformats.org/officeDocument/2006/relationships/image" Target="../media/image87.png"/><Relationship Id="rId55" Type="http://schemas.openxmlformats.org/officeDocument/2006/relationships/image" Target="../media/image92.png"/><Relationship Id="rId63" Type="http://schemas.openxmlformats.org/officeDocument/2006/relationships/image" Target="../media/image100.png"/><Relationship Id="rId7" Type="http://schemas.openxmlformats.org/officeDocument/2006/relationships/image" Target="../media/image45.png"/><Relationship Id="rId2" Type="http://schemas.openxmlformats.org/officeDocument/2006/relationships/image" Target="../media/image27.png"/><Relationship Id="rId16" Type="http://schemas.openxmlformats.org/officeDocument/2006/relationships/image" Target="../media/image53.png"/><Relationship Id="rId29" Type="http://schemas.openxmlformats.org/officeDocument/2006/relationships/image" Target="../media/image66.png"/><Relationship Id="rId11" Type="http://schemas.openxmlformats.org/officeDocument/2006/relationships/image" Target="../media/image30.png"/><Relationship Id="rId24" Type="http://schemas.openxmlformats.org/officeDocument/2006/relationships/image" Target="../media/image61.png"/><Relationship Id="rId32" Type="http://schemas.openxmlformats.org/officeDocument/2006/relationships/image" Target="../media/image6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45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image" Target="../media/image95.png"/><Relationship Id="rId5" Type="http://schemas.openxmlformats.org/officeDocument/2006/relationships/image" Target="../media/image43.png"/><Relationship Id="rId61" Type="http://schemas.openxmlformats.org/officeDocument/2006/relationships/image" Target="../media/image98.png"/><Relationship Id="rId19" Type="http://schemas.openxmlformats.org/officeDocument/2006/relationships/image" Target="../media/image5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Relationship Id="rId43" Type="http://schemas.openxmlformats.org/officeDocument/2006/relationships/image" Target="../media/image80.png"/><Relationship Id="rId48" Type="http://schemas.openxmlformats.org/officeDocument/2006/relationships/image" Target="../media/image85.png"/><Relationship Id="rId56" Type="http://schemas.openxmlformats.org/officeDocument/2006/relationships/image" Target="../media/image93.png"/><Relationship Id="rId8" Type="http://schemas.openxmlformats.org/officeDocument/2006/relationships/image" Target="../media/image46.png"/><Relationship Id="rId51" Type="http://schemas.openxmlformats.org/officeDocument/2006/relationships/image" Target="../media/image88.png"/><Relationship Id="rId3" Type="http://schemas.openxmlformats.org/officeDocument/2006/relationships/image" Target="../media/image28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image" Target="../media/image75.png"/><Relationship Id="rId46" Type="http://schemas.openxmlformats.org/officeDocument/2006/relationships/image" Target="../media/image83.png"/><Relationship Id="rId59" Type="http://schemas.openxmlformats.org/officeDocument/2006/relationships/image" Target="../media/image96.png"/><Relationship Id="rId20" Type="http://schemas.openxmlformats.org/officeDocument/2006/relationships/image" Target="../media/image57.png"/><Relationship Id="rId41" Type="http://schemas.openxmlformats.org/officeDocument/2006/relationships/image" Target="../media/image78.png"/><Relationship Id="rId54" Type="http://schemas.openxmlformats.org/officeDocument/2006/relationships/image" Target="../media/image91.png"/><Relationship Id="rId6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49" Type="http://schemas.openxmlformats.org/officeDocument/2006/relationships/image" Target="../media/image86.png"/><Relationship Id="rId57" Type="http://schemas.openxmlformats.org/officeDocument/2006/relationships/image" Target="../media/image94.png"/><Relationship Id="rId10" Type="http://schemas.openxmlformats.org/officeDocument/2006/relationships/image" Target="../media/image48.png"/><Relationship Id="rId31" Type="http://schemas.openxmlformats.org/officeDocument/2006/relationships/image" Target="../media/image68.png"/><Relationship Id="rId44" Type="http://schemas.openxmlformats.org/officeDocument/2006/relationships/image" Target="../media/image81.png"/><Relationship Id="rId52" Type="http://schemas.openxmlformats.org/officeDocument/2006/relationships/image" Target="../media/image89.png"/><Relationship Id="rId60" Type="http://schemas.openxmlformats.org/officeDocument/2006/relationships/image" Target="../media/image97.png"/><Relationship Id="rId4" Type="http://schemas.openxmlformats.org/officeDocument/2006/relationships/image" Target="../media/image29.png"/><Relationship Id="rId9" Type="http://schemas.openxmlformats.org/officeDocument/2006/relationships/image" Target="../media/image4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5. Caching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5. </a:t>
            </a:r>
            <a:r>
              <a:rPr lang="zh-CN" altLang="en-US" sz="3600" b="1" kern="0" dirty="0">
                <a:ea typeface="SimSun" panose="02010600030101010101" pitchFamily="2" charset="-122"/>
              </a:rPr>
              <a:t>缓存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9CCB-0C24-0D44-B2F6-300DD4E2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6BBA-BECF-10B3-B897-73E67E54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Complexity</a:t>
            </a:r>
            <a:br>
              <a:rPr lang="en-US" altLang="zh-CN" dirty="0"/>
            </a:br>
            <a:r>
              <a:rPr lang="zh-CN" altLang="en-US" dirty="0"/>
              <a:t>回忆一下复杂之处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4C956-3E70-6443-98C8-429EC3C232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6248E0-F953-4796-8FC2-34760A57BF6B}"/>
              </a:ext>
            </a:extLst>
          </p:cNvPr>
          <p:cNvSpPr txBox="1"/>
          <p:nvPr/>
        </p:nvSpPr>
        <p:spPr>
          <a:xfrm>
            <a:off x="1063926" y="1600200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Handwritten ZIP code recognition</a:t>
            </a:r>
          </a:p>
          <a:p>
            <a:pPr algn="ctr"/>
            <a:r>
              <a:rPr lang="zh-CN" altLang="en-US" sz="2400" dirty="0"/>
              <a:t>手写邮政编码识别</a:t>
            </a:r>
            <a:endParaRPr lang="en-US" altLang="zh-C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2B4CAB-D270-049A-000A-10C85FAAA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4430"/>
              </p:ext>
            </p:extLst>
          </p:nvPr>
        </p:nvGraphicFramePr>
        <p:xfrm>
          <a:off x="381000" y="2514600"/>
          <a:ext cx="8382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3627">
                  <a:extLst>
                    <a:ext uri="{9D8B030D-6E8A-4147-A177-3AD203B41FA5}">
                      <a16:colId xmlns:a16="http://schemas.microsoft.com/office/drawing/2014/main" val="772870243"/>
                    </a:ext>
                  </a:extLst>
                </a:gridCol>
                <a:gridCol w="2441131">
                  <a:extLst>
                    <a:ext uri="{9D8B030D-6E8A-4147-A177-3AD203B41FA5}">
                      <a16:colId xmlns:a16="http://schemas.microsoft.com/office/drawing/2014/main" val="2051462291"/>
                    </a:ext>
                  </a:extLst>
                </a:gridCol>
                <a:gridCol w="2347242">
                  <a:extLst>
                    <a:ext uri="{9D8B030D-6E8A-4147-A177-3AD203B41FA5}">
                      <a16:colId xmlns:a16="http://schemas.microsoft.com/office/drawing/2014/main" val="289307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SIMD disabled</a:t>
                      </a:r>
                    </a:p>
                    <a:p>
                      <a:pPr algn="ctr"/>
                      <a:r>
                        <a:rPr lang="en-US" altLang="zh-CN" sz="2000" dirty="0"/>
                        <a:t>SIMD</a:t>
                      </a:r>
                      <a:r>
                        <a:rPr lang="zh-CN" altLang="en-US" sz="2000" dirty="0"/>
                        <a:t>未启用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SIMD enabled </a:t>
                      </a:r>
                      <a:r>
                        <a:rPr lang="en-US" altLang="zh-CN" sz="2000" dirty="0"/>
                        <a:t>SIMD</a:t>
                      </a:r>
                      <a:r>
                        <a:rPr lang="zh-CN" altLang="en-US" sz="2000" dirty="0"/>
                        <a:t>启用了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49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 relatively new system  </a:t>
                      </a:r>
                    </a:p>
                    <a:p>
                      <a:r>
                        <a:rPr lang="zh-CN" altLang="en-US" sz="2000" dirty="0"/>
                        <a:t>一个相对新的系统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4.94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</a:rPr>
                        <a:t>s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1.67s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85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 very old system</a:t>
                      </a:r>
                    </a:p>
                    <a:p>
                      <a:r>
                        <a:rPr lang="zh-CN" altLang="en-US" sz="2000" dirty="0"/>
                        <a:t>一个旧的系统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6.50s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379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224F19-2A96-F931-908A-E299B5A299DF}"/>
              </a:ext>
            </a:extLst>
          </p:cNvPr>
          <p:cNvSpPr txBox="1"/>
          <p:nvPr/>
        </p:nvSpPr>
        <p:spPr>
          <a:xfrm>
            <a:off x="1063926" y="4913681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better way of computation helps little</a:t>
            </a:r>
          </a:p>
          <a:p>
            <a:pPr algn="ctr"/>
            <a:r>
              <a:rPr lang="zh-CN" altLang="en-US" sz="2400" dirty="0"/>
              <a:t>一个更好的计算方式帮助非常有限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21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64B8A-49CC-CE81-0D9E-7910F7BA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190F-798E-CA17-7FB3-2DD7955A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Complexity</a:t>
            </a:r>
            <a:br>
              <a:rPr lang="en-US" altLang="zh-CN" dirty="0"/>
            </a:br>
            <a:r>
              <a:rPr lang="zh-CN" altLang="en-US" dirty="0"/>
              <a:t>回忆一下复杂之处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AD00C8-42EF-D1E8-D32B-CEFA378920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F19CC8-18B8-CBE4-CF4E-A4716D07AB4F}"/>
              </a:ext>
            </a:extLst>
          </p:cNvPr>
          <p:cNvSpPr txBox="1"/>
          <p:nvPr/>
        </p:nvSpPr>
        <p:spPr>
          <a:xfrm>
            <a:off x="1063926" y="1600200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On the old system  </a:t>
            </a:r>
          </a:p>
          <a:p>
            <a:pPr algn="ctr"/>
            <a:r>
              <a:rPr lang="zh-CN" altLang="en-US" sz="2400" dirty="0"/>
              <a:t>在这个旧系统中</a:t>
            </a:r>
            <a:endParaRPr lang="en-US" altLang="zh-C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79560-9155-CC32-2B92-53119D1E9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32949"/>
              </p:ext>
            </p:extLst>
          </p:nvPr>
        </p:nvGraphicFramePr>
        <p:xfrm>
          <a:off x="381000" y="2468880"/>
          <a:ext cx="8382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7728702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5146229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9307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Throughput</a:t>
                      </a:r>
                    </a:p>
                    <a:p>
                      <a:pPr algn="ctr"/>
                      <a:r>
                        <a:rPr lang="zh-CN" altLang="en-US" sz="2000" dirty="0"/>
                        <a:t>吞吐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Latency</a:t>
                      </a:r>
                    </a:p>
                    <a:p>
                      <a:pPr algn="ctr"/>
                      <a:r>
                        <a:rPr lang="zh-CN" altLang="en-US" sz="2000" dirty="0"/>
                        <a:t>时延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49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Data parallelism</a:t>
                      </a:r>
                    </a:p>
                    <a:p>
                      <a:r>
                        <a:rPr lang="zh-CN" altLang="en-US" sz="2000"/>
                        <a:t>数据并行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380.7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5.24~5.25 </a:t>
                      </a:r>
                      <a:r>
                        <a:rPr lang="en-US" sz="2000" dirty="0" err="1">
                          <a:solidFill>
                            <a:srgbClr val="C00000"/>
                          </a:solidFill>
                        </a:rPr>
                        <a:t>ms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/sample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3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Divide &amp; conquer</a:t>
                      </a:r>
                    </a:p>
                    <a:p>
                      <a:r>
                        <a:rPr lang="zh-CN" altLang="en-US" sz="2000" dirty="0"/>
                        <a:t>分而治之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334.6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2.99 </a:t>
                      </a:r>
                      <a:r>
                        <a:rPr lang="en-US" sz="2000" dirty="0" err="1">
                          <a:solidFill>
                            <a:srgbClr val="339933"/>
                          </a:solidFill>
                        </a:rPr>
                        <a:t>ms</a:t>
                      </a:r>
                      <a:r>
                        <a:rPr lang="en-US" sz="2000">
                          <a:solidFill>
                            <a:srgbClr val="339933"/>
                          </a:solidFill>
                        </a:rPr>
                        <a:t>/sample</a:t>
                      </a:r>
                      <a:endParaRPr lang="en-US" sz="2000" dirty="0">
                        <a:solidFill>
                          <a:srgbClr val="33993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4186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9F8FC8-0E4F-F787-F835-E556820677F2}"/>
              </a:ext>
            </a:extLst>
          </p:cNvPr>
          <p:cNvSpPr txBox="1"/>
          <p:nvPr/>
        </p:nvSpPr>
        <p:spPr>
          <a:xfrm>
            <a:off x="1063925" y="4971871"/>
            <a:ext cx="7016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Synchronization &amp; data exchange cost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altLang="zh-CN" sz="2400" dirty="0"/>
              <a:t> worse throughput in divide &amp; conquer</a:t>
            </a:r>
            <a:r>
              <a:rPr lang="zh-CN" altLang="en-US" sz="2400" dirty="0"/>
              <a:t>  </a:t>
            </a:r>
            <a:endParaRPr lang="en-US" altLang="zh-CN" sz="2400" dirty="0"/>
          </a:p>
          <a:p>
            <a:pPr algn="ctr"/>
            <a:r>
              <a:rPr lang="zh-CN" altLang="en-US" sz="2400" dirty="0"/>
              <a:t>在分而治之中，同步与数据交换的代价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zh-CN" altLang="en-US" sz="2400" dirty="0"/>
              <a:t>低的吞吐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52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A6EF-FDC6-B4AD-7EB8-689897AE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E0AF-5CCD-D237-7BAD-99DED63D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Complexity</a:t>
            </a:r>
            <a:br>
              <a:rPr lang="en-US" altLang="zh-CN" dirty="0"/>
            </a:br>
            <a:r>
              <a:rPr lang="zh-CN" altLang="en-US" dirty="0"/>
              <a:t>回忆一下复杂之处 </a:t>
            </a:r>
            <a:r>
              <a:rPr lang="en-US" altLang="zh-CN" dirty="0"/>
              <a:t>(3)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7752F-1187-21A6-6F63-0ECDFE068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9D7D39-5E6D-ACB0-EE83-56090C9BE0B2}"/>
              </a:ext>
            </a:extLst>
          </p:cNvPr>
          <p:cNvSpPr txBox="1"/>
          <p:nvPr/>
        </p:nvSpPr>
        <p:spPr>
          <a:xfrm>
            <a:off x="570063" y="1612807"/>
            <a:ext cx="8003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On the relatively new system  </a:t>
            </a:r>
          </a:p>
          <a:p>
            <a:pPr algn="ctr"/>
            <a:r>
              <a:rPr lang="zh-CN" altLang="en-US" sz="2400" dirty="0"/>
              <a:t>在这个相对新的系统中</a:t>
            </a:r>
            <a:endParaRPr lang="en-US" altLang="zh-C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F2793D-BF7D-5EA5-D775-B754F92F2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94858"/>
              </p:ext>
            </p:extLst>
          </p:nvPr>
        </p:nvGraphicFramePr>
        <p:xfrm>
          <a:off x="381000" y="2468880"/>
          <a:ext cx="8382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7728702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5146229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9307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Throughput</a:t>
                      </a:r>
                    </a:p>
                    <a:p>
                      <a:pPr algn="ctr"/>
                      <a:r>
                        <a:rPr lang="zh-CN" altLang="en-US" sz="2000" dirty="0"/>
                        <a:t>吞吐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Latency</a:t>
                      </a:r>
                    </a:p>
                    <a:p>
                      <a:pPr algn="ctr"/>
                      <a:r>
                        <a:rPr lang="zh-CN" altLang="en-US" sz="2000" dirty="0"/>
                        <a:t>时延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49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Data parallelism</a:t>
                      </a:r>
                    </a:p>
                    <a:p>
                      <a:r>
                        <a:rPr lang="zh-CN" altLang="en-US" sz="2000" dirty="0"/>
                        <a:t>数据并行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1895.2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1.05 </a:t>
                      </a:r>
                      <a:r>
                        <a:rPr lang="en-US" sz="2000" dirty="0" err="1">
                          <a:solidFill>
                            <a:srgbClr val="C00000"/>
                          </a:solidFill>
                        </a:rPr>
                        <a:t>ms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/sample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3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Divide &amp; Conquer</a:t>
                      </a:r>
                    </a:p>
                    <a:p>
                      <a:r>
                        <a:rPr lang="zh-CN" altLang="en-US" sz="2000" dirty="0"/>
                        <a:t>分而治之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2174.4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0.46 </a:t>
                      </a:r>
                      <a:r>
                        <a:rPr lang="en-US" sz="2000" dirty="0" err="1">
                          <a:solidFill>
                            <a:srgbClr val="339933"/>
                          </a:solidFill>
                        </a:rPr>
                        <a:t>ms</a:t>
                      </a:r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/sample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4186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EB3CBE-1680-D617-4DAC-5E9F76D73B24}"/>
              </a:ext>
            </a:extLst>
          </p:cNvPr>
          <p:cNvSpPr txBox="1"/>
          <p:nvPr/>
        </p:nvSpPr>
        <p:spPr>
          <a:xfrm>
            <a:off x="1063926" y="4913681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Does the cost get hidden?</a:t>
            </a:r>
          </a:p>
          <a:p>
            <a:pPr algn="ctr"/>
            <a:r>
              <a:rPr lang="zh-CN" altLang="en-US" sz="2400" dirty="0"/>
              <a:t>这个代价怎么不见了？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458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5830-D7F2-0712-4A1E-C22D57BF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3C645-97F2-7D1C-BEBC-029851C9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Complexity</a:t>
            </a:r>
            <a:br>
              <a:rPr lang="en-US" altLang="zh-CN" dirty="0"/>
            </a:br>
            <a:r>
              <a:rPr lang="zh-CN" altLang="en-US" dirty="0"/>
              <a:t>回忆一下复杂之处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A84A728-F5DC-80A1-0BC2-BAC91E78C1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4F42A-A1AA-72AD-5776-F986444A1FDF}"/>
              </a:ext>
            </a:extLst>
          </p:cNvPr>
          <p:cNvSpPr txBox="1"/>
          <p:nvPr/>
        </p:nvSpPr>
        <p:spPr>
          <a:xfrm>
            <a:off x="533400" y="1536032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naïve example in 1. </a:t>
            </a:r>
            <a:r>
              <a:rPr lang="en-US" altLang="zh-CN" sz="2400"/>
              <a:t>Prologue </a:t>
            </a:r>
            <a:endParaRPr lang="en-US" altLang="zh-CN" sz="2400" dirty="0"/>
          </a:p>
          <a:p>
            <a:pPr algn="ctr"/>
            <a:r>
              <a:rPr lang="en-US" altLang="zh-CN" sz="2400" dirty="0"/>
              <a:t>1. </a:t>
            </a:r>
            <a:r>
              <a:rPr lang="zh-CN" altLang="en-US" sz="2400" dirty="0"/>
              <a:t>序言中的简单的例子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DD36B-9DDA-A770-71DB-B4FE942309D0}"/>
              </a:ext>
            </a:extLst>
          </p:cNvPr>
          <p:cNvSpPr txBox="1"/>
          <p:nvPr/>
        </p:nvSpPr>
        <p:spPr>
          <a:xfrm>
            <a:off x="533400" y="3094673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vs.</a:t>
            </a:r>
            <a:endParaRPr lang="zh-CN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93F12-D99D-0264-2EDB-B2A53CCC8CEF}"/>
              </a:ext>
            </a:extLst>
          </p:cNvPr>
          <p:cNvSpPr txBox="1"/>
          <p:nvPr/>
        </p:nvSpPr>
        <p:spPr>
          <a:xfrm>
            <a:off x="2199481" y="4495800"/>
            <a:ext cx="563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16777216x1: 	16ms vs 16ms</a:t>
            </a:r>
          </a:p>
          <a:p>
            <a:r>
              <a:rPr lang="en-US" altLang="zh-CN" sz="2400" dirty="0"/>
              <a:t>4096x4096: 	212ms+ vs 16ms</a:t>
            </a:r>
            <a:endParaRPr lang="zh-CN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B2A4A-49BD-B440-4010-1B4EF51B3042}"/>
              </a:ext>
            </a:extLst>
          </p:cNvPr>
          <p:cNvSpPr txBox="1"/>
          <p:nvPr/>
        </p:nvSpPr>
        <p:spPr>
          <a:xfrm>
            <a:off x="1122363" y="5558135"/>
            <a:ext cx="7016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Why the difference?  </a:t>
            </a:r>
            <a:r>
              <a:rPr lang="zh-CN" altLang="en-US" sz="2400" dirty="0"/>
              <a:t>缘何如此不同？</a:t>
            </a:r>
            <a:endParaRPr lang="en-US" altLang="zh-C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3BA05-ABF6-C59A-2A37-14E8071B9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319205"/>
            <a:ext cx="3692405" cy="20576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D9314E-C727-9D18-24BD-E5523B38F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" y="2322516"/>
            <a:ext cx="3680974" cy="209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0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050F-837B-ECEF-5880-DCD0B5C4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6670-29E8-9BB8-1396-F578A361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Commonality  </a:t>
            </a:r>
            <a:r>
              <a:rPr lang="zh-CN" altLang="en-US" dirty="0"/>
              <a:t>共通之处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5F01FF9-59EC-A1A1-28C6-B96BAB4F1F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642BD-33D0-9837-2633-616D27762B9D}"/>
              </a:ext>
            </a:extLst>
          </p:cNvPr>
          <p:cNvSpPr txBox="1"/>
          <p:nvPr/>
        </p:nvSpPr>
        <p:spPr>
          <a:xfrm>
            <a:off x="533400" y="16836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Accessing a lot of data for compute,</a:t>
            </a:r>
            <a:r>
              <a:rPr lang="zh-CN" altLang="en-US" sz="2400" dirty="0"/>
              <a:t> </a:t>
            </a:r>
            <a:r>
              <a:rPr lang="en-US" altLang="zh-CN" sz="2400" dirty="0"/>
              <a:t>e.g., </a:t>
            </a:r>
          </a:p>
          <a:p>
            <a:pPr algn="ctr"/>
            <a:r>
              <a:rPr lang="zh-CN" altLang="en-US" sz="2400" dirty="0"/>
              <a:t>计算时获取大量的数据，例如，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27018-1FEE-AB96-108E-40F535FF384D}"/>
              </a:ext>
            </a:extLst>
          </p:cNvPr>
          <p:cNvSpPr txBox="1"/>
          <p:nvPr/>
        </p:nvSpPr>
        <p:spPr>
          <a:xfrm>
            <a:off x="533400" y="2674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scanning the 2D array in summation,</a:t>
            </a:r>
          </a:p>
          <a:p>
            <a:pPr algn="ctr"/>
            <a:r>
              <a:rPr lang="zh-CN" altLang="en-US" sz="2400" dirty="0"/>
              <a:t>扫过</a:t>
            </a:r>
            <a:r>
              <a:rPr lang="en-US" altLang="zh-CN" sz="2400" dirty="0"/>
              <a:t>2</a:t>
            </a:r>
            <a:r>
              <a:rPr lang="zh-CN" altLang="en-US" sz="2400" dirty="0"/>
              <a:t>维数组进行求和，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7C559-64B9-6FC6-0175-83FCFE86DC5C}"/>
              </a:ext>
            </a:extLst>
          </p:cNvPr>
          <p:cNvSpPr txBox="1"/>
          <p:nvPr/>
        </p:nvSpPr>
        <p:spPr>
          <a:xfrm>
            <a:off x="533400" y="3710582"/>
            <a:ext cx="8077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going over the large set of training data </a:t>
            </a:r>
          </a:p>
          <a:p>
            <a:pPr algn="ctr"/>
            <a:r>
              <a:rPr lang="en-US" altLang="zh-CN" sz="2400" dirty="0"/>
              <a:t>for finding the nearest neighbor</a:t>
            </a:r>
          </a:p>
          <a:p>
            <a:pPr algn="ctr"/>
            <a:r>
              <a:rPr lang="zh-CN" altLang="en-US" sz="2400" dirty="0"/>
              <a:t>遍历训练数据集找到最近邻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0C8B3-D0F3-1E67-B070-603BD8F93580}"/>
              </a:ext>
            </a:extLst>
          </p:cNvPr>
          <p:cNvSpPr txBox="1"/>
          <p:nvPr/>
        </p:nvSpPr>
        <p:spPr>
          <a:xfrm>
            <a:off x="320040" y="5017591"/>
            <a:ext cx="8503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While compute happens in CPU, </a:t>
            </a:r>
          </a:p>
          <a:p>
            <a:pPr algn="ctr"/>
            <a:r>
              <a:rPr lang="en-US" altLang="zh-CN" sz="2400" dirty="0"/>
              <a:t>data must be moved from memory</a:t>
            </a:r>
          </a:p>
          <a:p>
            <a:pPr algn="ctr"/>
            <a:r>
              <a:rPr lang="en-US" altLang="zh-CN" sz="2400" dirty="0"/>
              <a:t>CPU</a:t>
            </a:r>
            <a:r>
              <a:rPr lang="zh-CN" altLang="en-US" sz="2400" dirty="0"/>
              <a:t>进行计算，但数据来自内存</a:t>
            </a:r>
          </a:p>
        </p:txBody>
      </p:sp>
    </p:spTree>
    <p:extLst>
      <p:ext uri="{BB962C8B-B14F-4D97-AF65-F5344CB8AC3E}">
        <p14:creationId xmlns:p14="http://schemas.microsoft.com/office/powerpoint/2010/main" val="151329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13" grpId="0" uiExpand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AB65-B2CE-1045-43EB-58B18406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74E0BB1-2C5C-6016-8382-21391E0B84FB}"/>
              </a:ext>
            </a:extLst>
          </p:cNvPr>
          <p:cNvSpPr txBox="1"/>
          <p:nvPr/>
        </p:nvSpPr>
        <p:spPr>
          <a:xfrm>
            <a:off x="2590800" y="1524000"/>
            <a:ext cx="4038600" cy="4648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ctr"/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ABB8A-07DF-D5B7-F466-7CBEF839B893}"/>
              </a:ext>
            </a:extLst>
          </p:cNvPr>
          <p:cNvSpPr txBox="1"/>
          <p:nvPr/>
        </p:nvSpPr>
        <p:spPr>
          <a:xfrm>
            <a:off x="2743200" y="1600200"/>
            <a:ext cx="3733800" cy="26873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2000" dirty="0"/>
              <a:t>Central processing unit (CPU)</a:t>
            </a:r>
          </a:p>
          <a:p>
            <a:pPr algn="ctr"/>
            <a:r>
              <a:rPr lang="zh-CN" altLang="en-US" sz="2000" dirty="0"/>
              <a:t>中央处理器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A3CD6-F76B-A5F1-A4C9-36452AB8D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Von Neumann Architecture</a:t>
            </a:r>
            <a:br>
              <a:rPr lang="en-US" altLang="zh-CN" dirty="0"/>
            </a:br>
            <a:r>
              <a:rPr lang="zh-CN" altLang="en-US" dirty="0"/>
              <a:t>冯诺伊曼架构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458EA7F-571C-8BA0-2575-867514A40C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5E7CE-9AEC-8BB9-31AB-AD2E1A21E524}"/>
              </a:ext>
            </a:extLst>
          </p:cNvPr>
          <p:cNvSpPr txBox="1"/>
          <p:nvPr/>
        </p:nvSpPr>
        <p:spPr>
          <a:xfrm>
            <a:off x="2844981" y="2269562"/>
            <a:ext cx="3530237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Control unit</a:t>
            </a:r>
          </a:p>
          <a:p>
            <a:pPr algn="ctr"/>
            <a:r>
              <a:rPr lang="zh-CN" altLang="en-US" sz="2000" dirty="0"/>
              <a:t>控制器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2866F-90AF-8DE4-7049-890351B1ABAC}"/>
              </a:ext>
            </a:extLst>
          </p:cNvPr>
          <p:cNvSpPr txBox="1"/>
          <p:nvPr/>
        </p:nvSpPr>
        <p:spPr>
          <a:xfrm>
            <a:off x="2857500" y="3053648"/>
            <a:ext cx="3517174" cy="106182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dirty="0"/>
              <a:t>Arithmetic/logic unit (ALU)</a:t>
            </a:r>
          </a:p>
          <a:p>
            <a:pPr algn="ctr"/>
            <a:r>
              <a:rPr lang="zh-CN" altLang="en-US" sz="2000" dirty="0"/>
              <a:t>算术逻辑运算器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73539-A7B2-1425-49B7-C538DB3E0055}"/>
              </a:ext>
            </a:extLst>
          </p:cNvPr>
          <p:cNvSpPr txBox="1"/>
          <p:nvPr/>
        </p:nvSpPr>
        <p:spPr>
          <a:xfrm>
            <a:off x="3257550" y="5087353"/>
            <a:ext cx="2705100" cy="100864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Memory unit</a:t>
            </a:r>
          </a:p>
          <a:p>
            <a:pPr algn="ctr"/>
            <a:r>
              <a:rPr lang="zh-CN" altLang="en-US" sz="2000" dirty="0"/>
              <a:t>存储器</a:t>
            </a:r>
            <a:endParaRPr lang="en-US" sz="2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50E53E-3BEE-F517-92F6-415F21452F7A}"/>
              </a:ext>
            </a:extLst>
          </p:cNvPr>
          <p:cNvCxnSpPr>
            <a:cxnSpLocks/>
            <a:stCxn id="8" idx="0"/>
            <a:endCxn id="14" idx="2"/>
          </p:cNvCxnSpPr>
          <p:nvPr/>
        </p:nvCxnSpPr>
        <p:spPr bwMode="auto">
          <a:xfrm flipV="1">
            <a:off x="4610100" y="4287560"/>
            <a:ext cx="0" cy="7997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A8B41C-8CFF-14CC-0485-3753343A303B}"/>
              </a:ext>
            </a:extLst>
          </p:cNvPr>
          <p:cNvSpPr txBox="1"/>
          <p:nvPr/>
        </p:nvSpPr>
        <p:spPr>
          <a:xfrm>
            <a:off x="7101750" y="3505200"/>
            <a:ext cx="1889850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 device</a:t>
            </a:r>
          </a:p>
          <a:p>
            <a:pPr algn="ctr"/>
            <a:r>
              <a:rPr lang="zh-CN" altLang="en-US" sz="2000" dirty="0"/>
              <a:t>输出设备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558CE-DA6D-349A-AAAC-36FF83533A9C}"/>
              </a:ext>
            </a:extLst>
          </p:cNvPr>
          <p:cNvSpPr txBox="1"/>
          <p:nvPr/>
        </p:nvSpPr>
        <p:spPr>
          <a:xfrm>
            <a:off x="165600" y="3483114"/>
            <a:ext cx="1889850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 device</a:t>
            </a:r>
          </a:p>
          <a:p>
            <a:pPr algn="ctr"/>
            <a:r>
              <a:rPr lang="zh-CN" altLang="en-US" sz="2000" dirty="0"/>
              <a:t>输入设备</a:t>
            </a:r>
            <a:endParaRPr lang="en-US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D62FA3-6062-446C-C727-29AC7DC794F4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 bwMode="auto">
          <a:xfrm>
            <a:off x="2055450" y="3837057"/>
            <a:ext cx="535350" cy="110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1DACA4-A0C6-30B8-91AD-D388DA333129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 bwMode="auto">
          <a:xfrm>
            <a:off x="6629400" y="3848100"/>
            <a:ext cx="472350" cy="110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A6CECC3-C9AC-444E-6B6E-463861EF90EA}"/>
              </a:ext>
            </a:extLst>
          </p:cNvPr>
          <p:cNvSpPr/>
          <p:nvPr/>
        </p:nvSpPr>
        <p:spPr bwMode="auto">
          <a:xfrm>
            <a:off x="4198663" y="5163552"/>
            <a:ext cx="1763987" cy="34089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30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22222E-6 L 4.44444E-6 -0.2150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0.21505 L 4.44444E-6 2.22222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9E69-18FD-E0FD-851D-94F2C266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26F06A-093C-FE9D-AF74-3E4F57768148}"/>
              </a:ext>
            </a:extLst>
          </p:cNvPr>
          <p:cNvSpPr/>
          <p:nvPr/>
        </p:nvSpPr>
        <p:spPr bwMode="auto">
          <a:xfrm>
            <a:off x="4279232" y="2781300"/>
            <a:ext cx="4876800" cy="13834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(%rcx,%rax,8),%ymm4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vsubpd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vfmadd213pd %ymm1,%ymm4,%ymm4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2B458-1F98-0888-F424-ED497D11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8ABA6-7843-8640-58F1-E8CF0B611D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5BDB1-08F2-49A8-A220-CC7715BA7EFA}"/>
              </a:ext>
            </a:extLst>
          </p:cNvPr>
          <p:cNvSpPr/>
          <p:nvPr/>
        </p:nvSpPr>
        <p:spPr bwMode="auto">
          <a:xfrm>
            <a:off x="324628" y="2664397"/>
            <a:ext cx="4018772" cy="1602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(%rcx,%rax,8),%xmm3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subpd</a:t>
            </a:r>
            <a:r>
              <a:rPr lang="en-US" altLang="zh-CN" sz="2000" dirty="0">
                <a:latin typeface="Consolas" panose="020B0609020204030204" pitchFamily="49" charset="0"/>
              </a:rPr>
              <a:t> %xmm4,%xmm3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%xmm3,%xmm3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addpd</a:t>
            </a:r>
            <a:r>
              <a:rPr lang="en-US" sz="2000" dirty="0">
                <a:latin typeface="Consolas" panose="020B0609020204030204" pitchFamily="49" charset="0"/>
              </a:rPr>
              <a:t> %xmm0,%xmm3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0E85A-1B24-6545-EC7A-A41CC3D41C62}"/>
              </a:ext>
            </a:extLst>
          </p:cNvPr>
          <p:cNvSpPr txBox="1"/>
          <p:nvPr/>
        </p:nvSpPr>
        <p:spPr>
          <a:xfrm>
            <a:off x="0" y="1807147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1E3EB-89A8-9FCD-72C1-B52A041BBA80}"/>
              </a:ext>
            </a:extLst>
          </p:cNvPr>
          <p:cNvSpPr txBox="1"/>
          <p:nvPr/>
        </p:nvSpPr>
        <p:spPr>
          <a:xfrm>
            <a:off x="4343400" y="1807146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DBD89-D016-9062-C1C4-E35BF835563E}"/>
              </a:ext>
            </a:extLst>
          </p:cNvPr>
          <p:cNvSpPr txBox="1"/>
          <p:nvPr/>
        </p:nvSpPr>
        <p:spPr>
          <a:xfrm>
            <a:off x="232661" y="4989493"/>
            <a:ext cx="8694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Load data to registers</a:t>
            </a:r>
          </a:p>
          <a:p>
            <a:pPr algn="ctr"/>
            <a:r>
              <a:rPr lang="zh-CN" altLang="en-US" sz="2800" dirty="0"/>
              <a:t>把数据读取至寄存器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1C495-826A-EC53-9BC7-65CE8C753F0F}"/>
              </a:ext>
            </a:extLst>
          </p:cNvPr>
          <p:cNvSpPr/>
          <p:nvPr/>
        </p:nvSpPr>
        <p:spPr bwMode="auto">
          <a:xfrm>
            <a:off x="382168" y="2732678"/>
            <a:ext cx="3706175" cy="297685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F6D8C9-399F-663B-E71F-BA74AA42A047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2235256" y="3030363"/>
            <a:ext cx="2344590" cy="19591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E43B7-5369-53E8-FB70-3587D67F66B0}"/>
              </a:ext>
            </a:extLst>
          </p:cNvPr>
          <p:cNvSpPr/>
          <p:nvPr/>
        </p:nvSpPr>
        <p:spPr bwMode="auto">
          <a:xfrm>
            <a:off x="4343400" y="2806708"/>
            <a:ext cx="3810000" cy="335545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357F8-147F-2331-A85F-2659F1E23EB6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 bwMode="auto">
          <a:xfrm flipV="1">
            <a:off x="4579846" y="3142253"/>
            <a:ext cx="1668554" cy="18472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59699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EA25-139E-5FAD-2897-FB72AA3F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02ED27-AAD3-EFD7-BF4D-6D6991849A46}"/>
              </a:ext>
            </a:extLst>
          </p:cNvPr>
          <p:cNvSpPr/>
          <p:nvPr/>
        </p:nvSpPr>
        <p:spPr bwMode="auto">
          <a:xfrm>
            <a:off x="4279232" y="2781300"/>
            <a:ext cx="4876800" cy="13834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(%rcx,%rax,8),%ymm4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vsubpd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vfmadd213pd %ymm1,%ymm4,%ymm4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B2F98-AA33-7968-ECB4-396A8065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054E6-8A94-D66A-4F89-4A745BF12B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330A3-7741-1482-23D9-E890D8340105}"/>
              </a:ext>
            </a:extLst>
          </p:cNvPr>
          <p:cNvSpPr/>
          <p:nvPr/>
        </p:nvSpPr>
        <p:spPr bwMode="auto">
          <a:xfrm>
            <a:off x="324628" y="2664397"/>
            <a:ext cx="4018772" cy="1602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(%rcx,%rax,8),%xmm3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subpd</a:t>
            </a:r>
            <a:r>
              <a:rPr lang="en-US" altLang="zh-CN" sz="2000" dirty="0">
                <a:latin typeface="Consolas" panose="020B0609020204030204" pitchFamily="49" charset="0"/>
              </a:rPr>
              <a:t> %xmm4,%xmm3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%xmm3,%xmm3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addpd</a:t>
            </a:r>
            <a:r>
              <a:rPr lang="en-US" sz="2000" dirty="0">
                <a:latin typeface="Consolas" panose="020B0609020204030204" pitchFamily="49" charset="0"/>
              </a:rPr>
              <a:t> %xmm0,%xmm3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56D9E-5CBF-5DCD-0ACA-FB21E022A724}"/>
              </a:ext>
            </a:extLst>
          </p:cNvPr>
          <p:cNvSpPr txBox="1"/>
          <p:nvPr/>
        </p:nvSpPr>
        <p:spPr>
          <a:xfrm>
            <a:off x="0" y="1807147"/>
            <a:ext cx="3708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</a:t>
            </a:r>
          </a:p>
          <a:p>
            <a:pPr algn="ctr"/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ADB8C-7FB1-FD38-13BF-9EE281DFA579}"/>
              </a:ext>
            </a:extLst>
          </p:cNvPr>
          <p:cNvSpPr txBox="1"/>
          <p:nvPr/>
        </p:nvSpPr>
        <p:spPr>
          <a:xfrm>
            <a:off x="4343400" y="1807146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</a:t>
            </a:r>
          </a:p>
          <a:p>
            <a:pPr algn="ctr"/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8B865-1A1F-E92D-9E5C-EF8D0A10C623}"/>
              </a:ext>
            </a:extLst>
          </p:cNvPr>
          <p:cNvSpPr txBox="1"/>
          <p:nvPr/>
        </p:nvSpPr>
        <p:spPr>
          <a:xfrm>
            <a:off x="232661" y="4989493"/>
            <a:ext cx="8694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Compute in registers</a:t>
            </a:r>
          </a:p>
          <a:p>
            <a:pPr algn="ctr"/>
            <a:r>
              <a:rPr lang="zh-CN" altLang="en-US" sz="2800" dirty="0"/>
              <a:t>在寄存器处计算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07B95-7FFA-0DC8-06D3-508D29AEC42F}"/>
              </a:ext>
            </a:extLst>
          </p:cNvPr>
          <p:cNvSpPr/>
          <p:nvPr/>
        </p:nvSpPr>
        <p:spPr bwMode="auto">
          <a:xfrm>
            <a:off x="382169" y="3365384"/>
            <a:ext cx="2437232" cy="901816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404C53-6783-47A2-CC19-D24514D5C4C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1600785" y="4267200"/>
            <a:ext cx="2979061" cy="7222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0F6A3C4-8BF9-B154-6CF0-4593F2BF2C56}"/>
              </a:ext>
            </a:extLst>
          </p:cNvPr>
          <p:cNvSpPr/>
          <p:nvPr/>
        </p:nvSpPr>
        <p:spPr bwMode="auto">
          <a:xfrm>
            <a:off x="4343400" y="3465799"/>
            <a:ext cx="4583630" cy="91830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B295FF-686B-03CD-B2D5-F3A9BDA6FF02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 bwMode="auto">
          <a:xfrm flipV="1">
            <a:off x="4579846" y="4384103"/>
            <a:ext cx="2055369" cy="6053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049514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844A-5261-982A-B84F-BD69819E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0752-D3FF-15B1-CC10-218DC6B6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Latency  </a:t>
            </a:r>
            <a:r>
              <a:rPr lang="zh-CN" altLang="en-US" dirty="0"/>
              <a:t>内存时延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8C9F-873D-0969-D7ED-619354F41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Memory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Register  </a:t>
            </a:r>
            <a:r>
              <a:rPr lang="zh-CN" altLang="en-US" dirty="0"/>
              <a:t>内存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zh-CN" altLang="en-US" dirty="0"/>
              <a:t>寄存器</a:t>
            </a:r>
            <a:endParaRPr lang="en-US" altLang="zh-CN" dirty="0"/>
          </a:p>
          <a:p>
            <a:pPr lvl="1"/>
            <a:r>
              <a:rPr lang="en-US" altLang="zh-CN" dirty="0"/>
              <a:t>&gt; 50ns w/o high access load  </a:t>
            </a:r>
            <a:br>
              <a:rPr lang="en-US" altLang="zh-CN" dirty="0"/>
            </a:br>
            <a:r>
              <a:rPr lang="zh-CN" altLang="en-US" dirty="0"/>
              <a:t>在没有大量密集存取的时候大于</a:t>
            </a:r>
            <a:r>
              <a:rPr lang="en-US" altLang="zh-CN" dirty="0"/>
              <a:t>50</a:t>
            </a:r>
            <a:r>
              <a:rPr lang="zh-CN" altLang="en-US" dirty="0"/>
              <a:t>纳秒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2~4x slower w/ high access load  </a:t>
            </a:r>
            <a:br>
              <a:rPr lang="en-US" altLang="zh-CN" dirty="0"/>
            </a:br>
            <a:r>
              <a:rPr lang="zh-CN" altLang="en-US" dirty="0"/>
              <a:t>大量密集存取的时候会慢</a:t>
            </a:r>
            <a:r>
              <a:rPr lang="en-US" altLang="zh-CN" dirty="0"/>
              <a:t>2~4</a:t>
            </a:r>
            <a:r>
              <a:rPr lang="zh-CN" altLang="en-US" dirty="0"/>
              <a:t>倍</a:t>
            </a:r>
            <a:endParaRPr lang="en-US" altLang="zh-CN" dirty="0"/>
          </a:p>
          <a:p>
            <a:r>
              <a:rPr lang="en-US" altLang="zh-CN" dirty="0"/>
              <a:t>Comparison w/ Compute</a:t>
            </a:r>
          </a:p>
          <a:p>
            <a:pPr lvl="1"/>
            <a:r>
              <a:rPr lang="en-US" altLang="zh-CN" dirty="0"/>
              <a:t>1~2ns per compute instruction</a:t>
            </a:r>
            <a:br>
              <a:rPr lang="en-US" altLang="zh-CN" dirty="0"/>
            </a:br>
            <a:r>
              <a:rPr lang="zh-CN" altLang="en-US" dirty="0"/>
              <a:t>每一条计算指令大约</a:t>
            </a:r>
            <a:r>
              <a:rPr lang="en-US" altLang="zh-CN" dirty="0"/>
              <a:t>1~2</a:t>
            </a:r>
            <a:r>
              <a:rPr lang="zh-CN" altLang="en-US" dirty="0"/>
              <a:t>纳秒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50E7D2-8808-C4BF-5501-AD130B6E5E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29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5F9B-E4A8-6141-34D8-3FAE564B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31C1-D5E1-E650-1C88-2E081DED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Bandwidth  </a:t>
            </a:r>
            <a:r>
              <a:rPr lang="zh-CN" altLang="en-US" dirty="0"/>
              <a:t>内存带宽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9C3F-0711-6126-C813-F6ED3E29E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Memory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CPU  </a:t>
            </a:r>
            <a:r>
              <a:rPr lang="zh-CN" altLang="en-US" dirty="0"/>
              <a:t>内存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CPU</a:t>
            </a:r>
          </a:p>
          <a:p>
            <a:pPr lvl="1"/>
            <a:r>
              <a:rPr lang="en-US" altLang="zh-CN" dirty="0"/>
              <a:t>More complicated, depending on a few variable factors such as  </a:t>
            </a:r>
            <a:br>
              <a:rPr lang="en-US" altLang="zh-CN" dirty="0"/>
            </a:br>
            <a:r>
              <a:rPr lang="zh-CN" altLang="en-US" dirty="0"/>
              <a:t>更复杂，取决于一些可变因素，例如</a:t>
            </a:r>
            <a:endParaRPr lang="en-US" altLang="zh-CN" dirty="0"/>
          </a:p>
          <a:p>
            <a:pPr lvl="2"/>
            <a:r>
              <a:rPr lang="en-US" altLang="zh-CN" dirty="0"/>
              <a:t>Number of DIMMs, channels</a:t>
            </a:r>
            <a:br>
              <a:rPr lang="en-US" altLang="zh-CN" dirty="0"/>
            </a:br>
            <a:r>
              <a:rPr lang="zh-CN" altLang="en-US" dirty="0"/>
              <a:t>内存条和内存通道数量</a:t>
            </a:r>
            <a:endParaRPr lang="en-US" altLang="zh-CN" dirty="0"/>
          </a:p>
          <a:p>
            <a:pPr lvl="2"/>
            <a:r>
              <a:rPr lang="en-US" altLang="zh-CN" dirty="0"/>
              <a:t>Memory access parallelism  </a:t>
            </a:r>
            <a:r>
              <a:rPr lang="zh-CN" altLang="en-US" dirty="0"/>
              <a:t>内存存取并行度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Usually 10s of GB/s to 100GB/s+ on modern desktops  </a:t>
            </a:r>
            <a:br>
              <a:rPr lang="en-US" altLang="zh-CN" dirty="0"/>
            </a:br>
            <a:r>
              <a:rPr lang="zh-CN" altLang="en-US" dirty="0"/>
              <a:t>现代台式机大约数十</a:t>
            </a:r>
            <a:r>
              <a:rPr lang="en-US" altLang="zh-CN" dirty="0"/>
              <a:t>GB/s</a:t>
            </a:r>
            <a:r>
              <a:rPr lang="zh-CN" altLang="en-US" dirty="0"/>
              <a:t>到</a:t>
            </a:r>
            <a:r>
              <a:rPr lang="en-US" altLang="zh-CN" dirty="0"/>
              <a:t>100</a:t>
            </a:r>
            <a:r>
              <a:rPr lang="zh-CN" altLang="en-US" dirty="0"/>
              <a:t>多</a:t>
            </a:r>
            <a:r>
              <a:rPr lang="en-US" altLang="zh-CN" dirty="0"/>
              <a:t>GB/s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6E863B7-F6DB-62C5-EB9E-A74475C5C7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613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38E3-2F21-9405-DDB3-C2C88B097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A0F7-47E1-4770-C83C-153FEC34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Throughput: Memory vs Compute  </a:t>
            </a:r>
            <a:r>
              <a:rPr lang="zh-CN" altLang="en-US" dirty="0"/>
              <a:t>吞吐：内存对比计算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B470-73BB-5710-DE2E-8955BA66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Instruction Pipelining  </a:t>
            </a:r>
            <a:r>
              <a:rPr lang="zh-CN" altLang="en-US" dirty="0"/>
              <a:t>指令执行流水化</a:t>
            </a:r>
            <a:endParaRPr lang="en-US" altLang="zh-CN" dirty="0"/>
          </a:p>
          <a:p>
            <a:pPr lvl="1"/>
            <a:r>
              <a:rPr lang="en-US" altLang="zh-CN" dirty="0"/>
              <a:t>Memory access &amp; independent compute happening at the same time</a:t>
            </a:r>
            <a:br>
              <a:rPr lang="en-US" altLang="zh-CN" dirty="0"/>
            </a:br>
            <a:r>
              <a:rPr lang="zh-CN" altLang="en-US" dirty="0"/>
              <a:t>内存存取与独立的计算同时执行</a:t>
            </a:r>
            <a:endParaRPr lang="en-US" altLang="zh-CN" dirty="0"/>
          </a:p>
          <a:p>
            <a:pPr lvl="2"/>
            <a:r>
              <a:rPr lang="en-US" altLang="zh-CN" dirty="0"/>
              <a:t>System throughput depending on the bottleneck  </a:t>
            </a:r>
            <a:r>
              <a:rPr lang="zh-CN" altLang="en-US" dirty="0"/>
              <a:t>系统吞吐取决于瓶颈</a:t>
            </a:r>
            <a:endParaRPr lang="en-US" altLang="zh-CN" dirty="0"/>
          </a:p>
          <a:p>
            <a:r>
              <a:rPr lang="en-US" altLang="zh-CN" dirty="0"/>
              <a:t>Throughput: Memory vs Compute</a:t>
            </a:r>
            <a:br>
              <a:rPr lang="en-US" altLang="zh-CN" dirty="0"/>
            </a:br>
            <a:r>
              <a:rPr lang="zh-CN" altLang="en-US" dirty="0"/>
              <a:t>吞吐：内存对比计算</a:t>
            </a:r>
            <a:endParaRPr lang="en-US" altLang="zh-CN" dirty="0"/>
          </a:p>
          <a:p>
            <a:pPr lvl="1"/>
            <a:r>
              <a:rPr lang="en-US" altLang="zh-CN" dirty="0"/>
              <a:t>Typically 10~20x slower on desktops  </a:t>
            </a:r>
            <a:br>
              <a:rPr lang="en-US" altLang="zh-CN" dirty="0"/>
            </a:br>
            <a:r>
              <a:rPr lang="zh-CN" altLang="en-US" dirty="0"/>
              <a:t>通常认为在台式机上慢</a:t>
            </a:r>
            <a:r>
              <a:rPr lang="en-US" altLang="zh-CN" dirty="0"/>
              <a:t>10~20</a:t>
            </a:r>
            <a:r>
              <a:rPr lang="zh-CN" altLang="en-US" dirty="0"/>
              <a:t>倍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5A284FC-B3BE-4823-8A34-113BE01FB1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29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8779-8962-6E66-C034-3C3AAA70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FE29-EBE4-BD87-B290-CD2A047D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Handwritten ZIP Code Recognition  </a:t>
            </a:r>
            <a:r>
              <a:rPr lang="zh-CN" altLang="en-US" dirty="0"/>
              <a:t>手写邮政编码识别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F4D09-6748-7779-B709-C9E4590BE9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DA6212-D0B8-A706-ABE7-6271AC352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31559"/>
              </p:ext>
            </p:extLst>
          </p:nvPr>
        </p:nvGraphicFramePr>
        <p:xfrm>
          <a:off x="381000" y="1752600"/>
          <a:ext cx="8382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93627">
                  <a:extLst>
                    <a:ext uri="{9D8B030D-6E8A-4147-A177-3AD203B41FA5}">
                      <a16:colId xmlns:a16="http://schemas.microsoft.com/office/drawing/2014/main" val="772870243"/>
                    </a:ext>
                  </a:extLst>
                </a:gridCol>
                <a:gridCol w="2441131">
                  <a:extLst>
                    <a:ext uri="{9D8B030D-6E8A-4147-A177-3AD203B41FA5}">
                      <a16:colId xmlns:a16="http://schemas.microsoft.com/office/drawing/2014/main" val="2051462291"/>
                    </a:ext>
                  </a:extLst>
                </a:gridCol>
                <a:gridCol w="2347242">
                  <a:extLst>
                    <a:ext uri="{9D8B030D-6E8A-4147-A177-3AD203B41FA5}">
                      <a16:colId xmlns:a16="http://schemas.microsoft.com/office/drawing/2014/main" val="289307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SIMD disabled</a:t>
                      </a:r>
                    </a:p>
                    <a:p>
                      <a:pPr algn="ctr"/>
                      <a:r>
                        <a:rPr lang="en-US" altLang="zh-CN" sz="2000" dirty="0"/>
                        <a:t>SIMD</a:t>
                      </a:r>
                      <a:r>
                        <a:rPr lang="zh-CN" altLang="en-US" sz="2000" dirty="0"/>
                        <a:t>未启用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SIMD enabled </a:t>
                      </a:r>
                      <a:r>
                        <a:rPr lang="en-US" altLang="zh-CN" sz="2000" dirty="0"/>
                        <a:t>SIMD</a:t>
                      </a:r>
                      <a:r>
                        <a:rPr lang="zh-CN" altLang="en-US" sz="2000" dirty="0"/>
                        <a:t>启用了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49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 relatively new system  </a:t>
                      </a:r>
                    </a:p>
                    <a:p>
                      <a:r>
                        <a:rPr lang="zh-CN" altLang="en-US" sz="2000" dirty="0"/>
                        <a:t>一个相对新的系统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4.94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</a:rPr>
                        <a:t>s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1.67s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85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A very old system</a:t>
                      </a:r>
                    </a:p>
                    <a:p>
                      <a:r>
                        <a:rPr lang="zh-CN" altLang="en-US" sz="2000" dirty="0"/>
                        <a:t>一个旧的系统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6.79s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6.50s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379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85158B-E094-E03D-F19D-00D3173FE320}"/>
              </a:ext>
            </a:extLst>
          </p:cNvPr>
          <p:cNvSpPr txBox="1"/>
          <p:nvPr/>
        </p:nvSpPr>
        <p:spPr>
          <a:xfrm>
            <a:off x="148590" y="4221540"/>
            <a:ext cx="8846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the very old system, reading training data from memory is too slow. Higher compute throughput w/ SIMD helps little</a:t>
            </a:r>
          </a:p>
          <a:p>
            <a:pPr algn="ctr"/>
            <a:r>
              <a:rPr lang="zh-CN" altLang="en-US" sz="2400" dirty="0"/>
              <a:t>旧系统中，从内存中读取训练数据太慢了。</a:t>
            </a:r>
            <a:endParaRPr lang="en-US" altLang="zh-CN" sz="2400" dirty="0"/>
          </a:p>
          <a:p>
            <a:pPr algn="ctr"/>
            <a:r>
              <a:rPr lang="en-US" altLang="zh-CN" sz="2400" dirty="0"/>
              <a:t>SIMD</a:t>
            </a:r>
            <a:r>
              <a:rPr lang="zh-CN" altLang="en-US" sz="2400" dirty="0"/>
              <a:t>带来的更高的计算吞吐量几乎没用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495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2477-7252-FD33-0F7C-BF2A2493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FE52-4BAB-8316-E1DC-6945053A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174037" cy="914400"/>
          </a:xfrm>
        </p:spPr>
        <p:txBody>
          <a:bodyPr/>
          <a:lstStyle/>
          <a:p>
            <a:r>
              <a:rPr lang="en-US" altLang="zh-CN" dirty="0"/>
              <a:t>Handwritten ZIP Code Recognition  </a:t>
            </a:r>
            <a:r>
              <a:rPr lang="zh-CN" altLang="en-US" dirty="0"/>
              <a:t>手写邮政编码识别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D2E76-CE00-49C9-4DB4-0F617AC680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7FA98F-7997-7377-5008-5220B0981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93591"/>
              </p:ext>
            </p:extLst>
          </p:nvPr>
        </p:nvGraphicFramePr>
        <p:xfrm>
          <a:off x="381000" y="1752600"/>
          <a:ext cx="8382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7728702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5146229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9307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Throughput</a:t>
                      </a:r>
                    </a:p>
                    <a:p>
                      <a:pPr algn="ctr"/>
                      <a:r>
                        <a:rPr lang="zh-CN" altLang="en-US" sz="2000" dirty="0"/>
                        <a:t>吞吐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Latency</a:t>
                      </a:r>
                    </a:p>
                    <a:p>
                      <a:pPr algn="ctr"/>
                      <a:r>
                        <a:rPr lang="zh-CN" altLang="en-US" sz="2000" dirty="0"/>
                        <a:t>时延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49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Data parallelism</a:t>
                      </a:r>
                    </a:p>
                    <a:p>
                      <a:r>
                        <a:rPr lang="zh-CN" altLang="en-US" sz="2000" dirty="0"/>
                        <a:t>数据并行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1895.2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1.05 </a:t>
                      </a:r>
                      <a:r>
                        <a:rPr lang="en-US" sz="2000" dirty="0" err="1">
                          <a:solidFill>
                            <a:srgbClr val="C00000"/>
                          </a:solidFill>
                        </a:rPr>
                        <a:t>ms</a:t>
                      </a:r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/sample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43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Divide &amp; Conquer</a:t>
                      </a:r>
                    </a:p>
                    <a:p>
                      <a:r>
                        <a:rPr lang="zh-CN" altLang="en-US" sz="2000" dirty="0"/>
                        <a:t>分而治之</a:t>
                      </a:r>
                      <a:endParaRPr lang="en-US" altLang="zh-C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2174.4 samples/s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0.46 </a:t>
                      </a:r>
                      <a:r>
                        <a:rPr lang="en-US" sz="2000" dirty="0" err="1">
                          <a:solidFill>
                            <a:srgbClr val="339933"/>
                          </a:solidFill>
                        </a:rPr>
                        <a:t>ms</a:t>
                      </a:r>
                      <a:r>
                        <a:rPr lang="en-US" sz="2000" dirty="0">
                          <a:solidFill>
                            <a:srgbClr val="339933"/>
                          </a:solidFill>
                        </a:rPr>
                        <a:t>/sample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4186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BCEB7C-94BA-5A31-2628-7AF08B11B504}"/>
              </a:ext>
            </a:extLst>
          </p:cNvPr>
          <p:cNvSpPr txBox="1"/>
          <p:nvPr/>
        </p:nvSpPr>
        <p:spPr>
          <a:xfrm>
            <a:off x="297180" y="4038600"/>
            <a:ext cx="8549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divide &amp; conquer, 2 threads reading different training data in parallel, boosting memory bandwidth</a:t>
            </a:r>
          </a:p>
          <a:p>
            <a:pPr algn="ctr"/>
            <a:r>
              <a:rPr lang="zh-CN" altLang="en-US" sz="2400" dirty="0"/>
              <a:t>在分而治之中，两个线程读取不同训练数据，提升了内存带宽</a:t>
            </a:r>
            <a:endParaRPr lang="en-US" altLang="zh-C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5511C-940F-FC37-A215-5CC10D68C3D5}"/>
              </a:ext>
            </a:extLst>
          </p:cNvPr>
          <p:cNvSpPr txBox="1"/>
          <p:nvPr/>
        </p:nvSpPr>
        <p:spPr>
          <a:xfrm>
            <a:off x="571500" y="5366266"/>
            <a:ext cx="8000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gain overwhelms the cost</a:t>
            </a:r>
          </a:p>
          <a:p>
            <a:pPr algn="ctr"/>
            <a:r>
              <a:rPr lang="zh-CN" altLang="en-US" sz="2400" dirty="0"/>
              <a:t>收益压</a:t>
            </a:r>
            <a:r>
              <a:rPr lang="zh-CN" altLang="en-US" sz="2400"/>
              <a:t>倒了代</a:t>
            </a:r>
            <a:r>
              <a:rPr lang="zh-CN" altLang="en-US" sz="2400" dirty="0"/>
              <a:t>价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44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3CEF-3F36-1943-58C5-FB958540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4796-D025-3A3A-6778-A99B6D3A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It’s a Challenge  </a:t>
            </a:r>
            <a:r>
              <a:rPr lang="zh-CN" altLang="en-US" dirty="0"/>
              <a:t>这是个挑战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4D459ED-6B9D-31F8-C9C3-FEAFE5F825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F71F1-AC4C-A421-DDC6-73CE0319303E}"/>
              </a:ext>
            </a:extLst>
          </p:cNvPr>
          <p:cNvSpPr txBox="1"/>
          <p:nvPr/>
        </p:nvSpPr>
        <p:spPr>
          <a:xfrm>
            <a:off x="342900" y="17526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To mitigate the impact of the slower memory to compute</a:t>
            </a:r>
          </a:p>
          <a:p>
            <a:pPr algn="ctr"/>
            <a:r>
              <a:rPr lang="zh-CN" altLang="en-US" sz="2400" dirty="0"/>
              <a:t>缓解更慢的内存给计算带来的影响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0D9C1-1B92-4B55-D320-CC990513D2D1}"/>
              </a:ext>
            </a:extLst>
          </p:cNvPr>
          <p:cNvSpPr txBox="1"/>
          <p:nvPr/>
        </p:nvSpPr>
        <p:spPr>
          <a:xfrm>
            <a:off x="152400" y="2804211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Is there an impact in Feigenbaum Bifurcation calculation?</a:t>
            </a:r>
          </a:p>
          <a:p>
            <a:pPr algn="ctr"/>
            <a:r>
              <a:rPr lang="zh-CN" altLang="en-US" sz="2400" dirty="0"/>
              <a:t>在费根鲍姆分岔计算时有这个问题吗？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3023F8-9B3E-1A03-DAF0-688F6C1242BB}"/>
              </a:ext>
            </a:extLst>
          </p:cNvPr>
          <p:cNvSpPr txBox="1"/>
          <p:nvPr/>
        </p:nvSpPr>
        <p:spPr>
          <a:xfrm>
            <a:off x="-114300" y="3881221"/>
            <a:ext cx="937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Let’s see the impact through a tweak</a:t>
            </a:r>
          </a:p>
          <a:p>
            <a:pPr algn="ctr"/>
            <a:r>
              <a:rPr lang="zh-CN" altLang="en-US" sz="2400" dirty="0"/>
              <a:t>让我们通过一个扰动来看看这个影响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BD3C5-6478-8538-8F21-C6ADC2A5124D}"/>
              </a:ext>
            </a:extLst>
          </p:cNvPr>
          <p:cNvSpPr txBox="1"/>
          <p:nvPr/>
        </p:nvSpPr>
        <p:spPr>
          <a:xfrm>
            <a:off x="-30480" y="4958232"/>
            <a:ext cx="937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&amp; sense the mitigation methodology</a:t>
            </a:r>
          </a:p>
          <a:p>
            <a:pPr algn="ctr"/>
            <a:r>
              <a:rPr lang="zh-CN" altLang="en-US" sz="2400" dirty="0"/>
              <a:t>并感觉一下缓解这个问题的方法</a:t>
            </a:r>
          </a:p>
        </p:txBody>
      </p:sp>
    </p:spTree>
    <p:extLst>
      <p:ext uri="{BB962C8B-B14F-4D97-AF65-F5344CB8AC3E}">
        <p14:creationId xmlns:p14="http://schemas.microsoft.com/office/powerpoint/2010/main" val="378863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13" grpId="0" uiExpand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E777-4972-2FCA-A4F7-484F1268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DE47-5AB2-99D8-51F0-307C1E4D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5.1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5.1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EA7C9-8866-E436-2D76-F88E3C4A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99F6E5-6826-E32D-AC93-5354DA911E18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tweak the Feigenbaum bifurcation calculation</a:t>
            </a:r>
          </a:p>
          <a:p>
            <a:pPr algn="ctr"/>
            <a:r>
              <a:rPr lang="zh-CN" altLang="en-US" sz="2200" dirty="0"/>
              <a:t>实践时刻：扰动费根鲍姆分岔计算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23714-A2D2-AD4F-E366-838463488D12}"/>
              </a:ext>
            </a:extLst>
          </p:cNvPr>
          <p:cNvSpPr txBox="1"/>
          <p:nvPr/>
        </p:nvSpPr>
        <p:spPr>
          <a:xfrm>
            <a:off x="266700" y="5170265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Varying the series number but keeping the product of series number &amp; iteration step number the same (same compute load)</a:t>
            </a:r>
          </a:p>
          <a:p>
            <a:pPr algn="ctr"/>
            <a:r>
              <a:rPr lang="zh-CN" altLang="en-US" sz="2200" dirty="0"/>
              <a:t>改变数列数量，但维持数列数量与迭代步数乘积不变（计算量相同）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00F31-9938-6114-7313-304E3DDE4C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2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88C9-9DE3-773B-2E80-512A150E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EF9B-D7BC-771A-CB2B-24FB8828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Perf. on My System</a:t>
            </a:r>
            <a:br>
              <a:rPr lang="en-US" altLang="zh-CN" dirty="0"/>
            </a:br>
            <a:r>
              <a:rPr lang="zh-CN" altLang="en-US" dirty="0"/>
              <a:t>我的机器上的性能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F27C010-539A-D511-6AE7-4D97110D3C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AC780-327F-B309-53DA-81F6F0E5B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4215B-DD7C-104E-40E0-190E1FC86120}"/>
              </a:ext>
            </a:extLst>
          </p:cNvPr>
          <p:cNvSpPr txBox="1"/>
          <p:nvPr/>
        </p:nvSpPr>
        <p:spPr>
          <a:xfrm>
            <a:off x="1524000" y="2228671"/>
            <a:ext cx="4048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Same compute load, different execution time</a:t>
            </a:r>
          </a:p>
          <a:p>
            <a:pPr algn="ctr"/>
            <a:r>
              <a:rPr lang="zh-CN" altLang="en-US" sz="2400" dirty="0"/>
              <a:t>相同计算量，不同执行时间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54537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22B1-EC6D-1D82-CA73-702AA141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9479-3A9D-615F-9ED7-AE726228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Same Load, Different Time</a:t>
            </a:r>
            <a:br>
              <a:rPr lang="en-US" altLang="zh-CN" dirty="0"/>
            </a:br>
            <a:r>
              <a:rPr lang="zh-CN" altLang="en-US" dirty="0"/>
              <a:t>同样的计算量，不同的时间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6DDF2B2-EEE2-641D-6E4D-2C627F5F12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DBF03-D2FE-399E-0676-747ECA627E8F}"/>
              </a:ext>
            </a:extLst>
          </p:cNvPr>
          <p:cNvSpPr txBox="1"/>
          <p:nvPr/>
        </p:nvSpPr>
        <p:spPr>
          <a:xfrm>
            <a:off x="152400" y="1737516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Even in Feigenbaum Bifurcation calculation, </a:t>
            </a:r>
          </a:p>
          <a:p>
            <a:pPr algn="ctr"/>
            <a:r>
              <a:rPr lang="en-US" altLang="zh-CN" sz="2400" dirty="0"/>
              <a:t>there is an impact from the slow memory</a:t>
            </a:r>
          </a:p>
          <a:p>
            <a:pPr algn="ctr"/>
            <a:r>
              <a:rPr lang="zh-CN" altLang="en-US" sz="2400" dirty="0"/>
              <a:t>在费根鲍姆分岔计算中，也有这个内存慢带来的问题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8A51B-BCD8-5199-F49B-501F9DAA1192}"/>
              </a:ext>
            </a:extLst>
          </p:cNvPr>
          <p:cNvSpPr txBox="1"/>
          <p:nvPr/>
        </p:nvSpPr>
        <p:spPr>
          <a:xfrm>
            <a:off x="788670" y="3303761"/>
            <a:ext cx="773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Different execution time comes from the different effect of mitigation method in different conditions</a:t>
            </a:r>
          </a:p>
          <a:p>
            <a:pPr algn="ctr"/>
            <a:r>
              <a:rPr lang="zh-CN" altLang="en-US" sz="2400" dirty="0"/>
              <a:t>不同的运行时间来自于缓解方法在不同条件下的效果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112F49-526B-02C2-8067-81A6DF2228D7}"/>
              </a:ext>
            </a:extLst>
          </p:cNvPr>
          <p:cNvSpPr txBox="1"/>
          <p:nvPr/>
        </p:nvSpPr>
        <p:spPr>
          <a:xfrm>
            <a:off x="601980" y="4870006"/>
            <a:ext cx="8107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Let’s talk about the mitigation method: caching</a:t>
            </a:r>
          </a:p>
          <a:p>
            <a:pPr algn="ctr"/>
            <a:r>
              <a:rPr lang="zh-CN" altLang="en-US" sz="2400" dirty="0"/>
              <a:t>我们来谈谈这个缓解方法：缓存</a:t>
            </a:r>
          </a:p>
        </p:txBody>
      </p:sp>
    </p:spTree>
    <p:extLst>
      <p:ext uri="{BB962C8B-B14F-4D97-AF65-F5344CB8AC3E}">
        <p14:creationId xmlns:p14="http://schemas.microsoft.com/office/powerpoint/2010/main" val="349746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88F0-E364-66F4-E7BC-C1FA1361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1CB6-4309-7C13-5B72-1FFCC98C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Pattern  </a:t>
            </a:r>
            <a:r>
              <a:rPr lang="zh-CN" altLang="en-US" dirty="0"/>
              <a:t>存取模式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380A1B0-810E-C130-D06A-CC81249A1A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3C5DC-82AF-1005-8947-FE92F2C6BAA6}"/>
              </a:ext>
            </a:extLst>
          </p:cNvPr>
          <p:cNvSpPr txBox="1"/>
          <p:nvPr/>
        </p:nvSpPr>
        <p:spPr>
          <a:xfrm>
            <a:off x="152400" y="1525389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Looking at the double loop</a:t>
            </a:r>
          </a:p>
          <a:p>
            <a:pPr algn="ctr"/>
            <a:r>
              <a:rPr lang="zh-CN" altLang="en-US" sz="2400" dirty="0"/>
              <a:t>看看这个双重循环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0E72-2712-4689-031B-480C98A44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94486"/>
            <a:ext cx="4629796" cy="1909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44496C-DF97-6A71-9E1C-220DB2BDED48}"/>
              </a:ext>
            </a:extLst>
          </p:cNvPr>
          <p:cNvSpPr/>
          <p:nvPr/>
        </p:nvSpPr>
        <p:spPr bwMode="auto">
          <a:xfrm>
            <a:off x="2324100" y="2968384"/>
            <a:ext cx="4178300" cy="104858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098240-4FD0-426A-5E57-B05FC95E1A7E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 bwMode="auto">
          <a:xfrm flipV="1">
            <a:off x="4413250" y="4016973"/>
            <a:ext cx="0" cy="584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BC37A0-312F-73A1-8C8B-B2EEE074BB89}"/>
              </a:ext>
            </a:extLst>
          </p:cNvPr>
          <p:cNvSpPr txBox="1"/>
          <p:nvPr/>
        </p:nvSpPr>
        <p:spPr>
          <a:xfrm>
            <a:off x="527050" y="4601757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loop: accessing the mu &amp; x array elements 1 by 1 w/ independent instructions for parallelism</a:t>
            </a:r>
          </a:p>
          <a:p>
            <a:pPr algn="ctr"/>
            <a:r>
              <a:rPr lang="en-US" altLang="zh-CN" sz="2400" dirty="0"/>
              <a:t>  </a:t>
            </a:r>
            <a:r>
              <a:rPr lang="zh-CN" altLang="en-US" sz="2400" dirty="0"/>
              <a:t>内重循环：以并行独立指令一个个存取</a:t>
            </a:r>
            <a:r>
              <a:rPr lang="en-US" altLang="zh-CN" sz="2400" dirty="0"/>
              <a:t>mu</a:t>
            </a:r>
            <a:r>
              <a:rPr lang="zh-CN" altLang="en-US" sz="2400" dirty="0"/>
              <a:t>和</a:t>
            </a:r>
            <a:r>
              <a:rPr lang="en-US" altLang="zh-CN" sz="2400" dirty="0"/>
              <a:t>x</a:t>
            </a:r>
            <a:r>
              <a:rPr lang="zh-CN" altLang="en-US" sz="2400" dirty="0"/>
              <a:t>数组元素</a:t>
            </a:r>
          </a:p>
        </p:txBody>
      </p:sp>
    </p:spTree>
    <p:extLst>
      <p:ext uri="{BB962C8B-B14F-4D97-AF65-F5344CB8AC3E}">
        <p14:creationId xmlns:p14="http://schemas.microsoft.com/office/powerpoint/2010/main" val="204900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36FC-4777-5E10-D505-9D9FBA86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9B0-BE0D-0700-060B-6E65307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Pattern  </a:t>
            </a:r>
            <a:r>
              <a:rPr lang="zh-CN" altLang="en-US" dirty="0"/>
              <a:t>存取模式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FD3097A-51A7-FA2E-F064-688DCB820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1DBA0-86CA-59DD-C615-5D586C3203F6}"/>
              </a:ext>
            </a:extLst>
          </p:cNvPr>
          <p:cNvSpPr txBox="1"/>
          <p:nvPr/>
        </p:nvSpPr>
        <p:spPr>
          <a:xfrm>
            <a:off x="152400" y="1525389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Looking at the double loop</a:t>
            </a:r>
          </a:p>
          <a:p>
            <a:pPr algn="ctr"/>
            <a:r>
              <a:rPr lang="zh-CN" altLang="en-US" sz="2400" dirty="0"/>
              <a:t>看看这个双重循环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610CB-F28C-B5E0-6CB2-518365CD0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94486"/>
            <a:ext cx="4629796" cy="1909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CA0F7D-1586-D958-857A-6AF6D757753E}"/>
              </a:ext>
            </a:extLst>
          </p:cNvPr>
          <p:cNvSpPr/>
          <p:nvPr/>
        </p:nvSpPr>
        <p:spPr bwMode="auto">
          <a:xfrm>
            <a:off x="2324100" y="2968384"/>
            <a:ext cx="4178300" cy="104858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4E25CA-6930-6737-F01D-AFBBCB657820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 bwMode="auto">
          <a:xfrm flipV="1">
            <a:off x="4413250" y="4016973"/>
            <a:ext cx="0" cy="573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5AE371-2519-E296-6103-D81A8BBB2D51}"/>
              </a:ext>
            </a:extLst>
          </p:cNvPr>
          <p:cNvSpPr txBox="1"/>
          <p:nvPr/>
        </p:nvSpPr>
        <p:spPr>
          <a:xfrm>
            <a:off x="731043" y="4590871"/>
            <a:ext cx="7364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 element gets accessed, its next several elements will soon get accessed</a:t>
            </a:r>
          </a:p>
          <a:p>
            <a:pPr algn="ctr"/>
            <a:r>
              <a:rPr lang="zh-CN" altLang="en-US" sz="2400" dirty="0"/>
              <a:t>一个元素被存取了，紧接着几个元素很快会被存取</a:t>
            </a:r>
          </a:p>
        </p:txBody>
      </p:sp>
    </p:spTree>
    <p:extLst>
      <p:ext uri="{BB962C8B-B14F-4D97-AF65-F5344CB8AC3E}">
        <p14:creationId xmlns:p14="http://schemas.microsoft.com/office/powerpoint/2010/main" val="789365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413F-B12C-A08D-EDC0-08C08FC1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9A97-394C-3C93-2519-379D66F9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Pattern  </a:t>
            </a:r>
            <a:r>
              <a:rPr lang="zh-CN" altLang="en-US" dirty="0"/>
              <a:t>存取模式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1596922-7999-A1FA-E929-6D69CBF47D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8B5CD-AB93-6A95-7FD5-3946D3B240A6}"/>
              </a:ext>
            </a:extLst>
          </p:cNvPr>
          <p:cNvSpPr txBox="1"/>
          <p:nvPr/>
        </p:nvSpPr>
        <p:spPr>
          <a:xfrm>
            <a:off x="152400" y="1525389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Looking at the double loop</a:t>
            </a:r>
          </a:p>
          <a:p>
            <a:pPr algn="ctr"/>
            <a:r>
              <a:rPr lang="zh-CN" altLang="en-US" sz="2400" dirty="0"/>
              <a:t>看看这个双重循环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0D82F-7097-5DCF-9EB4-2BD2FEAF3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94486"/>
            <a:ext cx="4629796" cy="1909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882601-1957-B0F5-A395-57A86AAD2425}"/>
              </a:ext>
            </a:extLst>
          </p:cNvPr>
          <p:cNvSpPr/>
          <p:nvPr/>
        </p:nvSpPr>
        <p:spPr bwMode="auto">
          <a:xfrm>
            <a:off x="2324100" y="2968384"/>
            <a:ext cx="4178300" cy="104858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2AF9B5-B6BF-BA0B-5DE3-805C1D191F7C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 bwMode="auto">
          <a:xfrm flipV="1">
            <a:off x="4413250" y="4016973"/>
            <a:ext cx="0" cy="5738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0CF0B3-1B55-0BF0-5A13-BABA0D8F4A9D}"/>
              </a:ext>
            </a:extLst>
          </p:cNvPr>
          <p:cNvSpPr txBox="1"/>
          <p:nvPr/>
        </p:nvSpPr>
        <p:spPr>
          <a:xfrm>
            <a:off x="339725" y="4590871"/>
            <a:ext cx="814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Space locality: Data near recently accessed </a:t>
            </a:r>
          </a:p>
          <a:p>
            <a:pPr algn="ctr"/>
            <a:r>
              <a:rPr lang="en-US" altLang="zh-CN" sz="2400" dirty="0"/>
              <a:t>data is likely to be accessed soon</a:t>
            </a:r>
          </a:p>
          <a:p>
            <a:pPr algn="ctr"/>
            <a:r>
              <a:rPr lang="zh-CN" altLang="en-US" sz="2400" dirty="0"/>
              <a:t>空间局部性：被存取的数据附近的数据可能很快也会被存取</a:t>
            </a:r>
          </a:p>
        </p:txBody>
      </p:sp>
    </p:spTree>
    <p:extLst>
      <p:ext uri="{BB962C8B-B14F-4D97-AF65-F5344CB8AC3E}">
        <p14:creationId xmlns:p14="http://schemas.microsoft.com/office/powerpoint/2010/main" val="296140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EFBA-AA4B-0061-149D-1C716CDA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1039-0A13-5451-1E42-7463E40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Pattern  </a:t>
            </a:r>
            <a:r>
              <a:rPr lang="zh-CN" altLang="en-US" dirty="0"/>
              <a:t>存取模式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7983AE8-E9F4-2536-134A-14B640E34D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7662F-69D0-A240-2D24-E886B3A9363A}"/>
              </a:ext>
            </a:extLst>
          </p:cNvPr>
          <p:cNvSpPr txBox="1"/>
          <p:nvPr/>
        </p:nvSpPr>
        <p:spPr>
          <a:xfrm>
            <a:off x="152400" y="1525389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Looking at the double loop</a:t>
            </a:r>
          </a:p>
          <a:p>
            <a:pPr algn="ctr"/>
            <a:r>
              <a:rPr lang="zh-CN" altLang="en-US" sz="2400" dirty="0"/>
              <a:t>看看这个双重循环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6F51B-1226-E288-CFE6-B3B42CEB5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94486"/>
            <a:ext cx="4629796" cy="1909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506244-629F-E15F-E5EF-7322218FD930}"/>
              </a:ext>
            </a:extLst>
          </p:cNvPr>
          <p:cNvSpPr/>
          <p:nvPr/>
        </p:nvSpPr>
        <p:spPr bwMode="auto">
          <a:xfrm>
            <a:off x="1926771" y="2460170"/>
            <a:ext cx="4561116" cy="132805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204DEC-29C6-182F-08A4-158E94C1CC2E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 bwMode="auto">
          <a:xfrm flipH="1" flipV="1">
            <a:off x="4207329" y="3788229"/>
            <a:ext cx="537" cy="8424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023BF1-C337-3199-0A76-1AA10AE9E50C}"/>
              </a:ext>
            </a:extLst>
          </p:cNvPr>
          <p:cNvSpPr txBox="1"/>
          <p:nvPr/>
        </p:nvSpPr>
        <p:spPr>
          <a:xfrm>
            <a:off x="321666" y="4630709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loop: x[j]</a:t>
            </a:r>
            <a:r>
              <a:rPr lang="zh-CN" altLang="en-US" sz="2400" dirty="0"/>
              <a:t> </a:t>
            </a:r>
            <a:r>
              <a:rPr lang="en-US" altLang="zh-CN" sz="2400" dirty="0"/>
              <a:t>&amp;</a:t>
            </a:r>
            <a:r>
              <a:rPr lang="zh-CN" altLang="en-US" sz="2400" dirty="0"/>
              <a:t> </a:t>
            </a:r>
            <a:r>
              <a:rPr lang="en-US" altLang="zh-CN" sz="2400" dirty="0"/>
              <a:t>mu[j]</a:t>
            </a:r>
            <a:r>
              <a:rPr lang="zh-CN" altLang="en-US" sz="2400" dirty="0"/>
              <a:t> </a:t>
            </a:r>
            <a:r>
              <a:rPr lang="en-US" altLang="zh-CN" sz="2400" dirty="0"/>
              <a:t>accessed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this</a:t>
            </a:r>
            <a:r>
              <a:rPr lang="zh-CN" altLang="en-US" sz="2400" dirty="0"/>
              <a:t> </a:t>
            </a:r>
            <a:r>
              <a:rPr lang="en-US" altLang="zh-CN" sz="2400" dirty="0"/>
              <a:t>iteration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algn="ctr"/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accessed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next</a:t>
            </a:r>
            <a:r>
              <a:rPr lang="zh-CN" altLang="en-US" sz="2400" dirty="0"/>
              <a:t> </a:t>
            </a:r>
            <a:r>
              <a:rPr lang="en-US" altLang="zh-CN" sz="2400" dirty="0"/>
              <a:t>iteration</a:t>
            </a:r>
          </a:p>
          <a:p>
            <a:pPr algn="ctr"/>
            <a:r>
              <a:rPr lang="zh-CN" altLang="en-US" sz="2400" dirty="0"/>
              <a:t>外重循环：本轮存取的</a:t>
            </a:r>
            <a:r>
              <a:rPr lang="en-US" altLang="zh-CN" sz="2400" dirty="0"/>
              <a:t>x[j]</a:t>
            </a:r>
            <a:r>
              <a:rPr lang="zh-CN" altLang="en-US" sz="2400" dirty="0"/>
              <a:t>和</a:t>
            </a:r>
            <a:r>
              <a:rPr lang="en-US" altLang="zh-CN" sz="2400" dirty="0"/>
              <a:t>mu[j]</a:t>
            </a:r>
            <a:r>
              <a:rPr lang="zh-CN" altLang="en-US" sz="2400" dirty="0"/>
              <a:t>会在下轮被存取</a:t>
            </a:r>
          </a:p>
        </p:txBody>
      </p:sp>
    </p:spTree>
    <p:extLst>
      <p:ext uri="{BB962C8B-B14F-4D97-AF65-F5344CB8AC3E}">
        <p14:creationId xmlns:p14="http://schemas.microsoft.com/office/powerpoint/2010/main" val="3798767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096D-D466-E341-7527-D46FEACA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842C-B669-F8B7-CE2E-55E7A949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 Pattern  </a:t>
            </a:r>
            <a:r>
              <a:rPr lang="zh-CN" altLang="en-US" dirty="0"/>
              <a:t>存取模式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BA9C5D8-772F-8888-E04E-D4CE642CFA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F0259-12B1-8878-49C7-75CDF8E2F4EA}"/>
              </a:ext>
            </a:extLst>
          </p:cNvPr>
          <p:cNvSpPr txBox="1"/>
          <p:nvPr/>
        </p:nvSpPr>
        <p:spPr>
          <a:xfrm>
            <a:off x="152400" y="1525389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Looking at the double loop</a:t>
            </a:r>
          </a:p>
          <a:p>
            <a:pPr algn="ctr"/>
            <a:r>
              <a:rPr lang="zh-CN" altLang="en-US" sz="2400" dirty="0"/>
              <a:t>看看这个双重循环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57B4C-8FEF-C928-F232-FA4D4C1A2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94486"/>
            <a:ext cx="4629796" cy="19090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E26D38-376E-65FC-64EF-B1DE0E52BD69}"/>
              </a:ext>
            </a:extLst>
          </p:cNvPr>
          <p:cNvSpPr/>
          <p:nvPr/>
        </p:nvSpPr>
        <p:spPr bwMode="auto">
          <a:xfrm>
            <a:off x="1926771" y="2460170"/>
            <a:ext cx="4561116" cy="132805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99ED38-ABEA-BD06-7105-E3747BD51C0E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 bwMode="auto">
          <a:xfrm flipH="1" flipV="1">
            <a:off x="4207329" y="3788229"/>
            <a:ext cx="537" cy="8424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D72916-D926-ED70-DF23-FBDD27052FDF}"/>
              </a:ext>
            </a:extLst>
          </p:cNvPr>
          <p:cNvSpPr txBox="1"/>
          <p:nvPr/>
        </p:nvSpPr>
        <p:spPr>
          <a:xfrm>
            <a:off x="321666" y="4630709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Temporal locality: </a:t>
            </a:r>
            <a:r>
              <a:rPr lang="en-US" sz="2400" dirty="0"/>
              <a:t>Data accessed recently </a:t>
            </a:r>
          </a:p>
          <a:p>
            <a:pPr algn="ctr"/>
            <a:r>
              <a:rPr lang="en-US" sz="2400" dirty="0"/>
              <a:t>is likely to be accessed again soon</a:t>
            </a:r>
            <a:endParaRPr lang="en-US" altLang="zh-CN" sz="2400" dirty="0"/>
          </a:p>
          <a:p>
            <a:pPr algn="ctr"/>
            <a:r>
              <a:rPr lang="zh-CN" altLang="en-US" sz="2400" dirty="0"/>
              <a:t>时间局部性：最近存取的数据可能很快会被再次存取</a:t>
            </a:r>
          </a:p>
        </p:txBody>
      </p:sp>
    </p:spTree>
    <p:extLst>
      <p:ext uri="{BB962C8B-B14F-4D97-AF65-F5344CB8AC3E}">
        <p14:creationId xmlns:p14="http://schemas.microsoft.com/office/powerpoint/2010/main" val="361834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5D1D-5308-CC67-56D9-0007F582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6A1E-84C4-8E13-4753-EB807DEA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Caching  </a:t>
            </a:r>
            <a:r>
              <a:rPr lang="zh-CN" altLang="en-US" dirty="0"/>
              <a:t>缓存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096D-E630-30C6-39DF-965708870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Cache  </a:t>
            </a:r>
            <a:r>
              <a:rPr lang="zh-CN" altLang="en-US" dirty="0"/>
              <a:t>缓存（名词）</a:t>
            </a:r>
            <a:endParaRPr lang="en-US" altLang="zh-CN" dirty="0"/>
          </a:p>
          <a:p>
            <a:pPr lvl="1"/>
            <a:r>
              <a:rPr lang="en-US" altLang="zh-CN" dirty="0"/>
              <a:t>Smaller but faster memory/storage unit  </a:t>
            </a:r>
            <a:br>
              <a:rPr lang="en-US" altLang="zh-CN" dirty="0"/>
            </a:br>
            <a:r>
              <a:rPr lang="zh-CN" altLang="en-US" dirty="0"/>
              <a:t>更小但更快的内存</a:t>
            </a:r>
            <a:r>
              <a:rPr lang="en-US" altLang="zh-CN" dirty="0"/>
              <a:t>/</a:t>
            </a:r>
            <a:r>
              <a:rPr lang="zh-CN" altLang="en-US" dirty="0"/>
              <a:t>存储器</a:t>
            </a:r>
            <a:endParaRPr lang="en-US" altLang="zh-CN" dirty="0"/>
          </a:p>
          <a:p>
            <a:pPr lvl="1"/>
            <a:r>
              <a:rPr lang="en-US" altLang="zh-CN" dirty="0"/>
              <a:t>Temporarily hold part of the data  </a:t>
            </a:r>
            <a:br>
              <a:rPr lang="en-US" altLang="zh-CN" dirty="0"/>
            </a:br>
            <a:r>
              <a:rPr lang="zh-CN" altLang="en-US" dirty="0"/>
              <a:t>临时存储一部分内容</a:t>
            </a:r>
            <a:endParaRPr lang="en-US" altLang="zh-CN" dirty="0"/>
          </a:p>
          <a:p>
            <a:r>
              <a:rPr lang="en-US" altLang="zh-CN" dirty="0"/>
              <a:t>Caching  </a:t>
            </a:r>
            <a:r>
              <a:rPr lang="zh-CN" altLang="en-US" dirty="0"/>
              <a:t>缓存（动词）</a:t>
            </a:r>
            <a:endParaRPr lang="en-US" altLang="zh-CN" dirty="0"/>
          </a:p>
          <a:p>
            <a:pPr lvl="1"/>
            <a:r>
              <a:rPr lang="en-US" altLang="zh-CN" dirty="0"/>
              <a:t>Accelerate future data access</a:t>
            </a:r>
            <a:br>
              <a:rPr lang="en-US" altLang="zh-CN" dirty="0"/>
            </a:br>
            <a:r>
              <a:rPr lang="zh-CN" altLang="en-US" dirty="0"/>
              <a:t>加速未来的数据存取</a:t>
            </a:r>
            <a:endParaRPr lang="en-US" altLang="zh-CN" dirty="0"/>
          </a:p>
          <a:p>
            <a:pPr lvl="1"/>
            <a:r>
              <a:rPr lang="en-US" altLang="zh-CN" dirty="0"/>
              <a:t>Leveraging locality  </a:t>
            </a:r>
            <a:r>
              <a:rPr lang="zh-CN" altLang="en-US" dirty="0"/>
              <a:t>利用局部性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312865A-2F80-63D4-F482-F7C6F94ECD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644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0A33-7695-E054-E2A3-F5B04410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8052-7578-7C6A-6182-9D612058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 Hit &amp; Miss  </a:t>
            </a:r>
            <a:br>
              <a:rPr lang="en-US" altLang="zh-CN" dirty="0"/>
            </a:br>
            <a:r>
              <a:rPr lang="zh-CN" altLang="en-US" dirty="0"/>
              <a:t>缓存命中与不命中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068AA-BE2D-C588-D0C6-EC309F694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altLang="zh-CN" dirty="0"/>
              <a:t>Hit  </a:t>
            </a:r>
            <a:r>
              <a:rPr lang="zh-CN" altLang="en-US" dirty="0"/>
              <a:t>命中</a:t>
            </a:r>
            <a:endParaRPr lang="en-US" altLang="zh-CN" dirty="0"/>
          </a:p>
          <a:p>
            <a:pPr lvl="1"/>
            <a:r>
              <a:rPr lang="en-US" altLang="zh-CN" dirty="0"/>
              <a:t>Fast access served from cache</a:t>
            </a:r>
            <a:br>
              <a:rPr lang="en-US" altLang="zh-CN" dirty="0"/>
            </a:br>
            <a:r>
              <a:rPr lang="zh-CN" altLang="en-US" dirty="0"/>
              <a:t>快速存取由缓存提供</a:t>
            </a:r>
            <a:endParaRPr lang="en-US" altLang="zh-CN" dirty="0"/>
          </a:p>
          <a:p>
            <a:r>
              <a:rPr lang="en-US" altLang="zh-CN" dirty="0"/>
              <a:t>Miss  </a:t>
            </a:r>
            <a:r>
              <a:rPr lang="zh-CN" altLang="en-US" dirty="0"/>
              <a:t>不命中</a:t>
            </a:r>
            <a:endParaRPr lang="en-US" altLang="zh-CN" dirty="0"/>
          </a:p>
          <a:p>
            <a:pPr lvl="1"/>
            <a:r>
              <a:rPr lang="en-US" altLang="zh-CN" dirty="0"/>
              <a:t>Circulate back to the slower memory/ storage unit  </a:t>
            </a:r>
            <a:r>
              <a:rPr lang="zh-CN" altLang="en-US" dirty="0"/>
              <a:t>绕回更慢的内存</a:t>
            </a:r>
            <a:r>
              <a:rPr lang="en-US" altLang="zh-CN" dirty="0"/>
              <a:t>/</a:t>
            </a:r>
            <a:r>
              <a:rPr lang="zh-CN" altLang="en-US" dirty="0"/>
              <a:t>存储单元</a:t>
            </a:r>
            <a:endParaRPr lang="en-US" altLang="zh-CN" dirty="0"/>
          </a:p>
          <a:p>
            <a:pPr lvl="2"/>
            <a:r>
              <a:rPr lang="en-US" altLang="zh-CN" dirty="0"/>
              <a:t>Commonly bringing the new element to the cache  </a:t>
            </a:r>
            <a:r>
              <a:rPr lang="zh-CN" altLang="en-US" dirty="0"/>
              <a:t>通常将新元素置入缓存中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27560A6-B100-A193-BF7C-587965152C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630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96A0-1742-FCCE-E8EB-721E7CDC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A7C0-2897-9A6B-EF5A-E0839A95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 in Processor  </a:t>
            </a:r>
            <a:br>
              <a:rPr lang="en-US" altLang="zh-CN" dirty="0"/>
            </a:br>
            <a:r>
              <a:rPr lang="zh-CN" altLang="en-US" dirty="0"/>
              <a:t>处理器内的缓存</a:t>
            </a:r>
            <a:endParaRPr lang="zh-CN" alt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BEAC0-133C-8B0B-D28C-5AC68ABAD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62" y="1600200"/>
            <a:ext cx="3876675" cy="3848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5468A8-2A54-6FBE-9F8B-33DFE559090B}"/>
              </a:ext>
            </a:extLst>
          </p:cNvPr>
          <p:cNvSpPr/>
          <p:nvPr/>
        </p:nvSpPr>
        <p:spPr bwMode="auto">
          <a:xfrm>
            <a:off x="4419601" y="3886200"/>
            <a:ext cx="1981200" cy="9144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7E635F-A039-A73D-507A-83A0381E0F5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 bwMode="auto">
          <a:xfrm flipH="1" flipV="1">
            <a:off x="5410201" y="4800600"/>
            <a:ext cx="4762" cy="838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DA366D-EFA0-D308-9D14-FC4673BF82F8}"/>
              </a:ext>
            </a:extLst>
          </p:cNvPr>
          <p:cNvSpPr txBox="1"/>
          <p:nvPr/>
        </p:nvSpPr>
        <p:spPr>
          <a:xfrm>
            <a:off x="2324100" y="5638800"/>
            <a:ext cx="618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Cache  </a:t>
            </a:r>
            <a:r>
              <a:rPr lang="zh-CN" altLang="en-US" sz="2800" dirty="0"/>
              <a:t>缓存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7604247-8169-1E29-7002-E8BE0BD21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5FE8-8690-391B-6F7D-7F15F106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0EE1-743A-3A9D-681B-BF1BD10E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Processor Cache Hierarchy  </a:t>
            </a:r>
            <a:br>
              <a:rPr lang="en-US" altLang="zh-CN" dirty="0"/>
            </a:br>
            <a:r>
              <a:rPr lang="zh-CN" altLang="en-US" dirty="0"/>
              <a:t>处理器缓存层级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4361B-C1A9-136C-60DE-40A50AC3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Level-1 Cache  </a:t>
            </a:r>
            <a:r>
              <a:rPr lang="zh-CN" altLang="en-US" dirty="0"/>
              <a:t>一级缓存</a:t>
            </a:r>
            <a:endParaRPr lang="en-US" altLang="zh-CN" dirty="0"/>
          </a:p>
          <a:p>
            <a:pPr lvl="1"/>
            <a:r>
              <a:rPr lang="en-US" altLang="zh-CN" dirty="0"/>
              <a:t>Private to a core  </a:t>
            </a:r>
            <a:r>
              <a:rPr lang="zh-CN" altLang="en-US" dirty="0"/>
              <a:t>一个核私有</a:t>
            </a:r>
            <a:endParaRPr lang="en-US" altLang="zh-CN" dirty="0"/>
          </a:p>
          <a:p>
            <a:pPr lvl="1"/>
            <a:r>
              <a:rPr lang="en-US" altLang="zh-CN" dirty="0"/>
              <a:t>10s of KBs  </a:t>
            </a:r>
            <a:r>
              <a:rPr lang="zh-CN" altLang="en-US" dirty="0"/>
              <a:t>数十</a:t>
            </a:r>
            <a:r>
              <a:rPr lang="en-US" altLang="zh-CN" dirty="0"/>
              <a:t>KB  </a:t>
            </a:r>
          </a:p>
          <a:p>
            <a:pPr lvl="1"/>
            <a:r>
              <a:rPr lang="en-US" altLang="zh-CN" dirty="0"/>
              <a:t>Around 1ns latency  </a:t>
            </a:r>
            <a:r>
              <a:rPr lang="zh-CN" altLang="en-US" dirty="0"/>
              <a:t>时延大约</a:t>
            </a:r>
            <a:r>
              <a:rPr lang="en-US" altLang="zh-CN" dirty="0"/>
              <a:t>1</a:t>
            </a:r>
            <a:r>
              <a:rPr lang="zh-CN" altLang="en-US" dirty="0"/>
              <a:t>纳秒</a:t>
            </a:r>
            <a:endParaRPr lang="en-US" altLang="zh-CN" dirty="0"/>
          </a:p>
          <a:p>
            <a:r>
              <a:rPr lang="en-US" altLang="zh-CN" dirty="0"/>
              <a:t>Last-Level Cache (LLC)  </a:t>
            </a:r>
            <a:r>
              <a:rPr lang="zh-CN" altLang="en-US" dirty="0"/>
              <a:t>末级缓存</a:t>
            </a:r>
            <a:endParaRPr lang="en-US" altLang="zh-CN" dirty="0"/>
          </a:p>
          <a:p>
            <a:pPr lvl="1"/>
            <a:r>
              <a:rPr lang="en-US" altLang="zh-CN" dirty="0"/>
              <a:t>Global to a processor  </a:t>
            </a:r>
            <a:r>
              <a:rPr lang="zh-CN" altLang="en-US" dirty="0"/>
              <a:t>处理器全局可用</a:t>
            </a:r>
            <a:endParaRPr lang="en-US" altLang="zh-CN" dirty="0"/>
          </a:p>
          <a:p>
            <a:pPr lvl="1"/>
            <a:r>
              <a:rPr lang="en-US" altLang="zh-CN" dirty="0"/>
              <a:t>Several to 10+ MBs  </a:t>
            </a:r>
            <a:r>
              <a:rPr lang="zh-CN" altLang="en-US" dirty="0"/>
              <a:t>数</a:t>
            </a:r>
            <a:r>
              <a:rPr lang="en-US" altLang="zh-CN" dirty="0"/>
              <a:t>MB</a:t>
            </a:r>
            <a:r>
              <a:rPr lang="zh-CN" altLang="en-US" dirty="0"/>
              <a:t>到</a:t>
            </a:r>
            <a:r>
              <a:rPr lang="en-US" altLang="zh-CN" dirty="0"/>
              <a:t>10</a:t>
            </a:r>
            <a:r>
              <a:rPr lang="zh-CN" altLang="en-US" dirty="0"/>
              <a:t>多</a:t>
            </a:r>
            <a:r>
              <a:rPr lang="en-US" altLang="zh-CN" dirty="0"/>
              <a:t>MB</a:t>
            </a:r>
          </a:p>
          <a:p>
            <a:pPr lvl="1"/>
            <a:r>
              <a:rPr lang="en-US" altLang="zh-CN" dirty="0"/>
              <a:t>Around 20ns latency  </a:t>
            </a:r>
            <a:r>
              <a:rPr lang="zh-CN" altLang="en-US" dirty="0"/>
              <a:t>时延大约</a:t>
            </a:r>
            <a:r>
              <a:rPr lang="en-US" altLang="zh-CN" dirty="0"/>
              <a:t>20</a:t>
            </a:r>
            <a:r>
              <a:rPr lang="zh-CN" altLang="en-US" dirty="0"/>
              <a:t>纳秒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DDE557E-328D-1627-EF6B-E959CF23C7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02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2F7B-F78B-EAD8-5067-50079F15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42FF-B6DB-2CBF-5604-6E907272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Processor Cache Hierarchy  </a:t>
            </a:r>
            <a:br>
              <a:rPr lang="en-US" altLang="zh-CN" dirty="0"/>
            </a:br>
            <a:r>
              <a:rPr lang="zh-CN" altLang="en-US" dirty="0"/>
              <a:t>处理器缓存层级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A6341-5162-A6FB-E8C4-E0F324E0A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Level-2 Cache  </a:t>
            </a:r>
            <a:r>
              <a:rPr lang="zh-CN" altLang="en-US" dirty="0"/>
              <a:t>二级缓存</a:t>
            </a:r>
            <a:endParaRPr lang="en-US" altLang="zh-CN" dirty="0"/>
          </a:p>
          <a:p>
            <a:pPr lvl="1"/>
            <a:r>
              <a:rPr lang="en-US" altLang="zh-CN" dirty="0"/>
              <a:t>Private cache in some processors</a:t>
            </a:r>
            <a:br>
              <a:rPr lang="en-US" altLang="zh-CN" dirty="0"/>
            </a:br>
            <a:r>
              <a:rPr lang="zh-CN" altLang="en-US" dirty="0"/>
              <a:t>在某些处理器中存在的核私有缓存</a:t>
            </a:r>
            <a:endParaRPr lang="en-US" altLang="zh-CN" dirty="0"/>
          </a:p>
          <a:p>
            <a:pPr lvl="1"/>
            <a:r>
              <a:rPr lang="en-US" altLang="zh-CN" dirty="0"/>
              <a:t>Slower but large than L1 cache </a:t>
            </a:r>
            <a:br>
              <a:rPr lang="en-US" altLang="zh-CN" dirty="0"/>
            </a:br>
            <a:r>
              <a:rPr lang="zh-CN" altLang="en-US" dirty="0"/>
              <a:t>比一级缓存大、慢</a:t>
            </a:r>
            <a:endParaRPr lang="en-US" altLang="zh-CN" dirty="0"/>
          </a:p>
          <a:p>
            <a:r>
              <a:rPr lang="en-US" altLang="zh-CN" dirty="0"/>
              <a:t>Multi-Level Caching  </a:t>
            </a:r>
            <a:r>
              <a:rPr lang="zh-CN" altLang="en-US" dirty="0"/>
              <a:t>多级缓存</a:t>
            </a:r>
            <a:endParaRPr lang="en-US" altLang="zh-CN" dirty="0"/>
          </a:p>
          <a:p>
            <a:pPr lvl="1"/>
            <a:r>
              <a:rPr lang="en-US" altLang="zh-CN" dirty="0"/>
              <a:t>LLC: cache for memory  </a:t>
            </a:r>
            <a:r>
              <a:rPr lang="zh-CN" altLang="en-US" dirty="0"/>
              <a:t>末级缓存作为内存加速的缓存</a:t>
            </a:r>
            <a:endParaRPr lang="en-US" altLang="zh-CN" dirty="0"/>
          </a:p>
          <a:p>
            <a:pPr lvl="1"/>
            <a:r>
              <a:rPr lang="en-US" altLang="zh-CN" dirty="0"/>
              <a:t>L1/L2 cache: cache for LLC  </a:t>
            </a:r>
            <a:r>
              <a:rPr lang="zh-CN" altLang="en-US" dirty="0"/>
              <a:t>一</a:t>
            </a:r>
            <a:r>
              <a:rPr lang="en-US" altLang="zh-CN" dirty="0"/>
              <a:t>/</a:t>
            </a:r>
            <a:r>
              <a:rPr lang="zh-CN" altLang="en-US" dirty="0"/>
              <a:t>二级缓存作为末级缓存加速的缓存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99A20FC-6DC9-EBB8-4A2A-A4C6F3D3D9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52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14B4-F97B-9452-1D13-9D926303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7A2A-E7A3-892A-BAB9-17A5ABEF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Processor Cache Hierarchy  </a:t>
            </a:r>
            <a:br>
              <a:rPr lang="en-US" altLang="zh-CN"/>
            </a:br>
            <a:r>
              <a:rPr lang="zh-CN" altLang="en-US"/>
              <a:t>处理器缓存层级 </a:t>
            </a:r>
            <a:r>
              <a:rPr lang="en-US" altLang="zh-CN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2CE4E0-D209-A246-19EB-28669D914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/>
              <a:t>计算如何运作 </a:t>
            </a:r>
            <a:r>
              <a:rPr lang="en-US" altLang="zh-CN"/>
              <a:t>– </a:t>
            </a:r>
            <a:r>
              <a:rPr lang="zh-CN" altLang="en-US"/>
              <a:t>架构与系统的现代范式： </a:t>
            </a:r>
            <a:r>
              <a:rPr lang="en-US" altLang="zh-CN"/>
              <a:t>5. </a:t>
            </a:r>
            <a:r>
              <a:rPr lang="zh-CN" altLang="en-US"/>
              <a:t>缓存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725F3-F782-A96C-BD0A-EDB4833E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5" y="1593617"/>
            <a:ext cx="5906325" cy="45250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49E933A-4388-3E40-5454-E5F7E34F1A63}"/>
              </a:ext>
            </a:extLst>
          </p:cNvPr>
          <p:cNvSpPr/>
          <p:nvPr/>
        </p:nvSpPr>
        <p:spPr bwMode="auto">
          <a:xfrm>
            <a:off x="856838" y="2362200"/>
            <a:ext cx="5410200" cy="37564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Memory </a:t>
            </a:r>
            <a:b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</a:b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subsystem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内存子系统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FE03E4-7493-5C30-363C-EDE56BD8E58F}"/>
              </a:ext>
            </a:extLst>
          </p:cNvPr>
          <p:cNvSpPr/>
          <p:nvPr/>
        </p:nvSpPr>
        <p:spPr bwMode="auto">
          <a:xfrm>
            <a:off x="2380838" y="5264383"/>
            <a:ext cx="678137" cy="47524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300081-AF60-F1C9-31BC-759B616E38B5}"/>
              </a:ext>
            </a:extLst>
          </p:cNvPr>
          <p:cNvSpPr/>
          <p:nvPr/>
        </p:nvSpPr>
        <p:spPr bwMode="auto">
          <a:xfrm>
            <a:off x="2114138" y="4181076"/>
            <a:ext cx="678137" cy="47524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352B88-2548-8729-EE40-74CA6840585B}"/>
              </a:ext>
            </a:extLst>
          </p:cNvPr>
          <p:cNvSpPr/>
          <p:nvPr/>
        </p:nvSpPr>
        <p:spPr bwMode="auto">
          <a:xfrm>
            <a:off x="2114138" y="4181076"/>
            <a:ext cx="678137" cy="47524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1DEA16-E252-D1A5-873F-51F733F95D2A}"/>
              </a:ext>
            </a:extLst>
          </p:cNvPr>
          <p:cNvSpPr/>
          <p:nvPr/>
        </p:nvSpPr>
        <p:spPr bwMode="auto">
          <a:xfrm>
            <a:off x="2453206" y="3124200"/>
            <a:ext cx="678137" cy="47524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0BFAE1-FA10-639D-97C2-2CDA28216C86}"/>
              </a:ext>
            </a:extLst>
          </p:cNvPr>
          <p:cNvSpPr/>
          <p:nvPr/>
        </p:nvSpPr>
        <p:spPr bwMode="auto">
          <a:xfrm>
            <a:off x="1203936" y="3117272"/>
            <a:ext cx="678137" cy="47524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Data 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数据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89737C-8021-CAAE-F959-5E4A719F84DF}"/>
              </a:ext>
            </a:extLst>
          </p:cNvPr>
          <p:cNvSpPr txBox="1"/>
          <p:nvPr/>
        </p:nvSpPr>
        <p:spPr>
          <a:xfrm>
            <a:off x="6575334" y="3890681"/>
            <a:ext cx="1898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Same data</a:t>
            </a:r>
          </a:p>
          <a:p>
            <a:pPr algn="ctr"/>
            <a:r>
              <a:rPr lang="zh-CN" altLang="en-US" sz="2400" dirty="0"/>
              <a:t>同一份数据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255228-8EDE-9213-9F97-0362774730A5}"/>
              </a:ext>
            </a:extLst>
          </p:cNvPr>
          <p:cNvSpPr txBox="1"/>
          <p:nvPr/>
        </p:nvSpPr>
        <p:spPr>
          <a:xfrm>
            <a:off x="5654868" y="4943695"/>
            <a:ext cx="3320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Multiple </a:t>
            </a:r>
            <a:r>
              <a:rPr lang="en-US" altLang="zh-CN" sz="2400" dirty="0">
                <a:solidFill>
                  <a:srgbClr val="C00000"/>
                </a:solidFill>
              </a:rPr>
              <a:t>coherent</a:t>
            </a:r>
            <a:r>
              <a:rPr lang="en-US" altLang="zh-CN" sz="2400" dirty="0"/>
              <a:t> copies in cache</a:t>
            </a:r>
          </a:p>
          <a:p>
            <a:pPr algn="ctr"/>
            <a:r>
              <a:rPr lang="zh-CN" altLang="en-US" sz="2400" dirty="0"/>
              <a:t>缓存中多份</a:t>
            </a:r>
            <a:r>
              <a:rPr lang="zh-CN" altLang="en-US" sz="2400" dirty="0">
                <a:solidFill>
                  <a:srgbClr val="C00000"/>
                </a:solidFill>
              </a:rPr>
              <a:t>一致</a:t>
            </a:r>
            <a:r>
              <a:rPr lang="zh-CN" altLang="en-US" sz="2400" dirty="0"/>
              <a:t>的拷贝</a:t>
            </a:r>
          </a:p>
        </p:txBody>
      </p:sp>
    </p:spTree>
    <p:extLst>
      <p:ext uri="{BB962C8B-B14F-4D97-AF65-F5344CB8AC3E}">
        <p14:creationId xmlns:p14="http://schemas.microsoft.com/office/powerpoint/2010/main" val="93922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02865 -0.157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1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96296E-6 L 0.03715 -0.1553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01337 -0.1094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" y="-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96296E-6 L -0.09948 -0.1553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3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3.7037E-7 L 0.01337 -0.10949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" y="-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1" grpId="1" animBg="1"/>
      <p:bldP spid="13" grpId="0" animBg="1"/>
      <p:bldP spid="13" grpId="1" animBg="1"/>
      <p:bldP spid="15" grpId="0" animBg="1"/>
      <p:bldP spid="15" grpId="1" animBg="1"/>
      <p:bldP spid="19" grpId="0" animBg="1"/>
      <p:bldP spid="19" grpId="1" animBg="1"/>
      <p:bldP spid="20" grpId="0" animBg="1"/>
      <p:bldP spid="20" grpId="1" animBg="1"/>
      <p:bldP spid="22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35B8-925B-8A2B-BA11-02FA64F8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9E08-F651-A197-1072-E6AC0556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Cache-Line  </a:t>
            </a:r>
            <a:r>
              <a:rPr lang="zh-CN" altLang="en-US" dirty="0"/>
              <a:t>缓存行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6E52-A75F-AAB8-4F96-3427CF865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Minimum Unit of Caching  </a:t>
            </a:r>
            <a:r>
              <a:rPr lang="zh-CN" altLang="en-US" dirty="0"/>
              <a:t>缓存最小单位</a:t>
            </a:r>
            <a:endParaRPr lang="en-US" altLang="zh-CN" dirty="0"/>
          </a:p>
          <a:p>
            <a:pPr lvl="1"/>
            <a:r>
              <a:rPr lang="en-US" altLang="zh-CN" dirty="0"/>
              <a:t>Usually 64B in modern desktop processors</a:t>
            </a:r>
            <a:br>
              <a:rPr lang="en-US" altLang="zh-CN" dirty="0"/>
            </a:br>
            <a:r>
              <a:rPr lang="zh-CN" altLang="en-US" dirty="0"/>
              <a:t>在现代桌面处理器中通常为</a:t>
            </a:r>
            <a:r>
              <a:rPr lang="en-US" altLang="zh-CN" dirty="0"/>
              <a:t>64B</a:t>
            </a:r>
          </a:p>
          <a:p>
            <a:r>
              <a:rPr lang="en-US" altLang="zh-CN" dirty="0"/>
              <a:t>Exploiting Space Locality  </a:t>
            </a:r>
            <a:br>
              <a:rPr lang="en-US" altLang="zh-CN" dirty="0"/>
            </a:br>
            <a:r>
              <a:rPr lang="zh-CN" altLang="en-US" dirty="0"/>
              <a:t>利用空间局部性</a:t>
            </a:r>
            <a:endParaRPr lang="en-US" altLang="zh-CN" dirty="0"/>
          </a:p>
          <a:p>
            <a:pPr lvl="1"/>
            <a:r>
              <a:rPr lang="en-US" altLang="zh-CN" dirty="0"/>
              <a:t>Accessing 1 64-bit double-type element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altLang="zh-CN" dirty="0"/>
              <a:t> 7 elements cached  </a:t>
            </a:r>
            <a:r>
              <a:rPr lang="zh-CN" altLang="en-US" dirty="0"/>
              <a:t>存取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位双精度元素，另外</a:t>
            </a:r>
            <a:r>
              <a:rPr lang="en-US" altLang="zh-CN" dirty="0"/>
              <a:t>7</a:t>
            </a:r>
            <a:r>
              <a:rPr lang="zh-CN" altLang="en-US" dirty="0"/>
              <a:t>个即被缓存</a:t>
            </a:r>
            <a:endParaRPr lang="en-US" altLang="zh-CN" dirty="0"/>
          </a:p>
          <a:p>
            <a:pPr lvl="1"/>
            <a:r>
              <a:rPr lang="en-US" altLang="zh-CN" dirty="0"/>
              <a:t>Sometimes w/ policy prefetching next lines </a:t>
            </a:r>
            <a:br>
              <a:rPr lang="en-US" altLang="zh-CN" dirty="0"/>
            </a:br>
            <a:r>
              <a:rPr lang="zh-CN" altLang="en-US" dirty="0"/>
              <a:t>有时还有预取后面几行的策略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500F105-0CB3-9925-9C1E-97AF04AF8B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79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435B-9144-B42B-CD3C-D3F69C01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EE06-B25D-E13A-DBDD-41C6A9AF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Naïve Example</a:t>
            </a:r>
            <a:br>
              <a:rPr lang="en-US" altLang="zh-CN" dirty="0"/>
            </a:br>
            <a:r>
              <a:rPr lang="zh-CN" altLang="en-US" dirty="0"/>
              <a:t>这个简单的例子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49D1C4C-7032-3198-9903-69032DDF7A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29B50-912B-0F2E-15D6-58EC9AE4A81F}"/>
              </a:ext>
            </a:extLst>
          </p:cNvPr>
          <p:cNvSpPr txBox="1"/>
          <p:nvPr/>
        </p:nvSpPr>
        <p:spPr>
          <a:xfrm>
            <a:off x="533400" y="2408873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vs.</a:t>
            </a:r>
            <a:endParaRPr lang="zh-CN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121EF-4804-0D66-5A14-6355CBDF22EE}"/>
              </a:ext>
            </a:extLst>
          </p:cNvPr>
          <p:cNvSpPr txBox="1"/>
          <p:nvPr/>
        </p:nvSpPr>
        <p:spPr>
          <a:xfrm>
            <a:off x="228600" y="4922293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data[0][0],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D8ACB-527F-3767-7241-1DB9685659AF}"/>
              </a:ext>
            </a:extLst>
          </p:cNvPr>
          <p:cNvSpPr txBox="1"/>
          <p:nvPr/>
        </p:nvSpPr>
        <p:spPr>
          <a:xfrm>
            <a:off x="1063925" y="4038600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Array data arrangement in memory</a:t>
            </a:r>
          </a:p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数组数据在内存中的排列</a:t>
            </a:r>
            <a:endParaRPr lang="en-US" altLang="zh-C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FCF28-A5B2-E51F-E5EE-771870C2BBF9}"/>
              </a:ext>
            </a:extLst>
          </p:cNvPr>
          <p:cNvSpPr txBox="1"/>
          <p:nvPr/>
        </p:nvSpPr>
        <p:spPr>
          <a:xfrm>
            <a:off x="1676400" y="4922293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data[0][1],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1576B-20D1-8FA4-57B9-398B3D926718}"/>
              </a:ext>
            </a:extLst>
          </p:cNvPr>
          <p:cNvSpPr txBox="1"/>
          <p:nvPr/>
        </p:nvSpPr>
        <p:spPr>
          <a:xfrm>
            <a:off x="3200400" y="4922293"/>
            <a:ext cx="228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…,data[0][N-1],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D44F7-FDEE-138C-B94C-13993C2A2C74}"/>
              </a:ext>
            </a:extLst>
          </p:cNvPr>
          <p:cNvSpPr txBox="1"/>
          <p:nvPr/>
        </p:nvSpPr>
        <p:spPr>
          <a:xfrm>
            <a:off x="5167269" y="4922293"/>
            <a:ext cx="1766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data[1][0],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EB6AC-FDBC-EC8D-F557-41386F93D559}"/>
              </a:ext>
            </a:extLst>
          </p:cNvPr>
          <p:cNvSpPr txBox="1"/>
          <p:nvPr/>
        </p:nvSpPr>
        <p:spPr>
          <a:xfrm>
            <a:off x="6507950" y="4910140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data[1][1],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0A8872-817B-68AD-30A1-1CF954AE43F0}"/>
              </a:ext>
            </a:extLst>
          </p:cNvPr>
          <p:cNvSpPr txBox="1"/>
          <p:nvPr/>
        </p:nvSpPr>
        <p:spPr>
          <a:xfrm>
            <a:off x="7924800" y="4922293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25659-E242-401E-AEC0-67D8DAD10174}"/>
              </a:ext>
            </a:extLst>
          </p:cNvPr>
          <p:cNvSpPr txBox="1"/>
          <p:nvPr/>
        </p:nvSpPr>
        <p:spPr>
          <a:xfrm>
            <a:off x="373850" y="5286002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data[1][N-1],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471C7-4CB8-7CE4-5AE6-F00F1BD39E4B}"/>
              </a:ext>
            </a:extLst>
          </p:cNvPr>
          <p:cNvSpPr txBox="1"/>
          <p:nvPr/>
        </p:nvSpPr>
        <p:spPr>
          <a:xfrm>
            <a:off x="1923918" y="5273971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56FF7E-BCA9-158F-50A9-E21CE690334B}"/>
              </a:ext>
            </a:extLst>
          </p:cNvPr>
          <p:cNvSpPr txBox="1"/>
          <p:nvPr/>
        </p:nvSpPr>
        <p:spPr>
          <a:xfrm>
            <a:off x="2274256" y="5286002"/>
            <a:ext cx="2249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data[M-1][0],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7DBC11-2638-76D0-1B6B-1C9D3C6A52E1}"/>
              </a:ext>
            </a:extLst>
          </p:cNvPr>
          <p:cNvSpPr txBox="1"/>
          <p:nvPr/>
        </p:nvSpPr>
        <p:spPr>
          <a:xfrm>
            <a:off x="4079838" y="5297527"/>
            <a:ext cx="2249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data[M-1][1],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62BBD-D526-191F-144E-65FED3E26678}"/>
              </a:ext>
            </a:extLst>
          </p:cNvPr>
          <p:cNvSpPr txBox="1"/>
          <p:nvPr/>
        </p:nvSpPr>
        <p:spPr>
          <a:xfrm>
            <a:off x="5924682" y="5292078"/>
            <a:ext cx="26844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…,data[M-1][N-1],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FCDD1F-D839-2C18-589F-39226A02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676400"/>
            <a:ext cx="3692405" cy="20576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0ED001-EA79-CACE-36CF-AFC3F4D8F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" y="1679711"/>
            <a:ext cx="3680974" cy="209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7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build="allAtOnce"/>
      <p:bldP spid="4" grpId="0"/>
      <p:bldP spid="6" grpId="0" build="allAtOnce"/>
      <p:bldP spid="8" grpId="0" build="allAtOnce"/>
      <p:bldP spid="10" grpId="0" build="allAtOnce"/>
      <p:bldP spid="13" grpId="0" build="allAtOnce"/>
      <p:bldP spid="15" grpId="0" build="allAtOnce"/>
      <p:bldP spid="16" grpId="0" build="allAtOnce"/>
      <p:bldP spid="17" grpId="0" build="allAtOnce"/>
      <p:bldP spid="18" grpId="0" build="allAtOnce"/>
      <p:bldP spid="19" grpId="0" build="allAtOnce"/>
      <p:bldP spid="20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28D0-1BD9-0A68-FB22-15564904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52B568-5007-28AE-44E3-D4D348684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676400"/>
            <a:ext cx="3692405" cy="2057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339783-834E-3B1C-F127-279C0FC36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" y="1679711"/>
            <a:ext cx="3680974" cy="2091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BEA64-0A7A-9CF8-B7C3-205314CC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Naïve Example</a:t>
            </a:r>
            <a:br>
              <a:rPr lang="en-US" altLang="zh-CN" dirty="0"/>
            </a:br>
            <a:r>
              <a:rPr lang="zh-CN" altLang="en-US" dirty="0"/>
              <a:t>这个简单的例子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0BCE376-0F59-6E47-12EE-8B93D13371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F691E-F33D-142E-0B35-52BA939172EB}"/>
              </a:ext>
            </a:extLst>
          </p:cNvPr>
          <p:cNvSpPr txBox="1"/>
          <p:nvPr/>
        </p:nvSpPr>
        <p:spPr>
          <a:xfrm>
            <a:off x="533400" y="2408873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vs.</a:t>
            </a:r>
            <a:endParaRPr lang="zh-CN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FA059-FA3B-E881-823A-B0660BAA96D7}"/>
              </a:ext>
            </a:extLst>
          </p:cNvPr>
          <p:cNvSpPr txBox="1"/>
          <p:nvPr/>
        </p:nvSpPr>
        <p:spPr>
          <a:xfrm>
            <a:off x="1122363" y="4045803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Better space locality when N is large</a:t>
            </a:r>
          </a:p>
          <a:p>
            <a:pPr algn="ctr"/>
            <a:r>
              <a:rPr lang="en-US" altLang="zh-CN" sz="2400" dirty="0"/>
              <a:t>  </a:t>
            </a:r>
            <a:r>
              <a:rPr lang="zh-CN" altLang="en-US" sz="2400" dirty="0"/>
              <a:t>当</a:t>
            </a:r>
            <a:r>
              <a:rPr lang="en-US" altLang="zh-CN" sz="2400" dirty="0"/>
              <a:t>N</a:t>
            </a:r>
            <a:r>
              <a:rPr lang="zh-CN" altLang="en-US" sz="2400" dirty="0"/>
              <a:t>很大的时候，更好的空间局部性</a:t>
            </a:r>
            <a:endParaRPr lang="en-US" altLang="zh-C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84C4B-5215-FB6D-9E46-FBE0BB921B66}"/>
              </a:ext>
            </a:extLst>
          </p:cNvPr>
          <p:cNvSpPr/>
          <p:nvPr/>
        </p:nvSpPr>
        <p:spPr bwMode="auto">
          <a:xfrm>
            <a:off x="5630779" y="2394285"/>
            <a:ext cx="3224463" cy="110690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ED4E92-13B4-E4D5-B897-EE66E713B624}"/>
              </a:ext>
            </a:extLst>
          </p:cNvPr>
          <p:cNvCxnSpPr>
            <a:cxnSpLocks/>
            <a:stCxn id="3" idx="0"/>
            <a:endCxn id="4" idx="2"/>
          </p:cNvCxnSpPr>
          <p:nvPr/>
        </p:nvCxnSpPr>
        <p:spPr bwMode="auto">
          <a:xfrm flipV="1">
            <a:off x="4630438" y="3501189"/>
            <a:ext cx="2612573" cy="5446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4C257B-344D-A711-9CC9-C55F54BE451F}"/>
              </a:ext>
            </a:extLst>
          </p:cNvPr>
          <p:cNvSpPr txBox="1"/>
          <p:nvPr/>
        </p:nvSpPr>
        <p:spPr>
          <a:xfrm>
            <a:off x="228600" y="4922293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data[0][0],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51142-68D6-E50B-6492-3168F5614EC4}"/>
              </a:ext>
            </a:extLst>
          </p:cNvPr>
          <p:cNvSpPr txBox="1"/>
          <p:nvPr/>
        </p:nvSpPr>
        <p:spPr>
          <a:xfrm>
            <a:off x="1676400" y="4922293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data[0][1],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6FF1A-3CA2-42A5-14F9-99B5011F887D}"/>
              </a:ext>
            </a:extLst>
          </p:cNvPr>
          <p:cNvSpPr txBox="1"/>
          <p:nvPr/>
        </p:nvSpPr>
        <p:spPr>
          <a:xfrm>
            <a:off x="3200400" y="4922293"/>
            <a:ext cx="228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…,data[0][N-1],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4ED06-C07D-2BAC-73D9-CFB1D77F7351}"/>
              </a:ext>
            </a:extLst>
          </p:cNvPr>
          <p:cNvSpPr txBox="1"/>
          <p:nvPr/>
        </p:nvSpPr>
        <p:spPr>
          <a:xfrm>
            <a:off x="5167269" y="4922293"/>
            <a:ext cx="1766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data[1][0],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B8F-1DE7-F8FE-975C-652389E1B18D}"/>
              </a:ext>
            </a:extLst>
          </p:cNvPr>
          <p:cNvSpPr txBox="1"/>
          <p:nvPr/>
        </p:nvSpPr>
        <p:spPr>
          <a:xfrm>
            <a:off x="6507950" y="4910140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data[1][1],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329D73-3976-0517-932C-149B961D6788}"/>
              </a:ext>
            </a:extLst>
          </p:cNvPr>
          <p:cNvSpPr txBox="1"/>
          <p:nvPr/>
        </p:nvSpPr>
        <p:spPr>
          <a:xfrm>
            <a:off x="7924800" y="4922293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7387F-B9C3-49DE-5EC5-657E0974FDDC}"/>
              </a:ext>
            </a:extLst>
          </p:cNvPr>
          <p:cNvSpPr txBox="1"/>
          <p:nvPr/>
        </p:nvSpPr>
        <p:spPr>
          <a:xfrm>
            <a:off x="373850" y="5286002"/>
            <a:ext cx="190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data[1][N-1],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5ABB9-1C71-EFE5-9C40-E88BCB2E460C}"/>
              </a:ext>
            </a:extLst>
          </p:cNvPr>
          <p:cNvSpPr txBox="1"/>
          <p:nvPr/>
        </p:nvSpPr>
        <p:spPr>
          <a:xfrm>
            <a:off x="1923918" y="5273971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C48CBD-4677-D81A-2F39-326C3FD256AF}"/>
              </a:ext>
            </a:extLst>
          </p:cNvPr>
          <p:cNvSpPr txBox="1"/>
          <p:nvPr/>
        </p:nvSpPr>
        <p:spPr>
          <a:xfrm>
            <a:off x="2274256" y="5286002"/>
            <a:ext cx="2249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data[M-1][0],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659EF-5B36-B3A8-FB4A-98A5C34E58AB}"/>
              </a:ext>
            </a:extLst>
          </p:cNvPr>
          <p:cNvSpPr txBox="1"/>
          <p:nvPr/>
        </p:nvSpPr>
        <p:spPr>
          <a:xfrm>
            <a:off x="4079838" y="5297527"/>
            <a:ext cx="2249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data[M-1][1],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37F231-C7AD-9152-92CF-1C570FF95ACB}"/>
              </a:ext>
            </a:extLst>
          </p:cNvPr>
          <p:cNvSpPr txBox="1"/>
          <p:nvPr/>
        </p:nvSpPr>
        <p:spPr>
          <a:xfrm>
            <a:off x="5924682" y="5292078"/>
            <a:ext cx="26844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…,data[M-1][N-1], </a:t>
            </a:r>
          </a:p>
        </p:txBody>
      </p:sp>
    </p:spTree>
    <p:extLst>
      <p:ext uri="{BB962C8B-B14F-4D97-AF65-F5344CB8AC3E}">
        <p14:creationId xmlns:p14="http://schemas.microsoft.com/office/powerpoint/2010/main" val="1360670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21B4-AD17-60AB-A9AE-1576F071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E479-C38A-B2DC-EB9B-03E1CEB5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Naïve Example</a:t>
            </a:r>
            <a:br>
              <a:rPr lang="en-US" altLang="zh-CN" dirty="0"/>
            </a:br>
            <a:r>
              <a:rPr lang="zh-CN" altLang="en-US" dirty="0"/>
              <a:t>这个简单的例子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19C89C-FCA2-D3ED-0714-ED94C11152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F2E8B-2398-6C66-C385-081FC59779BF}"/>
              </a:ext>
            </a:extLst>
          </p:cNvPr>
          <p:cNvSpPr txBox="1"/>
          <p:nvPr/>
        </p:nvSpPr>
        <p:spPr>
          <a:xfrm>
            <a:off x="533400" y="2408873"/>
            <a:ext cx="807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vs.</a:t>
            </a:r>
            <a:endParaRPr lang="zh-CN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35E92-A790-1993-CBED-3DFB7FA5B1E6}"/>
              </a:ext>
            </a:extLst>
          </p:cNvPr>
          <p:cNvSpPr txBox="1"/>
          <p:nvPr/>
        </p:nvSpPr>
        <p:spPr>
          <a:xfrm>
            <a:off x="1122363" y="4045803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Better perf. from caching when N is large</a:t>
            </a:r>
          </a:p>
          <a:p>
            <a:pPr algn="ctr"/>
            <a:r>
              <a:rPr lang="en-US" altLang="zh-CN" sz="2400" dirty="0"/>
              <a:t>  </a:t>
            </a:r>
            <a:r>
              <a:rPr lang="zh-CN" altLang="en-US" sz="2400" dirty="0"/>
              <a:t>当</a:t>
            </a:r>
            <a:r>
              <a:rPr lang="en-US" altLang="zh-CN" sz="2400" dirty="0"/>
              <a:t>N</a:t>
            </a:r>
            <a:r>
              <a:rPr lang="zh-CN" altLang="en-US" sz="2400" dirty="0"/>
              <a:t>很大的时候，缓存的效果更好</a:t>
            </a: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7743F-E19F-5FE9-F001-BC6E94DFA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676400"/>
            <a:ext cx="3692405" cy="2057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E2BB81-4503-E3FC-5670-501D3255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" y="1679711"/>
            <a:ext cx="3680974" cy="2091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8A4E51-BE95-6DD5-8895-C79C1454C582}"/>
              </a:ext>
            </a:extLst>
          </p:cNvPr>
          <p:cNvSpPr txBox="1"/>
          <p:nvPr/>
        </p:nvSpPr>
        <p:spPr>
          <a:xfrm>
            <a:off x="2199481" y="4953000"/>
            <a:ext cx="563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16777216x1: 	16ms vs 16ms</a:t>
            </a:r>
          </a:p>
          <a:p>
            <a:r>
              <a:rPr lang="en-US" altLang="zh-CN" sz="2400" dirty="0"/>
              <a:t>4096x4096: 	212ms+ vs 16ms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04881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C167-25FD-484F-0540-3C2F6A8C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515E-02B8-5BFA-AA53-29AD486D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869237" cy="914400"/>
          </a:xfrm>
        </p:spPr>
        <p:txBody>
          <a:bodyPr/>
          <a:lstStyle/>
          <a:p>
            <a:r>
              <a:rPr lang="en-US" altLang="zh-CN" dirty="0"/>
              <a:t>Cache Replacement  </a:t>
            </a:r>
            <a:r>
              <a:rPr lang="zh-CN" altLang="en-US" dirty="0"/>
              <a:t>缓存替换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967B-936F-6B97-542E-7AFC06D4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altLang="zh-CN" dirty="0"/>
              <a:t>Limited Cache Size  </a:t>
            </a:r>
            <a:r>
              <a:rPr lang="zh-CN" altLang="en-US" dirty="0"/>
              <a:t>缓存大小有限</a:t>
            </a:r>
            <a:endParaRPr lang="en-US" altLang="zh-CN" dirty="0"/>
          </a:p>
          <a:p>
            <a:pPr lvl="1"/>
            <a:r>
              <a:rPr lang="en-US" altLang="zh-CN" dirty="0"/>
              <a:t>A new line in, an old line out</a:t>
            </a:r>
            <a:br>
              <a:rPr lang="en-US" altLang="zh-CN" dirty="0"/>
            </a:br>
            <a:r>
              <a:rPr lang="zh-CN" altLang="en-US" dirty="0"/>
              <a:t>新的一行进，旧的一行出</a:t>
            </a:r>
            <a:endParaRPr lang="en-US" altLang="zh-CN" dirty="0"/>
          </a:p>
          <a:p>
            <a:r>
              <a:rPr lang="en-US" altLang="zh-CN" dirty="0"/>
              <a:t>Cache Replacement Policy </a:t>
            </a:r>
            <a:r>
              <a:rPr lang="zh-CN" altLang="en-US" dirty="0"/>
              <a:t>缓存替换策略</a:t>
            </a:r>
            <a:endParaRPr lang="en-US" altLang="zh-CN" dirty="0"/>
          </a:p>
          <a:p>
            <a:pPr lvl="1"/>
            <a:r>
              <a:rPr lang="en-US" altLang="zh-CN" dirty="0"/>
              <a:t>Determine which line to be replaced  </a:t>
            </a:r>
            <a:br>
              <a:rPr lang="en-US" altLang="zh-CN" dirty="0"/>
            </a:br>
            <a:r>
              <a:rPr lang="zh-CN" altLang="en-US" dirty="0"/>
              <a:t>决定哪一行被替换</a:t>
            </a:r>
            <a:endParaRPr lang="en-US" altLang="zh-CN" dirty="0"/>
          </a:p>
          <a:p>
            <a:pPr lvl="1"/>
            <a:r>
              <a:rPr lang="en-US" altLang="zh-CN" dirty="0"/>
              <a:t>Exploiting temporal locality </a:t>
            </a:r>
            <a:br>
              <a:rPr lang="en-US" altLang="zh-CN" dirty="0"/>
            </a:br>
            <a:r>
              <a:rPr lang="zh-CN" altLang="en-US" dirty="0"/>
              <a:t>利用时间局部性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BE0F746-741B-0728-3761-B9C5FCE50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071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32A1-9EAE-9868-DE8B-E7222B0A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59AC-856F-87E5-2EFD-04F5E4B0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Cache Replacement  </a:t>
            </a:r>
            <a:r>
              <a:rPr lang="zh-CN" altLang="en-US" dirty="0"/>
              <a:t>缓存替换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1C7F-D70C-E732-B576-099309DA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Least-Recently Used (LRU) Policy  </a:t>
            </a:r>
            <a:br>
              <a:rPr lang="en-US" altLang="zh-CN" dirty="0"/>
            </a:br>
            <a:r>
              <a:rPr lang="zh-CN" altLang="en-US" dirty="0"/>
              <a:t>最近最少使用策略</a:t>
            </a:r>
            <a:endParaRPr lang="en-US" altLang="zh-CN" dirty="0"/>
          </a:p>
          <a:p>
            <a:pPr lvl="1"/>
            <a:r>
              <a:rPr lang="en-US" altLang="zh-CN" dirty="0"/>
              <a:t>Evict the least-recently used line</a:t>
            </a:r>
            <a:br>
              <a:rPr lang="en-US" altLang="zh-CN" dirty="0"/>
            </a:br>
            <a:r>
              <a:rPr lang="zh-CN" altLang="en-US" dirty="0"/>
              <a:t>驱逐一行最近最少被存取的</a:t>
            </a:r>
            <a:endParaRPr lang="en-US" altLang="zh-CN" dirty="0"/>
          </a:p>
          <a:p>
            <a:pPr lvl="1"/>
            <a:r>
              <a:rPr lang="en-US" altLang="zh-CN" dirty="0"/>
              <a:t>Simple &amp; common  </a:t>
            </a:r>
            <a:r>
              <a:rPr lang="zh-CN" altLang="en-US" dirty="0"/>
              <a:t>简单而常见</a:t>
            </a:r>
            <a:endParaRPr lang="en-US" altLang="zh-CN" dirty="0"/>
          </a:p>
          <a:p>
            <a:pPr lvl="2"/>
            <a:r>
              <a:rPr lang="en-US" altLang="zh-CN" dirty="0"/>
              <a:t>Vulnerable to a scan over a large scope  </a:t>
            </a:r>
            <a:br>
              <a:rPr lang="en-US" altLang="zh-CN" dirty="0"/>
            </a:br>
            <a:r>
              <a:rPr lang="zh-CN" altLang="en-US" dirty="0"/>
              <a:t>对于大范围扫描表现脆弱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But More Advanced Policies Available</a:t>
            </a:r>
            <a:br>
              <a:rPr lang="en-US" altLang="zh-CN" dirty="0"/>
            </a:br>
            <a:r>
              <a:rPr lang="zh-CN" altLang="en-US" dirty="0"/>
              <a:t>但还有一些更为进阶的策略</a:t>
            </a:r>
            <a:endParaRPr lang="en-US" altLang="zh-CN" dirty="0"/>
          </a:p>
          <a:p>
            <a:pPr lvl="1"/>
            <a:r>
              <a:rPr lang="en-US" altLang="zh-CN" dirty="0"/>
              <a:t>Higher implementation cost  </a:t>
            </a:r>
            <a:r>
              <a:rPr lang="zh-CN" altLang="en-US" dirty="0"/>
              <a:t>实现代价高昂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00F13F0-7A42-4029-CFDF-84A4029B1C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480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5DDA6-E62F-E9DA-5F50-7884192C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A8B7-403E-087C-FFE3-93500F93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Complex Write Accesses  </a:t>
            </a:r>
            <a:br>
              <a:rPr lang="en-US" altLang="zh-CN" dirty="0"/>
            </a:br>
            <a:r>
              <a:rPr lang="zh-CN" altLang="en-US" dirty="0"/>
              <a:t>复杂的存写操作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E81A0-B70B-C37F-B17E-0477CDB8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Read a Line First  </a:t>
            </a:r>
            <a:r>
              <a:rPr lang="zh-CN" altLang="en-US" dirty="0"/>
              <a:t>先读一行</a:t>
            </a:r>
            <a:endParaRPr lang="en-US" altLang="zh-CN" dirty="0"/>
          </a:p>
          <a:p>
            <a:pPr lvl="1"/>
            <a:r>
              <a:rPr lang="en-US" altLang="zh-CN" dirty="0"/>
              <a:t>Then write part of it  </a:t>
            </a:r>
            <a:r>
              <a:rPr lang="zh-CN" altLang="en-US" dirty="0"/>
              <a:t>再写其中一部分</a:t>
            </a:r>
            <a:endParaRPr lang="en-US" altLang="zh-CN" dirty="0"/>
          </a:p>
          <a:p>
            <a:r>
              <a:rPr lang="zh-CN" altLang="en-US" dirty="0"/>
              <a:t>‘</a:t>
            </a:r>
            <a:r>
              <a:rPr lang="en-US" altLang="zh-CN" dirty="0"/>
              <a:t>Dirty</a:t>
            </a:r>
            <a:r>
              <a:rPr lang="zh-CN" altLang="en-US" dirty="0"/>
              <a:t>’</a:t>
            </a:r>
            <a:r>
              <a:rPr lang="en-US" altLang="zh-CN" dirty="0"/>
              <a:t> Line  </a:t>
            </a:r>
            <a:r>
              <a:rPr lang="zh-CN" altLang="en-US" dirty="0"/>
              <a:t>不干净的行</a:t>
            </a:r>
            <a:endParaRPr lang="en-US" altLang="zh-CN" dirty="0"/>
          </a:p>
          <a:p>
            <a:pPr lvl="1"/>
            <a:r>
              <a:rPr lang="en-US" altLang="zh-CN" dirty="0"/>
              <a:t>Trigger a slower write to the next level during eviction   </a:t>
            </a:r>
            <a:br>
              <a:rPr lang="en-US" altLang="zh-CN" dirty="0"/>
            </a:br>
            <a:r>
              <a:rPr lang="zh-CN" altLang="en-US" dirty="0"/>
              <a:t>被替换时触发一个更慢的写操作</a:t>
            </a:r>
          </a:p>
          <a:p>
            <a:pPr lvl="1"/>
            <a:r>
              <a:rPr lang="en-US" altLang="zh-CN" dirty="0"/>
              <a:t>Coherence across different copies  </a:t>
            </a:r>
            <a:br>
              <a:rPr lang="en-US" altLang="zh-CN" dirty="0"/>
            </a:br>
            <a:r>
              <a:rPr lang="zh-CN" altLang="en-US" dirty="0"/>
              <a:t>不同拷贝的一致性</a:t>
            </a:r>
            <a:endParaRPr lang="en-US" altLang="zh-CN" dirty="0"/>
          </a:p>
          <a:p>
            <a:r>
              <a:rPr lang="en-US" altLang="zh-CN" dirty="0"/>
              <a:t>Policies: Write Back/Through/Around</a:t>
            </a:r>
            <a:br>
              <a:rPr lang="en-US" altLang="zh-CN" dirty="0"/>
            </a:br>
            <a:r>
              <a:rPr lang="zh-CN" altLang="en-US" dirty="0"/>
              <a:t>策略：写回</a:t>
            </a:r>
            <a:r>
              <a:rPr lang="en-US" altLang="zh-CN" dirty="0"/>
              <a:t>/</a:t>
            </a:r>
            <a:r>
              <a:rPr lang="zh-CN" altLang="en-US" dirty="0"/>
              <a:t>写穿</a:t>
            </a:r>
            <a:r>
              <a:rPr lang="en-US" altLang="zh-CN" dirty="0"/>
              <a:t>/</a:t>
            </a:r>
            <a:r>
              <a:rPr lang="zh-CN" altLang="en-US" dirty="0"/>
              <a:t>绕过缓存写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8BD8689-FE8E-B8E9-C36C-7F35BB56BD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55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CF945-491A-A161-27CE-221802E5E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9568-95C7-54A7-298F-20B19461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E32CF9A-30E5-CE33-4DF3-2C0054781D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45A4B-01E6-94EE-84C8-9B90E15C0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01326D-0EB8-C97A-1BB6-7275521AA3FD}"/>
              </a:ext>
            </a:extLst>
          </p:cNvPr>
          <p:cNvSpPr txBox="1"/>
          <p:nvPr/>
        </p:nvSpPr>
        <p:spPr>
          <a:xfrm>
            <a:off x="1241427" y="2012897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x[i] &amp; mu[i]: 16B per series  </a:t>
            </a:r>
          </a:p>
          <a:p>
            <a:pPr algn="ctr"/>
            <a:r>
              <a:rPr lang="zh-CN" altLang="en-US" sz="2400" dirty="0"/>
              <a:t>每个数列</a:t>
            </a:r>
            <a:r>
              <a:rPr lang="en-US" altLang="zh-CN" sz="2400" dirty="0"/>
              <a:t>16B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07AC93-6D05-60A0-BFAB-D76F276F6046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C7849E6-89FC-037F-52AC-04D95DC7A668}"/>
              </a:ext>
            </a:extLst>
          </p:cNvPr>
          <p:cNvSpPr txBox="1"/>
          <p:nvPr/>
        </p:nvSpPr>
        <p:spPr>
          <a:xfrm>
            <a:off x="6985000" y="3797373"/>
            <a:ext cx="1991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LLC can hold</a:t>
            </a:r>
          </a:p>
          <a:p>
            <a:pPr algn="ctr"/>
            <a:r>
              <a:rPr lang="zh-CN" altLang="en-US" sz="2400" dirty="0"/>
              <a:t>末级缓存</a:t>
            </a:r>
            <a:endParaRPr lang="en-US" altLang="zh-CN" sz="2400" dirty="0"/>
          </a:p>
          <a:p>
            <a:pPr algn="ctr"/>
            <a:r>
              <a:rPr lang="zh-CN" altLang="en-US" sz="2400" dirty="0"/>
              <a:t>能存下</a:t>
            </a:r>
            <a:r>
              <a:rPr lang="en-US" altLang="zh-CN" sz="2400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FB4BB4-6332-03D1-5C27-E1AF7ADBEA6A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F6EB9D1-0BCA-09F5-2964-BDF87074E5DB}"/>
              </a:ext>
            </a:extLst>
          </p:cNvPr>
          <p:cNvSpPr txBox="1"/>
          <p:nvPr/>
        </p:nvSpPr>
        <p:spPr>
          <a:xfrm>
            <a:off x="5638800" y="2291835"/>
            <a:ext cx="1676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L2 cache can hold</a:t>
            </a:r>
          </a:p>
          <a:p>
            <a:pPr algn="ctr"/>
            <a:r>
              <a:rPr lang="zh-CN" altLang="en-US" sz="2400" dirty="0"/>
              <a:t>二级缓存</a:t>
            </a:r>
            <a:endParaRPr lang="en-US" altLang="zh-CN" sz="2400" dirty="0"/>
          </a:p>
          <a:p>
            <a:pPr algn="ctr"/>
            <a:r>
              <a:rPr lang="zh-CN" altLang="en-US" sz="2400" dirty="0"/>
              <a:t>能存下</a:t>
            </a:r>
            <a:r>
              <a:rPr lang="en-US" altLang="zh-CN" sz="2400" dirty="0"/>
              <a:t>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ABB3F8-7B0A-6280-419F-DECE17905C6E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D4C6E9-9537-9163-E533-9928F52D83E6}"/>
              </a:ext>
            </a:extLst>
          </p:cNvPr>
          <p:cNvSpPr txBox="1"/>
          <p:nvPr/>
        </p:nvSpPr>
        <p:spPr>
          <a:xfrm>
            <a:off x="3852864" y="3092113"/>
            <a:ext cx="18192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L1 cache can hold</a:t>
            </a:r>
          </a:p>
          <a:p>
            <a:pPr algn="ctr"/>
            <a:r>
              <a:rPr lang="zh-CN" altLang="en-US" sz="2400" dirty="0"/>
              <a:t>一级缓存</a:t>
            </a:r>
            <a:endParaRPr lang="en-US" altLang="zh-CN" sz="2400" dirty="0"/>
          </a:p>
          <a:p>
            <a:pPr algn="ctr"/>
            <a:r>
              <a:rPr lang="zh-CN" altLang="en-US" sz="2400" dirty="0"/>
              <a:t>能存下</a:t>
            </a:r>
            <a:r>
              <a:rPr lang="en-US" altLang="zh-C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37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FA3E-1D63-0B03-E58C-256B052D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9790-3DBC-120B-FD2A-D55583DE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679786D-BC25-2877-7918-2DD642419B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D656D-EC89-4B7B-E4C4-6A5873C0E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B67D4A-EBE9-E06A-F9A9-D0AC7E10B428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7D47C7-518C-9FD8-DC87-4B9C6902B467}"/>
              </a:ext>
            </a:extLst>
          </p:cNvPr>
          <p:cNvSpPr txBox="1"/>
          <p:nvPr/>
        </p:nvSpPr>
        <p:spPr>
          <a:xfrm>
            <a:off x="1070413" y="2057400"/>
            <a:ext cx="5336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Scan over a too large scope, not fit to LLC, everything from memory</a:t>
            </a:r>
          </a:p>
          <a:p>
            <a:pPr algn="ctr"/>
            <a:r>
              <a:rPr lang="zh-CN" altLang="en-US" sz="2400" dirty="0"/>
              <a:t>扫描太大的范围，不能放进末级缓存，所有的数据都从内存中读取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C4B46C-32DA-63CC-90AF-15F1107035B7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4BB3F7-7E92-504D-0ED9-EDCE55C545EF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F9269C-E465-4A54-215A-5D820265B8F2}"/>
              </a:ext>
            </a:extLst>
          </p:cNvPr>
          <p:cNvCxnSpPr/>
          <p:nvPr/>
        </p:nvCxnSpPr>
        <p:spPr bwMode="auto">
          <a:xfrm flipV="1">
            <a:off x="6477000" y="2057400"/>
            <a:ext cx="1066800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18587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8D98-4579-AC73-F74F-A53C4A32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9B89C-025C-3901-A91B-98CBDD3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6CD64FB-FBB0-7D9E-8A87-009D5EC15D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63678-4E1E-25D3-3BDC-793E59D2C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23FBB0-96AB-E491-DF62-93595F459703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B4287B-52EE-C8AD-5D28-E9E7591EA89D}"/>
              </a:ext>
            </a:extLst>
          </p:cNvPr>
          <p:cNvSpPr txBox="1"/>
          <p:nvPr/>
        </p:nvSpPr>
        <p:spPr>
          <a:xfrm>
            <a:off x="1828800" y="2066835"/>
            <a:ext cx="4415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Fit to LLC but not L2 cache</a:t>
            </a:r>
          </a:p>
          <a:p>
            <a:pPr algn="ctr"/>
            <a:r>
              <a:rPr lang="zh-CN" altLang="en-US" sz="2400" dirty="0"/>
              <a:t>能全放进末级缓存，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但不能全进二级缓存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CCC0BE-9F57-AEEB-B906-0D6B60C27BBE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B70E0B-D406-D9D2-B965-78DB004383BE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5CE5F0-4936-5E98-FCB6-69AB256AB382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>
            <a:off x="4036794" y="3267164"/>
            <a:ext cx="2745006" cy="11524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10721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4AC8-785E-7419-33A2-74677A77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FEF5-AFC2-47C8-F43C-D530F7FD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9F0F241-1343-0741-2F1C-C502C2AC54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711C3-43B7-B43E-06A7-D651200E0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428CEC-7D37-F6D6-5FA6-35C2E7560447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0CF7B6-D8B2-7CAA-5E75-E805B1EC28D0}"/>
              </a:ext>
            </a:extLst>
          </p:cNvPr>
          <p:cNvSpPr txBox="1"/>
          <p:nvPr/>
        </p:nvSpPr>
        <p:spPr>
          <a:xfrm>
            <a:off x="1828800" y="2066835"/>
            <a:ext cx="4415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Fit to L2 cache </a:t>
            </a:r>
          </a:p>
          <a:p>
            <a:pPr algn="ctr"/>
            <a:r>
              <a:rPr lang="en-US" altLang="zh-CN" sz="2400" dirty="0"/>
              <a:t>but not L1 cache</a:t>
            </a:r>
          </a:p>
          <a:p>
            <a:pPr algn="ctr"/>
            <a:r>
              <a:rPr lang="zh-CN" altLang="en-US" sz="2400" dirty="0"/>
              <a:t>能全放进二级缓存，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但不能全进一级缓存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716258-3304-5A6C-958B-E244568C46AB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DFF415-1929-4010-BF3F-2B1F3CFBC429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CC9E73-A3C9-BC43-80CD-CB316FC96891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>
            <a:off x="4036794" y="3636495"/>
            <a:ext cx="1602006" cy="13927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65498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5360-6052-7B53-423F-529EBA470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13F1-489E-7F95-3661-DF4BB88C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6946B8A-335C-A5A4-2A62-8A5596D39C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534AF-C429-70A4-A7AD-C66DD4924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B4C3A7-E8E3-27FC-41EF-79CF32D7DDBD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0A8BF9-0009-C7B5-ED69-AE724FF07EFA}"/>
              </a:ext>
            </a:extLst>
          </p:cNvPr>
          <p:cNvSpPr txBox="1"/>
          <p:nvPr/>
        </p:nvSpPr>
        <p:spPr>
          <a:xfrm>
            <a:off x="1828800" y="2066835"/>
            <a:ext cx="4415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Fit to L1 cache </a:t>
            </a:r>
          </a:p>
          <a:p>
            <a:pPr algn="ctr"/>
            <a:r>
              <a:rPr lang="zh-CN" altLang="en-US" sz="2400" dirty="0"/>
              <a:t>能全放进一级缓存，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4F98DB-1D28-1A32-85C6-0055F523CF46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A7D30E-6E9A-E294-91C8-DBCD6FA8AEA0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BB8521-A9B1-69EC-972E-75D8BE2D1CDB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 flipH="1">
            <a:off x="3352801" y="2897832"/>
            <a:ext cx="683993" cy="22837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04827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F872-1C37-7880-7447-A4BD09E1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D8572-C024-1767-6016-285E42F3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B56720A-AB1F-A5E5-C8CC-939528EC3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6C243-4C71-BD31-BA8B-46B2E23F2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AF913B-5828-BBE8-536B-BC572A279E35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46ADFE-EC7B-F7FD-FFA9-C88BFC1B69AB}"/>
              </a:ext>
            </a:extLst>
          </p:cNvPr>
          <p:cNvSpPr txBox="1"/>
          <p:nvPr/>
        </p:nvSpPr>
        <p:spPr>
          <a:xfrm>
            <a:off x="1353442" y="2066835"/>
            <a:ext cx="4437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Extreme case: everything in registers, no need to access the memory subsystem</a:t>
            </a:r>
          </a:p>
          <a:p>
            <a:pPr algn="ctr"/>
            <a:r>
              <a:rPr lang="zh-CN" altLang="en-US" sz="2400" dirty="0"/>
              <a:t>极端案例：全在寄存器里，不需要从内存子系统中存取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074FB5-A7CC-984D-1AFA-E2B9AD5856B6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5BEB2F-4706-FCD3-63F1-DDF8AD066B31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7F0DCE-45B1-B08D-AECB-18DEC73B0147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 flipH="1">
            <a:off x="1447800" y="4005827"/>
            <a:ext cx="2124520" cy="14043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79135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664E-BFEC-CB1A-77CB-7F6E410A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817E-1046-533C-58C9-EB65C52C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Inside Practice 5.1  </a:t>
            </a:r>
            <a:r>
              <a:rPr lang="zh-CN" altLang="en-US" dirty="0"/>
              <a:t>实践</a:t>
            </a:r>
            <a:r>
              <a:rPr lang="en-US" altLang="zh-CN" dirty="0"/>
              <a:t>5.1</a:t>
            </a:r>
            <a:r>
              <a:rPr lang="zh-CN" altLang="en-US" dirty="0"/>
              <a:t>内幕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32315A4-D556-0DB7-711D-686510060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D287B-D798-4B97-36D7-C868D2D68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62289"/>
            <a:ext cx="7314595" cy="45716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81A21-8389-A733-4746-1FF8EADD88EF}"/>
              </a:ext>
            </a:extLst>
          </p:cNvPr>
          <p:cNvCxnSpPr>
            <a:cxnSpLocks/>
          </p:cNvCxnSpPr>
          <p:nvPr/>
        </p:nvCxnSpPr>
        <p:spPr bwMode="auto">
          <a:xfrm>
            <a:off x="70231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B6580B1-8F9C-7262-E086-32151E480716}"/>
              </a:ext>
            </a:extLst>
          </p:cNvPr>
          <p:cNvSpPr txBox="1"/>
          <p:nvPr/>
        </p:nvSpPr>
        <p:spPr>
          <a:xfrm>
            <a:off x="1353441" y="2066835"/>
            <a:ext cx="4590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Question: Can we improve perf. of those cases?</a:t>
            </a:r>
          </a:p>
          <a:p>
            <a:pPr algn="ctr"/>
            <a:r>
              <a:rPr lang="zh-CN" altLang="en-US" sz="2400" dirty="0"/>
              <a:t>问题：能否提升这些情况的性能</a:t>
            </a:r>
            <a:endParaRPr lang="en-US" altLang="zh-CN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16B1DB-C1BA-859C-EC54-37284121C3FA}"/>
              </a:ext>
            </a:extLst>
          </p:cNvPr>
          <p:cNvCxnSpPr>
            <a:cxnSpLocks/>
          </p:cNvCxnSpPr>
          <p:nvPr/>
        </p:nvCxnSpPr>
        <p:spPr bwMode="auto">
          <a:xfrm>
            <a:off x="5791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19E966-89BD-49A6-7625-A31799441181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905000"/>
            <a:ext cx="0" cy="3657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0E0539-F2FD-DD8B-3F48-5F48FF6618CE}"/>
              </a:ext>
            </a:extLst>
          </p:cNvPr>
          <p:cNvCxnSpPr>
            <a:cxnSpLocks/>
            <a:stCxn id="12" idx="2"/>
          </p:cNvCxnSpPr>
          <p:nvPr/>
        </p:nvCxnSpPr>
        <p:spPr bwMode="auto">
          <a:xfrm>
            <a:off x="3648519" y="3267164"/>
            <a:ext cx="1990286" cy="17620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AC6230-30CA-6F20-46ED-2C2C2E5D56E7}"/>
              </a:ext>
            </a:extLst>
          </p:cNvPr>
          <p:cNvCxnSpPr>
            <a:cxnSpLocks/>
          </p:cNvCxnSpPr>
          <p:nvPr/>
        </p:nvCxnSpPr>
        <p:spPr bwMode="auto">
          <a:xfrm>
            <a:off x="3626747" y="3245661"/>
            <a:ext cx="3137824" cy="11477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7DA879-3336-FD58-C532-9C0AE1DF5A7C}"/>
              </a:ext>
            </a:extLst>
          </p:cNvPr>
          <p:cNvCxnSpPr>
            <a:cxnSpLocks/>
            <a:stCxn id="12" idx="3"/>
          </p:cNvCxnSpPr>
          <p:nvPr/>
        </p:nvCxnSpPr>
        <p:spPr bwMode="auto">
          <a:xfrm flipV="1">
            <a:off x="5943596" y="2066835"/>
            <a:ext cx="1600208" cy="6001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84378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2E7F-807E-89A1-3A14-B5B4F75A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539D-F444-E1AC-B039-3C91626F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Reordering  </a:t>
            </a:r>
            <a:r>
              <a:rPr lang="zh-CN" altLang="en-US" dirty="0"/>
              <a:t>循环重排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545AB15-45C8-FF53-7D5C-A6ABA4228F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FF5CF-88FA-1276-6E0D-41173BFD6D34}"/>
              </a:ext>
            </a:extLst>
          </p:cNvPr>
          <p:cNvSpPr txBox="1"/>
          <p:nvPr/>
        </p:nvSpPr>
        <p:spPr>
          <a:xfrm>
            <a:off x="419100" y="373380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Same work, different order  </a:t>
            </a:r>
            <a:r>
              <a:rPr lang="zh-CN" altLang="en-US" sz="2400" dirty="0"/>
              <a:t>相同工作，不同顺序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8C30B-6A10-0C01-6AEE-3A52BB390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18" y="1752600"/>
            <a:ext cx="4618364" cy="18862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FE29F0-C272-55E4-43DB-496D90E7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818" y="4278803"/>
            <a:ext cx="461836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0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2EAD-AA0A-E0EA-67BC-57DAF25C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FCF6-901A-A07F-BDDD-564F09F7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Reordering  </a:t>
            </a:r>
            <a:r>
              <a:rPr lang="zh-CN" altLang="en-US" dirty="0"/>
              <a:t>循环重排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B94028C-320E-172D-CF72-BC7118E3BE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B23975A-EE36-DACF-3B9C-205B1338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3" y="1690374"/>
            <a:ext cx="3848637" cy="1571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C4BC1E-9E21-FE7A-8558-97123A2565DD}"/>
              </a:ext>
            </a:extLst>
          </p:cNvPr>
          <p:cNvSpPr txBox="1"/>
          <p:nvPr/>
        </p:nvSpPr>
        <p:spPr>
          <a:xfrm>
            <a:off x="3869872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x[0]</a:t>
            </a:r>
            <a:endParaRPr lang="zh-CN" alt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782820-ADA2-C355-4E46-8AC8997C72E2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4308022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B77BF6-51B2-D328-54C0-847AD636C358}"/>
              </a:ext>
            </a:extLst>
          </p:cNvPr>
          <p:cNvCxnSpPr>
            <a:cxnSpLocks/>
          </p:cNvCxnSpPr>
          <p:nvPr/>
        </p:nvCxnSpPr>
        <p:spPr bwMode="auto">
          <a:xfrm>
            <a:off x="4308022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F0C7B6-D3E8-D0F7-52AF-FBC5ECFA6FC8}"/>
              </a:ext>
            </a:extLst>
          </p:cNvPr>
          <p:cNvSpPr txBox="1"/>
          <p:nvPr/>
        </p:nvSpPr>
        <p:spPr>
          <a:xfrm>
            <a:off x="4169230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B527E2-947A-79A2-2CFE-E267D85B46DF}"/>
              </a:ext>
            </a:extLst>
          </p:cNvPr>
          <p:cNvCxnSpPr>
            <a:cxnSpLocks/>
          </p:cNvCxnSpPr>
          <p:nvPr/>
        </p:nvCxnSpPr>
        <p:spPr bwMode="auto">
          <a:xfrm>
            <a:off x="4317092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68BE11-9DE4-31AC-A2DF-9E7AA29223F0}"/>
              </a:ext>
            </a:extLst>
          </p:cNvPr>
          <p:cNvCxnSpPr>
            <a:cxnSpLocks/>
          </p:cNvCxnSpPr>
          <p:nvPr/>
        </p:nvCxnSpPr>
        <p:spPr bwMode="auto">
          <a:xfrm>
            <a:off x="4308021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77D05C0-EE07-B631-1C7A-F1F7ED8A117E}"/>
              </a:ext>
            </a:extLst>
          </p:cNvPr>
          <p:cNvSpPr txBox="1"/>
          <p:nvPr/>
        </p:nvSpPr>
        <p:spPr>
          <a:xfrm>
            <a:off x="1545772" y="3557582"/>
            <a:ext cx="2163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loop: Iterative calculation</a:t>
            </a:r>
          </a:p>
          <a:p>
            <a:pPr algn="ctr"/>
            <a:r>
              <a:rPr lang="zh-CN" altLang="en-US" sz="2400" dirty="0"/>
              <a:t>内重循环：</a:t>
            </a:r>
            <a:br>
              <a:rPr lang="en-US" altLang="zh-CN" sz="2400" dirty="0"/>
            </a:br>
            <a:r>
              <a:rPr lang="zh-CN" altLang="en-US" sz="2400" dirty="0"/>
              <a:t>迭代计算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8FAD37-1209-A2FC-A9F2-4789F0D1A7E4}"/>
                  </a:ext>
                </a:extLst>
              </p:cNvPr>
              <p:cNvSpPr txBox="1"/>
              <p:nvPr/>
            </p:nvSpPr>
            <p:spPr>
              <a:xfrm>
                <a:off x="3579032" y="3518863"/>
                <a:ext cx="438518" cy="1894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8FAD37-1209-A2FC-A9F2-4789F0D1A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032" y="3518863"/>
                <a:ext cx="438518" cy="1894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66088C8-711A-4D76-6269-32B444B3700D}"/>
              </a:ext>
            </a:extLst>
          </p:cNvPr>
          <p:cNvSpPr txBox="1"/>
          <p:nvPr/>
        </p:nvSpPr>
        <p:spPr>
          <a:xfrm>
            <a:off x="4561187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x[1]</a:t>
            </a:r>
            <a:endParaRPr lang="zh-CN" alt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587C31-5317-7571-0577-EB9766031BFC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4999337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351355-9E45-4BBB-7310-DDF3956FAE56}"/>
              </a:ext>
            </a:extLst>
          </p:cNvPr>
          <p:cNvCxnSpPr>
            <a:cxnSpLocks/>
          </p:cNvCxnSpPr>
          <p:nvPr/>
        </p:nvCxnSpPr>
        <p:spPr bwMode="auto">
          <a:xfrm>
            <a:off x="4999337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366277E-38AF-8168-DA8C-5FF9007C65CC}"/>
              </a:ext>
            </a:extLst>
          </p:cNvPr>
          <p:cNvSpPr txBox="1"/>
          <p:nvPr/>
        </p:nvSpPr>
        <p:spPr>
          <a:xfrm>
            <a:off x="4860545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DCBB0F-CD91-832C-F76A-68665D478EE3}"/>
              </a:ext>
            </a:extLst>
          </p:cNvPr>
          <p:cNvCxnSpPr>
            <a:cxnSpLocks/>
          </p:cNvCxnSpPr>
          <p:nvPr/>
        </p:nvCxnSpPr>
        <p:spPr bwMode="auto">
          <a:xfrm>
            <a:off x="5008407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B36219-8E02-F1F7-1FB5-E8C20EB4C25A}"/>
              </a:ext>
            </a:extLst>
          </p:cNvPr>
          <p:cNvCxnSpPr>
            <a:cxnSpLocks/>
          </p:cNvCxnSpPr>
          <p:nvPr/>
        </p:nvCxnSpPr>
        <p:spPr bwMode="auto">
          <a:xfrm>
            <a:off x="4999336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80D0E80-A624-3EB3-D176-C50CCB0F9BB5}"/>
              </a:ext>
            </a:extLst>
          </p:cNvPr>
          <p:cNvSpPr txBox="1"/>
          <p:nvPr/>
        </p:nvSpPr>
        <p:spPr>
          <a:xfrm>
            <a:off x="5263243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x[2]</a:t>
            </a:r>
            <a:endParaRPr lang="zh-CN" altLang="en-US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9D6006-B7F9-3D91-BBFE-E0988921A32E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>
            <a:off x="5701393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7F58C3-6E48-F1C0-7EBA-7048408F1932}"/>
              </a:ext>
            </a:extLst>
          </p:cNvPr>
          <p:cNvCxnSpPr>
            <a:cxnSpLocks/>
          </p:cNvCxnSpPr>
          <p:nvPr/>
        </p:nvCxnSpPr>
        <p:spPr bwMode="auto">
          <a:xfrm>
            <a:off x="5701393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C945C39-3205-98FF-4512-E2C1CB07545C}"/>
              </a:ext>
            </a:extLst>
          </p:cNvPr>
          <p:cNvSpPr txBox="1"/>
          <p:nvPr/>
        </p:nvSpPr>
        <p:spPr>
          <a:xfrm>
            <a:off x="5562601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DC7E2A9-DA6B-2AA7-D85F-4EDB927902AF}"/>
              </a:ext>
            </a:extLst>
          </p:cNvPr>
          <p:cNvCxnSpPr>
            <a:cxnSpLocks/>
          </p:cNvCxnSpPr>
          <p:nvPr/>
        </p:nvCxnSpPr>
        <p:spPr bwMode="auto">
          <a:xfrm>
            <a:off x="5710463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339506-8C08-6831-21F5-4CDC6F56669C}"/>
              </a:ext>
            </a:extLst>
          </p:cNvPr>
          <p:cNvCxnSpPr>
            <a:cxnSpLocks/>
          </p:cNvCxnSpPr>
          <p:nvPr/>
        </p:nvCxnSpPr>
        <p:spPr bwMode="auto">
          <a:xfrm>
            <a:off x="5701392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C728898-6180-5D64-6D17-95FA54010829}"/>
              </a:ext>
            </a:extLst>
          </p:cNvPr>
          <p:cNvSpPr txBox="1"/>
          <p:nvPr/>
        </p:nvSpPr>
        <p:spPr>
          <a:xfrm rot="5400000">
            <a:off x="6282948" y="347523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532B32-17FC-136A-4920-5625F58D54A6}"/>
              </a:ext>
            </a:extLst>
          </p:cNvPr>
          <p:cNvSpPr txBox="1"/>
          <p:nvPr/>
        </p:nvSpPr>
        <p:spPr>
          <a:xfrm rot="5400000">
            <a:off x="6282949" y="409247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443827-2B6A-062D-FC1F-CCE193976F57}"/>
              </a:ext>
            </a:extLst>
          </p:cNvPr>
          <p:cNvSpPr txBox="1"/>
          <p:nvPr/>
        </p:nvSpPr>
        <p:spPr>
          <a:xfrm rot="5400000">
            <a:off x="6282948" y="47984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91FCCD-C5F3-934B-7FE1-398B28B2508D}"/>
              </a:ext>
            </a:extLst>
          </p:cNvPr>
          <p:cNvSpPr txBox="1"/>
          <p:nvPr/>
        </p:nvSpPr>
        <p:spPr>
          <a:xfrm rot="5400000">
            <a:off x="6282948" y="518829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8FAE5E-83DE-85C6-3727-DD17C60B4825}"/>
              </a:ext>
            </a:extLst>
          </p:cNvPr>
          <p:cNvSpPr txBox="1"/>
          <p:nvPr/>
        </p:nvSpPr>
        <p:spPr>
          <a:xfrm>
            <a:off x="6645804" y="3318096"/>
            <a:ext cx="21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x[SERIES-1]</a:t>
            </a:r>
            <a:endParaRPr lang="zh-CN" altLang="en-US" sz="2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C32952-4568-694B-A67B-29387A016E29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flipH="1">
            <a:off x="7704401" y="3779761"/>
            <a:ext cx="1" cy="300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681921-6F67-FFFF-DDAD-3CEE518F7584}"/>
              </a:ext>
            </a:extLst>
          </p:cNvPr>
          <p:cNvCxnSpPr>
            <a:cxnSpLocks/>
          </p:cNvCxnSpPr>
          <p:nvPr/>
        </p:nvCxnSpPr>
        <p:spPr bwMode="auto">
          <a:xfrm>
            <a:off x="7704364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BC2E1FB-C678-CDC3-BFF6-9995CB79FF0F}"/>
              </a:ext>
            </a:extLst>
          </p:cNvPr>
          <p:cNvSpPr txBox="1"/>
          <p:nvPr/>
        </p:nvSpPr>
        <p:spPr>
          <a:xfrm>
            <a:off x="7565572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684202-92C1-7A52-8BBF-58517D982AA7}"/>
              </a:ext>
            </a:extLst>
          </p:cNvPr>
          <p:cNvCxnSpPr>
            <a:cxnSpLocks/>
          </p:cNvCxnSpPr>
          <p:nvPr/>
        </p:nvCxnSpPr>
        <p:spPr bwMode="auto">
          <a:xfrm>
            <a:off x="7713434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343FD5-088C-C131-D1A3-68CD8D0ED341}"/>
              </a:ext>
            </a:extLst>
          </p:cNvPr>
          <p:cNvCxnSpPr>
            <a:cxnSpLocks/>
          </p:cNvCxnSpPr>
          <p:nvPr/>
        </p:nvCxnSpPr>
        <p:spPr bwMode="auto">
          <a:xfrm>
            <a:off x="7704363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439687A-095D-9D0E-FD33-DB1C9BD424C7}"/>
              </a:ext>
            </a:extLst>
          </p:cNvPr>
          <p:cNvSpPr txBox="1"/>
          <p:nvPr/>
        </p:nvSpPr>
        <p:spPr>
          <a:xfrm>
            <a:off x="4317092" y="1600200"/>
            <a:ext cx="3684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loop: for different series </a:t>
            </a:r>
          </a:p>
          <a:p>
            <a:pPr algn="ctr"/>
            <a:r>
              <a:rPr lang="zh-CN" altLang="en-US" sz="2400" dirty="0"/>
              <a:t>外重循环：不同序列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9085D1B-24D9-2FDB-AC1A-5DFDB9FB65E6}"/>
                  </a:ext>
                </a:extLst>
              </p:cNvPr>
              <p:cNvSpPr txBox="1"/>
              <p:nvPr/>
            </p:nvSpPr>
            <p:spPr>
              <a:xfrm rot="5400000">
                <a:off x="5892528" y="1270465"/>
                <a:ext cx="438518" cy="3518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9085D1B-24D9-2FDB-AC1A-5DFDB9FB6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92528" y="1270465"/>
                <a:ext cx="438518" cy="3518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7C7A850-3BAA-8042-0CD7-A6B649645FAB}"/>
              </a:ext>
            </a:extLst>
          </p:cNvPr>
          <p:cNvSpPr txBox="1"/>
          <p:nvPr/>
        </p:nvSpPr>
        <p:spPr>
          <a:xfrm>
            <a:off x="21372" y="5511652"/>
            <a:ext cx="9079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Perfect temporal locality, but no opportunities for parallelism </a:t>
            </a:r>
          </a:p>
          <a:p>
            <a:pPr algn="ctr"/>
            <a:r>
              <a:rPr lang="zh-CN" altLang="en-US" sz="2400" dirty="0"/>
              <a:t>完美的时间局部性，但缺乏并行机会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50088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  <p:bldP spid="18" grpId="0"/>
      <p:bldP spid="19" grpId="0"/>
      <p:bldP spid="23" grpId="0"/>
      <p:bldP spid="32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50" grpId="0"/>
      <p:bldP spid="52" grpId="0"/>
      <p:bldP spid="5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EC08-6956-1B9A-2BE2-1E894B3B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11FD-978A-D946-3C0B-EC1C7E39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Reordering  </a:t>
            </a:r>
            <a:r>
              <a:rPr lang="zh-CN" altLang="en-US" dirty="0"/>
              <a:t>循环重排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F854F3B-299C-ED7C-A2A3-9282B406AE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3FEC4-23C0-79F3-E47E-0CDF11937849}"/>
              </a:ext>
            </a:extLst>
          </p:cNvPr>
          <p:cNvSpPr txBox="1"/>
          <p:nvPr/>
        </p:nvSpPr>
        <p:spPr>
          <a:xfrm>
            <a:off x="3869872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x[0]</a:t>
            </a:r>
            <a:endParaRPr lang="zh-CN" alt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813656-02D1-3695-8CB3-74662C87003E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4308022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2552F9-875A-174D-0E3C-CAE67C60ACA2}"/>
              </a:ext>
            </a:extLst>
          </p:cNvPr>
          <p:cNvCxnSpPr>
            <a:cxnSpLocks/>
          </p:cNvCxnSpPr>
          <p:nvPr/>
        </p:nvCxnSpPr>
        <p:spPr bwMode="auto">
          <a:xfrm>
            <a:off x="4308022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DC2F31B-148F-119E-8F95-83FE89AE1FB8}"/>
              </a:ext>
            </a:extLst>
          </p:cNvPr>
          <p:cNvSpPr txBox="1"/>
          <p:nvPr/>
        </p:nvSpPr>
        <p:spPr>
          <a:xfrm>
            <a:off x="4169230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C846A5-4A79-F5EB-AA6F-0305C9932BF9}"/>
              </a:ext>
            </a:extLst>
          </p:cNvPr>
          <p:cNvCxnSpPr>
            <a:cxnSpLocks/>
          </p:cNvCxnSpPr>
          <p:nvPr/>
        </p:nvCxnSpPr>
        <p:spPr bwMode="auto">
          <a:xfrm>
            <a:off x="4317092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3369F8-FDA8-FA22-12F6-09E8742F06A9}"/>
              </a:ext>
            </a:extLst>
          </p:cNvPr>
          <p:cNvCxnSpPr>
            <a:cxnSpLocks/>
          </p:cNvCxnSpPr>
          <p:nvPr/>
        </p:nvCxnSpPr>
        <p:spPr bwMode="auto">
          <a:xfrm>
            <a:off x="4308021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C54543-F29B-ABAA-A717-AB8760172275}"/>
              </a:ext>
            </a:extLst>
          </p:cNvPr>
          <p:cNvSpPr txBox="1"/>
          <p:nvPr/>
        </p:nvSpPr>
        <p:spPr>
          <a:xfrm>
            <a:off x="1545772" y="3557582"/>
            <a:ext cx="2163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loop: Iterative calculation</a:t>
            </a:r>
          </a:p>
          <a:p>
            <a:pPr algn="ctr"/>
            <a:r>
              <a:rPr lang="zh-CN" altLang="en-US" sz="2400" dirty="0"/>
              <a:t>外重循环：</a:t>
            </a:r>
            <a:br>
              <a:rPr lang="en-US" altLang="zh-CN" sz="2400" dirty="0"/>
            </a:br>
            <a:r>
              <a:rPr lang="zh-CN" altLang="en-US" sz="2400" dirty="0"/>
              <a:t>迭代计算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75B91F-47D0-F582-8518-51DF0A4A1926}"/>
                  </a:ext>
                </a:extLst>
              </p:cNvPr>
              <p:cNvSpPr txBox="1"/>
              <p:nvPr/>
            </p:nvSpPr>
            <p:spPr>
              <a:xfrm>
                <a:off x="3579032" y="3518863"/>
                <a:ext cx="438518" cy="1894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75B91F-47D0-F582-8518-51DF0A4A1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032" y="3518863"/>
                <a:ext cx="438518" cy="1894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FFA0477-78E7-FAB5-3EC1-99F1163EEE13}"/>
              </a:ext>
            </a:extLst>
          </p:cNvPr>
          <p:cNvSpPr txBox="1"/>
          <p:nvPr/>
        </p:nvSpPr>
        <p:spPr>
          <a:xfrm>
            <a:off x="4561187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x[1]</a:t>
            </a:r>
            <a:endParaRPr lang="zh-CN" alt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63F0EB-226D-BEA2-1D56-8AEC00EFADDA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4999337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AFA099-3CB5-DCAB-6304-6CC242100526}"/>
              </a:ext>
            </a:extLst>
          </p:cNvPr>
          <p:cNvCxnSpPr>
            <a:cxnSpLocks/>
          </p:cNvCxnSpPr>
          <p:nvPr/>
        </p:nvCxnSpPr>
        <p:spPr bwMode="auto">
          <a:xfrm>
            <a:off x="4999337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48932AF-40B2-DF8C-F55C-8CA30F615555}"/>
              </a:ext>
            </a:extLst>
          </p:cNvPr>
          <p:cNvSpPr txBox="1"/>
          <p:nvPr/>
        </p:nvSpPr>
        <p:spPr>
          <a:xfrm>
            <a:off x="4860545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84E074-08EC-F17A-C16B-96A9DF20A20A}"/>
              </a:ext>
            </a:extLst>
          </p:cNvPr>
          <p:cNvCxnSpPr>
            <a:cxnSpLocks/>
          </p:cNvCxnSpPr>
          <p:nvPr/>
        </p:nvCxnSpPr>
        <p:spPr bwMode="auto">
          <a:xfrm>
            <a:off x="5008407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558889-7FAE-4C24-E3BB-C63698D6E435}"/>
              </a:ext>
            </a:extLst>
          </p:cNvPr>
          <p:cNvCxnSpPr>
            <a:cxnSpLocks/>
          </p:cNvCxnSpPr>
          <p:nvPr/>
        </p:nvCxnSpPr>
        <p:spPr bwMode="auto">
          <a:xfrm>
            <a:off x="4999336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1B75F36-F68D-269C-9E61-0200C6757101}"/>
              </a:ext>
            </a:extLst>
          </p:cNvPr>
          <p:cNvSpPr txBox="1"/>
          <p:nvPr/>
        </p:nvSpPr>
        <p:spPr>
          <a:xfrm>
            <a:off x="5263243" y="3318096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x[2]</a:t>
            </a:r>
            <a:endParaRPr lang="zh-CN" altLang="en-US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44A36C-BBE4-1112-8BD3-1F42732498EB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>
            <a:off x="5701393" y="3775296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4723DF-B735-DF9F-93B0-D6C29FD1B469}"/>
              </a:ext>
            </a:extLst>
          </p:cNvPr>
          <p:cNvCxnSpPr>
            <a:cxnSpLocks/>
          </p:cNvCxnSpPr>
          <p:nvPr/>
        </p:nvCxnSpPr>
        <p:spPr bwMode="auto">
          <a:xfrm>
            <a:off x="5701393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F395288-CB74-CBD8-25B4-25341DC2B703}"/>
              </a:ext>
            </a:extLst>
          </p:cNvPr>
          <p:cNvSpPr txBox="1"/>
          <p:nvPr/>
        </p:nvSpPr>
        <p:spPr>
          <a:xfrm>
            <a:off x="5562601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35970A-AA10-2931-ED0B-11BD2792DA40}"/>
              </a:ext>
            </a:extLst>
          </p:cNvPr>
          <p:cNvCxnSpPr>
            <a:cxnSpLocks/>
          </p:cNvCxnSpPr>
          <p:nvPr/>
        </p:nvCxnSpPr>
        <p:spPr bwMode="auto">
          <a:xfrm>
            <a:off x="5710463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F6A5BB-0451-AD1E-2496-635D45FAE040}"/>
              </a:ext>
            </a:extLst>
          </p:cNvPr>
          <p:cNvCxnSpPr>
            <a:cxnSpLocks/>
          </p:cNvCxnSpPr>
          <p:nvPr/>
        </p:nvCxnSpPr>
        <p:spPr bwMode="auto">
          <a:xfrm>
            <a:off x="5701392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A0541A6-3591-35CE-05EB-5E248E8E10CB}"/>
              </a:ext>
            </a:extLst>
          </p:cNvPr>
          <p:cNvSpPr txBox="1"/>
          <p:nvPr/>
        </p:nvSpPr>
        <p:spPr>
          <a:xfrm rot="5400000">
            <a:off x="6282948" y="347523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31A341-AEE5-E5D0-74D4-280D8A55D38C}"/>
              </a:ext>
            </a:extLst>
          </p:cNvPr>
          <p:cNvSpPr txBox="1"/>
          <p:nvPr/>
        </p:nvSpPr>
        <p:spPr>
          <a:xfrm rot="5400000">
            <a:off x="6282949" y="409247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D43DC7-EAC2-16AE-E107-E3C2EE0B66FD}"/>
              </a:ext>
            </a:extLst>
          </p:cNvPr>
          <p:cNvSpPr txBox="1"/>
          <p:nvPr/>
        </p:nvSpPr>
        <p:spPr>
          <a:xfrm rot="5400000">
            <a:off x="6282948" y="47984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83BC5-2BD8-2076-2195-5B25149F02E3}"/>
              </a:ext>
            </a:extLst>
          </p:cNvPr>
          <p:cNvSpPr txBox="1"/>
          <p:nvPr/>
        </p:nvSpPr>
        <p:spPr>
          <a:xfrm rot="5400000">
            <a:off x="6282948" y="518829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53464D-EF97-1924-7441-924E8677C864}"/>
              </a:ext>
            </a:extLst>
          </p:cNvPr>
          <p:cNvSpPr txBox="1"/>
          <p:nvPr/>
        </p:nvSpPr>
        <p:spPr>
          <a:xfrm>
            <a:off x="6645804" y="3318096"/>
            <a:ext cx="21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x[SERIES-1]</a:t>
            </a:r>
            <a:endParaRPr lang="zh-CN" altLang="en-US" sz="2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B78D4E-8321-1617-9747-128DC381B061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flipH="1">
            <a:off x="7704401" y="3779761"/>
            <a:ext cx="1" cy="300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D50608-34C7-AC75-ED98-73CF2FDD7C62}"/>
              </a:ext>
            </a:extLst>
          </p:cNvPr>
          <p:cNvCxnSpPr>
            <a:cxnSpLocks/>
          </p:cNvCxnSpPr>
          <p:nvPr/>
        </p:nvCxnSpPr>
        <p:spPr bwMode="auto">
          <a:xfrm>
            <a:off x="7704364" y="4080359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02B3B9E-B3D2-8543-3684-E22E2DDB6974}"/>
              </a:ext>
            </a:extLst>
          </p:cNvPr>
          <p:cNvSpPr txBox="1"/>
          <p:nvPr/>
        </p:nvSpPr>
        <p:spPr>
          <a:xfrm>
            <a:off x="7565572" y="476598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C2BDB9-32D0-1A19-F535-E823A566A03B}"/>
              </a:ext>
            </a:extLst>
          </p:cNvPr>
          <p:cNvCxnSpPr>
            <a:cxnSpLocks/>
          </p:cNvCxnSpPr>
          <p:nvPr/>
        </p:nvCxnSpPr>
        <p:spPr bwMode="auto">
          <a:xfrm>
            <a:off x="7713434" y="514689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F86119-70F0-C015-9207-BE82CB1BD5C1}"/>
              </a:ext>
            </a:extLst>
          </p:cNvPr>
          <p:cNvCxnSpPr>
            <a:cxnSpLocks/>
          </p:cNvCxnSpPr>
          <p:nvPr/>
        </p:nvCxnSpPr>
        <p:spPr bwMode="auto">
          <a:xfrm>
            <a:off x="7704363" y="4346884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370D586-5874-773C-D851-7F217461B725}"/>
              </a:ext>
            </a:extLst>
          </p:cNvPr>
          <p:cNvSpPr txBox="1"/>
          <p:nvPr/>
        </p:nvSpPr>
        <p:spPr>
          <a:xfrm>
            <a:off x="4317092" y="1600200"/>
            <a:ext cx="3684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loop: for different series </a:t>
            </a:r>
          </a:p>
          <a:p>
            <a:pPr algn="ctr"/>
            <a:r>
              <a:rPr lang="zh-CN" altLang="en-US" sz="2400" dirty="0"/>
              <a:t>内重循环：不同序列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7EB08C-1D4E-2F49-CDAD-516A0C5058F8}"/>
                  </a:ext>
                </a:extLst>
              </p:cNvPr>
              <p:cNvSpPr txBox="1"/>
              <p:nvPr/>
            </p:nvSpPr>
            <p:spPr>
              <a:xfrm rot="5400000">
                <a:off x="5892528" y="1270465"/>
                <a:ext cx="438518" cy="35184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7EB08C-1D4E-2F49-CDAD-516A0C505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92528" y="1270465"/>
                <a:ext cx="438518" cy="3518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69415428-33E8-CBB0-1F93-2684BA500475}"/>
              </a:ext>
            </a:extLst>
          </p:cNvPr>
          <p:cNvSpPr txBox="1"/>
          <p:nvPr/>
        </p:nvSpPr>
        <p:spPr>
          <a:xfrm>
            <a:off x="21372" y="5511652"/>
            <a:ext cx="9079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More than enough opportunities for parallelism, but poor temporal locality  </a:t>
            </a:r>
            <a:r>
              <a:rPr lang="zh-CN" altLang="en-US" sz="2400" dirty="0"/>
              <a:t>远超必要的并行机会，但时间局部性太差</a:t>
            </a:r>
            <a:endParaRPr lang="en-US" altLang="zh-C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24D39-B474-1B39-D729-F9CF56759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91640"/>
            <a:ext cx="3848637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6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  <p:bldP spid="18" grpId="0"/>
      <p:bldP spid="19" grpId="0"/>
      <p:bldP spid="23" grpId="0"/>
      <p:bldP spid="32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50" grpId="0"/>
      <p:bldP spid="52" grpId="0"/>
      <p:bldP spid="5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EAA6-BF1E-421C-0AE3-9B3C68AAF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2C4B-B7E5-A21B-AFA0-D363507D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Trade-off</a:t>
            </a:r>
            <a:r>
              <a:rPr lang="zh-CN" altLang="en-US" dirty="0"/>
              <a:t> </a:t>
            </a:r>
            <a:r>
              <a:rPr lang="en-US" altLang="zh-CN" dirty="0"/>
              <a:t>w/</a:t>
            </a:r>
            <a:r>
              <a:rPr lang="zh-CN" altLang="en-US" dirty="0"/>
              <a:t> </a:t>
            </a:r>
            <a:r>
              <a:rPr lang="en-US" altLang="zh-CN" dirty="0"/>
              <a:t>Tiling</a:t>
            </a:r>
            <a:r>
              <a:rPr lang="zh-CN" altLang="en-US" dirty="0"/>
              <a:t>  以分块权衡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37186FC-96F4-E047-2B4A-1F45546E58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E0C41-D2B3-BF86-BDD3-510BBE2B962A}"/>
              </a:ext>
            </a:extLst>
          </p:cNvPr>
          <p:cNvSpPr txBox="1"/>
          <p:nvPr/>
        </p:nvSpPr>
        <p:spPr>
          <a:xfrm>
            <a:off x="2133600" y="3124200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x[0]</a:t>
            </a:r>
            <a:endParaRPr lang="zh-CN" alt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69468D-E05A-BF09-43F2-33A5C10EBEFE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2571750" y="3581400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3A2794-1CDA-DBBC-59EB-580AE6DBA0C3}"/>
              </a:ext>
            </a:extLst>
          </p:cNvPr>
          <p:cNvCxnSpPr>
            <a:cxnSpLocks/>
          </p:cNvCxnSpPr>
          <p:nvPr/>
        </p:nvCxnSpPr>
        <p:spPr bwMode="auto">
          <a:xfrm>
            <a:off x="2571750" y="38864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401688-11FE-EEA7-9D86-009CE4E02AFD}"/>
              </a:ext>
            </a:extLst>
          </p:cNvPr>
          <p:cNvSpPr txBox="1"/>
          <p:nvPr/>
        </p:nvSpPr>
        <p:spPr>
          <a:xfrm>
            <a:off x="2432958" y="457208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57680-7A54-2D7D-A760-E9C7E6EE7797}"/>
              </a:ext>
            </a:extLst>
          </p:cNvPr>
          <p:cNvCxnSpPr>
            <a:cxnSpLocks/>
          </p:cNvCxnSpPr>
          <p:nvPr/>
        </p:nvCxnSpPr>
        <p:spPr bwMode="auto">
          <a:xfrm>
            <a:off x="2580820" y="4953000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3CB267-460C-54B7-51FC-E6C14FB0FF59}"/>
              </a:ext>
            </a:extLst>
          </p:cNvPr>
          <p:cNvCxnSpPr>
            <a:cxnSpLocks/>
          </p:cNvCxnSpPr>
          <p:nvPr/>
        </p:nvCxnSpPr>
        <p:spPr bwMode="auto">
          <a:xfrm>
            <a:off x="2571749" y="415298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C4FC902-1B76-6CBA-F7BC-9C540032637A}"/>
              </a:ext>
            </a:extLst>
          </p:cNvPr>
          <p:cNvSpPr txBox="1"/>
          <p:nvPr/>
        </p:nvSpPr>
        <p:spPr>
          <a:xfrm>
            <a:off x="-182334" y="3429000"/>
            <a:ext cx="2163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loop: Iterative calculation</a:t>
            </a:r>
          </a:p>
          <a:p>
            <a:pPr algn="ctr"/>
            <a:r>
              <a:rPr lang="zh-CN" altLang="en-US" sz="2400" dirty="0"/>
              <a:t>外重循环：</a:t>
            </a:r>
            <a:br>
              <a:rPr lang="en-US" altLang="zh-CN" sz="2400" dirty="0"/>
            </a:br>
            <a:r>
              <a:rPr lang="zh-CN" altLang="en-US" sz="2400" dirty="0"/>
              <a:t>迭代计算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2AC95A-0D01-ED67-1665-BA2E0060FB84}"/>
                  </a:ext>
                </a:extLst>
              </p:cNvPr>
              <p:cNvSpPr txBox="1"/>
              <p:nvPr/>
            </p:nvSpPr>
            <p:spPr>
              <a:xfrm>
                <a:off x="1719054" y="3352800"/>
                <a:ext cx="438518" cy="1894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2AC95A-0D01-ED67-1665-BA2E0060F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054" y="3352800"/>
                <a:ext cx="438518" cy="1894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AADE2F5-189B-6A55-331B-1B0F2BCBEDCA}"/>
              </a:ext>
            </a:extLst>
          </p:cNvPr>
          <p:cNvSpPr txBox="1"/>
          <p:nvPr/>
        </p:nvSpPr>
        <p:spPr>
          <a:xfrm>
            <a:off x="2824915" y="3124200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x[1]</a:t>
            </a:r>
            <a:endParaRPr lang="zh-CN" alt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34F6CA-7AA9-302C-7A77-28C03B281D62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3263065" y="3581400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C80A75-06E6-60BC-A1DA-FCEB14222CEC}"/>
              </a:ext>
            </a:extLst>
          </p:cNvPr>
          <p:cNvCxnSpPr>
            <a:cxnSpLocks/>
          </p:cNvCxnSpPr>
          <p:nvPr/>
        </p:nvCxnSpPr>
        <p:spPr bwMode="auto">
          <a:xfrm>
            <a:off x="3263065" y="38864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EFB816F-E6E5-E465-152B-1A93F70A42BF}"/>
              </a:ext>
            </a:extLst>
          </p:cNvPr>
          <p:cNvSpPr txBox="1"/>
          <p:nvPr/>
        </p:nvSpPr>
        <p:spPr>
          <a:xfrm>
            <a:off x="3124273" y="457208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687501-132C-7D03-F950-66908FD1A21E}"/>
              </a:ext>
            </a:extLst>
          </p:cNvPr>
          <p:cNvCxnSpPr>
            <a:cxnSpLocks/>
          </p:cNvCxnSpPr>
          <p:nvPr/>
        </p:nvCxnSpPr>
        <p:spPr bwMode="auto">
          <a:xfrm>
            <a:off x="3272135" y="4953000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43720E-10D8-9DB3-1C9F-8A6528680570}"/>
              </a:ext>
            </a:extLst>
          </p:cNvPr>
          <p:cNvCxnSpPr>
            <a:cxnSpLocks/>
          </p:cNvCxnSpPr>
          <p:nvPr/>
        </p:nvCxnSpPr>
        <p:spPr bwMode="auto">
          <a:xfrm>
            <a:off x="3263064" y="415298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79F06A2-A599-F3A7-2870-051BC1922D63}"/>
              </a:ext>
            </a:extLst>
          </p:cNvPr>
          <p:cNvSpPr txBox="1"/>
          <p:nvPr/>
        </p:nvSpPr>
        <p:spPr>
          <a:xfrm>
            <a:off x="1052252" y="1847894"/>
            <a:ext cx="3684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loop: a</a:t>
            </a:r>
            <a:r>
              <a:rPr lang="zh-CN" altLang="en-US" sz="2400" dirty="0"/>
              <a:t> </a:t>
            </a:r>
            <a:r>
              <a:rPr lang="en-US" altLang="zh-CN" sz="2400" dirty="0"/>
              <a:t>tile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2</a:t>
            </a:r>
          </a:p>
          <a:p>
            <a:pPr algn="ctr"/>
            <a:r>
              <a:rPr lang="zh-CN" altLang="en-US" sz="2400" dirty="0"/>
              <a:t>内重循环：大小为</a:t>
            </a:r>
            <a:r>
              <a:rPr lang="en-US" altLang="zh-CN" sz="2400" dirty="0"/>
              <a:t>2</a:t>
            </a:r>
            <a:r>
              <a:rPr lang="zh-CN" altLang="en-US" sz="2400" dirty="0"/>
              <a:t>的块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50BC943-06B9-4181-8786-9EF9B428429C}"/>
                  </a:ext>
                </a:extLst>
              </p:cNvPr>
              <p:cNvSpPr txBox="1"/>
              <p:nvPr/>
            </p:nvSpPr>
            <p:spPr>
              <a:xfrm rot="5400000">
                <a:off x="2685719" y="2455354"/>
                <a:ext cx="417807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50BC943-06B9-4181-8786-9EF9B4284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685719" y="2455354"/>
                <a:ext cx="417807" cy="884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C98180-2B61-FCE2-BA2E-DA1298DF4C2D}"/>
              </a:ext>
            </a:extLst>
          </p:cNvPr>
          <p:cNvSpPr txBox="1"/>
          <p:nvPr/>
        </p:nvSpPr>
        <p:spPr>
          <a:xfrm>
            <a:off x="21372" y="5511652"/>
            <a:ext cx="9079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Excellent temporal locality w/ parallelism degree of 2</a:t>
            </a:r>
          </a:p>
          <a:p>
            <a:pPr algn="ctr"/>
            <a:r>
              <a:rPr lang="zh-CN" altLang="en-US" sz="2400" dirty="0"/>
              <a:t>出色的时间局部性，并行程度为</a:t>
            </a:r>
            <a:r>
              <a:rPr lang="en-US" altLang="zh-CN" sz="2400" dirty="0"/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8F2C3-2192-5B14-810C-CB726E4F66EF}"/>
              </a:ext>
            </a:extLst>
          </p:cNvPr>
          <p:cNvSpPr/>
          <p:nvPr/>
        </p:nvSpPr>
        <p:spPr bwMode="auto">
          <a:xfrm>
            <a:off x="2215213" y="3124200"/>
            <a:ext cx="1370726" cy="437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35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6" grpId="0"/>
      <p:bldP spid="18" grpId="0"/>
      <p:bldP spid="19" grpId="0"/>
      <p:bldP spid="23" grpId="0"/>
      <p:bldP spid="50" grpId="0"/>
      <p:bldP spid="52" grpId="0"/>
      <p:bldP spid="4" grpId="0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E28E-15C5-B736-B5D6-46E1E075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AFCC-D3EC-EB86-870D-632F728E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Trade-off</a:t>
            </a:r>
            <a:r>
              <a:rPr lang="zh-CN" altLang="en-US" dirty="0"/>
              <a:t> </a:t>
            </a:r>
            <a:r>
              <a:rPr lang="en-US" altLang="zh-CN" dirty="0"/>
              <a:t>w/</a:t>
            </a:r>
            <a:r>
              <a:rPr lang="zh-CN" altLang="en-US" dirty="0"/>
              <a:t> </a:t>
            </a:r>
            <a:r>
              <a:rPr lang="en-US" altLang="zh-CN" dirty="0"/>
              <a:t>Tiling</a:t>
            </a:r>
            <a:r>
              <a:rPr lang="zh-CN" altLang="en-US" dirty="0"/>
              <a:t>  以分块权衡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D549CBE-A043-BF28-389F-B6DD92615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0CBA6-1732-2B18-EF1E-FCC8E1222631}"/>
              </a:ext>
            </a:extLst>
          </p:cNvPr>
          <p:cNvSpPr txBox="1"/>
          <p:nvPr/>
        </p:nvSpPr>
        <p:spPr>
          <a:xfrm>
            <a:off x="2133600" y="3124200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x[0]</a:t>
            </a:r>
            <a:endParaRPr lang="zh-CN" altLang="en-US" sz="2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7CC017-B26B-A840-A1C1-483F90AE4041}"/>
              </a:ext>
            </a:extLst>
          </p:cNvPr>
          <p:cNvCxnSpPr>
            <a:cxnSpLocks/>
            <a:stCxn id="3" idx="2"/>
          </p:cNvCxnSpPr>
          <p:nvPr/>
        </p:nvCxnSpPr>
        <p:spPr bwMode="auto">
          <a:xfrm>
            <a:off x="2571750" y="3581400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316812-58C9-8790-0CA3-1A657E2BF566}"/>
              </a:ext>
            </a:extLst>
          </p:cNvPr>
          <p:cNvCxnSpPr>
            <a:cxnSpLocks/>
          </p:cNvCxnSpPr>
          <p:nvPr/>
        </p:nvCxnSpPr>
        <p:spPr bwMode="auto">
          <a:xfrm>
            <a:off x="2571750" y="38864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9ACE61-909D-4444-11F9-E4B844674202}"/>
              </a:ext>
            </a:extLst>
          </p:cNvPr>
          <p:cNvSpPr txBox="1"/>
          <p:nvPr/>
        </p:nvSpPr>
        <p:spPr>
          <a:xfrm>
            <a:off x="2432958" y="457208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5E0ECC-BB92-7B72-3C76-96377EE313F8}"/>
              </a:ext>
            </a:extLst>
          </p:cNvPr>
          <p:cNvCxnSpPr>
            <a:cxnSpLocks/>
          </p:cNvCxnSpPr>
          <p:nvPr/>
        </p:nvCxnSpPr>
        <p:spPr bwMode="auto">
          <a:xfrm>
            <a:off x="2580820" y="4953000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259A23-493C-C4F6-3FE1-508E1FC403F3}"/>
              </a:ext>
            </a:extLst>
          </p:cNvPr>
          <p:cNvCxnSpPr>
            <a:cxnSpLocks/>
          </p:cNvCxnSpPr>
          <p:nvPr/>
        </p:nvCxnSpPr>
        <p:spPr bwMode="auto">
          <a:xfrm>
            <a:off x="2571749" y="415298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7E9E95-59A9-7811-2D01-9106618F902B}"/>
              </a:ext>
            </a:extLst>
          </p:cNvPr>
          <p:cNvSpPr txBox="1"/>
          <p:nvPr/>
        </p:nvSpPr>
        <p:spPr>
          <a:xfrm>
            <a:off x="-182334" y="3429000"/>
            <a:ext cx="2163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loop: Iterative calculation</a:t>
            </a:r>
          </a:p>
          <a:p>
            <a:pPr algn="ctr"/>
            <a:r>
              <a:rPr lang="zh-CN" altLang="en-US" sz="2400" dirty="0"/>
              <a:t>外重循环：</a:t>
            </a:r>
            <a:br>
              <a:rPr lang="en-US" altLang="zh-CN" sz="2400" dirty="0"/>
            </a:br>
            <a:r>
              <a:rPr lang="zh-CN" altLang="en-US" sz="2400" dirty="0"/>
              <a:t>迭代计算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EC5DA1-61AE-9ABB-9D00-1C72756C9EBC}"/>
                  </a:ext>
                </a:extLst>
              </p:cNvPr>
              <p:cNvSpPr txBox="1"/>
              <p:nvPr/>
            </p:nvSpPr>
            <p:spPr>
              <a:xfrm>
                <a:off x="1719054" y="3352800"/>
                <a:ext cx="438518" cy="1894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EC5DA1-61AE-9ABB-9D00-1C72756C9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054" y="3352800"/>
                <a:ext cx="438518" cy="1894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F90B966-2945-6590-45B5-AE6BA2F2CFDD}"/>
              </a:ext>
            </a:extLst>
          </p:cNvPr>
          <p:cNvSpPr txBox="1"/>
          <p:nvPr/>
        </p:nvSpPr>
        <p:spPr>
          <a:xfrm>
            <a:off x="2824915" y="3124200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x[1]</a:t>
            </a:r>
            <a:endParaRPr lang="zh-CN" alt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D0A43F-550B-7264-7CE9-6DA53B1ABFAD}"/>
              </a:ext>
            </a:extLst>
          </p:cNvPr>
          <p:cNvCxnSpPr>
            <a:cxnSpLocks/>
            <a:stCxn id="19" idx="2"/>
          </p:cNvCxnSpPr>
          <p:nvPr/>
        </p:nvCxnSpPr>
        <p:spPr bwMode="auto">
          <a:xfrm>
            <a:off x="3263065" y="3581400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B49790-B2F7-B441-8F74-072399FADCD4}"/>
              </a:ext>
            </a:extLst>
          </p:cNvPr>
          <p:cNvCxnSpPr>
            <a:cxnSpLocks/>
          </p:cNvCxnSpPr>
          <p:nvPr/>
        </p:nvCxnSpPr>
        <p:spPr bwMode="auto">
          <a:xfrm>
            <a:off x="3263065" y="38864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09F16B-153F-D0C0-F94F-CD368E4CA642}"/>
              </a:ext>
            </a:extLst>
          </p:cNvPr>
          <p:cNvSpPr txBox="1"/>
          <p:nvPr/>
        </p:nvSpPr>
        <p:spPr>
          <a:xfrm>
            <a:off x="3124273" y="457208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F0E9D9-EA74-D3B7-5C43-50F9E25926CF}"/>
              </a:ext>
            </a:extLst>
          </p:cNvPr>
          <p:cNvCxnSpPr>
            <a:cxnSpLocks/>
          </p:cNvCxnSpPr>
          <p:nvPr/>
        </p:nvCxnSpPr>
        <p:spPr bwMode="auto">
          <a:xfrm>
            <a:off x="3272135" y="4953000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A11472-FE58-AB68-39B9-D4F66CC883E9}"/>
              </a:ext>
            </a:extLst>
          </p:cNvPr>
          <p:cNvCxnSpPr>
            <a:cxnSpLocks/>
          </p:cNvCxnSpPr>
          <p:nvPr/>
        </p:nvCxnSpPr>
        <p:spPr bwMode="auto">
          <a:xfrm>
            <a:off x="3263064" y="415298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E863237-C9DA-CD2F-7637-80D1E67DB3DF}"/>
              </a:ext>
            </a:extLst>
          </p:cNvPr>
          <p:cNvSpPr txBox="1"/>
          <p:nvPr/>
        </p:nvSpPr>
        <p:spPr>
          <a:xfrm>
            <a:off x="3561966" y="3110863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x[2]</a:t>
            </a:r>
            <a:endParaRPr lang="zh-CN" altLang="en-US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EA1351-FEF8-282A-2F3B-8EE8E1E173D1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>
            <a:off x="4000116" y="3568063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37A86A-31FE-EE9C-D3D1-1C67713FA990}"/>
              </a:ext>
            </a:extLst>
          </p:cNvPr>
          <p:cNvCxnSpPr>
            <a:cxnSpLocks/>
          </p:cNvCxnSpPr>
          <p:nvPr/>
        </p:nvCxnSpPr>
        <p:spPr bwMode="auto">
          <a:xfrm>
            <a:off x="4000116" y="387312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72DC2AD-25F3-DAE6-BF41-DF955BE21DEA}"/>
              </a:ext>
            </a:extLst>
          </p:cNvPr>
          <p:cNvSpPr txBox="1"/>
          <p:nvPr/>
        </p:nvSpPr>
        <p:spPr>
          <a:xfrm>
            <a:off x="3861324" y="455875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AB7FA6-69B8-65BE-3392-6D51B33CC9EF}"/>
              </a:ext>
            </a:extLst>
          </p:cNvPr>
          <p:cNvCxnSpPr>
            <a:cxnSpLocks/>
          </p:cNvCxnSpPr>
          <p:nvPr/>
        </p:nvCxnSpPr>
        <p:spPr bwMode="auto">
          <a:xfrm>
            <a:off x="4009186" y="49396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6CF6C16-5878-C264-B75A-465E161F5E7D}"/>
              </a:ext>
            </a:extLst>
          </p:cNvPr>
          <p:cNvCxnSpPr>
            <a:cxnSpLocks/>
          </p:cNvCxnSpPr>
          <p:nvPr/>
        </p:nvCxnSpPr>
        <p:spPr bwMode="auto">
          <a:xfrm>
            <a:off x="4000115" y="4139651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233833E-1D6E-5240-CF9E-33B0BCABB8F4}"/>
              </a:ext>
            </a:extLst>
          </p:cNvPr>
          <p:cNvSpPr txBox="1"/>
          <p:nvPr/>
        </p:nvSpPr>
        <p:spPr>
          <a:xfrm rot="5400000">
            <a:off x="4942432" y="3285034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02C505-F3FF-3CEE-C1FC-8C6517288551}"/>
              </a:ext>
            </a:extLst>
          </p:cNvPr>
          <p:cNvSpPr txBox="1"/>
          <p:nvPr/>
        </p:nvSpPr>
        <p:spPr>
          <a:xfrm rot="5400000">
            <a:off x="4942433" y="390227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55103E-DD41-ED25-EA72-17042513532D}"/>
              </a:ext>
            </a:extLst>
          </p:cNvPr>
          <p:cNvSpPr txBox="1"/>
          <p:nvPr/>
        </p:nvSpPr>
        <p:spPr>
          <a:xfrm rot="5400000">
            <a:off x="4942432" y="460828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E643B1-181A-BAC9-643E-11132CF84BDE}"/>
              </a:ext>
            </a:extLst>
          </p:cNvPr>
          <p:cNvSpPr txBox="1"/>
          <p:nvPr/>
        </p:nvSpPr>
        <p:spPr>
          <a:xfrm rot="5400000">
            <a:off x="4942432" y="499809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BE2B87-5E6F-273B-354A-887FAEF8D792}"/>
              </a:ext>
            </a:extLst>
          </p:cNvPr>
          <p:cNvSpPr txBox="1"/>
          <p:nvPr/>
        </p:nvSpPr>
        <p:spPr>
          <a:xfrm>
            <a:off x="7143562" y="3119735"/>
            <a:ext cx="21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x[SERIES-1]</a:t>
            </a:r>
            <a:endParaRPr lang="zh-CN" altLang="en-US" sz="2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CE5246-545B-2E22-5328-3F1CE8753D2B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flipH="1">
            <a:off x="8202159" y="3581400"/>
            <a:ext cx="1" cy="300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4612CB6-D86D-69E6-0AD3-BCC2CE961022}"/>
              </a:ext>
            </a:extLst>
          </p:cNvPr>
          <p:cNvCxnSpPr>
            <a:cxnSpLocks/>
          </p:cNvCxnSpPr>
          <p:nvPr/>
        </p:nvCxnSpPr>
        <p:spPr bwMode="auto">
          <a:xfrm>
            <a:off x="8202122" y="388199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03A43CD-5D84-1946-B0D7-4EA7A8F1255E}"/>
              </a:ext>
            </a:extLst>
          </p:cNvPr>
          <p:cNvSpPr txBox="1"/>
          <p:nvPr/>
        </p:nvSpPr>
        <p:spPr>
          <a:xfrm>
            <a:off x="8063330" y="4567622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1DBF28-3A1E-FA6F-FC74-D5144C1A5A9C}"/>
              </a:ext>
            </a:extLst>
          </p:cNvPr>
          <p:cNvCxnSpPr>
            <a:cxnSpLocks/>
          </p:cNvCxnSpPr>
          <p:nvPr/>
        </p:nvCxnSpPr>
        <p:spPr bwMode="auto">
          <a:xfrm>
            <a:off x="8211192" y="4948535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AFE02B-AAE9-A714-901C-1A718EBE14F7}"/>
              </a:ext>
            </a:extLst>
          </p:cNvPr>
          <p:cNvCxnSpPr>
            <a:cxnSpLocks/>
          </p:cNvCxnSpPr>
          <p:nvPr/>
        </p:nvCxnSpPr>
        <p:spPr bwMode="auto">
          <a:xfrm>
            <a:off x="8202121" y="414852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E56008B-D5FE-7333-F4C7-8E381D2D4A4A}"/>
              </a:ext>
            </a:extLst>
          </p:cNvPr>
          <p:cNvSpPr txBox="1"/>
          <p:nvPr/>
        </p:nvSpPr>
        <p:spPr>
          <a:xfrm>
            <a:off x="3407432" y="1728776"/>
            <a:ext cx="36847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3rd loop over tiles</a:t>
            </a:r>
          </a:p>
          <a:p>
            <a:pPr algn="ctr"/>
            <a:r>
              <a:rPr lang="zh-CN" altLang="en-US" sz="2400" dirty="0"/>
              <a:t>第三循环遍历各分块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A3AF64-98D1-5A07-10DC-DCEA2A1F52C0}"/>
                  </a:ext>
                </a:extLst>
              </p:cNvPr>
              <p:cNvSpPr txBox="1"/>
              <p:nvPr/>
            </p:nvSpPr>
            <p:spPr>
              <a:xfrm rot="5400000">
                <a:off x="4906190" y="476866"/>
                <a:ext cx="438518" cy="46010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A3AF64-98D1-5A07-10DC-DCEA2A1F5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06190" y="476866"/>
                <a:ext cx="438518" cy="46010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47640E6-3F28-CEBC-EBC4-DA130DE4F032}"/>
              </a:ext>
            </a:extLst>
          </p:cNvPr>
          <p:cNvSpPr txBox="1"/>
          <p:nvPr/>
        </p:nvSpPr>
        <p:spPr>
          <a:xfrm>
            <a:off x="4233221" y="3110863"/>
            <a:ext cx="8763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x[3]</a:t>
            </a:r>
            <a:endParaRPr lang="zh-CN" altLang="en-US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ED1665-E592-BB93-7207-676CC294EE79}"/>
              </a:ext>
            </a:extLst>
          </p:cNvPr>
          <p:cNvCxnSpPr>
            <a:cxnSpLocks/>
            <a:stCxn id="4" idx="2"/>
          </p:cNvCxnSpPr>
          <p:nvPr/>
        </p:nvCxnSpPr>
        <p:spPr bwMode="auto">
          <a:xfrm>
            <a:off x="4671371" y="3568063"/>
            <a:ext cx="0" cy="285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9884D3-3A92-7A95-E3F6-9C0DEDFC0C9F}"/>
              </a:ext>
            </a:extLst>
          </p:cNvPr>
          <p:cNvCxnSpPr>
            <a:cxnSpLocks/>
          </p:cNvCxnSpPr>
          <p:nvPr/>
        </p:nvCxnSpPr>
        <p:spPr bwMode="auto">
          <a:xfrm>
            <a:off x="4671371" y="3873126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E72F3B0-0F27-60A6-223F-A6551B88945C}"/>
              </a:ext>
            </a:extLst>
          </p:cNvPr>
          <p:cNvSpPr txBox="1"/>
          <p:nvPr/>
        </p:nvSpPr>
        <p:spPr>
          <a:xfrm>
            <a:off x="4532579" y="455875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0D4CB6-77CA-9D2D-0CBF-9BFA4DCAC8AA}"/>
              </a:ext>
            </a:extLst>
          </p:cNvPr>
          <p:cNvCxnSpPr>
            <a:cxnSpLocks/>
          </p:cNvCxnSpPr>
          <p:nvPr/>
        </p:nvCxnSpPr>
        <p:spPr bwMode="auto">
          <a:xfrm>
            <a:off x="4680441" y="49396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387261-08FB-9B30-7C79-F3E45D4017F4}"/>
              </a:ext>
            </a:extLst>
          </p:cNvPr>
          <p:cNvCxnSpPr>
            <a:cxnSpLocks/>
          </p:cNvCxnSpPr>
          <p:nvPr/>
        </p:nvCxnSpPr>
        <p:spPr bwMode="auto">
          <a:xfrm>
            <a:off x="4671370" y="4139651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6488F7-E7AC-F7BC-EEDD-CEC4DD6794EE}"/>
              </a:ext>
            </a:extLst>
          </p:cNvPr>
          <p:cNvSpPr txBox="1"/>
          <p:nvPr/>
        </p:nvSpPr>
        <p:spPr>
          <a:xfrm>
            <a:off x="5240646" y="3124200"/>
            <a:ext cx="2117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x[SERIES-2]</a:t>
            </a:r>
            <a:endParaRPr lang="zh-CN" altLang="en-US" sz="2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0F32FB-EEEB-83EF-791E-5E9C51249F0A}"/>
              </a:ext>
            </a:extLst>
          </p:cNvPr>
          <p:cNvCxnSpPr>
            <a:cxnSpLocks/>
            <a:stCxn id="30" idx="2"/>
          </p:cNvCxnSpPr>
          <p:nvPr/>
        </p:nvCxnSpPr>
        <p:spPr bwMode="auto">
          <a:xfrm flipH="1">
            <a:off x="6299243" y="3585865"/>
            <a:ext cx="1" cy="3005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FF75D42-85B7-7C01-30D4-51D60F0BD6A1}"/>
              </a:ext>
            </a:extLst>
          </p:cNvPr>
          <p:cNvCxnSpPr>
            <a:cxnSpLocks/>
          </p:cNvCxnSpPr>
          <p:nvPr/>
        </p:nvCxnSpPr>
        <p:spPr bwMode="auto">
          <a:xfrm>
            <a:off x="6299206" y="3886463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5260063-0AA6-58FB-79B6-F0A65B0C7F9E}"/>
              </a:ext>
            </a:extLst>
          </p:cNvPr>
          <p:cNvSpPr txBox="1"/>
          <p:nvPr/>
        </p:nvSpPr>
        <p:spPr>
          <a:xfrm>
            <a:off x="6160414" y="457208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711EA0C-ADC4-B0F8-BBB7-68B49302C047}"/>
              </a:ext>
            </a:extLst>
          </p:cNvPr>
          <p:cNvCxnSpPr>
            <a:cxnSpLocks/>
          </p:cNvCxnSpPr>
          <p:nvPr/>
        </p:nvCxnSpPr>
        <p:spPr bwMode="auto">
          <a:xfrm>
            <a:off x="6308276" y="4953000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CF18EA-6727-F1C9-51AE-1EBD5D84B469}"/>
              </a:ext>
            </a:extLst>
          </p:cNvPr>
          <p:cNvCxnSpPr>
            <a:cxnSpLocks/>
          </p:cNvCxnSpPr>
          <p:nvPr/>
        </p:nvCxnSpPr>
        <p:spPr bwMode="auto">
          <a:xfrm>
            <a:off x="6299205" y="4152988"/>
            <a:ext cx="0" cy="2665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2A0FC7-F7F7-3BE2-BBF8-3F870CFE93FD}"/>
              </a:ext>
            </a:extLst>
          </p:cNvPr>
          <p:cNvSpPr/>
          <p:nvPr/>
        </p:nvSpPr>
        <p:spPr bwMode="auto">
          <a:xfrm>
            <a:off x="2215213" y="3124200"/>
            <a:ext cx="1370726" cy="437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328AE0-1463-1384-6A8D-04E98E970BB0}"/>
              </a:ext>
            </a:extLst>
          </p:cNvPr>
          <p:cNvSpPr/>
          <p:nvPr/>
        </p:nvSpPr>
        <p:spPr bwMode="auto">
          <a:xfrm>
            <a:off x="3648155" y="3110863"/>
            <a:ext cx="1370726" cy="437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E667C9-DF5F-14C9-FC84-4828ABEFE3AD}"/>
              </a:ext>
            </a:extLst>
          </p:cNvPr>
          <p:cNvSpPr/>
          <p:nvPr/>
        </p:nvSpPr>
        <p:spPr bwMode="auto">
          <a:xfrm>
            <a:off x="5268476" y="3109957"/>
            <a:ext cx="3875524" cy="4360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46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5" grpId="0"/>
      <p:bldP spid="52" grpId="0"/>
      <p:bldP spid="30" grpId="0"/>
      <p:bldP spid="49" grpId="0"/>
      <p:bldP spid="5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CB8C-079F-33F6-C0F2-51C176389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5F85-49DC-7D1F-2B58-3F4A32A4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5.2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5.2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F1100-E85B-3BAE-8A54-21222FFCC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4AA117-E6A5-A868-21D1-6AE64598DA0D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Feigenbaum bifurcation calculation w/ tiling</a:t>
            </a:r>
          </a:p>
          <a:p>
            <a:pPr algn="ctr"/>
            <a:r>
              <a:rPr lang="zh-CN" altLang="en-US" sz="2200" dirty="0"/>
              <a:t>实践时刻：费根鲍姆分岔的分块计算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75A7B8-7853-CFFB-2879-33CF5C700DEB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the perf. change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the number of tiles?</a:t>
            </a:r>
          </a:p>
          <a:p>
            <a:pPr algn="ctr"/>
            <a:r>
              <a:rPr lang="zh-CN" altLang="en-US" sz="2200" dirty="0"/>
              <a:t>随着分块数量的改变，性能如何变化？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8D90A-B451-3DA1-0678-F7E4EB24F0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1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D896-6C29-E20A-58A1-A244F036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EA15-DB46-312B-45E2-753BC720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Nearest Neighbor Classification</a:t>
            </a:r>
            <a:r>
              <a:rPr lang="zh-CN" altLang="en-US" dirty="0"/>
              <a:t>  最近邻分类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87D25CD-71BC-745F-3147-488D36EBE5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144F36-4534-398E-3474-021B96D5C801}"/>
              </a:ext>
            </a:extLst>
          </p:cNvPr>
          <p:cNvSpPr txBox="1"/>
          <p:nvPr/>
        </p:nvSpPr>
        <p:spPr>
          <a:xfrm>
            <a:off x="0" y="2365548"/>
            <a:ext cx="215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sample</a:t>
            </a:r>
          </a:p>
          <a:p>
            <a:pPr algn="ctr"/>
            <a:r>
              <a:rPr lang="zh-CN" altLang="en-US" sz="2400" dirty="0"/>
              <a:t>测试数据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C287E5-D0D0-DB05-7E8B-97590C957CEC}"/>
              </a:ext>
            </a:extLst>
          </p:cNvPr>
          <p:cNvSpPr txBox="1"/>
          <p:nvPr/>
        </p:nvSpPr>
        <p:spPr>
          <a:xfrm>
            <a:off x="838200" y="1534551"/>
            <a:ext cx="241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</a:t>
            </a:r>
          </a:p>
          <a:p>
            <a:pPr algn="ctr"/>
            <a:r>
              <a:rPr lang="zh-CN" altLang="en-US" sz="2400" dirty="0"/>
              <a:t>训练数据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7B949E-B9C6-2B22-E079-2D914DE83DAC}"/>
              </a:ext>
            </a:extLst>
          </p:cNvPr>
          <p:cNvSpPr txBox="1"/>
          <p:nvPr/>
        </p:nvSpPr>
        <p:spPr>
          <a:xfrm>
            <a:off x="1485900" y="29673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CD64CE-7DE3-5B20-CFCB-129A3CB33AED}"/>
              </a:ext>
            </a:extLst>
          </p:cNvPr>
          <p:cNvSpPr txBox="1"/>
          <p:nvPr/>
        </p:nvSpPr>
        <p:spPr>
          <a:xfrm>
            <a:off x="21717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3CB917-B0DB-7047-3A4C-5A37E59FBE8B}"/>
                  </a:ext>
                </a:extLst>
              </p:cNvPr>
              <p:cNvSpPr txBox="1"/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3CB917-B0DB-7047-3A4C-5A37E59FB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0F96DF3-19EC-85FB-043F-801AE3BAEF5C}"/>
              </a:ext>
            </a:extLst>
          </p:cNvPr>
          <p:cNvSpPr txBox="1"/>
          <p:nvPr/>
        </p:nvSpPr>
        <p:spPr>
          <a:xfrm>
            <a:off x="2743200" y="4361882"/>
            <a:ext cx="48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Distance calculated, nearest neighbor checked &amp; updated </a:t>
            </a:r>
          </a:p>
          <a:p>
            <a:pPr algn="ctr"/>
            <a:r>
              <a:rPr lang="zh-CN" altLang="en-US" sz="2400" dirty="0"/>
              <a:t>计算了距离，检查并更新了最近邻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F01EFB6-419F-D347-E188-DC01E148B710}"/>
              </a:ext>
            </a:extLst>
          </p:cNvPr>
          <p:cNvCxnSpPr>
            <a:stCxn id="29" idx="0"/>
            <a:endCxn id="28" idx="3"/>
          </p:cNvCxnSpPr>
          <p:nvPr/>
        </p:nvCxnSpPr>
        <p:spPr bwMode="auto">
          <a:xfrm flipH="1" flipV="1">
            <a:off x="2625207" y="3196545"/>
            <a:ext cx="2518293" cy="1165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1658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0" grpId="0"/>
      <p:bldP spid="22" grpId="0"/>
      <p:bldP spid="27" grpId="0"/>
      <p:bldP spid="28" grpId="0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C838C-CB10-E185-84DD-E63661B4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A38F-7E8A-3684-0655-5C658993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Nearest Neighbor Classification</a:t>
            </a:r>
            <a:r>
              <a:rPr lang="zh-CN" altLang="en-US" dirty="0"/>
              <a:t>  最近邻分类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AA8AE0D-B6DD-238B-65A4-4E63BC6296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F4621-792F-9F2A-CFBB-85F039F7AD4B}"/>
              </a:ext>
            </a:extLst>
          </p:cNvPr>
          <p:cNvSpPr txBox="1"/>
          <p:nvPr/>
        </p:nvSpPr>
        <p:spPr>
          <a:xfrm>
            <a:off x="0" y="2365548"/>
            <a:ext cx="215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sample</a:t>
            </a:r>
          </a:p>
          <a:p>
            <a:pPr algn="ctr"/>
            <a:r>
              <a:rPr lang="zh-CN" altLang="en-US" sz="2400" dirty="0"/>
              <a:t>测试数据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D27FD4-9B45-67EC-752E-F31012AA2695}"/>
              </a:ext>
            </a:extLst>
          </p:cNvPr>
          <p:cNvSpPr txBox="1"/>
          <p:nvPr/>
        </p:nvSpPr>
        <p:spPr>
          <a:xfrm>
            <a:off x="838200" y="1534551"/>
            <a:ext cx="241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</a:t>
            </a:r>
          </a:p>
          <a:p>
            <a:pPr algn="ctr"/>
            <a:r>
              <a:rPr lang="zh-CN" altLang="en-US" sz="2400" dirty="0"/>
              <a:t>训练数据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4D1ADF-1422-A37B-4722-795C07D7836F}"/>
              </a:ext>
            </a:extLst>
          </p:cNvPr>
          <p:cNvSpPr txBox="1"/>
          <p:nvPr/>
        </p:nvSpPr>
        <p:spPr>
          <a:xfrm>
            <a:off x="1485900" y="29673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35CCD4-EFEB-B58F-57C5-BB3E51686A37}"/>
              </a:ext>
            </a:extLst>
          </p:cNvPr>
          <p:cNvSpPr txBox="1"/>
          <p:nvPr/>
        </p:nvSpPr>
        <p:spPr>
          <a:xfrm>
            <a:off x="21717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D84712-79FB-8393-6C96-1C8EDB22789D}"/>
                  </a:ext>
                </a:extLst>
              </p:cNvPr>
              <p:cNvSpPr txBox="1"/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DD84712-79FB-8393-6C96-1C8EDB227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4500C32-4652-B402-684D-85F055FE69CA}"/>
              </a:ext>
            </a:extLst>
          </p:cNvPr>
          <p:cNvSpPr txBox="1"/>
          <p:nvPr/>
        </p:nvSpPr>
        <p:spPr>
          <a:xfrm>
            <a:off x="2625207" y="246092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1CEE6E-410D-2D50-6ACB-9C32543F14FE}"/>
                  </a:ext>
                </a:extLst>
              </p:cNvPr>
              <p:cNvSpPr txBox="1"/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1CEE6E-410D-2D50-6ACB-9C32543F1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3EC03FE-AEEE-71A5-7A27-50FF1677F013}"/>
              </a:ext>
            </a:extLst>
          </p:cNvPr>
          <p:cNvSpPr txBox="1"/>
          <p:nvPr/>
        </p:nvSpPr>
        <p:spPr>
          <a:xfrm>
            <a:off x="3091414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C55502-76E0-6B64-B7FE-BD3D10D6E8B5}"/>
                  </a:ext>
                </a:extLst>
              </p:cNvPr>
              <p:cNvSpPr txBox="1"/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C55502-76E0-6B64-B7FE-BD3D10D6E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636F1DD-7BCC-DA98-9614-F7C9E5CA7872}"/>
              </a:ext>
            </a:extLst>
          </p:cNvPr>
          <p:cNvSpPr txBox="1"/>
          <p:nvPr/>
        </p:nvSpPr>
        <p:spPr>
          <a:xfrm rot="5400000">
            <a:off x="5398399" y="2638214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F1CA0-3354-A7DB-0785-5453276F2961}"/>
              </a:ext>
            </a:extLst>
          </p:cNvPr>
          <p:cNvSpPr txBox="1"/>
          <p:nvPr/>
        </p:nvSpPr>
        <p:spPr>
          <a:xfrm rot="5400000">
            <a:off x="5398399" y="313195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55CEFD-DD09-58EC-D76E-E780930568E5}"/>
              </a:ext>
            </a:extLst>
          </p:cNvPr>
          <p:cNvSpPr txBox="1"/>
          <p:nvPr/>
        </p:nvSpPr>
        <p:spPr>
          <a:xfrm>
            <a:off x="79248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6AFD56-FE79-38C6-17F8-7C60D22AC948}"/>
                  </a:ext>
                </a:extLst>
              </p:cNvPr>
              <p:cNvSpPr txBox="1"/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6AFD56-FE79-38C6-17F8-7C60D22AC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95F04E-3ABC-07B3-F541-E672340E79AA}"/>
              </a:ext>
            </a:extLst>
          </p:cNvPr>
          <p:cNvCxnSpPr>
            <a:cxnSpLocks/>
          </p:cNvCxnSpPr>
          <p:nvPr/>
        </p:nvCxnSpPr>
        <p:spPr bwMode="auto">
          <a:xfrm>
            <a:off x="2403993" y="3505617"/>
            <a:ext cx="597431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A40EBFA-9314-1844-F7B9-F49F2937CDB5}"/>
              </a:ext>
            </a:extLst>
          </p:cNvPr>
          <p:cNvSpPr txBox="1"/>
          <p:nvPr/>
        </p:nvSpPr>
        <p:spPr>
          <a:xfrm>
            <a:off x="3058628" y="3583857"/>
            <a:ext cx="490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Loop over all the training data</a:t>
            </a:r>
          </a:p>
          <a:p>
            <a:pPr algn="ctr"/>
            <a:r>
              <a:rPr lang="zh-CN" altLang="en-US" sz="2400" dirty="0"/>
              <a:t>循环遍历所有训练数据</a:t>
            </a:r>
          </a:p>
        </p:txBody>
      </p:sp>
    </p:spTree>
    <p:extLst>
      <p:ext uri="{BB962C8B-B14F-4D97-AF65-F5344CB8AC3E}">
        <p14:creationId xmlns:p14="http://schemas.microsoft.com/office/powerpoint/2010/main" val="20682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/>
      <p:bldP spid="18" grpId="0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F9AED-1071-E4A6-57B7-6A4E9FB3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1ECD-A499-987E-8F37-2CAF01B9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Nearest Neighbor Classification</a:t>
            </a:r>
            <a:r>
              <a:rPr lang="zh-CN" altLang="en-US" dirty="0"/>
              <a:t>  最近邻分类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BFB7BC2-E373-DE7F-6D82-63CAD7B8EF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D9918-177B-F3E7-ADA8-23B445CB020D}"/>
              </a:ext>
            </a:extLst>
          </p:cNvPr>
          <p:cNvSpPr txBox="1"/>
          <p:nvPr/>
        </p:nvSpPr>
        <p:spPr>
          <a:xfrm>
            <a:off x="0" y="2365548"/>
            <a:ext cx="215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sample</a:t>
            </a:r>
          </a:p>
          <a:p>
            <a:pPr algn="ctr"/>
            <a:r>
              <a:rPr lang="zh-CN" altLang="en-US" sz="2400" dirty="0"/>
              <a:t>测试数据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932E1D-CB4E-6129-4570-60DB1199F7B8}"/>
              </a:ext>
            </a:extLst>
          </p:cNvPr>
          <p:cNvSpPr txBox="1"/>
          <p:nvPr/>
        </p:nvSpPr>
        <p:spPr>
          <a:xfrm>
            <a:off x="838200" y="1534551"/>
            <a:ext cx="241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</a:t>
            </a:r>
          </a:p>
          <a:p>
            <a:pPr algn="ctr"/>
            <a:r>
              <a:rPr lang="zh-CN" altLang="en-US" sz="2400" dirty="0"/>
              <a:t>训练数据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1C1393-443F-B163-A497-D63CD2815D82}"/>
              </a:ext>
            </a:extLst>
          </p:cNvPr>
          <p:cNvSpPr txBox="1"/>
          <p:nvPr/>
        </p:nvSpPr>
        <p:spPr>
          <a:xfrm>
            <a:off x="1485900" y="29673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424500-EB93-A6D0-4F51-E7119A1C046C}"/>
              </a:ext>
            </a:extLst>
          </p:cNvPr>
          <p:cNvSpPr txBox="1"/>
          <p:nvPr/>
        </p:nvSpPr>
        <p:spPr>
          <a:xfrm>
            <a:off x="21717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39E86F-4055-04DC-A31D-714A808CC7E1}"/>
                  </a:ext>
                </a:extLst>
              </p:cNvPr>
              <p:cNvSpPr txBox="1"/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39E86F-4055-04DC-A31D-714A808CC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2852927-4116-1BEA-45D5-2FF954F46D47}"/>
              </a:ext>
            </a:extLst>
          </p:cNvPr>
          <p:cNvSpPr txBox="1"/>
          <p:nvPr/>
        </p:nvSpPr>
        <p:spPr>
          <a:xfrm>
            <a:off x="2625207" y="246092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9D1B8-8EEA-D89C-387C-617B0BB7CCA3}"/>
                  </a:ext>
                </a:extLst>
              </p:cNvPr>
              <p:cNvSpPr txBox="1"/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9D1B8-8EEA-D89C-387C-617B0BB7C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1BAB76-78EA-BC56-7ED6-693807ACB0DF}"/>
              </a:ext>
            </a:extLst>
          </p:cNvPr>
          <p:cNvSpPr txBox="1"/>
          <p:nvPr/>
        </p:nvSpPr>
        <p:spPr>
          <a:xfrm>
            <a:off x="3091414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486C0D-77B0-278A-DC41-88ED45C599B3}"/>
                  </a:ext>
                </a:extLst>
              </p:cNvPr>
              <p:cNvSpPr txBox="1"/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486C0D-77B0-278A-DC41-88ED45C5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671F97F-C6C8-E521-7F49-F395A87C59F6}"/>
              </a:ext>
            </a:extLst>
          </p:cNvPr>
          <p:cNvSpPr txBox="1"/>
          <p:nvPr/>
        </p:nvSpPr>
        <p:spPr>
          <a:xfrm rot="5400000">
            <a:off x="5398399" y="2638214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305B89-CE56-5C7D-383F-48657E916059}"/>
              </a:ext>
            </a:extLst>
          </p:cNvPr>
          <p:cNvSpPr txBox="1"/>
          <p:nvPr/>
        </p:nvSpPr>
        <p:spPr>
          <a:xfrm rot="5400000">
            <a:off x="5398399" y="313195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02F77-9D8E-20C8-A32A-3ADCA25BFEEC}"/>
              </a:ext>
            </a:extLst>
          </p:cNvPr>
          <p:cNvSpPr txBox="1"/>
          <p:nvPr/>
        </p:nvSpPr>
        <p:spPr>
          <a:xfrm>
            <a:off x="79248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F46540-78A0-5403-AEEA-0724C1ADE6AD}"/>
                  </a:ext>
                </a:extLst>
              </p:cNvPr>
              <p:cNvSpPr txBox="1"/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F46540-78A0-5403-AEEA-0724C1AD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D60D63-1528-DB3A-25A6-0AECBC5F1798}"/>
              </a:ext>
            </a:extLst>
          </p:cNvPr>
          <p:cNvCxnSpPr>
            <a:cxnSpLocks/>
          </p:cNvCxnSpPr>
          <p:nvPr/>
        </p:nvCxnSpPr>
        <p:spPr bwMode="auto">
          <a:xfrm>
            <a:off x="2403993" y="4005663"/>
            <a:ext cx="597431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1AC6AD-1B89-8745-5DBB-30624CAFD672}"/>
              </a:ext>
            </a:extLst>
          </p:cNvPr>
          <p:cNvSpPr txBox="1"/>
          <p:nvPr/>
        </p:nvSpPr>
        <p:spPr>
          <a:xfrm>
            <a:off x="3058628" y="4083903"/>
            <a:ext cx="490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Loop over all the training data</a:t>
            </a:r>
          </a:p>
          <a:p>
            <a:pPr algn="ctr"/>
            <a:r>
              <a:rPr lang="zh-CN" altLang="en-US" sz="2400" dirty="0"/>
              <a:t>循环遍历所有训练数据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BFFEE-D952-6E42-C125-0EF1E2232DBB}"/>
              </a:ext>
            </a:extLst>
          </p:cNvPr>
          <p:cNvSpPr txBox="1"/>
          <p:nvPr/>
        </p:nvSpPr>
        <p:spPr>
          <a:xfrm>
            <a:off x="1485900" y="33528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9F75FD-515F-8B9C-D65C-42C26D6CC5EE}"/>
                  </a:ext>
                </a:extLst>
              </p:cNvPr>
              <p:cNvSpPr txBox="1"/>
              <p:nvPr/>
            </p:nvSpPr>
            <p:spPr>
              <a:xfrm>
                <a:off x="2413000" y="34918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9F75FD-515F-8B9C-D65C-42C26D6CC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3491805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2B99A6-26CE-2747-795E-51E330C7843B}"/>
                  </a:ext>
                </a:extLst>
              </p:cNvPr>
              <p:cNvSpPr txBox="1"/>
              <p:nvPr/>
            </p:nvSpPr>
            <p:spPr>
              <a:xfrm>
                <a:off x="2866507" y="34918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2B99A6-26CE-2747-795E-51E330C7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507" y="3491805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716606-4B7D-BB0D-BF5B-78228E2D5052}"/>
                  </a:ext>
                </a:extLst>
              </p:cNvPr>
              <p:cNvSpPr txBox="1"/>
              <p:nvPr/>
            </p:nvSpPr>
            <p:spPr>
              <a:xfrm>
                <a:off x="3332714" y="34880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8716606-4B7D-BB0D-BF5B-78228E2D5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714" y="3488035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50B98B4-2ADB-4CF3-56B1-B0158B1FA224}"/>
              </a:ext>
            </a:extLst>
          </p:cNvPr>
          <p:cNvSpPr txBox="1"/>
          <p:nvPr/>
        </p:nvSpPr>
        <p:spPr>
          <a:xfrm rot="5400000">
            <a:off x="5407406" y="35760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D28E49-EBFB-4560-AA98-AB74049A5DF5}"/>
                  </a:ext>
                </a:extLst>
              </p:cNvPr>
              <p:cNvSpPr txBox="1"/>
              <p:nvPr/>
            </p:nvSpPr>
            <p:spPr>
              <a:xfrm>
                <a:off x="8166100" y="34880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D28E49-EBFB-4560-AA98-AB74049A5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00" y="3488035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6CEBD9E-BE00-AE0E-E317-8161C9F55BE6}"/>
              </a:ext>
            </a:extLst>
          </p:cNvPr>
          <p:cNvSpPr txBox="1"/>
          <p:nvPr/>
        </p:nvSpPr>
        <p:spPr>
          <a:xfrm>
            <a:off x="745607" y="5036403"/>
            <a:ext cx="7661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Larger training data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altLang="zh-CN" sz="2400" dirty="0"/>
              <a:t> poorer temporal locality </a:t>
            </a:r>
          </a:p>
          <a:p>
            <a:pPr algn="ctr"/>
            <a:r>
              <a:rPr lang="zh-CN" altLang="en-US" sz="2400" dirty="0"/>
              <a:t>训练数据越大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zh-CN" altLang="en-US" sz="2400" dirty="0"/>
              <a:t> 时间局部性越差</a:t>
            </a:r>
          </a:p>
        </p:txBody>
      </p:sp>
    </p:spTree>
    <p:extLst>
      <p:ext uri="{BB962C8B-B14F-4D97-AF65-F5344CB8AC3E}">
        <p14:creationId xmlns:p14="http://schemas.microsoft.com/office/powerpoint/2010/main" val="38676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9" grpId="0"/>
      <p:bldP spid="31" grpId="0"/>
      <p:bldP spid="33" grpId="0"/>
      <p:bldP spid="35" grpId="0"/>
      <p:bldP spid="37" grpId="0"/>
      <p:bldP spid="3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204A-DECC-430F-7413-698FC822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B7B75-BD3B-1357-A185-8450F3E6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Nearest Neighbor Classification</a:t>
            </a:r>
            <a:r>
              <a:rPr lang="zh-CN" altLang="en-US" dirty="0"/>
              <a:t>  最近邻分类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E0DA340-A2CA-2197-E8BB-52C0F0C5DC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CA6B38-FE1E-146D-C754-2CE5B87DA25F}"/>
              </a:ext>
            </a:extLst>
          </p:cNvPr>
          <p:cNvSpPr txBox="1"/>
          <p:nvPr/>
        </p:nvSpPr>
        <p:spPr>
          <a:xfrm>
            <a:off x="0" y="2365548"/>
            <a:ext cx="215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sample</a:t>
            </a:r>
          </a:p>
          <a:p>
            <a:pPr algn="ctr"/>
            <a:r>
              <a:rPr lang="zh-CN" altLang="en-US" sz="2400" dirty="0"/>
              <a:t>测试数据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AB41F5-459C-24AC-FDAF-484545812F85}"/>
              </a:ext>
            </a:extLst>
          </p:cNvPr>
          <p:cNvSpPr txBox="1"/>
          <p:nvPr/>
        </p:nvSpPr>
        <p:spPr>
          <a:xfrm>
            <a:off x="838200" y="1534551"/>
            <a:ext cx="241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</a:t>
            </a:r>
          </a:p>
          <a:p>
            <a:pPr algn="ctr"/>
            <a:r>
              <a:rPr lang="zh-CN" altLang="en-US" sz="2400" dirty="0"/>
              <a:t>训练数据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33361-5A13-967D-94B0-27D1647C3E98}"/>
              </a:ext>
            </a:extLst>
          </p:cNvPr>
          <p:cNvSpPr txBox="1"/>
          <p:nvPr/>
        </p:nvSpPr>
        <p:spPr>
          <a:xfrm>
            <a:off x="1485900" y="29673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375816-9439-3D0C-F47F-2F4AC371BB43}"/>
              </a:ext>
            </a:extLst>
          </p:cNvPr>
          <p:cNvSpPr txBox="1"/>
          <p:nvPr/>
        </p:nvSpPr>
        <p:spPr>
          <a:xfrm>
            <a:off x="21717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6FCBB8-BA23-B825-8262-C45FF4FA1519}"/>
                  </a:ext>
                </a:extLst>
              </p:cNvPr>
              <p:cNvSpPr txBox="1"/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6FCBB8-BA23-B825-8262-C45FF4FA1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993" y="3047722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E98C9F1-3C66-42BE-9A2C-40E434FB21E8}"/>
              </a:ext>
            </a:extLst>
          </p:cNvPr>
          <p:cNvSpPr txBox="1"/>
          <p:nvPr/>
        </p:nvSpPr>
        <p:spPr>
          <a:xfrm>
            <a:off x="2625207" y="246092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565C3F-CDF5-5440-ED9B-69E93186669B}"/>
                  </a:ext>
                </a:extLst>
              </p:cNvPr>
              <p:cNvSpPr txBox="1"/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565C3F-CDF5-5440-ED9B-69E93186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0" y="3047722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14AB1A9-77C8-396B-D328-845B9E9D02AF}"/>
              </a:ext>
            </a:extLst>
          </p:cNvPr>
          <p:cNvSpPr txBox="1"/>
          <p:nvPr/>
        </p:nvSpPr>
        <p:spPr>
          <a:xfrm>
            <a:off x="3091414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2E8DF0-4B14-8182-C086-1335B7FF96DD}"/>
                  </a:ext>
                </a:extLst>
              </p:cNvPr>
              <p:cNvSpPr txBox="1"/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2E8DF0-4B14-8182-C086-1335B7FF9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707" y="3043952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6ACD483-42D0-F2C1-B39D-E52FB746CC34}"/>
              </a:ext>
            </a:extLst>
          </p:cNvPr>
          <p:cNvSpPr txBox="1"/>
          <p:nvPr/>
        </p:nvSpPr>
        <p:spPr>
          <a:xfrm rot="5400000">
            <a:off x="5398399" y="2638214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10AA10-C27A-BD26-BF60-3ABE3E9EA13E}"/>
              </a:ext>
            </a:extLst>
          </p:cNvPr>
          <p:cNvSpPr txBox="1"/>
          <p:nvPr/>
        </p:nvSpPr>
        <p:spPr>
          <a:xfrm rot="5400000">
            <a:off x="5398399" y="313195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5E866-B934-EA82-AEA4-8E5B18B185DE}"/>
              </a:ext>
            </a:extLst>
          </p:cNvPr>
          <p:cNvSpPr txBox="1"/>
          <p:nvPr/>
        </p:nvSpPr>
        <p:spPr>
          <a:xfrm>
            <a:off x="7924800" y="245715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N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5B196-1B93-95AD-EAD0-B1C0B3B8A7EE}"/>
                  </a:ext>
                </a:extLst>
              </p:cNvPr>
              <p:cNvSpPr txBox="1"/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D5B196-1B93-95AD-EAD0-B1C0B3B8A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093" y="3043952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1CB07B4-42A8-776A-238D-533BA932EAA6}"/>
              </a:ext>
            </a:extLst>
          </p:cNvPr>
          <p:cNvSpPr txBox="1"/>
          <p:nvPr/>
        </p:nvSpPr>
        <p:spPr>
          <a:xfrm>
            <a:off x="1485900" y="33528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6A6FBD-29E4-3FBA-A7F7-ECF453944AB2}"/>
                  </a:ext>
                </a:extLst>
              </p:cNvPr>
              <p:cNvSpPr txBox="1"/>
              <p:nvPr/>
            </p:nvSpPr>
            <p:spPr>
              <a:xfrm>
                <a:off x="2413000" y="34918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6A6FBD-29E4-3FBA-A7F7-ECF453944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0" y="3491805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91F4AB-8ED8-1361-9CA8-8733A1C809CD}"/>
                  </a:ext>
                </a:extLst>
              </p:cNvPr>
              <p:cNvSpPr txBox="1"/>
              <p:nvPr/>
            </p:nvSpPr>
            <p:spPr>
              <a:xfrm>
                <a:off x="2866507" y="34918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091F4AB-8ED8-1361-9CA8-8733A1C80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507" y="3491805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EBF81C-6051-C094-1D4C-CA82AC07D64E}"/>
                  </a:ext>
                </a:extLst>
              </p:cNvPr>
              <p:cNvSpPr txBox="1"/>
              <p:nvPr/>
            </p:nvSpPr>
            <p:spPr>
              <a:xfrm>
                <a:off x="3332714" y="34880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4EBF81C-6051-C094-1D4C-CA82AC07D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714" y="3488035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D391E75E-2BCC-4229-B1FB-6A26CA71D0F0}"/>
              </a:ext>
            </a:extLst>
          </p:cNvPr>
          <p:cNvSpPr txBox="1"/>
          <p:nvPr/>
        </p:nvSpPr>
        <p:spPr>
          <a:xfrm rot="5400000">
            <a:off x="5407406" y="35760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40B18-A976-38B2-6525-4EC55CBC0836}"/>
                  </a:ext>
                </a:extLst>
              </p:cNvPr>
              <p:cNvSpPr txBox="1"/>
              <p:nvPr/>
            </p:nvSpPr>
            <p:spPr>
              <a:xfrm>
                <a:off x="8166100" y="34880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40B18-A976-38B2-6525-4EC55CBC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00" y="3488035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B69BC71-D692-9370-5A47-F7953793C232}"/>
              </a:ext>
            </a:extLst>
          </p:cNvPr>
          <p:cNvSpPr txBox="1"/>
          <p:nvPr/>
        </p:nvSpPr>
        <p:spPr>
          <a:xfrm>
            <a:off x="1493286" y="3822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601E4A-5391-4A73-F506-8AAFEA94B923}"/>
                  </a:ext>
                </a:extLst>
              </p:cNvPr>
              <p:cNvSpPr txBox="1"/>
              <p:nvPr/>
            </p:nvSpPr>
            <p:spPr>
              <a:xfrm>
                <a:off x="2420386" y="39236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601E4A-5391-4A73-F506-8AAFEA94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386" y="3923605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945E2E-69E4-4F90-983F-F5F319C61B44}"/>
                  </a:ext>
                </a:extLst>
              </p:cNvPr>
              <p:cNvSpPr txBox="1"/>
              <p:nvPr/>
            </p:nvSpPr>
            <p:spPr>
              <a:xfrm>
                <a:off x="2873893" y="392360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945E2E-69E4-4F90-983F-F5F319C61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893" y="3923605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72F3A3-E6CA-B3FC-6B3F-ECA406F01968}"/>
                  </a:ext>
                </a:extLst>
              </p:cNvPr>
              <p:cNvSpPr txBox="1"/>
              <p:nvPr/>
            </p:nvSpPr>
            <p:spPr>
              <a:xfrm>
                <a:off x="3340100" y="39198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72F3A3-E6CA-B3FC-6B3F-ECA406F01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100" y="3919835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2A79B6E-0701-8CB7-FC45-4305B18D02C9}"/>
              </a:ext>
            </a:extLst>
          </p:cNvPr>
          <p:cNvSpPr txBox="1"/>
          <p:nvPr/>
        </p:nvSpPr>
        <p:spPr>
          <a:xfrm rot="5400000">
            <a:off x="5414792" y="40078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759623-E685-465C-0D70-C35119BABC92}"/>
                  </a:ext>
                </a:extLst>
              </p:cNvPr>
              <p:cNvSpPr txBox="1"/>
              <p:nvPr/>
            </p:nvSpPr>
            <p:spPr>
              <a:xfrm>
                <a:off x="8173486" y="39198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759623-E685-465C-0D70-C35119BAB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486" y="3919835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72E485A-3242-2A35-4A0A-DF97D356B0DC}"/>
              </a:ext>
            </a:extLst>
          </p:cNvPr>
          <p:cNvSpPr txBox="1"/>
          <p:nvPr/>
        </p:nvSpPr>
        <p:spPr>
          <a:xfrm>
            <a:off x="1697335" y="4357462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B51300-7BB5-18E6-5ED8-2EA37FA5C58E}"/>
              </a:ext>
            </a:extLst>
          </p:cNvPr>
          <p:cNvSpPr txBox="1"/>
          <p:nvPr/>
        </p:nvSpPr>
        <p:spPr>
          <a:xfrm>
            <a:off x="2394374" y="4357462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75F8E5-4369-C01B-BC32-63FBB10568A4}"/>
              </a:ext>
            </a:extLst>
          </p:cNvPr>
          <p:cNvSpPr txBox="1"/>
          <p:nvPr/>
        </p:nvSpPr>
        <p:spPr>
          <a:xfrm>
            <a:off x="2847881" y="4357462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B0E224-BCAC-11E1-C891-0956170883E2}"/>
              </a:ext>
            </a:extLst>
          </p:cNvPr>
          <p:cNvSpPr txBox="1"/>
          <p:nvPr/>
        </p:nvSpPr>
        <p:spPr>
          <a:xfrm>
            <a:off x="3292381" y="4360593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9CACFA-E72C-A49B-09C4-1DBAEEE7838E}"/>
              </a:ext>
            </a:extLst>
          </p:cNvPr>
          <p:cNvSpPr txBox="1"/>
          <p:nvPr/>
        </p:nvSpPr>
        <p:spPr>
          <a:xfrm>
            <a:off x="8147474" y="438152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C22630-0B9C-873A-772D-0E372B19A738}"/>
              </a:ext>
            </a:extLst>
          </p:cNvPr>
          <p:cNvSpPr txBox="1"/>
          <p:nvPr/>
        </p:nvSpPr>
        <p:spPr>
          <a:xfrm>
            <a:off x="5502793" y="434340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BD8E81-FC55-7100-A317-68231C15D6C6}"/>
              </a:ext>
            </a:extLst>
          </p:cNvPr>
          <p:cNvSpPr txBox="1"/>
          <p:nvPr/>
        </p:nvSpPr>
        <p:spPr>
          <a:xfrm>
            <a:off x="381730" y="4808077"/>
            <a:ext cx="8380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 not fit to LLC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altLang="zh-CN" sz="2400" dirty="0"/>
              <a:t> classifying each sample needs reading the full training data from memory</a:t>
            </a:r>
          </a:p>
          <a:p>
            <a:pPr algn="ctr"/>
            <a:r>
              <a:rPr lang="zh-CN" altLang="en-US" sz="2400" dirty="0"/>
              <a:t>训练数据不能放进末级缓存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zh-CN" altLang="en-US" sz="2400" dirty="0"/>
              <a:t> 分类每一条数据</a:t>
            </a:r>
            <a:endParaRPr lang="en-US" altLang="zh-CN" sz="2400" dirty="0"/>
          </a:p>
          <a:p>
            <a:pPr algn="ctr"/>
            <a:r>
              <a:rPr lang="zh-CN" altLang="en-US" sz="2400" dirty="0"/>
              <a:t>都需要把所有的训练数据从内存中读出来</a:t>
            </a:r>
          </a:p>
        </p:txBody>
      </p:sp>
    </p:spTree>
    <p:extLst>
      <p:ext uri="{BB962C8B-B14F-4D97-AF65-F5344CB8AC3E}">
        <p14:creationId xmlns:p14="http://schemas.microsoft.com/office/powerpoint/2010/main" val="271222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9" grpId="0"/>
      <p:bldP spid="24" grpId="0"/>
      <p:bldP spid="32" grpId="0"/>
      <p:bldP spid="48" grpId="0"/>
      <p:bldP spid="49" grpId="0"/>
      <p:bldP spid="51" grpId="0"/>
      <p:bldP spid="52" grpId="0"/>
      <p:bldP spid="53" grpId="0"/>
      <p:bldP spid="54" grpId="0"/>
      <p:bldP spid="5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C7D8-6818-84FA-1DC2-C8D1FA6F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DEC0-E3EC-980D-F0AD-9025F054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0F97D6C-6D33-E2C4-4923-264A326C74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C3AD1-5590-1049-F749-6334EB38AAEB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174FFA-2DC1-1C7A-B80F-A221E733FDCE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0A996-7F41-27F8-13D4-1D171CD2DC2D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8F5BE-12C1-FC55-0CA4-CFA5605075A1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360B3-5FAA-48D9-EB3A-4D240B045D54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F76CC0-6BD2-0D0F-566F-076749937DE1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58E000-7F68-4971-1397-1C14D7CFAA3B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D3C602-33BF-899D-B6DE-974573BC617B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5A364D8-2203-A84E-ACE3-5066C6D6BE6D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EE287E-AB1A-6C22-9E1B-1E5AE41151A2}"/>
              </a:ext>
            </a:extLst>
          </p:cNvPr>
          <p:cNvSpPr txBox="1"/>
          <p:nvPr/>
        </p:nvSpPr>
        <p:spPr>
          <a:xfrm>
            <a:off x="1984312" y="4161474"/>
            <a:ext cx="3047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tile size 4</a:t>
            </a:r>
          </a:p>
          <a:p>
            <a:pPr algn="ctr"/>
            <a:r>
              <a:rPr lang="zh-CN" altLang="en-US" sz="2400" dirty="0"/>
              <a:t>训练分块大小</a:t>
            </a:r>
            <a:r>
              <a:rPr lang="en-US" altLang="zh-CN" sz="2400" dirty="0"/>
              <a:t>4</a:t>
            </a:r>
            <a:endParaRPr lang="zh-CN" altLang="en-US" sz="24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0369086-9962-6186-E141-B3CDC3953C03}"/>
              </a:ext>
            </a:extLst>
          </p:cNvPr>
          <p:cNvCxnSpPr>
            <a:stCxn id="61" idx="0"/>
            <a:endCxn id="60" idx="2"/>
          </p:cNvCxnSpPr>
          <p:nvPr/>
        </p:nvCxnSpPr>
        <p:spPr bwMode="auto">
          <a:xfrm flipH="1" flipV="1">
            <a:off x="2155525" y="2231061"/>
            <a:ext cx="1352422" cy="19304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0652A3C-147E-232C-CA06-FE14AF3F193B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F94F5-9647-0D76-F9F8-65AAFA49E101}"/>
              </a:ext>
            </a:extLst>
          </p:cNvPr>
          <p:cNvSpPr txBox="1"/>
          <p:nvPr/>
        </p:nvSpPr>
        <p:spPr>
          <a:xfrm>
            <a:off x="685800" y="5255737"/>
            <a:ext cx="3047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tile size 4</a:t>
            </a:r>
          </a:p>
          <a:p>
            <a:pPr algn="ctr"/>
            <a:r>
              <a:rPr lang="zh-CN" altLang="en-US" sz="2400" dirty="0"/>
              <a:t>测试分块大小</a:t>
            </a:r>
            <a:r>
              <a:rPr lang="en-US" altLang="zh-CN" sz="2400" dirty="0"/>
              <a:t>4</a:t>
            </a:r>
            <a:endParaRPr lang="zh-CN" alt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70AB67-E05E-5DD1-A7A4-ABF48D012B27}"/>
              </a:ext>
            </a:extLst>
          </p:cNvPr>
          <p:cNvCxnSpPr>
            <a:cxnSpLocks/>
            <a:stCxn id="9" idx="0"/>
            <a:endCxn id="4" idx="3"/>
          </p:cNvCxnSpPr>
          <p:nvPr/>
        </p:nvCxnSpPr>
        <p:spPr bwMode="auto">
          <a:xfrm flipH="1" flipV="1">
            <a:off x="819625" y="3971718"/>
            <a:ext cx="1389810" cy="12840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9C694BD-C0AC-E6EE-1778-CD191F7D5B70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B95D8C-48C0-F3B3-4B71-1A41FB5D9565}"/>
              </a:ext>
            </a:extLst>
          </p:cNvPr>
          <p:cNvSpPr txBox="1"/>
          <p:nvPr/>
        </p:nvSpPr>
        <p:spPr>
          <a:xfrm>
            <a:off x="4088736" y="2519741"/>
            <a:ext cx="3378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Combined to a compute tile size 4x4</a:t>
            </a:r>
          </a:p>
          <a:p>
            <a:pPr algn="ctr"/>
            <a:r>
              <a:rPr lang="zh-CN" altLang="en-US" sz="2400" dirty="0"/>
              <a:t>组合计算分块大小</a:t>
            </a:r>
            <a:r>
              <a:rPr lang="en-US" altLang="zh-CN" sz="2400" dirty="0"/>
              <a:t>4x4</a:t>
            </a:r>
            <a:endParaRPr lang="zh-CN" altLang="en-US" sz="2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C655319-58AB-6534-0502-66549D6AC165}"/>
              </a:ext>
            </a:extLst>
          </p:cNvPr>
          <p:cNvCxnSpPr>
            <a:cxnSpLocks/>
            <a:stCxn id="25" idx="1"/>
            <a:endCxn id="23" idx="0"/>
          </p:cNvCxnSpPr>
          <p:nvPr/>
        </p:nvCxnSpPr>
        <p:spPr bwMode="auto">
          <a:xfrm flipH="1">
            <a:off x="2971799" y="3119906"/>
            <a:ext cx="1116937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3462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1" grpId="1"/>
      <p:bldP spid="4" grpId="0" animBg="1"/>
      <p:bldP spid="9" grpId="0"/>
      <p:bldP spid="9" grpId="1"/>
      <p:bldP spid="23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984F-89DB-D335-54AE-683988DF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8C21-6208-38AF-1EC8-6BCA0027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EE47805-A439-E709-37CC-803BCE851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09454-97AE-1A56-E5AA-EBBC60B21F41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A0F867-0A90-434E-D43C-50111E105756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7EA17E-3B24-5D31-AA58-7F08C5DE42D9}"/>
                  </a:ext>
                </a:extLst>
              </p:cNvPr>
              <p:cNvSpPr txBox="1"/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7EA17E-3B24-5D31-AA58-7F08C5DE4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BF177B3-73B2-0438-40E5-E5D8D3A346FA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D7E24-35E0-B14E-CD0E-34C15B8FEE9D}"/>
                  </a:ext>
                </a:extLst>
              </p:cNvPr>
              <p:cNvSpPr txBox="1"/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D7E24-35E0-B14E-CD0E-34C15B8FE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5A9B87D-983F-0301-8424-8F8BC778E311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ED31B0-150F-7B7C-35ED-D9E61270251D}"/>
                  </a:ext>
                </a:extLst>
              </p:cNvPr>
              <p:cNvSpPr txBox="1"/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ED31B0-150F-7B7C-35ED-D9E61270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3C73D5C-2556-CAB9-AEC8-078F281F5929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1D184-6E9E-B38B-270F-8049357CD964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9D570E-FB06-F97E-EDFE-D03B9F58A320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8F3A02-2019-05ED-4358-14476ED979F3}"/>
                  </a:ext>
                </a:extLst>
              </p:cNvPr>
              <p:cNvSpPr txBox="1"/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8F3A02-2019-05ED-4358-14476ED9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BE15CC0B-1A2E-773B-9CA5-7185A67D5A13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952980C-52DB-DA13-E60A-AA7BD9254A8C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24024-3BE4-2B35-E2BF-C5880DB0F801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B2FE66-6583-4072-A997-17372D803B09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813B87-12EB-C2E3-FAFD-F4B2F1718DAE}"/>
              </a:ext>
            </a:extLst>
          </p:cNvPr>
          <p:cNvCxnSpPr>
            <a:cxnSpLocks/>
          </p:cNvCxnSpPr>
          <p:nvPr/>
        </p:nvCxnSpPr>
        <p:spPr bwMode="auto">
          <a:xfrm>
            <a:off x="1391686" y="2780409"/>
            <a:ext cx="15256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30983B1-4031-9383-9931-D9A6A79708D0}"/>
              </a:ext>
            </a:extLst>
          </p:cNvPr>
          <p:cNvSpPr txBox="1"/>
          <p:nvPr/>
        </p:nvSpPr>
        <p:spPr>
          <a:xfrm>
            <a:off x="1156770" y="2991458"/>
            <a:ext cx="2081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Small loop inside a tile</a:t>
            </a:r>
          </a:p>
          <a:p>
            <a:pPr algn="ctr"/>
            <a:r>
              <a:rPr lang="zh-CN" altLang="en-US" sz="2400" dirty="0"/>
              <a:t>块内小循环</a:t>
            </a:r>
          </a:p>
        </p:txBody>
      </p:sp>
    </p:spTree>
    <p:extLst>
      <p:ext uri="{BB962C8B-B14F-4D97-AF65-F5344CB8AC3E}">
        <p14:creationId xmlns:p14="http://schemas.microsoft.com/office/powerpoint/2010/main" val="223117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36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7766-2D0D-24F5-3572-355496C9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DEE7-B5CE-C00B-4F02-83D9F6B8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9597AC8-36AD-CFE5-ADDC-3AB30A115E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3E71B2-1830-7E35-6EAA-2EBFE946FCF2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F8C1B0-4449-9B4B-87A5-2C875C4D1C7C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8BFB62-B549-087B-6466-86D3CE86C276}"/>
                  </a:ext>
                </a:extLst>
              </p:cNvPr>
              <p:cNvSpPr txBox="1"/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8BFB62-B549-087B-6466-86D3CE86C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6F86004-7C72-E55F-9C10-FEAEFE3D7DBA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A0760-F3C8-1DA9-5B84-FAE1C88E4CAC}"/>
                  </a:ext>
                </a:extLst>
              </p:cNvPr>
              <p:cNvSpPr txBox="1"/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A0760-F3C8-1DA9-5B84-FAE1C88E4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67DDFC8-915A-B90E-E0D3-BB1BCB993F9E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09C5B4-8578-4ED8-AF9E-CB75AFEA2295}"/>
                  </a:ext>
                </a:extLst>
              </p:cNvPr>
              <p:cNvSpPr txBox="1"/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09C5B4-8578-4ED8-AF9E-CB75AFEA2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E00E3C1-E8EF-483D-9059-20DDFDFDE975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962D84-974F-0E95-840D-8E7AE3D16A57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F5E2B4-9A70-FBE7-5842-02B36360AC3E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CE2B7D-40F4-1A77-FDD6-1D8EF673CA76}"/>
                  </a:ext>
                </a:extLst>
              </p:cNvPr>
              <p:cNvSpPr txBox="1"/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CE2B7D-40F4-1A77-FDD6-1D8EF673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2934DAB-D549-0CB2-04E1-96052541A9E6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F1515DC-63D1-03F5-DAF1-6C0A7F4AC9B2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E1837-6E23-E1AA-522C-66100E80C01F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C5955-69AC-CF1F-FAE6-147D691F9C88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A496A6-3F17-D003-3A8B-EA6EB90AAF29}"/>
              </a:ext>
            </a:extLst>
          </p:cNvPr>
          <p:cNvCxnSpPr>
            <a:cxnSpLocks/>
          </p:cNvCxnSpPr>
          <p:nvPr/>
        </p:nvCxnSpPr>
        <p:spPr bwMode="auto">
          <a:xfrm>
            <a:off x="3149600" y="2653564"/>
            <a:ext cx="0" cy="1034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6233DD-F991-9BA0-2F24-EA70E71C20E3}"/>
              </a:ext>
            </a:extLst>
          </p:cNvPr>
          <p:cNvSpPr txBox="1"/>
          <p:nvPr/>
        </p:nvSpPr>
        <p:spPr>
          <a:xfrm>
            <a:off x="3251996" y="2487989"/>
            <a:ext cx="2081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Another loop inside a tile</a:t>
            </a:r>
          </a:p>
          <a:p>
            <a:pPr algn="ctr"/>
            <a:r>
              <a:rPr lang="zh-CN" altLang="en-US" sz="2400" dirty="0"/>
              <a:t>块内又一循环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DE0CC-F61F-2010-3AEA-2F08C47BD635}"/>
                  </a:ext>
                </a:extLst>
              </p:cNvPr>
              <p:cNvSpPr txBox="1"/>
              <p:nvPr/>
            </p:nvSpPr>
            <p:spPr>
              <a:xfrm>
                <a:off x="1371600" y="273765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DE0CC-F61F-2010-3AEA-2F08C47BD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737654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CD68FF-642F-9D60-A1BE-FBC52C83F18E}"/>
                  </a:ext>
                </a:extLst>
              </p:cNvPr>
              <p:cNvSpPr txBox="1"/>
              <p:nvPr/>
            </p:nvSpPr>
            <p:spPr>
              <a:xfrm>
                <a:off x="1825107" y="273765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CD68FF-642F-9D60-A1BE-FBC52C83F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107" y="2737654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8BC0FB-476B-5F96-1AE5-944FB5841BD1}"/>
                  </a:ext>
                </a:extLst>
              </p:cNvPr>
              <p:cNvSpPr txBox="1"/>
              <p:nvPr/>
            </p:nvSpPr>
            <p:spPr>
              <a:xfrm>
                <a:off x="2291314" y="273388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8BC0FB-476B-5F96-1AE5-944FB5841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314" y="2733884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54506B-5535-70C9-CCD8-9F93D5BF5FC6}"/>
                  </a:ext>
                </a:extLst>
              </p:cNvPr>
              <p:cNvSpPr txBox="1"/>
              <p:nvPr/>
            </p:nvSpPr>
            <p:spPr>
              <a:xfrm>
                <a:off x="2692400" y="273388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54506B-5535-70C9-CCD8-9F93D5BF5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400" y="2733884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D8FDC7-0D68-5AF6-C3D2-386674F4F18E}"/>
                  </a:ext>
                </a:extLst>
              </p:cNvPr>
              <p:cNvSpPr txBox="1"/>
              <p:nvPr/>
            </p:nvSpPr>
            <p:spPr>
              <a:xfrm>
                <a:off x="1378986" y="320671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D8FDC7-0D68-5AF6-C3D2-386674F4F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986" y="3206710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9AB879-20B1-9A09-F43F-1B545112A432}"/>
                  </a:ext>
                </a:extLst>
              </p:cNvPr>
              <p:cNvSpPr txBox="1"/>
              <p:nvPr/>
            </p:nvSpPr>
            <p:spPr>
              <a:xfrm>
                <a:off x="1817253" y="320671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9AB879-20B1-9A09-F43F-1B545112A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253" y="3206710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D55E93-74F7-4DFF-EE1A-B8CFC065A488}"/>
                  </a:ext>
                </a:extLst>
              </p:cNvPr>
              <p:cNvSpPr txBox="1"/>
              <p:nvPr/>
            </p:nvSpPr>
            <p:spPr>
              <a:xfrm>
                <a:off x="2283460" y="32029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D55E93-74F7-4DFF-EE1A-B8CFC065A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460" y="3202940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18631-10DC-F756-F0DA-899A1749E26B}"/>
                  </a:ext>
                </a:extLst>
              </p:cNvPr>
              <p:cNvSpPr txBox="1"/>
              <p:nvPr/>
            </p:nvSpPr>
            <p:spPr>
              <a:xfrm>
                <a:off x="2684546" y="32029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18631-10DC-F756-F0DA-899A1749E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546" y="3202940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A6CD2D-5588-99FE-14B8-FBE227FE6840}"/>
                  </a:ext>
                </a:extLst>
              </p:cNvPr>
              <p:cNvSpPr txBox="1"/>
              <p:nvPr/>
            </p:nvSpPr>
            <p:spPr>
              <a:xfrm>
                <a:off x="1368826" y="36613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A6CD2D-5588-99FE-14B8-FBE227FE6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26" y="366137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51BE27-028D-CF5A-7318-EFE42B9BFBC0}"/>
                  </a:ext>
                </a:extLst>
              </p:cNvPr>
              <p:cNvSpPr txBox="1"/>
              <p:nvPr/>
            </p:nvSpPr>
            <p:spPr>
              <a:xfrm>
                <a:off x="1807093" y="36613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51BE27-028D-CF5A-7318-EFE42B9BF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093" y="366137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C80B69-F7EF-3096-279B-06130BF9FDE1}"/>
                  </a:ext>
                </a:extLst>
              </p:cNvPr>
              <p:cNvSpPr txBox="1"/>
              <p:nvPr/>
            </p:nvSpPr>
            <p:spPr>
              <a:xfrm>
                <a:off x="2273300" y="36576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C80B69-F7EF-3096-279B-06130BF9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00" y="365760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77A892-FCEF-D024-EEB6-42D3E7F150F1}"/>
                  </a:ext>
                </a:extLst>
              </p:cNvPr>
              <p:cNvSpPr txBox="1"/>
              <p:nvPr/>
            </p:nvSpPr>
            <p:spPr>
              <a:xfrm>
                <a:off x="2674386" y="36576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77A892-FCEF-D024-EEB6-42D3E7F15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386" y="365760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FA09DC38-5D2D-6585-AC2E-24E37DB03C5E}"/>
              </a:ext>
            </a:extLst>
          </p:cNvPr>
          <p:cNvSpPr txBox="1"/>
          <p:nvPr/>
        </p:nvSpPr>
        <p:spPr>
          <a:xfrm>
            <a:off x="1066802" y="4247810"/>
            <a:ext cx="5714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Inner doubled loops for a compute tile </a:t>
            </a:r>
          </a:p>
          <a:p>
            <a:pPr algn="ctr"/>
            <a:r>
              <a:rPr lang="zh-CN" altLang="en-US" sz="2400" dirty="0"/>
              <a:t>内双重循环计算分块</a:t>
            </a:r>
          </a:p>
        </p:txBody>
      </p:sp>
    </p:spTree>
    <p:extLst>
      <p:ext uri="{BB962C8B-B14F-4D97-AF65-F5344CB8AC3E}">
        <p14:creationId xmlns:p14="http://schemas.microsoft.com/office/powerpoint/2010/main" val="11747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29" grpId="0"/>
      <p:bldP spid="32" grpId="0"/>
      <p:bldP spid="34" grpId="0"/>
      <p:bldP spid="35" grpId="0"/>
      <p:bldP spid="37" grpId="0"/>
      <p:bldP spid="38" grpId="0"/>
      <p:bldP spid="39" grpId="0"/>
      <p:bldP spid="4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CD0D-47E0-08DA-7A08-73AB38BA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AF18-5C64-0F5A-605B-028362CB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EF01571-9A31-EC2F-7EE3-D5DDB62BCB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3D1101-35E6-B674-E8C8-A99A2990DAD8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502508-1280-C87C-BB15-D8B4B27D7AA2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9D5FA1-7C73-2C90-FA8E-00820321AF34}"/>
                  </a:ext>
                </a:extLst>
              </p:cNvPr>
              <p:cNvSpPr txBox="1"/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B9D5FA1-7C73-2C90-FA8E-00820321A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EE19CA-0EAE-6F99-C4C0-ADD4C1171B48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165E8-ED4D-3204-6EAC-EB6524473D6E}"/>
                  </a:ext>
                </a:extLst>
              </p:cNvPr>
              <p:cNvSpPr txBox="1"/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165E8-ED4D-3204-6EAC-EB6524473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6EDEF65-EE8B-1846-621F-EA7251E5A7C8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E12D0B-0DDA-6967-1624-D3543432F429}"/>
                  </a:ext>
                </a:extLst>
              </p:cNvPr>
              <p:cNvSpPr txBox="1"/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E12D0B-0DDA-6967-1624-D3543432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D389DB3-2E8B-295C-A259-35F19003CA9B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04BAE-20C4-83BB-762B-6E95CC7B5B63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8B1EC0-4A19-D074-C432-1B57416D506C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3A8D3C-F8D3-E233-F2EF-42DBC11885C0}"/>
                  </a:ext>
                </a:extLst>
              </p:cNvPr>
              <p:cNvSpPr txBox="1"/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3A8D3C-F8D3-E233-F2EF-42DBC1188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3AC952F-17D1-2AB0-99DD-392742BEA152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EDF234-0264-93A0-34DB-28C81B526FB1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ECE83-A44E-EF27-AFF0-247CCF090291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B94CC-4F6E-A35B-8CF7-D9A42290C3E4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485503-A60B-1758-E257-E284C430599B}"/>
              </a:ext>
            </a:extLst>
          </p:cNvPr>
          <p:cNvCxnSpPr>
            <a:cxnSpLocks/>
          </p:cNvCxnSpPr>
          <p:nvPr/>
        </p:nvCxnSpPr>
        <p:spPr bwMode="auto">
          <a:xfrm>
            <a:off x="3149600" y="2653564"/>
            <a:ext cx="0" cy="1034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F03574-F231-82BD-E7D4-EBD0BDC27ACD}"/>
              </a:ext>
            </a:extLst>
          </p:cNvPr>
          <p:cNvSpPr txBox="1"/>
          <p:nvPr/>
        </p:nvSpPr>
        <p:spPr>
          <a:xfrm>
            <a:off x="3251996" y="2487989"/>
            <a:ext cx="2081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Another loop inside a tile</a:t>
            </a:r>
          </a:p>
          <a:p>
            <a:pPr algn="ctr"/>
            <a:r>
              <a:rPr lang="zh-CN" altLang="en-US" sz="2400" dirty="0"/>
              <a:t>块内又一循环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8C0AA6-B659-5105-9D52-FF7D489091E3}"/>
                  </a:ext>
                </a:extLst>
              </p:cNvPr>
              <p:cNvSpPr txBox="1"/>
              <p:nvPr/>
            </p:nvSpPr>
            <p:spPr>
              <a:xfrm>
                <a:off x="1371600" y="273765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8C0AA6-B659-5105-9D52-FF7D48909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737654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C8BF1B-95A0-90A0-5974-FA76181FE87C}"/>
                  </a:ext>
                </a:extLst>
              </p:cNvPr>
              <p:cNvSpPr txBox="1"/>
              <p:nvPr/>
            </p:nvSpPr>
            <p:spPr>
              <a:xfrm>
                <a:off x="1825107" y="273765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C8BF1B-95A0-90A0-5974-FA76181FE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107" y="2737654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220D7C-5F1B-AB6D-2754-7116B52EB0FC}"/>
                  </a:ext>
                </a:extLst>
              </p:cNvPr>
              <p:cNvSpPr txBox="1"/>
              <p:nvPr/>
            </p:nvSpPr>
            <p:spPr>
              <a:xfrm>
                <a:off x="2291314" y="273388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220D7C-5F1B-AB6D-2754-7116B52E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314" y="2733884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46F7C1-4C8D-7549-F09E-43FCE9E4683B}"/>
                  </a:ext>
                </a:extLst>
              </p:cNvPr>
              <p:cNvSpPr txBox="1"/>
              <p:nvPr/>
            </p:nvSpPr>
            <p:spPr>
              <a:xfrm>
                <a:off x="2692400" y="273388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46F7C1-4C8D-7549-F09E-43FCE9E46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400" y="2733884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F9DD58-8F97-7FFD-F1B0-1A686E534373}"/>
                  </a:ext>
                </a:extLst>
              </p:cNvPr>
              <p:cNvSpPr txBox="1"/>
              <p:nvPr/>
            </p:nvSpPr>
            <p:spPr>
              <a:xfrm>
                <a:off x="1378986" y="320671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F9DD58-8F97-7FFD-F1B0-1A686E534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986" y="3206710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457A9C-A9B7-0630-5524-DD59A06E44CE}"/>
                  </a:ext>
                </a:extLst>
              </p:cNvPr>
              <p:cNvSpPr txBox="1"/>
              <p:nvPr/>
            </p:nvSpPr>
            <p:spPr>
              <a:xfrm>
                <a:off x="1817253" y="320671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1457A9C-A9B7-0630-5524-DD59A06E4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253" y="3206710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C9C113-E3DE-F1FE-48A2-00FC73B565F0}"/>
                  </a:ext>
                </a:extLst>
              </p:cNvPr>
              <p:cNvSpPr txBox="1"/>
              <p:nvPr/>
            </p:nvSpPr>
            <p:spPr>
              <a:xfrm>
                <a:off x="2283460" y="32029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C9C113-E3DE-F1FE-48A2-00FC73B56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460" y="3202940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FAF0D1-9C63-A769-D33B-48805F526F5C}"/>
                  </a:ext>
                </a:extLst>
              </p:cNvPr>
              <p:cNvSpPr txBox="1"/>
              <p:nvPr/>
            </p:nvSpPr>
            <p:spPr>
              <a:xfrm>
                <a:off x="2684546" y="32029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FAF0D1-9C63-A769-D33B-48805F526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546" y="3202940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B8DC095-CAE7-453C-F648-4E50C45D2DBE}"/>
                  </a:ext>
                </a:extLst>
              </p:cNvPr>
              <p:cNvSpPr txBox="1"/>
              <p:nvPr/>
            </p:nvSpPr>
            <p:spPr>
              <a:xfrm>
                <a:off x="1368826" y="36613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B8DC095-CAE7-453C-F648-4E50C45D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26" y="366137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E5D73DE-AD59-6709-CE39-18BF8F499890}"/>
                  </a:ext>
                </a:extLst>
              </p:cNvPr>
              <p:cNvSpPr txBox="1"/>
              <p:nvPr/>
            </p:nvSpPr>
            <p:spPr>
              <a:xfrm>
                <a:off x="1807093" y="36613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E5D73DE-AD59-6709-CE39-18BF8F499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093" y="366137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42707D-1D80-37E9-417F-2A098E46D49E}"/>
                  </a:ext>
                </a:extLst>
              </p:cNvPr>
              <p:cNvSpPr txBox="1"/>
              <p:nvPr/>
            </p:nvSpPr>
            <p:spPr>
              <a:xfrm>
                <a:off x="2273300" y="36576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42707D-1D80-37E9-417F-2A098E46D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00" y="365760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10CB93-4A23-3490-3DE1-18187FF3CA05}"/>
                  </a:ext>
                </a:extLst>
              </p:cNvPr>
              <p:cNvSpPr txBox="1"/>
              <p:nvPr/>
            </p:nvSpPr>
            <p:spPr>
              <a:xfrm>
                <a:off x="2674386" y="36576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10CB93-4A23-3490-3DE1-18187FF3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386" y="365760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AF4D4A13-83B1-1E35-1646-6B5F058132F1}"/>
              </a:ext>
            </a:extLst>
          </p:cNvPr>
          <p:cNvSpPr txBox="1"/>
          <p:nvPr/>
        </p:nvSpPr>
        <p:spPr>
          <a:xfrm>
            <a:off x="1066801" y="4243506"/>
            <a:ext cx="5410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Perfect temporal locality for A~D, excellent temporal locality for 1~4</a:t>
            </a:r>
          </a:p>
          <a:p>
            <a:pPr algn="ctr"/>
            <a:r>
              <a:rPr lang="en-US" altLang="zh-CN" sz="2400" dirty="0"/>
              <a:t>A~D</a:t>
            </a:r>
            <a:r>
              <a:rPr lang="zh-CN" altLang="en-US" sz="2400" dirty="0"/>
              <a:t>的时间局部性完美</a:t>
            </a:r>
            <a:endParaRPr lang="en-US" altLang="zh-CN" sz="2400" dirty="0"/>
          </a:p>
          <a:p>
            <a:pPr algn="ctr"/>
            <a:r>
              <a:rPr lang="en-US" altLang="zh-CN" sz="2400" dirty="0"/>
              <a:t>1~4</a:t>
            </a:r>
            <a:r>
              <a:rPr lang="zh-CN" altLang="en-US" sz="2400" dirty="0"/>
              <a:t>的时间局部性出色</a:t>
            </a:r>
          </a:p>
        </p:txBody>
      </p:sp>
    </p:spTree>
    <p:extLst>
      <p:ext uri="{BB962C8B-B14F-4D97-AF65-F5344CB8AC3E}">
        <p14:creationId xmlns:p14="http://schemas.microsoft.com/office/powerpoint/2010/main" val="29087380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2D6E-25E6-346C-91D7-55F5052CC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3057-A814-8894-7250-D937517A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EB63026-09C5-D48A-B6F8-8D537F033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A7A5FE-9C23-030D-A120-C435DBBEFE54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003D80-A30C-79BD-FC10-066AF3074D11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081D7E-6AD8-597C-7D07-290CB5BF2EA4}"/>
                  </a:ext>
                </a:extLst>
              </p:cNvPr>
              <p:cNvSpPr txBox="1"/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A081D7E-6AD8-597C-7D07-290CB5BF2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990BC69-65EC-3C74-5986-CC565480385D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55E22A-957B-35DC-DB57-9438EE47578B}"/>
                  </a:ext>
                </a:extLst>
              </p:cNvPr>
              <p:cNvSpPr txBox="1"/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55E22A-957B-35DC-DB57-9438EE475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C2C3DD9-E4E6-DAE6-4155-59B18AB11CBB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23BEC5-11FC-1CF4-1F97-055FA29973CE}"/>
                  </a:ext>
                </a:extLst>
              </p:cNvPr>
              <p:cNvSpPr txBox="1"/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23BEC5-11FC-1CF4-1F97-055FA2997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C4C9685-36D2-A8C5-629E-077FCE0499B6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4171EFB-8A65-7616-6D33-A41210D9560F}"/>
                  </a:ext>
                </a:extLst>
              </p:cNvPr>
              <p:cNvSpPr txBox="1"/>
              <p:nvPr/>
            </p:nvSpPr>
            <p:spPr>
              <a:xfrm>
                <a:off x="1384300" y="28253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4171EFB-8A65-7616-6D33-A41210D95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00" y="282535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8C699E-44DF-991D-E5DE-EF331CD92D90}"/>
                  </a:ext>
                </a:extLst>
              </p:cNvPr>
              <p:cNvSpPr txBox="1"/>
              <p:nvPr/>
            </p:nvSpPr>
            <p:spPr>
              <a:xfrm>
                <a:off x="1837807" y="28253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8C699E-44DF-991D-E5DE-EF331CD92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807" y="282535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D94B8B-1A0F-986A-AEDE-32B4B2DA5609}"/>
                  </a:ext>
                </a:extLst>
              </p:cNvPr>
              <p:cNvSpPr txBox="1"/>
              <p:nvPr/>
            </p:nvSpPr>
            <p:spPr>
              <a:xfrm>
                <a:off x="2304014" y="28215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D94B8B-1A0F-986A-AEDE-32B4B2DA5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014" y="282158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2D0A14D-97E9-0D5E-1AA7-0FBA7B2E4F40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9429CF-A59E-67C8-9194-5E9F8D969FED}"/>
                  </a:ext>
                </a:extLst>
              </p:cNvPr>
              <p:cNvSpPr txBox="1"/>
              <p:nvPr/>
            </p:nvSpPr>
            <p:spPr>
              <a:xfrm>
                <a:off x="1391686" y="325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9429CF-A59E-67C8-9194-5E9F8D969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86" y="325715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FF5D62-8A0F-C03C-FE2F-F76FCEC09657}"/>
                  </a:ext>
                </a:extLst>
              </p:cNvPr>
              <p:cNvSpPr txBox="1"/>
              <p:nvPr/>
            </p:nvSpPr>
            <p:spPr>
              <a:xfrm>
                <a:off x="1845193" y="325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FF5D62-8A0F-C03C-FE2F-F76FCEC09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193" y="325715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24BF39-8F76-2969-9612-36F64CF2BD0C}"/>
                  </a:ext>
                </a:extLst>
              </p:cNvPr>
              <p:cNvSpPr txBox="1"/>
              <p:nvPr/>
            </p:nvSpPr>
            <p:spPr>
              <a:xfrm>
                <a:off x="2311400" y="325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24BF39-8F76-2969-9612-36F64CF2B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400" y="325338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9398462-CC82-301F-A81C-61AEE56ADF3B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D78C7C4-B9D4-97CE-14E3-FA00BDA40B64}"/>
                  </a:ext>
                </a:extLst>
              </p:cNvPr>
              <p:cNvSpPr txBox="1"/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D78C7C4-B9D4-97CE-14E3-FA00BDA4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0D5620-1091-1752-210B-5A2E333F8DAD}"/>
                  </a:ext>
                </a:extLst>
              </p:cNvPr>
              <p:cNvSpPr txBox="1"/>
              <p:nvPr/>
            </p:nvSpPr>
            <p:spPr>
              <a:xfrm>
                <a:off x="2705100" y="28215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0D5620-1091-1752-210B-5A2E333F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282158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4460FD-E6F9-DCD5-99EF-1A26AD8BDA93}"/>
                  </a:ext>
                </a:extLst>
              </p:cNvPr>
              <p:cNvSpPr txBox="1"/>
              <p:nvPr/>
            </p:nvSpPr>
            <p:spPr>
              <a:xfrm>
                <a:off x="2712486" y="325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4460FD-E6F9-DCD5-99EF-1A26AD8BD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486" y="325338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03EDD94E-71B0-3277-72AE-6601144376C7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F8B455-8A91-5F5B-213D-73417B842842}"/>
                  </a:ext>
                </a:extLst>
              </p:cNvPr>
              <p:cNvSpPr txBox="1"/>
              <p:nvPr/>
            </p:nvSpPr>
            <p:spPr>
              <a:xfrm>
                <a:off x="1404386" y="36778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1F8B455-8A91-5F5B-213D-73417B842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386" y="367784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C8D0917-9E6B-8931-A966-E40F00427ABA}"/>
                  </a:ext>
                </a:extLst>
              </p:cNvPr>
              <p:cNvSpPr txBox="1"/>
              <p:nvPr/>
            </p:nvSpPr>
            <p:spPr>
              <a:xfrm>
                <a:off x="1857893" y="36778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C8D0917-9E6B-8931-A966-E40F00427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93" y="367784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8B7A0E2-6638-255C-A137-66AAF5E93110}"/>
                  </a:ext>
                </a:extLst>
              </p:cNvPr>
              <p:cNvSpPr txBox="1"/>
              <p:nvPr/>
            </p:nvSpPr>
            <p:spPr>
              <a:xfrm>
                <a:off x="2324100" y="36740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8B7A0E2-6638-255C-A137-66AAF5E93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00" y="367407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FA0C10-356C-1B72-9912-877C0216DEE2}"/>
                  </a:ext>
                </a:extLst>
              </p:cNvPr>
              <p:cNvSpPr txBox="1"/>
              <p:nvPr/>
            </p:nvSpPr>
            <p:spPr>
              <a:xfrm>
                <a:off x="2725186" y="36740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FA0C10-356C-1B72-9912-877C0216D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86" y="367407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AC6265E3-BF6D-0F59-256B-8CBD24416FCA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4580C-5FD3-4DA1-9C24-CB512AF24F6C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40F8F-EBC5-A331-D061-1C654D819EA6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6A330F-A59A-4D96-B76A-13A2484800B2}"/>
              </a:ext>
            </a:extLst>
          </p:cNvPr>
          <p:cNvSpPr txBox="1"/>
          <p:nvPr/>
        </p:nvSpPr>
        <p:spPr>
          <a:xfrm>
            <a:off x="2895600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F63A72-80D6-0AD6-C300-6A8303903DAF}"/>
                  </a:ext>
                </a:extLst>
              </p:cNvPr>
              <p:cNvSpPr txBox="1"/>
              <p:nvPr/>
            </p:nvSpPr>
            <p:spPr>
              <a:xfrm>
                <a:off x="3127893" y="236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6F63A72-80D6-0AD6-C300-6A8303903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893" y="2367151"/>
                <a:ext cx="221214" cy="297646"/>
              </a:xfrm>
              <a:prstGeom prst="rect">
                <a:avLst/>
              </a:prstGeom>
              <a:blipFill>
                <a:blip r:embed="rId1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362DE7E6-AE81-335F-E3DA-9F2A243C2046}"/>
              </a:ext>
            </a:extLst>
          </p:cNvPr>
          <p:cNvSpPr txBox="1"/>
          <p:nvPr/>
        </p:nvSpPr>
        <p:spPr>
          <a:xfrm>
            <a:off x="3349107" y="178035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6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E0E61AC-37C4-7DA6-F62E-DC154DFCADDB}"/>
                  </a:ext>
                </a:extLst>
              </p:cNvPr>
              <p:cNvSpPr txBox="1"/>
              <p:nvPr/>
            </p:nvSpPr>
            <p:spPr>
              <a:xfrm>
                <a:off x="3581400" y="236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E0E61AC-37C4-7DA6-F62E-DC154DFCA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367151"/>
                <a:ext cx="221214" cy="297646"/>
              </a:xfrm>
              <a:prstGeom prst="rect">
                <a:avLst/>
              </a:prstGeom>
              <a:blipFill>
                <a:blip r:embed="rId19"/>
                <a:stretch>
                  <a:fillRect l="-36111" t="-10204" r="-36111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51603B8-5F72-4824-225B-13A418EAA411}"/>
              </a:ext>
            </a:extLst>
          </p:cNvPr>
          <p:cNvSpPr txBox="1"/>
          <p:nvPr/>
        </p:nvSpPr>
        <p:spPr>
          <a:xfrm>
            <a:off x="3815314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7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E02BBFB-D0BF-B1A0-2AF1-4621626B9DAD}"/>
                  </a:ext>
                </a:extLst>
              </p:cNvPr>
              <p:cNvSpPr txBox="1"/>
              <p:nvPr/>
            </p:nvSpPr>
            <p:spPr>
              <a:xfrm>
                <a:off x="4047607" y="236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E02BBFB-D0BF-B1A0-2AF1-4621626B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07" y="2363381"/>
                <a:ext cx="221214" cy="297646"/>
              </a:xfrm>
              <a:prstGeom prst="rect">
                <a:avLst/>
              </a:prstGeom>
              <a:blipFill>
                <a:blip r:embed="rId2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ACF2376-7229-9D55-9400-36276FA2F7D3}"/>
                  </a:ext>
                </a:extLst>
              </p:cNvPr>
              <p:cNvSpPr txBox="1"/>
              <p:nvPr/>
            </p:nvSpPr>
            <p:spPr>
              <a:xfrm>
                <a:off x="3136900" y="28112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ACF2376-7229-9D55-9400-36276FA2F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00" y="2811234"/>
                <a:ext cx="221214" cy="297646"/>
              </a:xfrm>
              <a:prstGeom prst="rect">
                <a:avLst/>
              </a:prstGeom>
              <a:blipFill>
                <a:blip r:embed="rId2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7F7F70-AE75-6843-AC83-FEA89AE9A8A0}"/>
                  </a:ext>
                </a:extLst>
              </p:cNvPr>
              <p:cNvSpPr txBox="1"/>
              <p:nvPr/>
            </p:nvSpPr>
            <p:spPr>
              <a:xfrm>
                <a:off x="3590407" y="28112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7F7F70-AE75-6843-AC83-FEA89AE9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407" y="2811234"/>
                <a:ext cx="221214" cy="297646"/>
              </a:xfrm>
              <a:prstGeom prst="rect">
                <a:avLst/>
              </a:prstGeom>
              <a:blipFill>
                <a:blip r:embed="rId2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FFA56-F2CB-C3FF-58B0-7E7C97F8C025}"/>
                  </a:ext>
                </a:extLst>
              </p:cNvPr>
              <p:cNvSpPr txBox="1"/>
              <p:nvPr/>
            </p:nvSpPr>
            <p:spPr>
              <a:xfrm>
                <a:off x="4056614" y="28074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8FFA56-F2CB-C3FF-58B0-7E7C97F8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614" y="2807464"/>
                <a:ext cx="221214" cy="297646"/>
              </a:xfrm>
              <a:prstGeom prst="rect">
                <a:avLst/>
              </a:prstGeom>
              <a:blipFill>
                <a:blip r:embed="rId23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044406-9DF0-1C8F-98A6-BD2B48CAE539}"/>
                  </a:ext>
                </a:extLst>
              </p:cNvPr>
              <p:cNvSpPr txBox="1"/>
              <p:nvPr/>
            </p:nvSpPr>
            <p:spPr>
              <a:xfrm>
                <a:off x="3144286" y="32430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044406-9DF0-1C8F-98A6-BD2B48CAE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86" y="3243034"/>
                <a:ext cx="221214" cy="297646"/>
              </a:xfrm>
              <a:prstGeom prst="rect">
                <a:avLst/>
              </a:prstGeom>
              <a:blipFill>
                <a:blip r:embed="rId24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EC526E-1171-1466-06B4-6BBFEF5D3604}"/>
                  </a:ext>
                </a:extLst>
              </p:cNvPr>
              <p:cNvSpPr txBox="1"/>
              <p:nvPr/>
            </p:nvSpPr>
            <p:spPr>
              <a:xfrm>
                <a:off x="3597793" y="32430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EEC526E-1171-1466-06B4-6BBFEF5D3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93" y="3243034"/>
                <a:ext cx="221214" cy="297646"/>
              </a:xfrm>
              <a:prstGeom prst="rect">
                <a:avLst/>
              </a:prstGeom>
              <a:blipFill>
                <a:blip r:embed="rId25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D0BF5F7-3D78-1EC0-9D40-A6C070436C38}"/>
                  </a:ext>
                </a:extLst>
              </p:cNvPr>
              <p:cNvSpPr txBox="1"/>
              <p:nvPr/>
            </p:nvSpPr>
            <p:spPr>
              <a:xfrm>
                <a:off x="4064000" y="32392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D0BF5F7-3D78-1EC0-9D40-A6C070436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0" y="3239264"/>
                <a:ext cx="221214" cy="297646"/>
              </a:xfrm>
              <a:prstGeom prst="rect">
                <a:avLst/>
              </a:prstGeom>
              <a:blipFill>
                <a:blip r:embed="rId26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2BBA8437-B46B-91EE-7ABD-CC30CC2F0637}"/>
              </a:ext>
            </a:extLst>
          </p:cNvPr>
          <p:cNvSpPr txBox="1"/>
          <p:nvPr/>
        </p:nvSpPr>
        <p:spPr>
          <a:xfrm>
            <a:off x="4216400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11F6375-2DB8-B84F-FBCC-8A81CC73C0D8}"/>
                  </a:ext>
                </a:extLst>
              </p:cNvPr>
              <p:cNvSpPr txBox="1"/>
              <p:nvPr/>
            </p:nvSpPr>
            <p:spPr>
              <a:xfrm>
                <a:off x="4448693" y="236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11F6375-2DB8-B84F-FBCC-8A81CC73C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693" y="2363381"/>
                <a:ext cx="221214" cy="297646"/>
              </a:xfrm>
              <a:prstGeom prst="rect">
                <a:avLst/>
              </a:prstGeom>
              <a:blipFill>
                <a:blip r:embed="rId2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FBD009-C8B8-D29C-BF71-979D1DDD258D}"/>
                  </a:ext>
                </a:extLst>
              </p:cNvPr>
              <p:cNvSpPr txBox="1"/>
              <p:nvPr/>
            </p:nvSpPr>
            <p:spPr>
              <a:xfrm>
                <a:off x="4457700" y="28074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CFBD009-C8B8-D29C-BF71-979D1DDD2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2807464"/>
                <a:ext cx="221214" cy="297646"/>
              </a:xfrm>
              <a:prstGeom prst="rect">
                <a:avLst/>
              </a:prstGeom>
              <a:blipFill>
                <a:blip r:embed="rId28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19CB17D-453B-D4B2-301F-881D8B7EB36C}"/>
                  </a:ext>
                </a:extLst>
              </p:cNvPr>
              <p:cNvSpPr txBox="1"/>
              <p:nvPr/>
            </p:nvSpPr>
            <p:spPr>
              <a:xfrm>
                <a:off x="4465086" y="32392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19CB17D-453B-D4B2-301F-881D8B7EB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086" y="3239264"/>
                <a:ext cx="221214" cy="297646"/>
              </a:xfrm>
              <a:prstGeom prst="rect">
                <a:avLst/>
              </a:prstGeom>
              <a:blipFill>
                <a:blip r:embed="rId2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0852941-FD91-A0A5-B7BB-A0DB5B8D9702}"/>
                  </a:ext>
                </a:extLst>
              </p:cNvPr>
              <p:cNvSpPr txBox="1"/>
              <p:nvPr/>
            </p:nvSpPr>
            <p:spPr>
              <a:xfrm>
                <a:off x="3156986" y="366372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0852941-FD91-A0A5-B7BB-A0DB5B8D9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986" y="3663723"/>
                <a:ext cx="221214" cy="297646"/>
              </a:xfrm>
              <a:prstGeom prst="rect">
                <a:avLst/>
              </a:prstGeom>
              <a:blipFill>
                <a:blip r:embed="rId3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CCCAEAF-0563-6D27-5179-7F7B1175DD5A}"/>
                  </a:ext>
                </a:extLst>
              </p:cNvPr>
              <p:cNvSpPr txBox="1"/>
              <p:nvPr/>
            </p:nvSpPr>
            <p:spPr>
              <a:xfrm>
                <a:off x="3610493" y="366372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CCCAEAF-0563-6D27-5179-7F7B1175D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93" y="3663723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FE21F52-50CF-7919-9028-E60F3FE954FB}"/>
                  </a:ext>
                </a:extLst>
              </p:cNvPr>
              <p:cNvSpPr txBox="1"/>
              <p:nvPr/>
            </p:nvSpPr>
            <p:spPr>
              <a:xfrm>
                <a:off x="4076700" y="365995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FE21F52-50CF-7919-9028-E60F3FE95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00" y="3659953"/>
                <a:ext cx="221214" cy="297646"/>
              </a:xfrm>
              <a:prstGeom prst="rect">
                <a:avLst/>
              </a:prstGeom>
              <a:blipFill>
                <a:blip r:embed="rId31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7742BFC-2A61-2282-20D4-9E16B8878D9F}"/>
                  </a:ext>
                </a:extLst>
              </p:cNvPr>
              <p:cNvSpPr txBox="1"/>
              <p:nvPr/>
            </p:nvSpPr>
            <p:spPr>
              <a:xfrm>
                <a:off x="4477786" y="365995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7742BFC-2A61-2282-20D4-9E16B8878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86" y="3659953"/>
                <a:ext cx="221214" cy="297646"/>
              </a:xfrm>
              <a:prstGeom prst="rect">
                <a:avLst/>
              </a:prstGeom>
              <a:blipFill>
                <a:blip r:embed="rId3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51C46B27-3C37-52EB-F43C-3E697E5B8A78}"/>
              </a:ext>
            </a:extLst>
          </p:cNvPr>
          <p:cNvSpPr/>
          <p:nvPr/>
        </p:nvSpPr>
        <p:spPr bwMode="auto">
          <a:xfrm>
            <a:off x="3117250" y="1767840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C860EFB-0BEB-C191-B196-05328AE9CC71}"/>
              </a:ext>
            </a:extLst>
          </p:cNvPr>
          <p:cNvSpPr/>
          <p:nvPr/>
        </p:nvSpPr>
        <p:spPr bwMode="auto">
          <a:xfrm rot="5400000">
            <a:off x="3069487" y="2293389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C70548-16DC-6F9E-17B5-27A8BC92ADBC}"/>
              </a:ext>
            </a:extLst>
          </p:cNvPr>
          <p:cNvSpPr txBox="1"/>
          <p:nvPr/>
        </p:nvSpPr>
        <p:spPr>
          <a:xfrm rot="5400000">
            <a:off x="5620738" y="192721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CCC5D18-1D94-60D4-604B-E925CAF7F0F9}"/>
              </a:ext>
            </a:extLst>
          </p:cNvPr>
          <p:cNvSpPr txBox="1"/>
          <p:nvPr/>
        </p:nvSpPr>
        <p:spPr>
          <a:xfrm rot="5400000">
            <a:off x="5620738" y="305840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1619937-18B0-9649-86B9-44AF706FD554}"/>
              </a:ext>
            </a:extLst>
          </p:cNvPr>
          <p:cNvCxnSpPr>
            <a:cxnSpLocks/>
          </p:cNvCxnSpPr>
          <p:nvPr/>
        </p:nvCxnSpPr>
        <p:spPr bwMode="auto">
          <a:xfrm>
            <a:off x="1734465" y="4267200"/>
            <a:ext cx="58855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C184C7B-7CF6-5B4E-2AB8-6F9624878358}"/>
              </a:ext>
            </a:extLst>
          </p:cNvPr>
          <p:cNvSpPr txBox="1"/>
          <p:nvPr/>
        </p:nvSpPr>
        <p:spPr>
          <a:xfrm>
            <a:off x="228601" y="4478249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Loop over training tiles to complete classification for A~D </a:t>
            </a:r>
          </a:p>
          <a:p>
            <a:pPr algn="ctr"/>
            <a:r>
              <a:rPr lang="zh-CN" altLang="en-US" sz="2400" dirty="0"/>
              <a:t>循环遍历训练分块，完成</a:t>
            </a:r>
            <a:r>
              <a:rPr lang="en-US" altLang="zh-CN" sz="2400" dirty="0"/>
              <a:t>A~D</a:t>
            </a:r>
            <a:r>
              <a:rPr lang="zh-CN" altLang="en-US" sz="2400" dirty="0"/>
              <a:t>的分类</a:t>
            </a:r>
          </a:p>
        </p:txBody>
      </p:sp>
    </p:spTree>
    <p:extLst>
      <p:ext uri="{BB962C8B-B14F-4D97-AF65-F5344CB8AC3E}">
        <p14:creationId xmlns:p14="http://schemas.microsoft.com/office/powerpoint/2010/main" val="82755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5" grpId="0"/>
      <p:bldP spid="8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0A59-A195-2763-2D0B-D38FB132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0436-4620-53FF-D216-1D2D51EB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Tiling Again</a:t>
            </a:r>
            <a:r>
              <a:rPr lang="zh-CN" altLang="en-US" dirty="0"/>
              <a:t>  又见分块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8508F7C-EF2B-DDBE-0185-113FDAF96D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3E6381-226D-8F4D-27CC-FBB17254423B}"/>
              </a:ext>
            </a:extLst>
          </p:cNvPr>
          <p:cNvSpPr txBox="1"/>
          <p:nvPr/>
        </p:nvSpPr>
        <p:spPr>
          <a:xfrm>
            <a:off x="457200" y="230088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FCD3D6-355F-818F-4C9D-32B7783703A8}"/>
              </a:ext>
            </a:extLst>
          </p:cNvPr>
          <p:cNvSpPr txBox="1"/>
          <p:nvPr/>
        </p:nvSpPr>
        <p:spPr>
          <a:xfrm>
            <a:off x="11430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2F3A31-44E2-F168-9F6A-6A67EFDB1E59}"/>
                  </a:ext>
                </a:extLst>
              </p:cNvPr>
              <p:cNvSpPr txBox="1"/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2F3A31-44E2-F168-9F6A-6A67EFDB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293" y="238126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4E08B56-5CE8-53BE-FAEC-CEDEEF177757}"/>
              </a:ext>
            </a:extLst>
          </p:cNvPr>
          <p:cNvSpPr txBox="1"/>
          <p:nvPr/>
        </p:nvSpPr>
        <p:spPr>
          <a:xfrm>
            <a:off x="1596507" y="179447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8999C7-D2DF-F329-1CB2-7C6BF62C3D05}"/>
                  </a:ext>
                </a:extLst>
              </p:cNvPr>
              <p:cNvSpPr txBox="1"/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8999C7-D2DF-F329-1CB2-7C6BF62C3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38126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30641BD-2F43-E578-9977-6193378A672F}"/>
              </a:ext>
            </a:extLst>
          </p:cNvPr>
          <p:cNvSpPr txBox="1"/>
          <p:nvPr/>
        </p:nvSpPr>
        <p:spPr>
          <a:xfrm>
            <a:off x="2062714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D652ED-C996-3723-CB2A-19C4FA7DE37F}"/>
                  </a:ext>
                </a:extLst>
              </p:cNvPr>
              <p:cNvSpPr txBox="1"/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D652ED-C996-3723-CB2A-19C4FA7DE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007" y="237749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D31603A-8350-6E4B-CA7F-9B70A011D698}"/>
              </a:ext>
            </a:extLst>
          </p:cNvPr>
          <p:cNvSpPr txBox="1"/>
          <p:nvPr/>
        </p:nvSpPr>
        <p:spPr>
          <a:xfrm>
            <a:off x="457200" y="26863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5C24D8-2709-94DD-B52C-C6D7DE324318}"/>
                  </a:ext>
                </a:extLst>
              </p:cNvPr>
              <p:cNvSpPr txBox="1"/>
              <p:nvPr/>
            </p:nvSpPr>
            <p:spPr>
              <a:xfrm>
                <a:off x="1384300" y="28253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5C24D8-2709-94DD-B52C-C6D7DE324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00" y="282535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1E4798-90CA-0378-0ABA-C1F3BF2AB445}"/>
                  </a:ext>
                </a:extLst>
              </p:cNvPr>
              <p:cNvSpPr txBox="1"/>
              <p:nvPr/>
            </p:nvSpPr>
            <p:spPr>
              <a:xfrm>
                <a:off x="1837807" y="28253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71E4798-90CA-0378-0ABA-C1F3BF2AB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807" y="282535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5977837-9267-13DE-ACC9-D891DCC74D34}"/>
                  </a:ext>
                </a:extLst>
              </p:cNvPr>
              <p:cNvSpPr txBox="1"/>
              <p:nvPr/>
            </p:nvSpPr>
            <p:spPr>
              <a:xfrm>
                <a:off x="2304014" y="28215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5977837-9267-13DE-ACC9-D891DCC74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014" y="282158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AA2FB1E-2931-92DC-171B-0888BFE13705}"/>
              </a:ext>
            </a:extLst>
          </p:cNvPr>
          <p:cNvSpPr txBox="1"/>
          <p:nvPr/>
        </p:nvSpPr>
        <p:spPr>
          <a:xfrm>
            <a:off x="464586" y="315624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991A7A-C9E0-7B8E-069C-0244DAFE35B3}"/>
                  </a:ext>
                </a:extLst>
              </p:cNvPr>
              <p:cNvSpPr txBox="1"/>
              <p:nvPr/>
            </p:nvSpPr>
            <p:spPr>
              <a:xfrm>
                <a:off x="1391686" y="325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991A7A-C9E0-7B8E-069C-0244DAFE3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686" y="325715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8A7D04-1F4F-E856-EC76-955B512CBBBA}"/>
                  </a:ext>
                </a:extLst>
              </p:cNvPr>
              <p:cNvSpPr txBox="1"/>
              <p:nvPr/>
            </p:nvSpPr>
            <p:spPr>
              <a:xfrm>
                <a:off x="1845193" y="325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8A7D04-1F4F-E856-EC76-955B512CB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193" y="325715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55C7F6-101A-1032-DFEF-6C6529CEAC8C}"/>
                  </a:ext>
                </a:extLst>
              </p:cNvPr>
              <p:cNvSpPr txBox="1"/>
              <p:nvPr/>
            </p:nvSpPr>
            <p:spPr>
              <a:xfrm>
                <a:off x="2311400" y="325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55C7F6-101A-1032-DFEF-6C6529CEA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400" y="325338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E4A09F4-94A0-45E9-C478-C766E81D9ADA}"/>
              </a:ext>
            </a:extLst>
          </p:cNvPr>
          <p:cNvSpPr txBox="1"/>
          <p:nvPr/>
        </p:nvSpPr>
        <p:spPr>
          <a:xfrm>
            <a:off x="2463800" y="17907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C50593-A26C-DD6C-B7AA-48D960D30821}"/>
                  </a:ext>
                </a:extLst>
              </p:cNvPr>
              <p:cNvSpPr txBox="1"/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C50593-A26C-DD6C-B7AA-48D960D3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093" y="237749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E8D4BE7-A4FB-7687-FEE8-C1A5B27A90DE}"/>
                  </a:ext>
                </a:extLst>
              </p:cNvPr>
              <p:cNvSpPr txBox="1"/>
              <p:nvPr/>
            </p:nvSpPr>
            <p:spPr>
              <a:xfrm>
                <a:off x="2705100" y="28215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E8D4BE7-A4FB-7687-FEE8-C1A5B27A9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282158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3F28CA-6AAC-95F0-0F11-D25D2BD2C3FB}"/>
                  </a:ext>
                </a:extLst>
              </p:cNvPr>
              <p:cNvSpPr txBox="1"/>
              <p:nvPr/>
            </p:nvSpPr>
            <p:spPr>
              <a:xfrm>
                <a:off x="2712486" y="325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3F28CA-6AAC-95F0-0F11-D25D2BD2C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486" y="325338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2ED429C8-BAD5-2229-3B46-F3EFBE610FF5}"/>
              </a:ext>
            </a:extLst>
          </p:cNvPr>
          <p:cNvSpPr txBox="1"/>
          <p:nvPr/>
        </p:nvSpPr>
        <p:spPr>
          <a:xfrm>
            <a:off x="477286" y="357693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C33833E-5F0C-992D-5A8C-D8F5699A2343}"/>
                  </a:ext>
                </a:extLst>
              </p:cNvPr>
              <p:cNvSpPr txBox="1"/>
              <p:nvPr/>
            </p:nvSpPr>
            <p:spPr>
              <a:xfrm>
                <a:off x="1404386" y="36778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C33833E-5F0C-992D-5A8C-D8F5699A2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386" y="367784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DC6D7FC-239E-F83D-E8AE-B673956CA9EC}"/>
                  </a:ext>
                </a:extLst>
              </p:cNvPr>
              <p:cNvSpPr txBox="1"/>
              <p:nvPr/>
            </p:nvSpPr>
            <p:spPr>
              <a:xfrm>
                <a:off x="1857893" y="367784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DC6D7FC-239E-F83D-E8AE-B673956CA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893" y="367784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CF80B2B-241A-2365-5904-A2A5910F24E8}"/>
                  </a:ext>
                </a:extLst>
              </p:cNvPr>
              <p:cNvSpPr txBox="1"/>
              <p:nvPr/>
            </p:nvSpPr>
            <p:spPr>
              <a:xfrm>
                <a:off x="2324100" y="36740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CF80B2B-241A-2365-5904-A2A5910F2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00" y="367407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72E7A34-1AE4-F60F-F254-DE8B10E4EFDC}"/>
                  </a:ext>
                </a:extLst>
              </p:cNvPr>
              <p:cNvSpPr txBox="1"/>
              <p:nvPr/>
            </p:nvSpPr>
            <p:spPr>
              <a:xfrm>
                <a:off x="2725186" y="367407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72E7A34-1AE4-F60F-F254-DE8B10E4E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186" y="367407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BFC72E7F-EC0F-B11F-0036-338308EC55DF}"/>
              </a:ext>
            </a:extLst>
          </p:cNvPr>
          <p:cNvSpPr/>
          <p:nvPr/>
        </p:nvSpPr>
        <p:spPr bwMode="auto">
          <a:xfrm>
            <a:off x="1364650" y="1781957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1AEEBC-9953-F2A4-C103-7E43DACC6F22}"/>
              </a:ext>
            </a:extLst>
          </p:cNvPr>
          <p:cNvSpPr/>
          <p:nvPr/>
        </p:nvSpPr>
        <p:spPr bwMode="auto">
          <a:xfrm rot="5400000">
            <a:off x="-21001" y="2883916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6C204D-9607-D01D-C059-66382E90E6BB}"/>
              </a:ext>
            </a:extLst>
          </p:cNvPr>
          <p:cNvSpPr/>
          <p:nvPr/>
        </p:nvSpPr>
        <p:spPr bwMode="auto">
          <a:xfrm rot="5400000">
            <a:off x="1316887" y="230750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98C4CC-8CF1-6BC3-D378-A7140E4FD8E1}"/>
              </a:ext>
            </a:extLst>
          </p:cNvPr>
          <p:cNvSpPr txBox="1"/>
          <p:nvPr/>
        </p:nvSpPr>
        <p:spPr>
          <a:xfrm>
            <a:off x="2895600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2767A4-F099-E977-BD43-2EC33B08B378}"/>
                  </a:ext>
                </a:extLst>
              </p:cNvPr>
              <p:cNvSpPr txBox="1"/>
              <p:nvPr/>
            </p:nvSpPr>
            <p:spPr>
              <a:xfrm>
                <a:off x="3127893" y="236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2767A4-F099-E977-BD43-2EC33B08B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893" y="2367151"/>
                <a:ext cx="221214" cy="297646"/>
              </a:xfrm>
              <a:prstGeom prst="rect">
                <a:avLst/>
              </a:prstGeom>
              <a:blipFill>
                <a:blip r:embed="rId1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0F7BD2F-9C65-0FCB-FC60-50146798473B}"/>
              </a:ext>
            </a:extLst>
          </p:cNvPr>
          <p:cNvSpPr txBox="1"/>
          <p:nvPr/>
        </p:nvSpPr>
        <p:spPr>
          <a:xfrm>
            <a:off x="3349107" y="178035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6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78D0D1-8589-00BF-06A0-517B954309A1}"/>
                  </a:ext>
                </a:extLst>
              </p:cNvPr>
              <p:cNvSpPr txBox="1"/>
              <p:nvPr/>
            </p:nvSpPr>
            <p:spPr>
              <a:xfrm>
                <a:off x="3581400" y="236715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278D0D1-8589-00BF-06A0-517B95430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367151"/>
                <a:ext cx="221214" cy="297646"/>
              </a:xfrm>
              <a:prstGeom prst="rect">
                <a:avLst/>
              </a:prstGeom>
              <a:blipFill>
                <a:blip r:embed="rId19"/>
                <a:stretch>
                  <a:fillRect l="-36111" t="-10204" r="-36111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F475D2F1-980E-63BD-01BB-48D0E4DBEEF8}"/>
              </a:ext>
            </a:extLst>
          </p:cNvPr>
          <p:cNvSpPr txBox="1"/>
          <p:nvPr/>
        </p:nvSpPr>
        <p:spPr>
          <a:xfrm>
            <a:off x="3815314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7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108ED77-2890-C4B6-19CE-785C46FD1E23}"/>
                  </a:ext>
                </a:extLst>
              </p:cNvPr>
              <p:cNvSpPr txBox="1"/>
              <p:nvPr/>
            </p:nvSpPr>
            <p:spPr>
              <a:xfrm>
                <a:off x="4047607" y="236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108ED77-2890-C4B6-19CE-785C46FD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07" y="2363381"/>
                <a:ext cx="221214" cy="297646"/>
              </a:xfrm>
              <a:prstGeom prst="rect">
                <a:avLst/>
              </a:prstGeom>
              <a:blipFill>
                <a:blip r:embed="rId2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2DAF080-7206-EFBD-9BED-2505D9BC27B3}"/>
                  </a:ext>
                </a:extLst>
              </p:cNvPr>
              <p:cNvSpPr txBox="1"/>
              <p:nvPr/>
            </p:nvSpPr>
            <p:spPr>
              <a:xfrm>
                <a:off x="3136900" y="28112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2DAF080-7206-EFBD-9BED-2505D9BC2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00" y="2811234"/>
                <a:ext cx="221214" cy="297646"/>
              </a:xfrm>
              <a:prstGeom prst="rect">
                <a:avLst/>
              </a:prstGeom>
              <a:blipFill>
                <a:blip r:embed="rId2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3C3DC6-D095-8906-6E25-9E835F49A441}"/>
                  </a:ext>
                </a:extLst>
              </p:cNvPr>
              <p:cNvSpPr txBox="1"/>
              <p:nvPr/>
            </p:nvSpPr>
            <p:spPr>
              <a:xfrm>
                <a:off x="3590407" y="28112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3C3DC6-D095-8906-6E25-9E835F49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407" y="2811234"/>
                <a:ext cx="221214" cy="297646"/>
              </a:xfrm>
              <a:prstGeom prst="rect">
                <a:avLst/>
              </a:prstGeom>
              <a:blipFill>
                <a:blip r:embed="rId2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4DB224-659E-B73C-159F-603206F240E8}"/>
                  </a:ext>
                </a:extLst>
              </p:cNvPr>
              <p:cNvSpPr txBox="1"/>
              <p:nvPr/>
            </p:nvSpPr>
            <p:spPr>
              <a:xfrm>
                <a:off x="4056614" y="28074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4DB224-659E-B73C-159F-603206F24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614" y="2807464"/>
                <a:ext cx="221214" cy="297646"/>
              </a:xfrm>
              <a:prstGeom prst="rect">
                <a:avLst/>
              </a:prstGeom>
              <a:blipFill>
                <a:blip r:embed="rId23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1831948-D56D-8869-158D-1BB9AD3F1C6F}"/>
                  </a:ext>
                </a:extLst>
              </p:cNvPr>
              <p:cNvSpPr txBox="1"/>
              <p:nvPr/>
            </p:nvSpPr>
            <p:spPr>
              <a:xfrm>
                <a:off x="3144286" y="32430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1831948-D56D-8869-158D-1BB9AD3F1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86" y="3243034"/>
                <a:ext cx="221214" cy="297646"/>
              </a:xfrm>
              <a:prstGeom prst="rect">
                <a:avLst/>
              </a:prstGeom>
              <a:blipFill>
                <a:blip r:embed="rId24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51792-CC71-A632-575F-405EC285F22D}"/>
                  </a:ext>
                </a:extLst>
              </p:cNvPr>
              <p:cNvSpPr txBox="1"/>
              <p:nvPr/>
            </p:nvSpPr>
            <p:spPr>
              <a:xfrm>
                <a:off x="3597793" y="324303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51792-CC71-A632-575F-405EC285F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93" y="3243034"/>
                <a:ext cx="221214" cy="297646"/>
              </a:xfrm>
              <a:prstGeom prst="rect">
                <a:avLst/>
              </a:prstGeom>
              <a:blipFill>
                <a:blip r:embed="rId25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FF5CFF-B784-247A-16FD-34508CF0CCA5}"/>
                  </a:ext>
                </a:extLst>
              </p:cNvPr>
              <p:cNvSpPr txBox="1"/>
              <p:nvPr/>
            </p:nvSpPr>
            <p:spPr>
              <a:xfrm>
                <a:off x="4064000" y="32392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FF5CFF-B784-247A-16FD-34508CF0C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0" y="3239264"/>
                <a:ext cx="221214" cy="297646"/>
              </a:xfrm>
              <a:prstGeom prst="rect">
                <a:avLst/>
              </a:prstGeom>
              <a:blipFill>
                <a:blip r:embed="rId26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05C57121-259F-4A65-BC68-C5050A4CFCB2}"/>
              </a:ext>
            </a:extLst>
          </p:cNvPr>
          <p:cNvSpPr txBox="1"/>
          <p:nvPr/>
        </p:nvSpPr>
        <p:spPr>
          <a:xfrm>
            <a:off x="4216400" y="177658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C1FE81-A244-8531-906E-B1A4FA6AABDA}"/>
                  </a:ext>
                </a:extLst>
              </p:cNvPr>
              <p:cNvSpPr txBox="1"/>
              <p:nvPr/>
            </p:nvSpPr>
            <p:spPr>
              <a:xfrm>
                <a:off x="4448693" y="236338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CC1FE81-A244-8531-906E-B1A4FA6AA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693" y="2363381"/>
                <a:ext cx="221214" cy="297646"/>
              </a:xfrm>
              <a:prstGeom prst="rect">
                <a:avLst/>
              </a:prstGeom>
              <a:blipFill>
                <a:blip r:embed="rId2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2F24F7-550C-E4B1-1B66-DC091E6C504A}"/>
                  </a:ext>
                </a:extLst>
              </p:cNvPr>
              <p:cNvSpPr txBox="1"/>
              <p:nvPr/>
            </p:nvSpPr>
            <p:spPr>
              <a:xfrm>
                <a:off x="4457700" y="28074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42F24F7-550C-E4B1-1B66-DC091E6C5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2807464"/>
                <a:ext cx="221214" cy="297646"/>
              </a:xfrm>
              <a:prstGeom prst="rect">
                <a:avLst/>
              </a:prstGeom>
              <a:blipFill>
                <a:blip r:embed="rId28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F9C954-02B9-9D03-FD7F-6FE783E5B99D}"/>
                  </a:ext>
                </a:extLst>
              </p:cNvPr>
              <p:cNvSpPr txBox="1"/>
              <p:nvPr/>
            </p:nvSpPr>
            <p:spPr>
              <a:xfrm>
                <a:off x="4465086" y="3239264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F9C954-02B9-9D03-FD7F-6FE783E5B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086" y="3239264"/>
                <a:ext cx="221214" cy="297646"/>
              </a:xfrm>
              <a:prstGeom prst="rect">
                <a:avLst/>
              </a:prstGeom>
              <a:blipFill>
                <a:blip r:embed="rId2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82C8C62-A007-3EB6-8EE6-144F4E0CB2A9}"/>
                  </a:ext>
                </a:extLst>
              </p:cNvPr>
              <p:cNvSpPr txBox="1"/>
              <p:nvPr/>
            </p:nvSpPr>
            <p:spPr>
              <a:xfrm>
                <a:off x="3156986" y="366372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82C8C62-A007-3EB6-8EE6-144F4E0CB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986" y="3663723"/>
                <a:ext cx="221214" cy="297646"/>
              </a:xfrm>
              <a:prstGeom prst="rect">
                <a:avLst/>
              </a:prstGeom>
              <a:blipFill>
                <a:blip r:embed="rId3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52AAB1-4730-F2D1-845E-CFD7C3A6EA16}"/>
                  </a:ext>
                </a:extLst>
              </p:cNvPr>
              <p:cNvSpPr txBox="1"/>
              <p:nvPr/>
            </p:nvSpPr>
            <p:spPr>
              <a:xfrm>
                <a:off x="3610493" y="366372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52AAB1-4730-F2D1-845E-CFD7C3A6E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93" y="3663723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BE8BFA7-DE47-4263-2866-8F3648E596C0}"/>
                  </a:ext>
                </a:extLst>
              </p:cNvPr>
              <p:cNvSpPr txBox="1"/>
              <p:nvPr/>
            </p:nvSpPr>
            <p:spPr>
              <a:xfrm>
                <a:off x="4076700" y="365995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BE8BFA7-DE47-4263-2866-8F3648E59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00" y="3659953"/>
                <a:ext cx="221214" cy="297646"/>
              </a:xfrm>
              <a:prstGeom prst="rect">
                <a:avLst/>
              </a:prstGeom>
              <a:blipFill>
                <a:blip r:embed="rId31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3377DB0-5D52-E77C-C8AB-62710E67F466}"/>
                  </a:ext>
                </a:extLst>
              </p:cNvPr>
              <p:cNvSpPr txBox="1"/>
              <p:nvPr/>
            </p:nvSpPr>
            <p:spPr>
              <a:xfrm>
                <a:off x="4477786" y="365995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3377DB0-5D52-E77C-C8AB-62710E67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786" y="3659953"/>
                <a:ext cx="221214" cy="297646"/>
              </a:xfrm>
              <a:prstGeom prst="rect">
                <a:avLst/>
              </a:prstGeom>
              <a:blipFill>
                <a:blip r:embed="rId3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CCA6DA12-B47F-7509-A698-0D848C718286}"/>
              </a:ext>
            </a:extLst>
          </p:cNvPr>
          <p:cNvSpPr/>
          <p:nvPr/>
        </p:nvSpPr>
        <p:spPr bwMode="auto">
          <a:xfrm>
            <a:off x="3117250" y="1767840"/>
            <a:ext cx="1581749" cy="4491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92FE42-6F8B-C407-15FF-74590728CE23}"/>
              </a:ext>
            </a:extLst>
          </p:cNvPr>
          <p:cNvSpPr/>
          <p:nvPr/>
        </p:nvSpPr>
        <p:spPr bwMode="auto">
          <a:xfrm rot="5400000">
            <a:off x="3069487" y="2293389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0BA3DD-F805-7E95-3570-1FB6C4F4C4BC}"/>
              </a:ext>
            </a:extLst>
          </p:cNvPr>
          <p:cNvSpPr txBox="1"/>
          <p:nvPr/>
        </p:nvSpPr>
        <p:spPr>
          <a:xfrm rot="5400000">
            <a:off x="5620738" y="192721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8BE03A7-B29D-9C3F-C3B1-B930E41095E6}"/>
              </a:ext>
            </a:extLst>
          </p:cNvPr>
          <p:cNvSpPr txBox="1"/>
          <p:nvPr/>
        </p:nvSpPr>
        <p:spPr>
          <a:xfrm rot="5400000">
            <a:off x="5620738" y="305840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7A706-7AD3-4782-CE4B-24B7FE54E2A6}"/>
              </a:ext>
            </a:extLst>
          </p:cNvPr>
          <p:cNvSpPr txBox="1"/>
          <p:nvPr/>
        </p:nvSpPr>
        <p:spPr>
          <a:xfrm>
            <a:off x="471712" y="4021776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5E24DC-A77B-2523-CBBA-2BF4BB53B0DA}"/>
                  </a:ext>
                </a:extLst>
              </p:cNvPr>
              <p:cNvSpPr txBox="1"/>
              <p:nvPr/>
            </p:nvSpPr>
            <p:spPr>
              <a:xfrm>
                <a:off x="1389805" y="410216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5E24DC-A77B-2523-CBBA-2BF4BB53B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805" y="4102163"/>
                <a:ext cx="221214" cy="297646"/>
              </a:xfrm>
              <a:prstGeom prst="rect">
                <a:avLst/>
              </a:prstGeom>
              <a:blipFill>
                <a:blip r:embed="rId3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DA48BE-D416-9FA0-F922-D4A057F95FA6}"/>
                  </a:ext>
                </a:extLst>
              </p:cNvPr>
              <p:cNvSpPr txBox="1"/>
              <p:nvPr/>
            </p:nvSpPr>
            <p:spPr>
              <a:xfrm>
                <a:off x="1843312" y="410216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8DA48BE-D416-9FA0-F922-D4A057F95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312" y="4102163"/>
                <a:ext cx="221214" cy="297646"/>
              </a:xfrm>
              <a:prstGeom prst="rect">
                <a:avLst/>
              </a:prstGeom>
              <a:blipFill>
                <a:blip r:embed="rId3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CF82FF-5809-42E3-266C-0C715639003A}"/>
                  </a:ext>
                </a:extLst>
              </p:cNvPr>
              <p:cNvSpPr txBox="1"/>
              <p:nvPr/>
            </p:nvSpPr>
            <p:spPr>
              <a:xfrm>
                <a:off x="2309519" y="409839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CF82FF-5809-42E3-266C-0C7156390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519" y="4098393"/>
                <a:ext cx="221214" cy="297646"/>
              </a:xfrm>
              <a:prstGeom prst="rect">
                <a:avLst/>
              </a:prstGeom>
              <a:blipFill>
                <a:blip r:embed="rId3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D45B63A-010D-907A-B0D4-0C8B2EC9705E}"/>
              </a:ext>
            </a:extLst>
          </p:cNvPr>
          <p:cNvSpPr txBox="1"/>
          <p:nvPr/>
        </p:nvSpPr>
        <p:spPr>
          <a:xfrm>
            <a:off x="471712" y="440724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3237FE-44C3-6C55-C245-91C1779C3D8C}"/>
                  </a:ext>
                </a:extLst>
              </p:cNvPr>
              <p:cNvSpPr txBox="1"/>
              <p:nvPr/>
            </p:nvSpPr>
            <p:spPr>
              <a:xfrm>
                <a:off x="1398812" y="45462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3237FE-44C3-6C55-C245-91C1779C3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812" y="4546246"/>
                <a:ext cx="221214" cy="297646"/>
              </a:xfrm>
              <a:prstGeom prst="rect">
                <a:avLst/>
              </a:prstGeom>
              <a:blipFill>
                <a:blip r:embed="rId36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6C51B8-888B-B3BE-C6E2-332327D99E79}"/>
                  </a:ext>
                </a:extLst>
              </p:cNvPr>
              <p:cNvSpPr txBox="1"/>
              <p:nvPr/>
            </p:nvSpPr>
            <p:spPr>
              <a:xfrm>
                <a:off x="1852319" y="45462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6C51B8-888B-B3BE-C6E2-332327D99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319" y="4546246"/>
                <a:ext cx="221214" cy="297646"/>
              </a:xfrm>
              <a:prstGeom prst="rect">
                <a:avLst/>
              </a:prstGeom>
              <a:blipFill>
                <a:blip r:embed="rId3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AEA8A-9DC1-420C-93DA-F1AAFF3A7611}"/>
                  </a:ext>
                </a:extLst>
              </p:cNvPr>
              <p:cNvSpPr txBox="1"/>
              <p:nvPr/>
            </p:nvSpPr>
            <p:spPr>
              <a:xfrm>
                <a:off x="2318526" y="45424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AEA8A-9DC1-420C-93DA-F1AAFF3A7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526" y="4542476"/>
                <a:ext cx="221214" cy="297646"/>
              </a:xfrm>
              <a:prstGeom prst="rect">
                <a:avLst/>
              </a:prstGeom>
              <a:blipFill>
                <a:blip r:embed="rId38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C27D98A-71E1-B352-7FA4-970E3550938B}"/>
              </a:ext>
            </a:extLst>
          </p:cNvPr>
          <p:cNvSpPr txBox="1"/>
          <p:nvPr/>
        </p:nvSpPr>
        <p:spPr>
          <a:xfrm>
            <a:off x="479098" y="4877141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25578F-EE8D-7CBF-75B0-656094E2290C}"/>
                  </a:ext>
                </a:extLst>
              </p:cNvPr>
              <p:cNvSpPr txBox="1"/>
              <p:nvPr/>
            </p:nvSpPr>
            <p:spPr>
              <a:xfrm>
                <a:off x="1406198" y="49780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F25578F-EE8D-7CBF-75B0-656094E22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198" y="4978046"/>
                <a:ext cx="221214" cy="297646"/>
              </a:xfrm>
              <a:prstGeom prst="rect">
                <a:avLst/>
              </a:prstGeom>
              <a:blipFill>
                <a:blip r:embed="rId39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253FAE-EAA9-1176-9473-73B3E8CB27D5}"/>
                  </a:ext>
                </a:extLst>
              </p:cNvPr>
              <p:cNvSpPr txBox="1"/>
              <p:nvPr/>
            </p:nvSpPr>
            <p:spPr>
              <a:xfrm>
                <a:off x="1859705" y="49780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253FAE-EAA9-1176-9473-73B3E8CB2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05" y="4978046"/>
                <a:ext cx="221214" cy="297646"/>
              </a:xfrm>
              <a:prstGeom prst="rect">
                <a:avLst/>
              </a:prstGeom>
              <a:blipFill>
                <a:blip r:embed="rId40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94AD2E-AB35-885D-94C9-9B893AA86F6A}"/>
                  </a:ext>
                </a:extLst>
              </p:cNvPr>
              <p:cNvSpPr txBox="1"/>
              <p:nvPr/>
            </p:nvSpPr>
            <p:spPr>
              <a:xfrm>
                <a:off x="2325912" y="49742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94AD2E-AB35-885D-94C9-9B893AA86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912" y="4974276"/>
                <a:ext cx="221214" cy="297646"/>
              </a:xfrm>
              <a:prstGeom prst="rect">
                <a:avLst/>
              </a:prstGeom>
              <a:blipFill>
                <a:blip r:embed="rId4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AD8CA2-C4E6-3BF4-9323-B7C6B010947C}"/>
                  </a:ext>
                </a:extLst>
              </p:cNvPr>
              <p:cNvSpPr txBox="1"/>
              <p:nvPr/>
            </p:nvSpPr>
            <p:spPr>
              <a:xfrm>
                <a:off x="2710605" y="409839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AD8CA2-C4E6-3BF4-9323-B7C6B010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605" y="4098393"/>
                <a:ext cx="221214" cy="297646"/>
              </a:xfrm>
              <a:prstGeom prst="rect">
                <a:avLst/>
              </a:prstGeom>
              <a:blipFill>
                <a:blip r:embed="rId4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69A577-8434-1875-EEAF-01CF0C8AEB94}"/>
                  </a:ext>
                </a:extLst>
              </p:cNvPr>
              <p:cNvSpPr txBox="1"/>
              <p:nvPr/>
            </p:nvSpPr>
            <p:spPr>
              <a:xfrm>
                <a:off x="2719612" y="45424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A69A577-8434-1875-EEAF-01CF0C8AE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612" y="4542476"/>
                <a:ext cx="221214" cy="297646"/>
              </a:xfrm>
              <a:prstGeom prst="rect">
                <a:avLst/>
              </a:prstGeom>
              <a:blipFill>
                <a:blip r:embed="rId4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7D4B35-B710-D5C2-CED2-ACC15DACC85D}"/>
                  </a:ext>
                </a:extLst>
              </p:cNvPr>
              <p:cNvSpPr txBox="1"/>
              <p:nvPr/>
            </p:nvSpPr>
            <p:spPr>
              <a:xfrm>
                <a:off x="2726998" y="49742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7D4B35-B710-D5C2-CED2-ACC15DACC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98" y="4974276"/>
                <a:ext cx="221214" cy="297646"/>
              </a:xfrm>
              <a:prstGeom prst="rect">
                <a:avLst/>
              </a:prstGeom>
              <a:blipFill>
                <a:blip r:embed="rId4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3274CFF2-B133-5223-3BE8-2574F39F0E84}"/>
              </a:ext>
            </a:extLst>
          </p:cNvPr>
          <p:cNvSpPr txBox="1"/>
          <p:nvPr/>
        </p:nvSpPr>
        <p:spPr>
          <a:xfrm>
            <a:off x="491798" y="529783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71EBB4-4351-5069-49C1-2416B54043F1}"/>
                  </a:ext>
                </a:extLst>
              </p:cNvPr>
              <p:cNvSpPr txBox="1"/>
              <p:nvPr/>
            </p:nvSpPr>
            <p:spPr>
              <a:xfrm>
                <a:off x="1418898" y="53987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71EBB4-4351-5069-49C1-2416B5404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898" y="5398735"/>
                <a:ext cx="221214" cy="297646"/>
              </a:xfrm>
              <a:prstGeom prst="rect">
                <a:avLst/>
              </a:prstGeom>
              <a:blipFill>
                <a:blip r:embed="rId45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FDFD8CB-0B60-B52E-0F86-3C8A87D1E61F}"/>
                  </a:ext>
                </a:extLst>
              </p:cNvPr>
              <p:cNvSpPr txBox="1"/>
              <p:nvPr/>
            </p:nvSpPr>
            <p:spPr>
              <a:xfrm>
                <a:off x="1872405" y="539873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FDFD8CB-0B60-B52E-0F86-3C8A87D1E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405" y="5398735"/>
                <a:ext cx="221214" cy="297646"/>
              </a:xfrm>
              <a:prstGeom prst="rect">
                <a:avLst/>
              </a:prstGeom>
              <a:blipFill>
                <a:blip r:embed="rId46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3D524E-A6DE-425B-4BC9-BFC73E79C096}"/>
                  </a:ext>
                </a:extLst>
              </p:cNvPr>
              <p:cNvSpPr txBox="1"/>
              <p:nvPr/>
            </p:nvSpPr>
            <p:spPr>
              <a:xfrm>
                <a:off x="2338612" y="539496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3D524E-A6DE-425B-4BC9-BFC73E79C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612" y="5394965"/>
                <a:ext cx="221214" cy="297646"/>
              </a:xfrm>
              <a:prstGeom prst="rect">
                <a:avLst/>
              </a:prstGeom>
              <a:blipFill>
                <a:blip r:embed="rId4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722601-279E-7B3A-C8BB-1FD6EE4DAF0A}"/>
                  </a:ext>
                </a:extLst>
              </p:cNvPr>
              <p:cNvSpPr txBox="1"/>
              <p:nvPr/>
            </p:nvSpPr>
            <p:spPr>
              <a:xfrm>
                <a:off x="2739698" y="539496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722601-279E-7B3A-C8BB-1FD6EE4DA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698" y="5394965"/>
                <a:ext cx="221214" cy="297646"/>
              </a:xfrm>
              <a:prstGeom prst="rect">
                <a:avLst/>
              </a:prstGeom>
              <a:blipFill>
                <a:blip r:embed="rId48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59634703-FD8C-4B20-8D7E-FFA2571A29CE}"/>
              </a:ext>
            </a:extLst>
          </p:cNvPr>
          <p:cNvSpPr/>
          <p:nvPr/>
        </p:nvSpPr>
        <p:spPr bwMode="auto">
          <a:xfrm rot="5400000">
            <a:off x="-6489" y="4604811"/>
            <a:ext cx="1681252" cy="4943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531D8D-6A1F-2FD6-8A83-C743E4DCE31D}"/>
              </a:ext>
            </a:extLst>
          </p:cNvPr>
          <p:cNvSpPr/>
          <p:nvPr/>
        </p:nvSpPr>
        <p:spPr bwMode="auto">
          <a:xfrm rot="5400000">
            <a:off x="1331399" y="4028401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40F2FF-1254-A8AF-2849-BE18C674E9C0}"/>
                  </a:ext>
                </a:extLst>
              </p:cNvPr>
              <p:cNvSpPr txBox="1"/>
              <p:nvPr/>
            </p:nvSpPr>
            <p:spPr>
              <a:xfrm>
                <a:off x="3142405" y="40880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40F2FF-1254-A8AF-2849-BE18C674E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405" y="4088046"/>
                <a:ext cx="221214" cy="297646"/>
              </a:xfrm>
              <a:prstGeom prst="rect">
                <a:avLst/>
              </a:prstGeom>
              <a:blipFill>
                <a:blip r:embed="rId49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8F55F51-31E4-9CFB-89FA-6C6E77EFA450}"/>
                  </a:ext>
                </a:extLst>
              </p:cNvPr>
              <p:cNvSpPr txBox="1"/>
              <p:nvPr/>
            </p:nvSpPr>
            <p:spPr>
              <a:xfrm>
                <a:off x="3595912" y="408804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8F55F51-31E4-9CFB-89FA-6C6E77EFA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912" y="4088046"/>
                <a:ext cx="221214" cy="297646"/>
              </a:xfrm>
              <a:prstGeom prst="rect">
                <a:avLst/>
              </a:prstGeom>
              <a:blipFill>
                <a:blip r:embed="rId50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B04DE8E-59E3-9095-633E-5F168E3A245C}"/>
                  </a:ext>
                </a:extLst>
              </p:cNvPr>
              <p:cNvSpPr txBox="1"/>
              <p:nvPr/>
            </p:nvSpPr>
            <p:spPr>
              <a:xfrm>
                <a:off x="4062119" y="40842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B04DE8E-59E3-9095-633E-5F168E3A2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119" y="4084276"/>
                <a:ext cx="221214" cy="297646"/>
              </a:xfrm>
              <a:prstGeom prst="rect">
                <a:avLst/>
              </a:prstGeom>
              <a:blipFill>
                <a:blip r:embed="rId51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3A4E59E-6B77-271C-98E2-2442229FA443}"/>
                  </a:ext>
                </a:extLst>
              </p:cNvPr>
              <p:cNvSpPr txBox="1"/>
              <p:nvPr/>
            </p:nvSpPr>
            <p:spPr>
              <a:xfrm>
                <a:off x="3151412" y="453212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3A4E59E-6B77-271C-98E2-2442229FA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412" y="4532129"/>
                <a:ext cx="221214" cy="297646"/>
              </a:xfrm>
              <a:prstGeom prst="rect">
                <a:avLst/>
              </a:prstGeom>
              <a:blipFill>
                <a:blip r:embed="rId5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852BED-D575-E26E-C968-A341F592B1C2}"/>
                  </a:ext>
                </a:extLst>
              </p:cNvPr>
              <p:cNvSpPr txBox="1"/>
              <p:nvPr/>
            </p:nvSpPr>
            <p:spPr>
              <a:xfrm>
                <a:off x="3604919" y="453212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852BED-D575-E26E-C968-A341F592B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19" y="4532129"/>
                <a:ext cx="221214" cy="297646"/>
              </a:xfrm>
              <a:prstGeom prst="rect">
                <a:avLst/>
              </a:prstGeom>
              <a:blipFill>
                <a:blip r:embed="rId53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127B10B-17A4-CA7A-1DE7-A8E51B9005EF}"/>
                  </a:ext>
                </a:extLst>
              </p:cNvPr>
              <p:cNvSpPr txBox="1"/>
              <p:nvPr/>
            </p:nvSpPr>
            <p:spPr>
              <a:xfrm>
                <a:off x="4071126" y="452835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127B10B-17A4-CA7A-1DE7-A8E51B900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126" y="4528359"/>
                <a:ext cx="221214" cy="297646"/>
              </a:xfrm>
              <a:prstGeom prst="rect">
                <a:avLst/>
              </a:prstGeom>
              <a:blipFill>
                <a:blip r:embed="rId54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B2E3C9-119C-5972-97D2-6BC5C8657E48}"/>
                  </a:ext>
                </a:extLst>
              </p:cNvPr>
              <p:cNvSpPr txBox="1"/>
              <p:nvPr/>
            </p:nvSpPr>
            <p:spPr>
              <a:xfrm>
                <a:off x="3158798" y="496392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B2E3C9-119C-5972-97D2-6BC5C865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798" y="4963929"/>
                <a:ext cx="221214" cy="297646"/>
              </a:xfrm>
              <a:prstGeom prst="rect">
                <a:avLst/>
              </a:prstGeom>
              <a:blipFill>
                <a:blip r:embed="rId5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DA7A95-7D00-5559-F020-D65DDE53F14E}"/>
                  </a:ext>
                </a:extLst>
              </p:cNvPr>
              <p:cNvSpPr txBox="1"/>
              <p:nvPr/>
            </p:nvSpPr>
            <p:spPr>
              <a:xfrm>
                <a:off x="3612305" y="496392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6DA7A95-7D00-5559-F020-D65DDE53F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305" y="4963929"/>
                <a:ext cx="221214" cy="297646"/>
              </a:xfrm>
              <a:prstGeom prst="rect">
                <a:avLst/>
              </a:prstGeom>
              <a:blipFill>
                <a:blip r:embed="rId56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CA0F4E2-1C7D-A413-AF87-0B7FA19B021F}"/>
                  </a:ext>
                </a:extLst>
              </p:cNvPr>
              <p:cNvSpPr txBox="1"/>
              <p:nvPr/>
            </p:nvSpPr>
            <p:spPr>
              <a:xfrm>
                <a:off x="4078512" y="496015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CA0F4E2-1C7D-A413-AF87-0B7FA19B0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512" y="4960159"/>
                <a:ext cx="221214" cy="297646"/>
              </a:xfrm>
              <a:prstGeom prst="rect">
                <a:avLst/>
              </a:prstGeom>
              <a:blipFill>
                <a:blip r:embed="rId5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40B7455-3AD0-DA56-4DD5-E0D57167A5FF}"/>
                  </a:ext>
                </a:extLst>
              </p:cNvPr>
              <p:cNvSpPr txBox="1"/>
              <p:nvPr/>
            </p:nvSpPr>
            <p:spPr>
              <a:xfrm>
                <a:off x="4463205" y="408427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40B7455-3AD0-DA56-4DD5-E0D57167A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205" y="4084276"/>
                <a:ext cx="221214" cy="297646"/>
              </a:xfrm>
              <a:prstGeom prst="rect">
                <a:avLst/>
              </a:prstGeom>
              <a:blipFill>
                <a:blip r:embed="rId58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504C25-4A48-B802-0278-D1739BA11C5D}"/>
                  </a:ext>
                </a:extLst>
              </p:cNvPr>
              <p:cNvSpPr txBox="1"/>
              <p:nvPr/>
            </p:nvSpPr>
            <p:spPr>
              <a:xfrm>
                <a:off x="4472212" y="452835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9504C25-4A48-B802-0278-D1739BA11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212" y="4528359"/>
                <a:ext cx="221214" cy="297646"/>
              </a:xfrm>
              <a:prstGeom prst="rect">
                <a:avLst/>
              </a:prstGeom>
              <a:blipFill>
                <a:blip r:embed="rId59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C7AE598-5AAC-9FC8-3955-64DCB250ABD5}"/>
                  </a:ext>
                </a:extLst>
              </p:cNvPr>
              <p:cNvSpPr txBox="1"/>
              <p:nvPr/>
            </p:nvSpPr>
            <p:spPr>
              <a:xfrm>
                <a:off x="4479598" y="4960159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C7AE598-5AAC-9FC8-3955-64DCB250A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598" y="4960159"/>
                <a:ext cx="221214" cy="297646"/>
              </a:xfrm>
              <a:prstGeom prst="rect">
                <a:avLst/>
              </a:prstGeom>
              <a:blipFill>
                <a:blip r:embed="rId6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FF1B3D6-C188-3841-AF11-8B6627D0696C}"/>
                  </a:ext>
                </a:extLst>
              </p:cNvPr>
              <p:cNvSpPr txBox="1"/>
              <p:nvPr/>
            </p:nvSpPr>
            <p:spPr>
              <a:xfrm>
                <a:off x="3171498" y="538461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FF1B3D6-C188-3841-AF11-8B6627D0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498" y="5384618"/>
                <a:ext cx="221214" cy="297646"/>
              </a:xfrm>
              <a:prstGeom prst="rect">
                <a:avLst/>
              </a:prstGeom>
              <a:blipFill>
                <a:blip r:embed="rId61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ED9524C-F421-3BD4-917C-2E3D6C3EEBF2}"/>
                  </a:ext>
                </a:extLst>
              </p:cNvPr>
              <p:cNvSpPr txBox="1"/>
              <p:nvPr/>
            </p:nvSpPr>
            <p:spPr>
              <a:xfrm>
                <a:off x="3625005" y="538461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ED9524C-F421-3BD4-917C-2E3D6C3EE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005" y="5384618"/>
                <a:ext cx="221214" cy="297646"/>
              </a:xfrm>
              <a:prstGeom prst="rect">
                <a:avLst/>
              </a:prstGeom>
              <a:blipFill>
                <a:blip r:embed="rId4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0D5C52B-43D3-899C-C30E-BFE8152EC1F4}"/>
                  </a:ext>
                </a:extLst>
              </p:cNvPr>
              <p:cNvSpPr txBox="1"/>
              <p:nvPr/>
            </p:nvSpPr>
            <p:spPr>
              <a:xfrm>
                <a:off x="4091212" y="538084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0D5C52B-43D3-899C-C30E-BFE8152EC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212" y="5380848"/>
                <a:ext cx="221214" cy="297646"/>
              </a:xfrm>
              <a:prstGeom prst="rect">
                <a:avLst/>
              </a:prstGeom>
              <a:blipFill>
                <a:blip r:embed="rId6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FDBA4E1-E14E-E38F-04AB-33BC3182618F}"/>
                  </a:ext>
                </a:extLst>
              </p:cNvPr>
              <p:cNvSpPr txBox="1"/>
              <p:nvPr/>
            </p:nvSpPr>
            <p:spPr>
              <a:xfrm>
                <a:off x="4492298" y="538084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FDBA4E1-E14E-E38F-04AB-33BC3182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298" y="5380848"/>
                <a:ext cx="221214" cy="297646"/>
              </a:xfrm>
              <a:prstGeom prst="rect">
                <a:avLst/>
              </a:prstGeom>
              <a:blipFill>
                <a:blip r:embed="rId6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9E0A3435-255C-3624-0400-98E3E0623A6F}"/>
              </a:ext>
            </a:extLst>
          </p:cNvPr>
          <p:cNvSpPr/>
          <p:nvPr/>
        </p:nvSpPr>
        <p:spPr bwMode="auto">
          <a:xfrm rot="5400000">
            <a:off x="3083999" y="4014284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8455AE-9316-79FB-B350-949CAB8A4265}"/>
              </a:ext>
            </a:extLst>
          </p:cNvPr>
          <p:cNvSpPr txBox="1"/>
          <p:nvPr/>
        </p:nvSpPr>
        <p:spPr>
          <a:xfrm rot="5400000">
            <a:off x="5635250" y="477930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744AFDA-C714-CEE1-3D20-D650D571192F}"/>
              </a:ext>
            </a:extLst>
          </p:cNvPr>
          <p:cNvCxnSpPr>
            <a:cxnSpLocks/>
          </p:cNvCxnSpPr>
          <p:nvPr/>
        </p:nvCxnSpPr>
        <p:spPr bwMode="auto">
          <a:xfrm>
            <a:off x="6248400" y="2363381"/>
            <a:ext cx="0" cy="31089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3476F5B-01B8-D43E-5FDB-8B026579E52D}"/>
              </a:ext>
            </a:extLst>
          </p:cNvPr>
          <p:cNvSpPr txBox="1"/>
          <p:nvPr/>
        </p:nvSpPr>
        <p:spPr>
          <a:xfrm>
            <a:off x="6297322" y="2661027"/>
            <a:ext cx="28845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Loop over test tiles to classify more data</a:t>
            </a:r>
          </a:p>
          <a:p>
            <a:pPr algn="ctr"/>
            <a:r>
              <a:rPr lang="zh-CN" altLang="en-US" sz="2400" dirty="0"/>
              <a:t>循环遍历测试分块分类更多数据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E8FEA9-0B6A-A581-19DF-A222DBA47CF6}"/>
              </a:ext>
            </a:extLst>
          </p:cNvPr>
          <p:cNvSpPr txBox="1"/>
          <p:nvPr/>
        </p:nvSpPr>
        <p:spPr>
          <a:xfrm>
            <a:off x="413464" y="5826839"/>
            <a:ext cx="8501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Outer doubled loops over tiles  </a:t>
            </a:r>
            <a:r>
              <a:rPr lang="zh-CN" altLang="en-US" sz="2400" dirty="0"/>
              <a:t>外双重循环遍历分块</a:t>
            </a:r>
          </a:p>
        </p:txBody>
      </p:sp>
    </p:spTree>
    <p:extLst>
      <p:ext uri="{BB962C8B-B14F-4D97-AF65-F5344CB8AC3E}">
        <p14:creationId xmlns:p14="http://schemas.microsoft.com/office/powerpoint/2010/main" val="243867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F7A2D-085D-8B65-1A16-90B5ACB5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E752-491A-29D3-2E70-FBABB76E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5.3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5.3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59663-4E6E-94B6-F8CD-CEBDBEAB7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0933AB-8300-0B6C-CEE2-F5B7FCA7F633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Handwritten ZIP code recognition w/ tiling</a:t>
            </a:r>
          </a:p>
          <a:p>
            <a:pPr algn="ctr"/>
            <a:r>
              <a:rPr lang="zh-CN" altLang="en-US" sz="2200" dirty="0"/>
              <a:t>实践时刻：手写邮政编码识别的分块计算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ECDA7D-979C-A359-8162-BD09A90AA57D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Does the perf. get improved?</a:t>
            </a:r>
          </a:p>
          <a:p>
            <a:pPr algn="ctr"/>
            <a:r>
              <a:rPr lang="zh-CN" altLang="en-US" sz="2200" dirty="0"/>
              <a:t>性能改善了么？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6A6C5-D89B-281C-C41C-73D90560A2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46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A4ED-7D6F-3DC2-125D-0EFC650C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822C-500C-1B59-D3FD-DFF95404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Tiling Story  </a:t>
            </a:r>
            <a:r>
              <a:rPr lang="zh-CN" altLang="en-US" dirty="0"/>
              <a:t>这分块之术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3A9BEFD-9B88-27E8-295F-571EC4BB1D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249370-5A3E-855B-6983-6651490B2718}"/>
              </a:ext>
            </a:extLst>
          </p:cNvPr>
          <p:cNvSpPr txBox="1"/>
          <p:nvPr/>
        </p:nvSpPr>
        <p:spPr>
          <a:xfrm>
            <a:off x="152400" y="1600200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Tiling accelerates the computation by </a:t>
            </a:r>
            <a:br>
              <a:rPr lang="en-US" altLang="zh-CN" sz="2400" dirty="0"/>
            </a:br>
            <a:r>
              <a:rPr lang="en-US" altLang="zh-CN" sz="2400" dirty="0"/>
              <a:t>changing the compute order appropriately</a:t>
            </a:r>
          </a:p>
          <a:p>
            <a:pPr algn="ctr"/>
            <a:r>
              <a:rPr lang="zh-CN" altLang="en-US" sz="2400" dirty="0"/>
              <a:t>分块通过合适地改变计算顺序来加速计算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5674AA-D7E1-4F28-8850-81F1A1054507}"/>
              </a:ext>
            </a:extLst>
          </p:cNvPr>
          <p:cNvSpPr txBox="1"/>
          <p:nvPr/>
        </p:nvSpPr>
        <p:spPr>
          <a:xfrm>
            <a:off x="838200" y="3100136"/>
            <a:ext cx="773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Some computation requires more </a:t>
            </a:r>
            <a:br>
              <a:rPr lang="en-US" altLang="zh-CN" sz="2400" dirty="0"/>
            </a:br>
            <a:r>
              <a:rPr lang="en-US" altLang="zh-CN" sz="2400" dirty="0"/>
              <a:t>complicated tiling w/ in-depth knowledge</a:t>
            </a:r>
          </a:p>
          <a:p>
            <a:pPr algn="ctr"/>
            <a:r>
              <a:rPr lang="zh-CN" altLang="en-US" sz="2400" dirty="0"/>
              <a:t>有些计算需要利用深刻的知识进行更复杂的分块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04616-F00D-41C1-D16C-0450FA68AB38}"/>
              </a:ext>
            </a:extLst>
          </p:cNvPr>
          <p:cNvSpPr txBox="1"/>
          <p:nvPr/>
        </p:nvSpPr>
        <p:spPr>
          <a:xfrm>
            <a:off x="1062990" y="4602540"/>
            <a:ext cx="7018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Some advanced compilers automatically searches &amp; finds appropriate tiling </a:t>
            </a:r>
          </a:p>
          <a:p>
            <a:pPr algn="ctr"/>
            <a:r>
              <a:rPr lang="zh-CN" altLang="en-US" sz="2400" dirty="0"/>
              <a:t>有些先进的编译器能自动搜索并找到合适的分块</a:t>
            </a:r>
          </a:p>
        </p:txBody>
      </p:sp>
    </p:spTree>
    <p:extLst>
      <p:ext uri="{BB962C8B-B14F-4D97-AF65-F5344CB8AC3E}">
        <p14:creationId xmlns:p14="http://schemas.microsoft.com/office/powerpoint/2010/main" val="7742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845F-CA71-6F27-1D78-B1AE2BDD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2C32-B62A-6087-0FAE-67CE7989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Caching Paradigm  </a:t>
            </a:r>
            <a:r>
              <a:rPr lang="zh-CN" altLang="en-US" dirty="0"/>
              <a:t>缓存范式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E663B9A-DE0D-0460-B685-C3916AFB2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24978-8220-961A-E605-0588F7195850}"/>
              </a:ext>
            </a:extLst>
          </p:cNvPr>
          <p:cNvSpPr txBox="1"/>
          <p:nvPr/>
        </p:nvSpPr>
        <p:spPr>
          <a:xfrm>
            <a:off x="152400" y="1737516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Caching is a common paradigm</a:t>
            </a:r>
          </a:p>
          <a:p>
            <a:pPr algn="ctr"/>
            <a:r>
              <a:rPr lang="zh-CN" altLang="en-US" sz="2400" dirty="0"/>
              <a:t>缓存是一个常见的范式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ABAFCA-6988-98F8-D0D0-EF9D04582880}"/>
              </a:ext>
            </a:extLst>
          </p:cNvPr>
          <p:cNvSpPr txBox="1"/>
          <p:nvPr/>
        </p:nvSpPr>
        <p:spPr>
          <a:xfrm>
            <a:off x="788670" y="2971800"/>
            <a:ext cx="7734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We’ve just talked about cache in processors</a:t>
            </a:r>
          </a:p>
          <a:p>
            <a:pPr algn="ctr"/>
            <a:r>
              <a:rPr lang="zh-CN" altLang="en-US" sz="2400" dirty="0"/>
              <a:t>我们仅仅提及了处理器里的缓存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4E872-1398-E921-FB61-354A426A3823}"/>
              </a:ext>
            </a:extLst>
          </p:cNvPr>
          <p:cNvSpPr txBox="1"/>
          <p:nvPr/>
        </p:nvSpPr>
        <p:spPr>
          <a:xfrm>
            <a:off x="1062990" y="4206084"/>
            <a:ext cx="7018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There’re many more caching usages, e.g., memory as the cache for files on (slower) disks</a:t>
            </a:r>
          </a:p>
          <a:p>
            <a:pPr algn="ctr"/>
            <a:r>
              <a:rPr lang="zh-CN" altLang="en-US" sz="2400" dirty="0"/>
              <a:t>还有很多缓存的用例，例如，内存作为（更慢的）磁盘上文件的缓存</a:t>
            </a:r>
          </a:p>
        </p:txBody>
      </p:sp>
    </p:spTree>
    <p:extLst>
      <p:ext uri="{BB962C8B-B14F-4D97-AF65-F5344CB8AC3E}">
        <p14:creationId xmlns:p14="http://schemas.microsoft.com/office/powerpoint/2010/main" val="183052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6E5D-8257-D288-5DB3-7650D2C5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5563-6A04-E02D-CA5C-E9FF62A8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Page Cache  </a:t>
            </a:r>
            <a:r>
              <a:rPr lang="zh-CN" altLang="en-US" dirty="0"/>
              <a:t>演示：页缓存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772717D-AEA1-6E07-0467-B1105C4B94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486AF6-A6BD-1F49-53CD-0169EF32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0"/>
            <a:ext cx="7716327" cy="35533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7C2DC9-7217-9D88-6659-5599736CD36E}"/>
              </a:ext>
            </a:extLst>
          </p:cNvPr>
          <p:cNvSpPr txBox="1"/>
          <p:nvPr/>
        </p:nvSpPr>
        <p:spPr>
          <a:xfrm>
            <a:off x="152400" y="5493603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Read from disk &amp; then cached in memory (page</a:t>
            </a:r>
            <a:r>
              <a:rPr lang="zh-CN" altLang="en-US" sz="2400" dirty="0"/>
              <a:t> </a:t>
            </a:r>
            <a:r>
              <a:rPr lang="en-US" altLang="zh-CN" sz="2400" dirty="0"/>
              <a:t>cache)</a:t>
            </a:r>
          </a:p>
          <a:p>
            <a:pPr algn="ctr"/>
            <a:r>
              <a:rPr lang="en-US" altLang="zh-CN" sz="2400" dirty="0"/>
              <a:t>  </a:t>
            </a:r>
            <a:r>
              <a:rPr lang="zh-CN" altLang="en-US" sz="2400" dirty="0"/>
              <a:t>从磁盘上读取，缓存于内存（页缓存）中</a:t>
            </a:r>
            <a:endParaRPr lang="en-US" altLang="zh-CN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86DC83-1B8E-8690-C407-EC8AA9AD1C22}"/>
              </a:ext>
            </a:extLst>
          </p:cNvPr>
          <p:cNvSpPr/>
          <p:nvPr/>
        </p:nvSpPr>
        <p:spPr bwMode="auto">
          <a:xfrm>
            <a:off x="696686" y="3529260"/>
            <a:ext cx="3712028" cy="269854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356B2F-ACA9-A336-0871-CC9944FB43FF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2552700" y="3799114"/>
            <a:ext cx="1600200" cy="16944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1936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4C55-0B0B-6E0D-D244-DA947A2D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3D93-4703-23BC-9BEA-40ABDB1A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Page Cache  </a:t>
            </a:r>
            <a:r>
              <a:rPr lang="zh-CN" altLang="en-US" dirty="0"/>
              <a:t>演示：页缓存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6BA55A9-40A7-F131-D622-634E8A2220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093A36-5FFA-C2B8-8B4B-0F6C46790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0"/>
            <a:ext cx="7716327" cy="35533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866D3A-76B3-49B9-A90F-5B2FA860EA89}"/>
              </a:ext>
            </a:extLst>
          </p:cNvPr>
          <p:cNvSpPr txBox="1"/>
          <p:nvPr/>
        </p:nvSpPr>
        <p:spPr>
          <a:xfrm>
            <a:off x="152400" y="5493603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Follow-up read served from page cache</a:t>
            </a:r>
          </a:p>
          <a:p>
            <a:pPr algn="ctr"/>
            <a:r>
              <a:rPr lang="en-US" altLang="zh-CN" sz="2400" dirty="0"/>
              <a:t>  </a:t>
            </a:r>
            <a:r>
              <a:rPr lang="zh-CN" altLang="en-US" sz="2400" dirty="0"/>
              <a:t>随后的读取由页缓存提供</a:t>
            </a:r>
            <a:endParaRPr lang="en-US" altLang="zh-CN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CE1D3-8B23-E260-DC47-D1182F61576D}"/>
              </a:ext>
            </a:extLst>
          </p:cNvPr>
          <p:cNvSpPr/>
          <p:nvPr/>
        </p:nvSpPr>
        <p:spPr bwMode="auto">
          <a:xfrm>
            <a:off x="687443" y="3799033"/>
            <a:ext cx="5780314" cy="8382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F2A34F-26BC-6858-A714-8A4CC92E4FE6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3577600" y="4637233"/>
            <a:ext cx="575300" cy="856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667113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3152C-34A3-356A-B17D-5CC810D9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7181-43B5-D47F-5DE3-13B29AF9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Caching Remote Objects</a:t>
            </a:r>
            <a:br>
              <a:rPr lang="en-US" altLang="zh-CN" dirty="0"/>
            </a:br>
            <a:r>
              <a:rPr lang="zh-CN" altLang="en-US" dirty="0"/>
              <a:t>缓存网络对象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FC2C7-6C1E-3FFE-45B3-E8453669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altLang="zh-CN" dirty="0"/>
              <a:t>Browser Cache  </a:t>
            </a:r>
            <a:r>
              <a:rPr lang="zh-CN" altLang="en-US" dirty="0"/>
              <a:t>浏览器缓存</a:t>
            </a:r>
            <a:endParaRPr lang="en-US" altLang="zh-CN" dirty="0"/>
          </a:p>
          <a:p>
            <a:pPr lvl="1"/>
            <a:r>
              <a:rPr lang="en-US" altLang="zh-CN" dirty="0"/>
              <a:t>Web pages not updated served from local cache  </a:t>
            </a:r>
            <a:r>
              <a:rPr lang="zh-CN" altLang="en-US" dirty="0"/>
              <a:t>未更新网页可由本地缓存提供</a:t>
            </a:r>
            <a:endParaRPr lang="en-US" altLang="zh-CN" dirty="0"/>
          </a:p>
          <a:p>
            <a:r>
              <a:rPr lang="en-US" altLang="zh-CN" dirty="0"/>
              <a:t>WeChat Mini Program  </a:t>
            </a:r>
            <a:r>
              <a:rPr lang="zh-CN" altLang="en-US" dirty="0"/>
              <a:t>微信小程序</a:t>
            </a:r>
            <a:endParaRPr lang="en-US" altLang="zh-CN" dirty="0"/>
          </a:p>
          <a:p>
            <a:pPr lvl="1"/>
            <a:r>
              <a:rPr lang="en-US" altLang="zh-CN" dirty="0"/>
              <a:t>First launch: downloaded from server</a:t>
            </a:r>
            <a:br>
              <a:rPr lang="en-US" altLang="zh-CN" dirty="0"/>
            </a:br>
            <a:r>
              <a:rPr lang="zh-CN" altLang="en-US" dirty="0"/>
              <a:t>初次运行：从服务器下载</a:t>
            </a:r>
            <a:endParaRPr lang="en-US" altLang="zh-CN" dirty="0"/>
          </a:p>
          <a:p>
            <a:pPr lvl="1"/>
            <a:r>
              <a:rPr lang="en-US" altLang="zh-CN" dirty="0"/>
              <a:t>Later launches: served from local cache  </a:t>
            </a:r>
            <a:br>
              <a:rPr lang="en-US" altLang="zh-CN" dirty="0"/>
            </a:br>
            <a:r>
              <a:rPr lang="zh-CN" altLang="en-US" dirty="0"/>
              <a:t>以后运行：由本地缓存提供</a:t>
            </a:r>
            <a:endParaRPr lang="en-US" altLang="zh-CN" dirty="0"/>
          </a:p>
          <a:p>
            <a:pPr lvl="2"/>
            <a:r>
              <a:rPr lang="en-US" altLang="zh-CN" dirty="0"/>
              <a:t>Until it gets updated  </a:t>
            </a:r>
            <a:r>
              <a:rPr lang="zh-CN" altLang="en-US" dirty="0"/>
              <a:t>直到小程序被更新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1F1585-B594-DEBD-A6B7-374E0924A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718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4C1C-1432-17B6-CC1F-E8D830A9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372C-558F-D6FE-69C9-8D8D087E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Further Generalization  </a:t>
            </a:r>
            <a:br>
              <a:rPr lang="en-US" altLang="zh-CN" dirty="0"/>
            </a:br>
            <a:r>
              <a:rPr lang="zh-CN" altLang="en-US" dirty="0"/>
              <a:t>进一步推广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4EB2FCE-9F7F-4766-2FC7-D96ADBC7B1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7B1A7-1E9B-3542-C19E-03818FC22412}"/>
              </a:ext>
            </a:extLst>
          </p:cNvPr>
          <p:cNvSpPr txBox="1"/>
          <p:nvPr/>
        </p:nvSpPr>
        <p:spPr>
          <a:xfrm>
            <a:off x="152400" y="1737516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Caching may</a:t>
            </a:r>
            <a:r>
              <a:rPr lang="zh-CN" altLang="en-US" sz="2400" dirty="0"/>
              <a:t> </a:t>
            </a:r>
            <a:r>
              <a:rPr lang="en-US" altLang="zh-CN" sz="2400" dirty="0"/>
              <a:t>go</a:t>
            </a:r>
            <a:r>
              <a:rPr lang="zh-CN" altLang="en-US" sz="2400" dirty="0"/>
              <a:t> </a:t>
            </a:r>
            <a:r>
              <a:rPr lang="en-US" altLang="zh-CN" sz="2400" dirty="0"/>
              <a:t>beyond accelerating</a:t>
            </a:r>
            <a:r>
              <a:rPr lang="zh-CN" altLang="en-US" sz="2400" dirty="0"/>
              <a:t> </a:t>
            </a:r>
            <a:r>
              <a:rPr lang="en-US" altLang="zh-CN" sz="2400" dirty="0"/>
              <a:t>data access</a:t>
            </a:r>
          </a:p>
          <a:p>
            <a:pPr algn="ctr"/>
            <a:r>
              <a:rPr lang="zh-CN" altLang="en-US" sz="2400" dirty="0"/>
              <a:t>缓存的目的可以超越加速数据存取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73C96-927E-5277-37E9-0C294934B319}"/>
              </a:ext>
            </a:extLst>
          </p:cNvPr>
          <p:cNvSpPr txBox="1"/>
          <p:nvPr/>
        </p:nvSpPr>
        <p:spPr>
          <a:xfrm>
            <a:off x="788670" y="2971800"/>
            <a:ext cx="7734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Caching serves as a computation shield</a:t>
            </a:r>
          </a:p>
          <a:p>
            <a:pPr algn="ctr"/>
            <a:r>
              <a:rPr lang="zh-CN" altLang="en-US" sz="2400" dirty="0"/>
              <a:t>缓存可以用来屏蔽计算开销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DB5A5-F76A-7452-23EE-E736C23396BD}"/>
              </a:ext>
            </a:extLst>
          </p:cNvPr>
          <p:cNvSpPr txBox="1"/>
          <p:nvPr/>
        </p:nvSpPr>
        <p:spPr>
          <a:xfrm>
            <a:off x="1062990" y="4206084"/>
            <a:ext cx="7018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Eliminating reprocessing of the same data</a:t>
            </a:r>
          </a:p>
          <a:p>
            <a:pPr algn="ctr"/>
            <a:r>
              <a:rPr lang="zh-CN" altLang="en-US" sz="2400" dirty="0"/>
              <a:t>消除相同数据的重复处理</a:t>
            </a:r>
          </a:p>
        </p:txBody>
      </p:sp>
    </p:spTree>
    <p:extLst>
      <p:ext uri="{BB962C8B-B14F-4D97-AF65-F5344CB8AC3E}">
        <p14:creationId xmlns:p14="http://schemas.microsoft.com/office/powerpoint/2010/main" val="57468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uiExpand="1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83A1-3696-7D15-D29F-C01EA6B9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8F8B-7EF5-C86A-3F89-94131BA2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 Service Example</a:t>
            </a:r>
            <a:br>
              <a:rPr lang="en-US" altLang="zh-CN" dirty="0"/>
            </a:br>
            <a:r>
              <a:rPr lang="zh-CN" altLang="en-US" dirty="0"/>
              <a:t>互联网服务的例子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F6C7BB6-F02E-A9C2-4469-084F7C2E8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7E6B7-7ECB-5A35-F0AC-40AAD0A71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74" y="3276600"/>
            <a:ext cx="1391797" cy="600159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96B674C9-899F-4A44-A859-AFAFC8B830A0}"/>
              </a:ext>
            </a:extLst>
          </p:cNvPr>
          <p:cNvSpPr/>
          <p:nvPr/>
        </p:nvSpPr>
        <p:spPr bwMode="auto">
          <a:xfrm>
            <a:off x="5998029" y="2212476"/>
            <a:ext cx="2895600" cy="147173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BD865-9007-DE72-2D36-8C9F8B444991}"/>
              </a:ext>
            </a:extLst>
          </p:cNvPr>
          <p:cNvSpPr txBox="1"/>
          <p:nvPr/>
        </p:nvSpPr>
        <p:spPr>
          <a:xfrm>
            <a:off x="2177535" y="2362286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</a:t>
            </a:r>
          </a:p>
          <a:p>
            <a:pPr algn="ctr"/>
            <a:r>
              <a:rPr lang="zh-CN" altLang="en-US" sz="2400" dirty="0"/>
              <a:t>前端服务器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23B07F-369A-5610-9A16-2A5C4C95DB2F}"/>
              </a:ext>
            </a:extLst>
          </p:cNvPr>
          <p:cNvSpPr txBox="1"/>
          <p:nvPr/>
        </p:nvSpPr>
        <p:spPr>
          <a:xfrm>
            <a:off x="41967" y="1697658"/>
            <a:ext cx="2079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User 1: Request A</a:t>
            </a:r>
          </a:p>
          <a:p>
            <a:pPr algn="ctr"/>
            <a:r>
              <a:rPr lang="zh-CN" altLang="en-US" sz="2400" dirty="0"/>
              <a:t>用户</a:t>
            </a:r>
            <a:r>
              <a:rPr lang="en-US" altLang="zh-CN" sz="2400" dirty="0"/>
              <a:t>1</a:t>
            </a:r>
            <a:r>
              <a:rPr lang="zh-CN" altLang="en-US" sz="2400" dirty="0"/>
              <a:t>：请求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9A3C41-2D8C-26AE-8472-3D37E49636A2}"/>
              </a:ext>
            </a:extLst>
          </p:cNvPr>
          <p:cNvSpPr txBox="1"/>
          <p:nvPr/>
        </p:nvSpPr>
        <p:spPr>
          <a:xfrm>
            <a:off x="5725492" y="2482488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</a:t>
            </a:r>
          </a:p>
          <a:p>
            <a:pPr algn="ctr"/>
            <a:r>
              <a:rPr lang="zh-CN" altLang="en-US" sz="2400" dirty="0"/>
              <a:t>后端服务器集群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554836F-5092-5ADB-8F70-97F004987CBD}"/>
              </a:ext>
            </a:extLst>
          </p:cNvPr>
          <p:cNvSpPr/>
          <p:nvPr/>
        </p:nvSpPr>
        <p:spPr bwMode="auto">
          <a:xfrm rot="1757608">
            <a:off x="2043908" y="3029212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9638AEC-8752-BA78-0EB6-392FA6E4C87C}"/>
              </a:ext>
            </a:extLst>
          </p:cNvPr>
          <p:cNvSpPr/>
          <p:nvPr/>
        </p:nvSpPr>
        <p:spPr bwMode="auto">
          <a:xfrm rot="20520010">
            <a:off x="4702919" y="3275723"/>
            <a:ext cx="1248542" cy="22537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92ACF075-86CE-1448-EA07-858516FAAC25}"/>
              </a:ext>
            </a:extLst>
          </p:cNvPr>
          <p:cNvSpPr/>
          <p:nvPr/>
        </p:nvSpPr>
        <p:spPr bwMode="auto">
          <a:xfrm>
            <a:off x="7217517" y="2548267"/>
            <a:ext cx="456623" cy="633722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B46F91-984A-AB55-C404-A114F32A1C00}"/>
              </a:ext>
            </a:extLst>
          </p:cNvPr>
          <p:cNvSpPr txBox="1"/>
          <p:nvPr/>
        </p:nvSpPr>
        <p:spPr>
          <a:xfrm>
            <a:off x="5737895" y="3612859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Heavy processing</a:t>
            </a:r>
          </a:p>
          <a:p>
            <a:pPr algn="ctr"/>
            <a:r>
              <a:rPr lang="zh-CN" altLang="en-US" sz="2400" dirty="0"/>
              <a:t>繁重计算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F153D-3B43-0FF0-6728-B21CB723F4E8}"/>
              </a:ext>
            </a:extLst>
          </p:cNvPr>
          <p:cNvSpPr txBox="1"/>
          <p:nvPr/>
        </p:nvSpPr>
        <p:spPr>
          <a:xfrm>
            <a:off x="4385988" y="3588603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Request A</a:t>
            </a:r>
          </a:p>
          <a:p>
            <a:pPr algn="ctr"/>
            <a:r>
              <a:rPr lang="zh-CN" altLang="en-US" sz="2400" dirty="0"/>
              <a:t>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6418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0" grpId="0"/>
      <p:bldP spid="21" grpId="0"/>
      <p:bldP spid="23" grpId="0" animBg="1"/>
      <p:bldP spid="23" grpId="1" animBg="1"/>
      <p:bldP spid="25" grpId="0" animBg="1"/>
      <p:bldP spid="25" grpId="1" animBg="1"/>
      <p:bldP spid="27" grpId="0" animBg="1"/>
      <p:bldP spid="29" grpId="0"/>
      <p:bldP spid="30" grpId="0"/>
      <p:bldP spid="30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F3A6-F5C8-11D7-1BE0-2E812F7E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F7CA-53DB-86DB-1AA7-40472DB2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 Service Example</a:t>
            </a:r>
            <a:br>
              <a:rPr lang="en-US" altLang="zh-CN" dirty="0"/>
            </a:br>
            <a:r>
              <a:rPr lang="zh-CN" altLang="en-US" dirty="0"/>
              <a:t>互联网服务的例子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F256F53-5A5C-E05A-06B8-A29F591C63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47082-0699-9110-231F-D18A8803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74" y="3276600"/>
            <a:ext cx="1391797" cy="600159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CD885803-9F45-85B1-3638-36AFE0F30796}"/>
              </a:ext>
            </a:extLst>
          </p:cNvPr>
          <p:cNvSpPr/>
          <p:nvPr/>
        </p:nvSpPr>
        <p:spPr bwMode="auto">
          <a:xfrm>
            <a:off x="5998029" y="2212476"/>
            <a:ext cx="2895600" cy="147173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34C42A-75D6-33F2-AEE4-578A10A01710}"/>
              </a:ext>
            </a:extLst>
          </p:cNvPr>
          <p:cNvSpPr txBox="1"/>
          <p:nvPr/>
        </p:nvSpPr>
        <p:spPr>
          <a:xfrm>
            <a:off x="2177535" y="2362286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</a:t>
            </a:r>
          </a:p>
          <a:p>
            <a:pPr algn="ctr"/>
            <a:r>
              <a:rPr lang="zh-CN" altLang="en-US" sz="2400" dirty="0"/>
              <a:t>前端服务器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D95D9C-A040-CCEC-D4C6-7C577E7F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2" y="4672331"/>
            <a:ext cx="1391797" cy="600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B3440C-54D9-9B84-8A5E-1CB3FC63048B}"/>
              </a:ext>
            </a:extLst>
          </p:cNvPr>
          <p:cNvSpPr txBox="1"/>
          <p:nvPr/>
        </p:nvSpPr>
        <p:spPr>
          <a:xfrm>
            <a:off x="4114800" y="5301059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In-memory database</a:t>
            </a:r>
          </a:p>
          <a:p>
            <a:pPr algn="ctr"/>
            <a:r>
              <a:rPr lang="zh-CN" altLang="en-US" sz="2400" dirty="0"/>
              <a:t>内存数据库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E80F08-A321-3ECD-21A5-4369D3AD441A}"/>
              </a:ext>
            </a:extLst>
          </p:cNvPr>
          <p:cNvSpPr txBox="1"/>
          <p:nvPr/>
        </p:nvSpPr>
        <p:spPr>
          <a:xfrm>
            <a:off x="41967" y="1697658"/>
            <a:ext cx="2079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User 1: Request A</a:t>
            </a:r>
          </a:p>
          <a:p>
            <a:pPr algn="ctr"/>
            <a:r>
              <a:rPr lang="zh-CN" altLang="en-US" sz="2400" dirty="0"/>
              <a:t>用户</a:t>
            </a:r>
            <a:r>
              <a:rPr lang="en-US" altLang="zh-CN" sz="2400" dirty="0"/>
              <a:t>1</a:t>
            </a:r>
            <a:r>
              <a:rPr lang="zh-CN" altLang="en-US" sz="2400" dirty="0"/>
              <a:t>：请求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0D1F78-023E-D0ED-A6DD-AD0601A9D2AF}"/>
              </a:ext>
            </a:extLst>
          </p:cNvPr>
          <p:cNvSpPr txBox="1"/>
          <p:nvPr/>
        </p:nvSpPr>
        <p:spPr>
          <a:xfrm>
            <a:off x="5725492" y="2482488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</a:t>
            </a:r>
          </a:p>
          <a:p>
            <a:pPr algn="ctr"/>
            <a:r>
              <a:rPr lang="zh-CN" altLang="en-US" sz="2400" dirty="0"/>
              <a:t>后端服务器集群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FF92408-B872-9B30-5BEF-A2BCB99498EE}"/>
              </a:ext>
            </a:extLst>
          </p:cNvPr>
          <p:cNvSpPr/>
          <p:nvPr/>
        </p:nvSpPr>
        <p:spPr bwMode="auto">
          <a:xfrm rot="9553734">
            <a:off x="4697465" y="3166646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81433-DEFE-E95F-B7F6-A07F51E6FDF9}"/>
              </a:ext>
            </a:extLst>
          </p:cNvPr>
          <p:cNvSpPr txBox="1"/>
          <p:nvPr/>
        </p:nvSpPr>
        <p:spPr>
          <a:xfrm>
            <a:off x="4892330" y="3404294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A’s response</a:t>
            </a:r>
          </a:p>
          <a:p>
            <a:pPr algn="ctr"/>
            <a:r>
              <a:rPr lang="en-US" altLang="zh-CN" sz="2400" dirty="0"/>
              <a:t>A</a:t>
            </a:r>
            <a:r>
              <a:rPr lang="zh-CN" altLang="en-US" sz="2400" dirty="0"/>
              <a:t>的响应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8B0A35B-9AC4-E0D9-2F98-8D68A5321E5C}"/>
              </a:ext>
            </a:extLst>
          </p:cNvPr>
          <p:cNvSpPr/>
          <p:nvPr/>
        </p:nvSpPr>
        <p:spPr bwMode="auto">
          <a:xfrm rot="12637216">
            <a:off x="1990844" y="3023141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66E86-9F35-7ABF-573B-1922C52F15AD}"/>
              </a:ext>
            </a:extLst>
          </p:cNvPr>
          <p:cNvSpPr txBox="1"/>
          <p:nvPr/>
        </p:nvSpPr>
        <p:spPr>
          <a:xfrm>
            <a:off x="849478" y="3245086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A’s response</a:t>
            </a:r>
          </a:p>
          <a:p>
            <a:pPr algn="ctr"/>
            <a:r>
              <a:rPr lang="en-US" altLang="zh-CN" sz="2400" dirty="0"/>
              <a:t>A</a:t>
            </a:r>
            <a:r>
              <a:rPr lang="zh-CN" altLang="en-US" sz="2400" dirty="0"/>
              <a:t>的响应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433F538-A994-ECA1-5BF6-EF212E6042E3}"/>
              </a:ext>
            </a:extLst>
          </p:cNvPr>
          <p:cNvSpPr/>
          <p:nvPr/>
        </p:nvSpPr>
        <p:spPr bwMode="auto">
          <a:xfrm rot="4394157">
            <a:off x="4184228" y="4054157"/>
            <a:ext cx="1119221" cy="25890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08AC1-62C7-B980-09E3-2B6D3ED05D23}"/>
              </a:ext>
            </a:extLst>
          </p:cNvPr>
          <p:cNvSpPr txBox="1"/>
          <p:nvPr/>
        </p:nvSpPr>
        <p:spPr>
          <a:xfrm>
            <a:off x="2626590" y="3889468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A’s response</a:t>
            </a:r>
          </a:p>
          <a:p>
            <a:pPr algn="ctr"/>
            <a:r>
              <a:rPr lang="en-US" altLang="zh-CN" sz="2400" dirty="0"/>
              <a:t>A</a:t>
            </a:r>
            <a:r>
              <a:rPr lang="zh-CN" altLang="en-US" sz="2400" dirty="0"/>
              <a:t>的响应</a:t>
            </a:r>
          </a:p>
        </p:txBody>
      </p:sp>
    </p:spTree>
    <p:extLst>
      <p:ext uri="{BB962C8B-B14F-4D97-AF65-F5344CB8AC3E}">
        <p14:creationId xmlns:p14="http://schemas.microsoft.com/office/powerpoint/2010/main" val="42535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 animBg="1"/>
      <p:bldP spid="6" grpId="0"/>
      <p:bldP spid="9" grpId="0" animBg="1"/>
      <p:bldP spid="11" grpId="0"/>
      <p:bldP spid="12" grpId="0" animBg="1"/>
      <p:bldP spid="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CF50-2920-25DF-69B1-B0C1A127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7B82-2305-7773-F237-A0E2188E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 Service Example</a:t>
            </a:r>
            <a:br>
              <a:rPr lang="en-US" altLang="zh-CN" dirty="0"/>
            </a:br>
            <a:r>
              <a:rPr lang="zh-CN" altLang="en-US" dirty="0"/>
              <a:t>互联网服务的例子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2CEF2F-BC0A-1A6F-38A1-3AC1CB4480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33AAF-FD72-6C5A-03F8-DF057C7D3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74" y="3276600"/>
            <a:ext cx="1391797" cy="600159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24D7C5A0-8BB9-9447-45C2-F710656B2D84}"/>
              </a:ext>
            </a:extLst>
          </p:cNvPr>
          <p:cNvSpPr/>
          <p:nvPr/>
        </p:nvSpPr>
        <p:spPr bwMode="auto">
          <a:xfrm>
            <a:off x="5998029" y="2212476"/>
            <a:ext cx="2895600" cy="147173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AECBE-2366-2608-B70E-55EE8F3CEC61}"/>
              </a:ext>
            </a:extLst>
          </p:cNvPr>
          <p:cNvSpPr txBox="1"/>
          <p:nvPr/>
        </p:nvSpPr>
        <p:spPr>
          <a:xfrm>
            <a:off x="2177535" y="2362286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</a:t>
            </a:r>
          </a:p>
          <a:p>
            <a:pPr algn="ctr"/>
            <a:r>
              <a:rPr lang="zh-CN" altLang="en-US" sz="2400" dirty="0"/>
              <a:t>前端服务器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34E5BE-2871-452C-410C-7CD89AD9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2" y="4672331"/>
            <a:ext cx="1391797" cy="600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49BD5B-26E0-2E6E-E575-16B6ED03DC28}"/>
              </a:ext>
            </a:extLst>
          </p:cNvPr>
          <p:cNvSpPr txBox="1"/>
          <p:nvPr/>
        </p:nvSpPr>
        <p:spPr>
          <a:xfrm>
            <a:off x="4114800" y="5301059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In-memory database</a:t>
            </a:r>
          </a:p>
          <a:p>
            <a:pPr algn="ctr"/>
            <a:r>
              <a:rPr lang="zh-CN" altLang="en-US" sz="2400" dirty="0"/>
              <a:t>内存数据库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4FECF4-2AE4-D35D-FF51-6CD437C8AEA0}"/>
              </a:ext>
            </a:extLst>
          </p:cNvPr>
          <p:cNvSpPr txBox="1"/>
          <p:nvPr/>
        </p:nvSpPr>
        <p:spPr>
          <a:xfrm>
            <a:off x="5725492" y="2482488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</a:t>
            </a:r>
          </a:p>
          <a:p>
            <a:pPr algn="ctr"/>
            <a:r>
              <a:rPr lang="zh-CN" altLang="en-US" sz="2400" dirty="0"/>
              <a:t>后端服务器集群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98B3B6-D23B-0C4F-1A42-E58CF6AAC143}"/>
              </a:ext>
            </a:extLst>
          </p:cNvPr>
          <p:cNvSpPr/>
          <p:nvPr/>
        </p:nvSpPr>
        <p:spPr bwMode="auto">
          <a:xfrm>
            <a:off x="6007733" y="4672330"/>
            <a:ext cx="2046908" cy="6001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Cached: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 A’s 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69BAA-E39D-EDD2-73FF-393F420B105D}"/>
              </a:ext>
            </a:extLst>
          </p:cNvPr>
          <p:cNvSpPr txBox="1"/>
          <p:nvPr/>
        </p:nvSpPr>
        <p:spPr>
          <a:xfrm>
            <a:off x="-59086" y="3804078"/>
            <a:ext cx="2236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User 2: Request A</a:t>
            </a:r>
          </a:p>
          <a:p>
            <a:pPr algn="ctr"/>
            <a:r>
              <a:rPr lang="zh-CN" altLang="en-US" sz="2400" dirty="0"/>
              <a:t>用户</a:t>
            </a:r>
            <a:r>
              <a:rPr lang="en-US" altLang="zh-CN" sz="2400" dirty="0"/>
              <a:t>2</a:t>
            </a:r>
            <a:r>
              <a:rPr lang="zh-CN" altLang="en-US" sz="2400" dirty="0"/>
              <a:t>：请求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5B011E2-25DF-AFD6-DE5B-827E87784650}"/>
              </a:ext>
            </a:extLst>
          </p:cNvPr>
          <p:cNvSpPr/>
          <p:nvPr/>
        </p:nvSpPr>
        <p:spPr bwMode="auto">
          <a:xfrm rot="20373218">
            <a:off x="1885871" y="3849403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79D48B1-5D23-B483-C92A-52A58CC2631F}"/>
              </a:ext>
            </a:extLst>
          </p:cNvPr>
          <p:cNvSpPr/>
          <p:nvPr/>
        </p:nvSpPr>
        <p:spPr bwMode="auto">
          <a:xfrm rot="2064703">
            <a:off x="4560903" y="4045859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1B587A-FE11-58F9-44A2-49C99FA4865F}"/>
              </a:ext>
            </a:extLst>
          </p:cNvPr>
          <p:cNvSpPr txBox="1"/>
          <p:nvPr/>
        </p:nvSpPr>
        <p:spPr>
          <a:xfrm>
            <a:off x="5311440" y="3510607"/>
            <a:ext cx="3300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Query in-memory database first</a:t>
            </a:r>
          </a:p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先查询内存数据库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2A7500-A7C1-DC2D-02AA-796F8AA48404}"/>
              </a:ext>
            </a:extLst>
          </p:cNvPr>
          <p:cNvSpPr txBox="1"/>
          <p:nvPr/>
        </p:nvSpPr>
        <p:spPr>
          <a:xfrm>
            <a:off x="3227416" y="3975950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Request A</a:t>
            </a:r>
          </a:p>
          <a:p>
            <a:pPr algn="ctr"/>
            <a:r>
              <a:rPr lang="zh-CN" altLang="en-US" sz="2400" dirty="0"/>
              <a:t>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300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14" grpId="1" animBg="1"/>
      <p:bldP spid="15" grpId="0" animBg="1"/>
      <p:bldP spid="22" grpId="0"/>
      <p:bldP spid="2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C0D9-E088-F78A-264A-2093E458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2486-2608-F59E-CD41-EAB41909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 Service Example</a:t>
            </a:r>
            <a:br>
              <a:rPr lang="en-US" altLang="zh-CN" dirty="0"/>
            </a:br>
            <a:r>
              <a:rPr lang="zh-CN" altLang="en-US" dirty="0"/>
              <a:t>互联网服务的例子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CC373F8-C85C-9076-51FC-CC5F6712D5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2E201-B75E-FD94-31AF-E9767559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74" y="3276600"/>
            <a:ext cx="1391797" cy="600159"/>
          </a:xfrm>
          <a:prstGeom prst="rect">
            <a:avLst/>
          </a:prstGeom>
        </p:spPr>
      </p:pic>
      <p:sp>
        <p:nvSpPr>
          <p:cNvPr id="7" name="Cloud 6">
            <a:extLst>
              <a:ext uri="{FF2B5EF4-FFF2-40B4-BE49-F238E27FC236}">
                <a16:creationId xmlns:a16="http://schemas.microsoft.com/office/drawing/2014/main" id="{252DE843-939E-3F76-BCA1-E1272C59B327}"/>
              </a:ext>
            </a:extLst>
          </p:cNvPr>
          <p:cNvSpPr/>
          <p:nvPr/>
        </p:nvSpPr>
        <p:spPr bwMode="auto">
          <a:xfrm>
            <a:off x="5998029" y="2212476"/>
            <a:ext cx="2895600" cy="147173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EEDFF-013F-66F7-D99F-756A4D5A84B8}"/>
              </a:ext>
            </a:extLst>
          </p:cNvPr>
          <p:cNvSpPr txBox="1"/>
          <p:nvPr/>
        </p:nvSpPr>
        <p:spPr>
          <a:xfrm>
            <a:off x="2177535" y="2362286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</a:t>
            </a:r>
          </a:p>
          <a:p>
            <a:pPr algn="ctr"/>
            <a:r>
              <a:rPr lang="zh-CN" altLang="en-US" sz="2400" dirty="0"/>
              <a:t>前端服务器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BB75D4-0DBB-ECB6-A934-C8D2C449F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2" y="4672331"/>
            <a:ext cx="1391797" cy="600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A111706-A5E8-FC0A-7FA4-7210D9BD04D0}"/>
              </a:ext>
            </a:extLst>
          </p:cNvPr>
          <p:cNvSpPr txBox="1"/>
          <p:nvPr/>
        </p:nvSpPr>
        <p:spPr>
          <a:xfrm>
            <a:off x="4114800" y="5301059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In-memory database</a:t>
            </a:r>
          </a:p>
          <a:p>
            <a:pPr algn="ctr"/>
            <a:r>
              <a:rPr lang="zh-CN" altLang="en-US" sz="2400" dirty="0"/>
              <a:t>内存数据库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5C23D-C031-E8D2-D71C-21D604F1B573}"/>
              </a:ext>
            </a:extLst>
          </p:cNvPr>
          <p:cNvSpPr txBox="1"/>
          <p:nvPr/>
        </p:nvSpPr>
        <p:spPr>
          <a:xfrm>
            <a:off x="5725492" y="2482488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</a:t>
            </a:r>
          </a:p>
          <a:p>
            <a:pPr algn="ctr"/>
            <a:r>
              <a:rPr lang="zh-CN" altLang="en-US" sz="2400" dirty="0"/>
              <a:t>后端服务器集群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909C37-CE5E-9810-7B12-26A3D4C60790}"/>
              </a:ext>
            </a:extLst>
          </p:cNvPr>
          <p:cNvSpPr/>
          <p:nvPr/>
        </p:nvSpPr>
        <p:spPr bwMode="auto">
          <a:xfrm>
            <a:off x="6007733" y="4672330"/>
            <a:ext cx="2046908" cy="6001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Cached: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A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 A’s 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1D8CD-C114-CEA4-AFA6-3090848A8E9A}"/>
              </a:ext>
            </a:extLst>
          </p:cNvPr>
          <p:cNvSpPr txBox="1"/>
          <p:nvPr/>
        </p:nvSpPr>
        <p:spPr>
          <a:xfrm>
            <a:off x="-59086" y="3804078"/>
            <a:ext cx="2236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User 2: Request A</a:t>
            </a:r>
          </a:p>
          <a:p>
            <a:pPr algn="ctr"/>
            <a:r>
              <a:rPr lang="zh-CN" altLang="en-US" sz="2400" dirty="0"/>
              <a:t>用户</a:t>
            </a:r>
            <a:r>
              <a:rPr lang="en-US" altLang="zh-CN" sz="2400" dirty="0"/>
              <a:t>2</a:t>
            </a:r>
            <a:r>
              <a:rPr lang="zh-CN" altLang="en-US" sz="2400" dirty="0"/>
              <a:t>：请求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E6A84F2-A3E7-027F-403C-100A49953AD3}"/>
              </a:ext>
            </a:extLst>
          </p:cNvPr>
          <p:cNvSpPr/>
          <p:nvPr/>
        </p:nvSpPr>
        <p:spPr bwMode="auto">
          <a:xfrm rot="12862092">
            <a:off x="4297121" y="3965492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9E841-1001-5252-1040-9813778F26B0}"/>
              </a:ext>
            </a:extLst>
          </p:cNvPr>
          <p:cNvSpPr txBox="1"/>
          <p:nvPr/>
        </p:nvSpPr>
        <p:spPr>
          <a:xfrm>
            <a:off x="4832225" y="3538474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A’s response</a:t>
            </a:r>
          </a:p>
          <a:p>
            <a:pPr algn="ctr"/>
            <a:r>
              <a:rPr lang="en-US" altLang="zh-CN" sz="2400" dirty="0"/>
              <a:t>A</a:t>
            </a:r>
            <a:r>
              <a:rPr lang="zh-CN" altLang="en-US" sz="2400" dirty="0"/>
              <a:t>的响应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76E30DE-350F-CD63-C4A6-E9F3E297EB40}"/>
              </a:ext>
            </a:extLst>
          </p:cNvPr>
          <p:cNvSpPr/>
          <p:nvPr/>
        </p:nvSpPr>
        <p:spPr bwMode="auto">
          <a:xfrm rot="8660043">
            <a:off x="1849040" y="3831035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F1453-5668-9991-5EC7-2C8B0D2D2F6C}"/>
              </a:ext>
            </a:extLst>
          </p:cNvPr>
          <p:cNvSpPr txBox="1"/>
          <p:nvPr/>
        </p:nvSpPr>
        <p:spPr>
          <a:xfrm>
            <a:off x="2177535" y="4004268"/>
            <a:ext cx="2079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A’s response</a:t>
            </a:r>
          </a:p>
          <a:p>
            <a:pPr algn="ctr"/>
            <a:r>
              <a:rPr lang="en-US" altLang="zh-CN" sz="2400" dirty="0"/>
              <a:t>A</a:t>
            </a:r>
            <a:r>
              <a:rPr lang="zh-CN" altLang="en-US" sz="2400" dirty="0"/>
              <a:t>的响应</a:t>
            </a:r>
          </a:p>
        </p:txBody>
      </p:sp>
    </p:spTree>
    <p:extLst>
      <p:ext uri="{BB962C8B-B14F-4D97-AF65-F5344CB8AC3E}">
        <p14:creationId xmlns:p14="http://schemas.microsoft.com/office/powerpoint/2010/main" val="60572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/>
      <p:bldP spid="8" grpId="0" animBg="1"/>
      <p:bldP spid="1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4E72-A15E-9769-C70E-7F8B239E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4A77-9FE3-D469-4DCB-5DE67D7E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A3B2-1F24-6E69-B6EE-AFCEA1CF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altLang="zh-CN" dirty="0"/>
              <a:t>App Cache in Android </a:t>
            </a:r>
            <a:r>
              <a:rPr lang="zh-CN" altLang="en-US" dirty="0"/>
              <a:t>安卓系统应用缓存</a:t>
            </a:r>
            <a:endParaRPr lang="en-US" altLang="zh-CN" dirty="0"/>
          </a:p>
          <a:p>
            <a:pPr lvl="1"/>
            <a:r>
              <a:rPr lang="en-US" altLang="zh-CN" dirty="0"/>
              <a:t>Cache app state in memory  </a:t>
            </a:r>
            <a:br>
              <a:rPr lang="en-US" altLang="zh-CN" dirty="0"/>
            </a:br>
            <a:r>
              <a:rPr lang="zh-CN" altLang="en-US" dirty="0"/>
              <a:t>内存中缓存应用状态</a:t>
            </a:r>
            <a:endParaRPr lang="en-US" altLang="zh-CN" dirty="0"/>
          </a:p>
          <a:p>
            <a:r>
              <a:rPr lang="en-US" altLang="zh-CN" dirty="0"/>
              <a:t>Accelerate app launch </a:t>
            </a:r>
            <a:r>
              <a:rPr lang="zh-CN" altLang="en-US" dirty="0"/>
              <a:t>加速应用启动</a:t>
            </a:r>
            <a:endParaRPr lang="en-US" altLang="zh-CN" dirty="0"/>
          </a:p>
          <a:p>
            <a:pPr lvl="1"/>
            <a:r>
              <a:rPr lang="en-US" altLang="zh-CN" dirty="0"/>
              <a:t>Cold launch: complete process</a:t>
            </a:r>
            <a:r>
              <a:rPr lang="zh-CN" altLang="en-US" dirty="0"/>
              <a:t> </a:t>
            </a:r>
            <a:r>
              <a:rPr lang="en-US" altLang="zh-CN" dirty="0"/>
              <a:t>in seconds  </a:t>
            </a:r>
            <a:r>
              <a:rPr lang="zh-CN" altLang="en-US" dirty="0"/>
              <a:t>冷启动：完整的过程，秒级</a:t>
            </a:r>
            <a:endParaRPr lang="en-US" altLang="zh-CN" dirty="0"/>
          </a:p>
          <a:p>
            <a:pPr lvl="1"/>
            <a:r>
              <a:rPr lang="en-US" altLang="zh-CN" dirty="0"/>
              <a:t>Warm launch: restoring the main UI from state cached, 100s of </a:t>
            </a:r>
            <a:r>
              <a:rPr lang="en-US" altLang="zh-CN" dirty="0" err="1"/>
              <a:t>ms</a:t>
            </a:r>
            <a:r>
              <a:rPr lang="en-US" altLang="zh-CN" dirty="0"/>
              <a:t>  </a:t>
            </a:r>
            <a:br>
              <a:rPr lang="en-US" altLang="zh-CN" dirty="0"/>
            </a:br>
            <a:r>
              <a:rPr lang="zh-CN" altLang="en-US" dirty="0"/>
              <a:t>热启动：从缓存状态中恢复主界面，百毫秒级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11C7064-8B80-A3D2-E941-57C87E30D0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679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601B-8BC2-0299-BD99-C5FA0097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4FCC-F31A-8808-8BE0-216CA20F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55A614C-316E-8175-8C95-4353D5B9FD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A6E7C-E439-CDEC-4589-70013B60CD2D}"/>
              </a:ext>
            </a:extLst>
          </p:cNvPr>
          <p:cNvSpPr txBox="1"/>
          <p:nvPr/>
        </p:nvSpPr>
        <p:spPr>
          <a:xfrm>
            <a:off x="533400" y="29718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User: Input 1</a:t>
            </a:r>
          </a:p>
          <a:p>
            <a:r>
              <a:rPr lang="en-US" altLang="zh-CN" sz="2400" dirty="0"/>
              <a:t>LLM:  Output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207D4-FC09-A2BC-4977-5E0F45828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02638"/>
            <a:ext cx="1391797" cy="60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BDF975-B9C3-BEB2-34C7-1E55BC8DB91C}"/>
              </a:ext>
            </a:extLst>
          </p:cNvPr>
          <p:cNvSpPr txBox="1"/>
          <p:nvPr/>
        </p:nvSpPr>
        <p:spPr>
          <a:xfrm>
            <a:off x="3951882" y="3858735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 language model</a:t>
            </a:r>
          </a:p>
          <a:p>
            <a:pPr algn="ctr"/>
            <a:r>
              <a:rPr lang="zh-CN" altLang="en-US" sz="2400" dirty="0"/>
              <a:t>大规模语言模型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B0F267A-E776-DABB-F971-14C11F449708}"/>
              </a:ext>
            </a:extLst>
          </p:cNvPr>
          <p:cNvSpPr/>
          <p:nvPr/>
        </p:nvSpPr>
        <p:spPr bwMode="auto">
          <a:xfrm>
            <a:off x="3043625" y="3255331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96248EE-BCD6-1ED4-279F-BFA19B18AAC9}"/>
              </a:ext>
            </a:extLst>
          </p:cNvPr>
          <p:cNvSpPr/>
          <p:nvPr/>
        </p:nvSpPr>
        <p:spPr bwMode="auto">
          <a:xfrm rot="10800000">
            <a:off x="3043625" y="3594800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BD5C27F4-27D5-097F-51A7-14A9ACC433E1}"/>
              </a:ext>
            </a:extLst>
          </p:cNvPr>
          <p:cNvSpPr/>
          <p:nvPr/>
        </p:nvSpPr>
        <p:spPr bwMode="auto">
          <a:xfrm>
            <a:off x="5109052" y="3335573"/>
            <a:ext cx="563167" cy="334287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8B512-7E95-F38E-F3DB-0BE52FEA6307}"/>
              </a:ext>
            </a:extLst>
          </p:cNvPr>
          <p:cNvSpPr txBox="1"/>
          <p:nvPr/>
        </p:nvSpPr>
        <p:spPr>
          <a:xfrm>
            <a:off x="4572000" y="1905000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Compute for:  </a:t>
            </a:r>
          </a:p>
          <a:p>
            <a:r>
              <a:rPr lang="zh-CN" altLang="en-US" sz="2400" dirty="0"/>
              <a:t>计算：</a:t>
            </a:r>
            <a:endParaRPr lang="en-US" altLang="zh-CN" sz="2400" dirty="0"/>
          </a:p>
          <a:p>
            <a:r>
              <a:rPr lang="en-US" altLang="zh-CN" sz="2400" dirty="0"/>
              <a:t>Input 1</a:t>
            </a:r>
            <a:endParaRPr lang="zh-CN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9EAE1-4B3E-D3E0-7955-25C90FE2D922}"/>
              </a:ext>
            </a:extLst>
          </p:cNvPr>
          <p:cNvSpPr txBox="1"/>
          <p:nvPr/>
        </p:nvSpPr>
        <p:spPr>
          <a:xfrm>
            <a:off x="2530731" y="5195456"/>
            <a:ext cx="4082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If a chatbot doesn’t  cache</a:t>
            </a:r>
          </a:p>
          <a:p>
            <a:pPr algn="ctr"/>
            <a:r>
              <a:rPr lang="zh-CN" altLang="en-US" sz="2400" dirty="0"/>
              <a:t>倘若对话机器人不缓存</a:t>
            </a:r>
          </a:p>
        </p:txBody>
      </p:sp>
    </p:spTree>
    <p:extLst>
      <p:ext uri="{BB962C8B-B14F-4D97-AF65-F5344CB8AC3E}">
        <p14:creationId xmlns:p14="http://schemas.microsoft.com/office/powerpoint/2010/main" val="32339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  <p:bldP spid="13" grpId="0" animBg="1"/>
      <p:bldP spid="14" grpId="0" animBg="1"/>
      <p:bldP spid="14" grpId="1" animBg="1"/>
      <p:bldP spid="15" grpId="0"/>
      <p:bldP spid="15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6FBA-C093-ECD1-F307-294F48BD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1E31-B653-AAF3-B891-C818B3C6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C3E0D21-7AF2-1F84-8908-33E02D1962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3A5C6-7038-9520-A86E-4BDE617CD1F4}"/>
              </a:ext>
            </a:extLst>
          </p:cNvPr>
          <p:cNvSpPr txBox="1"/>
          <p:nvPr/>
        </p:nvSpPr>
        <p:spPr>
          <a:xfrm>
            <a:off x="533400" y="29718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User: Input 1</a:t>
            </a:r>
          </a:p>
          <a:p>
            <a:r>
              <a:rPr lang="en-US" altLang="zh-CN" sz="2400" dirty="0"/>
              <a:t>LLM:  Output 1</a:t>
            </a:r>
          </a:p>
          <a:p>
            <a:r>
              <a:rPr lang="en-US" altLang="zh-CN" sz="2400" dirty="0"/>
              <a:t>User: Input 2</a:t>
            </a:r>
          </a:p>
          <a:p>
            <a:r>
              <a:rPr lang="en-US" altLang="zh-CN" sz="2400" dirty="0"/>
              <a:t>LLM:  Output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847D6-40E8-D7D7-7414-88780C77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2638"/>
            <a:ext cx="1391797" cy="60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FE65E1-43C6-60BF-2F60-13921AE5FCAB}"/>
              </a:ext>
            </a:extLst>
          </p:cNvPr>
          <p:cNvSpPr txBox="1"/>
          <p:nvPr/>
        </p:nvSpPr>
        <p:spPr>
          <a:xfrm>
            <a:off x="3951882" y="3858735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 language model</a:t>
            </a:r>
          </a:p>
          <a:p>
            <a:pPr algn="ctr"/>
            <a:r>
              <a:rPr lang="zh-CN" altLang="en-US" sz="2400" dirty="0"/>
              <a:t>大规模语言模型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EB5F9EC-CA86-B37A-8A92-933C29253E1A}"/>
              </a:ext>
            </a:extLst>
          </p:cNvPr>
          <p:cNvSpPr/>
          <p:nvPr/>
        </p:nvSpPr>
        <p:spPr bwMode="auto">
          <a:xfrm>
            <a:off x="3043625" y="3255331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1330273-B5C9-1C89-09FA-5563625DB9AD}"/>
              </a:ext>
            </a:extLst>
          </p:cNvPr>
          <p:cNvSpPr/>
          <p:nvPr/>
        </p:nvSpPr>
        <p:spPr bwMode="auto">
          <a:xfrm rot="10800000">
            <a:off x="3043625" y="3594800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506B02A0-C954-0A92-CD03-D6AFC56CFFFD}"/>
              </a:ext>
            </a:extLst>
          </p:cNvPr>
          <p:cNvSpPr/>
          <p:nvPr/>
        </p:nvSpPr>
        <p:spPr bwMode="auto">
          <a:xfrm>
            <a:off x="5109052" y="3335573"/>
            <a:ext cx="563167" cy="334287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E0E26-705B-C3C7-A89E-0A63DF6575F1}"/>
              </a:ext>
            </a:extLst>
          </p:cNvPr>
          <p:cNvSpPr txBox="1"/>
          <p:nvPr/>
        </p:nvSpPr>
        <p:spPr>
          <a:xfrm>
            <a:off x="4572000" y="1333500"/>
            <a:ext cx="4274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Compute for:  </a:t>
            </a:r>
          </a:p>
          <a:p>
            <a:r>
              <a:rPr lang="zh-CN" altLang="en-US" sz="2400" dirty="0"/>
              <a:t>计算：</a:t>
            </a:r>
            <a:endParaRPr lang="en-US" altLang="zh-CN" sz="2400" dirty="0"/>
          </a:p>
          <a:p>
            <a:r>
              <a:rPr lang="en-US" altLang="zh-CN" sz="2400" dirty="0"/>
              <a:t>Input 1</a:t>
            </a:r>
          </a:p>
          <a:p>
            <a:r>
              <a:rPr lang="en-US" altLang="zh-CN" sz="2400" dirty="0"/>
              <a:t>Output 1</a:t>
            </a:r>
          </a:p>
          <a:p>
            <a:r>
              <a:rPr lang="en-US" altLang="zh-CN" sz="2400" dirty="0"/>
              <a:t>Input 2</a:t>
            </a:r>
            <a:endParaRPr lang="zh-CN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7C582-2319-E2BA-1461-358B9678F988}"/>
              </a:ext>
            </a:extLst>
          </p:cNvPr>
          <p:cNvSpPr txBox="1"/>
          <p:nvPr/>
        </p:nvSpPr>
        <p:spPr>
          <a:xfrm>
            <a:off x="6759920" y="1787776"/>
            <a:ext cx="2155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Heavily compute the</a:t>
            </a:r>
          </a:p>
          <a:p>
            <a:pPr algn="ctr"/>
            <a:r>
              <a:rPr lang="en-US" altLang="zh-CN" sz="2400" dirty="0"/>
              <a:t>full history</a:t>
            </a:r>
          </a:p>
          <a:p>
            <a:pPr algn="ctr"/>
            <a:r>
              <a:rPr lang="zh-CN" altLang="en-US" sz="2400" dirty="0"/>
              <a:t>重度计算</a:t>
            </a:r>
            <a:endParaRPr lang="en-US" altLang="zh-CN" sz="2400" dirty="0"/>
          </a:p>
          <a:p>
            <a:pPr algn="ctr"/>
            <a:r>
              <a:rPr lang="zh-CN" altLang="en-US" sz="2400" dirty="0"/>
              <a:t>完整的历史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5CAA1D-89C3-5FED-2D71-B97649D59A2B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flipH="1" flipV="1">
            <a:off x="5963797" y="2672333"/>
            <a:ext cx="796123" cy="849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E25231-918F-BC60-1173-0B8B19C9E483}"/>
              </a:ext>
            </a:extLst>
          </p:cNvPr>
          <p:cNvSpPr txBox="1"/>
          <p:nvPr/>
        </p:nvSpPr>
        <p:spPr>
          <a:xfrm>
            <a:off x="2530731" y="5195456"/>
            <a:ext cx="4082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If a chatbot doesn’t  cache</a:t>
            </a:r>
          </a:p>
          <a:p>
            <a:pPr algn="ctr"/>
            <a:r>
              <a:rPr lang="zh-CN" altLang="en-US" sz="2400" dirty="0"/>
              <a:t>倘若对话机器人不缓存</a:t>
            </a:r>
          </a:p>
        </p:txBody>
      </p:sp>
    </p:spTree>
    <p:extLst>
      <p:ext uri="{BB962C8B-B14F-4D97-AF65-F5344CB8AC3E}">
        <p14:creationId xmlns:p14="http://schemas.microsoft.com/office/powerpoint/2010/main" val="293689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4" grpId="0" animBg="1"/>
      <p:bldP spid="14" grpId="1" animBg="1"/>
      <p:bldP spid="15" grpId="0"/>
      <p:bldP spid="15" grpId="1"/>
      <p:bldP spid="8" grpId="0"/>
      <p:bldP spid="8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44D0-59A1-F933-212B-1A24364B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5A49-5148-1CBB-9987-7B3D19FE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69CFBD5-0F00-F1B5-6BCF-13506DB44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5BE94-62E8-8663-D659-57FE2835771B}"/>
              </a:ext>
            </a:extLst>
          </p:cNvPr>
          <p:cNvSpPr txBox="1"/>
          <p:nvPr/>
        </p:nvSpPr>
        <p:spPr>
          <a:xfrm>
            <a:off x="533400" y="29718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User: Input 1</a:t>
            </a:r>
          </a:p>
          <a:p>
            <a:r>
              <a:rPr lang="en-US" altLang="zh-CN" sz="2400" dirty="0"/>
              <a:t>LLM:  Output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1718DC-296E-B463-13C7-5CA68F2C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2638"/>
            <a:ext cx="1391797" cy="60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84F8F4-8206-DADA-A7AA-93469D1B9CF5}"/>
              </a:ext>
            </a:extLst>
          </p:cNvPr>
          <p:cNvSpPr txBox="1"/>
          <p:nvPr/>
        </p:nvSpPr>
        <p:spPr>
          <a:xfrm>
            <a:off x="3951882" y="3858735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 language model</a:t>
            </a:r>
          </a:p>
          <a:p>
            <a:pPr algn="ctr"/>
            <a:r>
              <a:rPr lang="zh-CN" altLang="en-US" sz="2400" dirty="0"/>
              <a:t>大规模语言模型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9B28C11-E146-8C5B-21DC-C31641E2B60C}"/>
              </a:ext>
            </a:extLst>
          </p:cNvPr>
          <p:cNvSpPr/>
          <p:nvPr/>
        </p:nvSpPr>
        <p:spPr bwMode="auto">
          <a:xfrm>
            <a:off x="3043625" y="3255331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5EA8E4E-B9FC-D37C-4B74-FD7116EBB75A}"/>
              </a:ext>
            </a:extLst>
          </p:cNvPr>
          <p:cNvSpPr/>
          <p:nvPr/>
        </p:nvSpPr>
        <p:spPr bwMode="auto">
          <a:xfrm rot="10800000">
            <a:off x="3043625" y="3594800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C97BEA84-08F6-8419-EBD7-54B8B31BA74F}"/>
              </a:ext>
            </a:extLst>
          </p:cNvPr>
          <p:cNvSpPr/>
          <p:nvPr/>
        </p:nvSpPr>
        <p:spPr bwMode="auto">
          <a:xfrm>
            <a:off x="5109052" y="3335573"/>
            <a:ext cx="563167" cy="334287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D0D96-04E8-F856-D069-D066B00F6CFD}"/>
              </a:ext>
            </a:extLst>
          </p:cNvPr>
          <p:cNvSpPr txBox="1"/>
          <p:nvPr/>
        </p:nvSpPr>
        <p:spPr>
          <a:xfrm>
            <a:off x="4572000" y="1847671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Compute for:  </a:t>
            </a:r>
          </a:p>
          <a:p>
            <a:r>
              <a:rPr lang="zh-CN" altLang="en-US" sz="2400" dirty="0"/>
              <a:t>计算：</a:t>
            </a:r>
            <a:endParaRPr lang="en-US" altLang="zh-CN" sz="2400" dirty="0"/>
          </a:p>
          <a:p>
            <a:r>
              <a:rPr lang="en-US" altLang="zh-CN" sz="2400" dirty="0"/>
              <a:t>Input 1</a:t>
            </a:r>
            <a:endParaRPr lang="zh-CN" alt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A8119C-C566-214F-F6AA-98190F21381C}"/>
              </a:ext>
            </a:extLst>
          </p:cNvPr>
          <p:cNvSpPr txBox="1"/>
          <p:nvPr/>
        </p:nvSpPr>
        <p:spPr>
          <a:xfrm>
            <a:off x="2851663" y="5175403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Chatbot w/ caching</a:t>
            </a:r>
          </a:p>
          <a:p>
            <a:pPr algn="ctr"/>
            <a:r>
              <a:rPr lang="zh-CN" altLang="en-US" sz="2400" dirty="0"/>
              <a:t>带缓存的对话机器人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CD06CDB4-C843-593A-7BC5-094439F38790}"/>
              </a:ext>
            </a:extLst>
          </p:cNvPr>
          <p:cNvSpPr/>
          <p:nvPr/>
        </p:nvSpPr>
        <p:spPr bwMode="auto">
          <a:xfrm>
            <a:off x="7467600" y="1917638"/>
            <a:ext cx="1524000" cy="2352068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KV cache for: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KV</a:t>
            </a:r>
            <a:r>
              <a:rPr lang="zh-CN" altLang="en-US" dirty="0"/>
              <a:t>缓存：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Input 1 KV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Output 1 KV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28108DD-9D32-3F31-E811-DBD93462C1B8}"/>
              </a:ext>
            </a:extLst>
          </p:cNvPr>
          <p:cNvSpPr/>
          <p:nvPr/>
        </p:nvSpPr>
        <p:spPr bwMode="auto">
          <a:xfrm>
            <a:off x="6164606" y="3227866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665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  <p:bldP spid="13" grpId="0" animBg="1"/>
      <p:bldP spid="14" grpId="0" animBg="1"/>
      <p:bldP spid="14" grpId="1" animBg="1"/>
      <p:bldP spid="15" grpId="0"/>
      <p:bldP spid="15" grpId="1"/>
      <p:bldP spid="3" grpId="0" animBg="1"/>
      <p:bldP spid="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C110F-55EE-A9B1-2278-F760E0A2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550D-7CA3-2FEE-34D5-CAC786B1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BC2A355-3230-4E38-6640-4F1AAE7781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B3E56-A938-3FEC-BA17-5925BCC67201}"/>
              </a:ext>
            </a:extLst>
          </p:cNvPr>
          <p:cNvSpPr txBox="1"/>
          <p:nvPr/>
        </p:nvSpPr>
        <p:spPr>
          <a:xfrm>
            <a:off x="533400" y="29718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User: Input 1</a:t>
            </a:r>
          </a:p>
          <a:p>
            <a:r>
              <a:rPr lang="en-US" altLang="zh-CN" sz="2400" dirty="0"/>
              <a:t>LLM:  Output 1</a:t>
            </a:r>
          </a:p>
          <a:p>
            <a:r>
              <a:rPr lang="en-US" altLang="zh-CN" sz="2400" dirty="0"/>
              <a:t>User: Input 2</a:t>
            </a:r>
          </a:p>
          <a:p>
            <a:r>
              <a:rPr lang="en-US" altLang="zh-CN" sz="2400" dirty="0"/>
              <a:t>LLM:  Output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366AA-4B7B-5205-3556-DECCB26B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2638"/>
            <a:ext cx="1391797" cy="600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E6AD6E-4FDE-0DA2-B7BA-0A122C9F495F}"/>
              </a:ext>
            </a:extLst>
          </p:cNvPr>
          <p:cNvSpPr txBox="1"/>
          <p:nvPr/>
        </p:nvSpPr>
        <p:spPr>
          <a:xfrm>
            <a:off x="3951882" y="3858735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 language model</a:t>
            </a:r>
          </a:p>
          <a:p>
            <a:pPr algn="ctr"/>
            <a:r>
              <a:rPr lang="zh-CN" altLang="en-US" sz="2400" dirty="0"/>
              <a:t>大规模语言模型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A232CA-30E3-9E28-6580-3BEABCDC5F95}"/>
              </a:ext>
            </a:extLst>
          </p:cNvPr>
          <p:cNvSpPr/>
          <p:nvPr/>
        </p:nvSpPr>
        <p:spPr bwMode="auto">
          <a:xfrm>
            <a:off x="3043625" y="3255331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189C251-758C-C629-5683-4CAF2E8E727B}"/>
              </a:ext>
            </a:extLst>
          </p:cNvPr>
          <p:cNvSpPr/>
          <p:nvPr/>
        </p:nvSpPr>
        <p:spPr bwMode="auto">
          <a:xfrm rot="10800000">
            <a:off x="3043625" y="3594800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13ADE3EE-F41E-D80C-0F90-99A41A17CAF8}"/>
              </a:ext>
            </a:extLst>
          </p:cNvPr>
          <p:cNvSpPr/>
          <p:nvPr/>
        </p:nvSpPr>
        <p:spPr bwMode="auto">
          <a:xfrm>
            <a:off x="5109052" y="3335573"/>
            <a:ext cx="563167" cy="334287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63CB70-EC33-5D8B-43FE-135155807B9B}"/>
              </a:ext>
            </a:extLst>
          </p:cNvPr>
          <p:cNvSpPr txBox="1"/>
          <p:nvPr/>
        </p:nvSpPr>
        <p:spPr>
          <a:xfrm>
            <a:off x="4300627" y="1599438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Compute for:  </a:t>
            </a:r>
          </a:p>
          <a:p>
            <a:r>
              <a:rPr lang="zh-CN" altLang="en-US" sz="2400" dirty="0"/>
              <a:t>计算：</a:t>
            </a:r>
            <a:endParaRPr lang="en-US" altLang="zh-CN" sz="2400" dirty="0"/>
          </a:p>
          <a:p>
            <a:r>
              <a:rPr lang="en-US" altLang="zh-CN" sz="2400" dirty="0"/>
              <a:t>Input 2 + history KV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0CBBB-C398-E687-2CA4-6F36CC48A505}"/>
              </a:ext>
            </a:extLst>
          </p:cNvPr>
          <p:cNvSpPr txBox="1"/>
          <p:nvPr/>
        </p:nvSpPr>
        <p:spPr>
          <a:xfrm>
            <a:off x="2851663" y="5175403"/>
            <a:ext cx="3440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Chatbot w/ caching</a:t>
            </a:r>
          </a:p>
          <a:p>
            <a:pPr algn="ctr"/>
            <a:r>
              <a:rPr lang="zh-CN" altLang="en-US" sz="2400" dirty="0"/>
              <a:t>带缓存的对话机器人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8A9F3ED6-C14B-03C8-3638-1828E1515A39}"/>
              </a:ext>
            </a:extLst>
          </p:cNvPr>
          <p:cNvSpPr/>
          <p:nvPr/>
        </p:nvSpPr>
        <p:spPr bwMode="auto">
          <a:xfrm>
            <a:off x="7467600" y="1917638"/>
            <a:ext cx="1524000" cy="2352068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KV cache for: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KV</a:t>
            </a:r>
            <a:r>
              <a:rPr lang="zh-CN" altLang="en-US" dirty="0"/>
              <a:t>缓存：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Input 1 KV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Output 1 KV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Input 2 KV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Output 2 KV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1AD0F3-BD3B-2BE1-961E-8435924150AD}"/>
              </a:ext>
            </a:extLst>
          </p:cNvPr>
          <p:cNvSpPr/>
          <p:nvPr/>
        </p:nvSpPr>
        <p:spPr bwMode="auto">
          <a:xfrm>
            <a:off x="6164606" y="3227866"/>
            <a:ext cx="1227950" cy="26393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6638D2-DA4E-A84B-2B44-AA1255673C5F}"/>
              </a:ext>
            </a:extLst>
          </p:cNvPr>
          <p:cNvSpPr/>
          <p:nvPr/>
        </p:nvSpPr>
        <p:spPr bwMode="auto">
          <a:xfrm>
            <a:off x="7510379" y="2864185"/>
            <a:ext cx="1316121" cy="564815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EBB2E9-5508-8C01-B0B8-A424E66F8863}"/>
              </a:ext>
            </a:extLst>
          </p:cNvPr>
          <p:cNvCxnSpPr>
            <a:stCxn id="3" idx="2"/>
          </p:cNvCxnSpPr>
          <p:nvPr/>
        </p:nvCxnSpPr>
        <p:spPr bwMode="auto">
          <a:xfrm flipH="1" flipV="1">
            <a:off x="6858000" y="2743200"/>
            <a:ext cx="609600" cy="3504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5DF376-1F55-A6C0-9A0B-EC7D3C1990FA}"/>
              </a:ext>
            </a:extLst>
          </p:cNvPr>
          <p:cNvSpPr txBox="1"/>
          <p:nvPr/>
        </p:nvSpPr>
        <p:spPr>
          <a:xfrm>
            <a:off x="-25400" y="1667745"/>
            <a:ext cx="3761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Lightly compute new input w/ history KV</a:t>
            </a:r>
          </a:p>
          <a:p>
            <a:pPr algn="ctr"/>
            <a:r>
              <a:rPr lang="zh-CN" altLang="en-US" sz="2400" dirty="0"/>
              <a:t>轻量计算新输入和历史</a:t>
            </a:r>
            <a:r>
              <a:rPr lang="en-US" altLang="zh-CN" sz="2400" dirty="0"/>
              <a:t>KV</a:t>
            </a:r>
            <a:endParaRPr lang="zh-CN" altLang="en-US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C0F1EE-5B1C-A6DF-9D50-0F1E26508604}"/>
              </a:ext>
            </a:extLst>
          </p:cNvPr>
          <p:cNvCxnSpPr>
            <a:cxnSpLocks/>
            <a:stCxn id="18" idx="3"/>
          </p:cNvCxnSpPr>
          <p:nvPr/>
        </p:nvCxnSpPr>
        <p:spPr bwMode="auto">
          <a:xfrm>
            <a:off x="3735750" y="2267910"/>
            <a:ext cx="609600" cy="2275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578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4" grpId="0" animBg="1"/>
      <p:bldP spid="14" grpId="1" animBg="1"/>
      <p:bldP spid="15" grpId="0"/>
      <p:bldP spid="15" grpId="1"/>
      <p:bldP spid="6" grpId="0" animBg="1"/>
      <p:bldP spid="10" grpId="0" animBg="1"/>
      <p:bldP spid="10" grpId="1" animBg="1"/>
      <p:bldP spid="18" grpId="0"/>
      <p:bldP spid="18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6994-9D15-73D8-2579-CAA502D0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4298-3EFE-CDAC-602D-013E7C36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 Caching Examples  </a:t>
            </a:r>
            <a:br>
              <a:rPr lang="en-US" altLang="zh-CN" dirty="0"/>
            </a:br>
            <a:r>
              <a:rPr lang="zh-CN" altLang="en-US" dirty="0"/>
              <a:t>其他缓存的例子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6C22A16-843E-15D6-793A-4B1E20BB99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53E88-126C-6CD4-BA2A-4DF4650A3212}"/>
              </a:ext>
            </a:extLst>
          </p:cNvPr>
          <p:cNvSpPr txBox="1"/>
          <p:nvPr/>
        </p:nvSpPr>
        <p:spPr>
          <a:xfrm>
            <a:off x="1722565" y="1524000"/>
            <a:ext cx="5698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DeepSeek v4 Flash API Pricing</a:t>
            </a:r>
          </a:p>
          <a:p>
            <a:pPr algn="ctr"/>
            <a:r>
              <a:rPr lang="en-US" altLang="zh-CN" sz="2400" dirty="0"/>
              <a:t>DeepSeek v4 Flash</a:t>
            </a:r>
            <a:r>
              <a:rPr lang="zh-CN" altLang="en-US" sz="2400"/>
              <a:t>应用程</a:t>
            </a:r>
            <a:r>
              <a:rPr lang="zh-CN" altLang="en-US" sz="2400" dirty="0"/>
              <a:t>序接口定价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1BCC34-868C-0C3C-C2C1-28526D27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431197"/>
            <a:ext cx="4100132" cy="34142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582DFDF-9385-8505-B294-288CD639D62A}"/>
              </a:ext>
            </a:extLst>
          </p:cNvPr>
          <p:cNvSpPr/>
          <p:nvPr/>
        </p:nvSpPr>
        <p:spPr bwMode="auto">
          <a:xfrm>
            <a:off x="1274678" y="2431197"/>
            <a:ext cx="3130254" cy="115020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A98AD3-00C4-C376-8C8C-5E4E0FD8172B}"/>
              </a:ext>
            </a:extLst>
          </p:cNvPr>
          <p:cNvSpPr txBox="1"/>
          <p:nvPr/>
        </p:nvSpPr>
        <p:spPr>
          <a:xfrm>
            <a:off x="5183161" y="2406471"/>
            <a:ext cx="38862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400" dirty="0"/>
              <a:t>In KV cache memory, </a:t>
            </a:r>
          </a:p>
          <a:p>
            <a:pPr algn="ctr"/>
            <a:r>
              <a:rPr lang="en-US" altLang="zh-CN" sz="2400" dirty="0"/>
              <a:t>light compute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dirty="0"/>
              <a:t>KV</a:t>
            </a:r>
            <a:r>
              <a:rPr lang="zh-CN" altLang="en-US" sz="2400" dirty="0"/>
              <a:t>缓存内存中，轻量计算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E1039E-0D93-B895-A896-8BC3E9CE80B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 bwMode="auto">
          <a:xfrm flipH="1" flipV="1">
            <a:off x="4404932" y="3006299"/>
            <a:ext cx="778229" cy="3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8114B82-C268-741E-19E8-21F9F468DF3D}"/>
              </a:ext>
            </a:extLst>
          </p:cNvPr>
          <p:cNvSpPr/>
          <p:nvPr/>
        </p:nvSpPr>
        <p:spPr bwMode="auto">
          <a:xfrm>
            <a:off x="1282700" y="4660900"/>
            <a:ext cx="3130254" cy="115020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278EAF-D383-5EBF-1E8E-214A75235538}"/>
              </a:ext>
            </a:extLst>
          </p:cNvPr>
          <p:cNvSpPr txBox="1"/>
          <p:nvPr/>
        </p:nvSpPr>
        <p:spPr>
          <a:xfrm>
            <a:off x="5327941" y="4640997"/>
            <a:ext cx="3663659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400" dirty="0"/>
              <a:t>Not in KV cache,</a:t>
            </a:r>
          </a:p>
          <a:p>
            <a:pPr algn="ctr"/>
            <a:r>
              <a:rPr lang="en-US" altLang="zh-CN" sz="2400" dirty="0"/>
              <a:t>heavy compute</a:t>
            </a:r>
          </a:p>
          <a:p>
            <a:pPr algn="ctr"/>
            <a:r>
              <a:rPr lang="zh-CN" altLang="en-US" sz="2400" dirty="0"/>
              <a:t>不在</a:t>
            </a:r>
            <a:r>
              <a:rPr lang="en-US" altLang="zh-CN" sz="2400" dirty="0"/>
              <a:t>KV</a:t>
            </a:r>
            <a:r>
              <a:rPr lang="zh-CN" altLang="en-US" sz="2400" dirty="0"/>
              <a:t>缓存中，重度计算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7BB448-2404-F8C3-A0DE-F689D0E2E2E7}"/>
              </a:ext>
            </a:extLst>
          </p:cNvPr>
          <p:cNvCxnSpPr>
            <a:cxnSpLocks/>
            <a:stCxn id="31" idx="1"/>
            <a:endCxn id="30" idx="3"/>
          </p:cNvCxnSpPr>
          <p:nvPr/>
        </p:nvCxnSpPr>
        <p:spPr bwMode="auto">
          <a:xfrm flipH="1" flipV="1">
            <a:off x="4412954" y="5236002"/>
            <a:ext cx="914987" cy="5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4374E63-9768-9A9E-A089-2349DA3AE877}"/>
              </a:ext>
            </a:extLst>
          </p:cNvPr>
          <p:cNvSpPr/>
          <p:nvPr/>
        </p:nvSpPr>
        <p:spPr bwMode="auto">
          <a:xfrm>
            <a:off x="1274678" y="3536097"/>
            <a:ext cx="3130254" cy="115020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215463-6B7D-4F84-5DE0-4580123940BE}"/>
              </a:ext>
            </a:extLst>
          </p:cNvPr>
          <p:cNvSpPr txBox="1"/>
          <p:nvPr/>
        </p:nvSpPr>
        <p:spPr>
          <a:xfrm>
            <a:off x="4870447" y="3504168"/>
            <a:ext cx="426720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400" dirty="0"/>
              <a:t>In KV cache storage, </a:t>
            </a:r>
            <a:br>
              <a:rPr lang="en-US" altLang="zh-CN" sz="2400" dirty="0"/>
            </a:br>
            <a:r>
              <a:rPr lang="en-US" altLang="zh-CN" sz="2400" dirty="0"/>
              <a:t>load to memory first</a:t>
            </a:r>
          </a:p>
          <a:p>
            <a:pPr algn="ctr"/>
            <a:r>
              <a:rPr lang="zh-CN" altLang="en-US" sz="2400" dirty="0"/>
              <a:t>在</a:t>
            </a:r>
            <a:r>
              <a:rPr lang="en-US" altLang="zh-CN" sz="2400" dirty="0"/>
              <a:t>KV</a:t>
            </a:r>
            <a:r>
              <a:rPr lang="zh-CN" altLang="en-US" sz="2400" dirty="0"/>
              <a:t>缓存存储中，先读入内存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4DBCF51-5573-E24B-9CBB-CF6AFC8675E7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 bwMode="auto">
          <a:xfrm flipH="1">
            <a:off x="4404932" y="4104333"/>
            <a:ext cx="465515" cy="68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5723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/>
      <p:bldP spid="21" grpId="1"/>
      <p:bldP spid="30" grpId="0" animBg="1"/>
      <p:bldP spid="30" grpId="1" animBg="1"/>
      <p:bldP spid="31" grpId="0"/>
      <p:bldP spid="31" grpId="1"/>
      <p:bldP spid="35" grpId="0" animBg="1"/>
      <p:bldP spid="3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F216-0D8C-2BA6-AB02-35347AE4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92A4-7D22-0621-CF65-E8F1CBC1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 That’s It  </a:t>
            </a:r>
            <a:r>
              <a:rPr lang="zh-CN" altLang="en-US" dirty="0"/>
              <a:t>这就是缓存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F845221-F4AE-C05A-CD68-577C35FD91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5. Caching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5. </a:t>
            </a:r>
            <a:r>
              <a:rPr lang="zh-CN" altLang="en-US" dirty="0"/>
              <a:t>缓存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70684-079E-1DDC-C68B-698A1AFA861F}"/>
              </a:ext>
            </a:extLst>
          </p:cNvPr>
          <p:cNvSpPr txBox="1"/>
          <p:nvPr/>
        </p:nvSpPr>
        <p:spPr>
          <a:xfrm>
            <a:off x="152400" y="2293203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Caching is ubiquitous </a:t>
            </a:r>
          </a:p>
          <a:p>
            <a:pPr algn="ctr"/>
            <a:r>
              <a:rPr lang="zh-CN" altLang="en-US" sz="2400" dirty="0"/>
              <a:t>缓存无处不在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68BA3-10C8-7207-F425-7DC1EF4E0F8A}"/>
              </a:ext>
            </a:extLst>
          </p:cNvPr>
          <p:cNvSpPr txBox="1"/>
          <p:nvPr/>
        </p:nvSpPr>
        <p:spPr>
          <a:xfrm>
            <a:off x="462915" y="3733800"/>
            <a:ext cx="8218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just so transparent that you may not even sense it </a:t>
            </a:r>
            <a:r>
              <a:rPr lang="zh-CN" altLang="en-US" sz="2400" dirty="0"/>
              <a:t> 它只是如此透明，以至于你未必能感知到它的存在</a:t>
            </a:r>
          </a:p>
        </p:txBody>
      </p:sp>
    </p:spTree>
    <p:extLst>
      <p:ext uri="{BB962C8B-B14F-4D97-AF65-F5344CB8AC3E}">
        <p14:creationId xmlns:p14="http://schemas.microsoft.com/office/powerpoint/2010/main" val="13936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uiExpan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Props1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15998</TotalTime>
  <Words>8252</Words>
  <Application>Microsoft Office PowerPoint</Application>
  <PresentationFormat>On-screen Show (4:3)</PresentationFormat>
  <Paragraphs>1101</Paragraphs>
  <Slides>78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ＭＳ Ｐゴシック</vt:lpstr>
      <vt:lpstr>SimSun</vt:lpstr>
      <vt:lpstr>Arial</vt:lpstr>
      <vt:lpstr>Cambria Math</vt:lpstr>
      <vt:lpstr>Comic Sans MS</vt:lpstr>
      <vt:lpstr>Consolas</vt:lpstr>
      <vt:lpstr>Intel Clear</vt:lpstr>
      <vt:lpstr>Tahoma</vt:lpstr>
      <vt:lpstr>Times New Roman</vt:lpstr>
      <vt:lpstr>Wingdings</vt:lpstr>
      <vt:lpstr>Blends</vt:lpstr>
      <vt:lpstr>How Computing Works -  Modern Paradigms of Architecture &amp; System 5. Caching</vt:lpstr>
      <vt:lpstr>Recall the Complexity 回忆一下复杂之处 (1)</vt:lpstr>
      <vt:lpstr>Recall the Complexity 回忆一下复杂之处 (2)</vt:lpstr>
      <vt:lpstr>Recall the Complexity 回忆一下复杂之处 (3)</vt:lpstr>
      <vt:lpstr>Recall the Complexity 回忆一下复杂之处 (4)</vt:lpstr>
      <vt:lpstr>The Commonality  共通之处</vt:lpstr>
      <vt:lpstr>Von Neumann Architecture 冯诺伊曼架构</vt:lpstr>
      <vt:lpstr>Look at the Instructions 看看指令</vt:lpstr>
      <vt:lpstr>Look at the Instructions 看看指令</vt:lpstr>
      <vt:lpstr>Memory Latency  内存时延</vt:lpstr>
      <vt:lpstr>Memory Bandwidth  内存带宽</vt:lpstr>
      <vt:lpstr>Throughput: Memory vs Compute  吞吐：内存对比计算</vt:lpstr>
      <vt:lpstr>Handwritten ZIP Code Recognition  手写邮政编码识别 (1)</vt:lpstr>
      <vt:lpstr>Handwritten ZIP Code Recognition  手写邮政编码识别 (2)</vt:lpstr>
      <vt:lpstr>It’s a Challenge  这是个挑战</vt:lpstr>
      <vt:lpstr>Practice 5.1  实践5.1</vt:lpstr>
      <vt:lpstr>Perf. on My System 我的机器上的性能</vt:lpstr>
      <vt:lpstr>Same Load, Different Time 同样的计算量，不同的时间</vt:lpstr>
      <vt:lpstr>Access Pattern  存取模式</vt:lpstr>
      <vt:lpstr>Access Pattern  存取模式</vt:lpstr>
      <vt:lpstr>Access Pattern  存取模式</vt:lpstr>
      <vt:lpstr>Access Pattern  存取模式</vt:lpstr>
      <vt:lpstr>Access Pattern  存取模式</vt:lpstr>
      <vt:lpstr>Caching  缓存</vt:lpstr>
      <vt:lpstr>Cache Hit &amp; Miss   缓存命中与不命中</vt:lpstr>
      <vt:lpstr>Cache in Processor   处理器内的缓存</vt:lpstr>
      <vt:lpstr>Processor Cache Hierarchy   处理器缓存层级 (1)</vt:lpstr>
      <vt:lpstr>Processor Cache Hierarchy   处理器缓存层级 (2)</vt:lpstr>
      <vt:lpstr>Processor Cache Hierarchy   处理器缓存层级 (3)</vt:lpstr>
      <vt:lpstr>Cache-Line  缓存行</vt:lpstr>
      <vt:lpstr>The Naïve Example 这个简单的例子</vt:lpstr>
      <vt:lpstr>The Naïve Example 这个简单的例子</vt:lpstr>
      <vt:lpstr>The Naïve Example 这个简单的例子</vt:lpstr>
      <vt:lpstr>Cache Replacement  缓存替换 (1)</vt:lpstr>
      <vt:lpstr>Cache Replacement  缓存替换 (2)</vt:lpstr>
      <vt:lpstr>Complex Write Accesses   复杂的存写操作</vt:lpstr>
      <vt:lpstr>Inside Practice 5.1  实践5.1内幕</vt:lpstr>
      <vt:lpstr>Inside Practice 5.1  实践5.1内幕</vt:lpstr>
      <vt:lpstr>Inside Practice 5.1  实践5.1内幕</vt:lpstr>
      <vt:lpstr>Inside Practice 5.1  实践5.1内幕</vt:lpstr>
      <vt:lpstr>Inside Practice 5.1  实践5.1内幕</vt:lpstr>
      <vt:lpstr>Inside Practice 5.1  实践5.1内幕</vt:lpstr>
      <vt:lpstr>Inside Practice 5.1  实践5.1内幕</vt:lpstr>
      <vt:lpstr>Loop Reordering  循环重排 (1)</vt:lpstr>
      <vt:lpstr>Loop Reordering  循环重排 (2)</vt:lpstr>
      <vt:lpstr>Loop Reordering  循环重排 (3)</vt:lpstr>
      <vt:lpstr>Trade-off w/ Tiling  以分块权衡</vt:lpstr>
      <vt:lpstr>Trade-off w/ Tiling  以分块权衡</vt:lpstr>
      <vt:lpstr>Practice 5.2  实践5.2</vt:lpstr>
      <vt:lpstr>Nearest Neighbor Classification  最近邻分类</vt:lpstr>
      <vt:lpstr>Nearest Neighbor Classification  最近邻分类</vt:lpstr>
      <vt:lpstr>Nearest Neighbor Classification  最近邻分类</vt:lpstr>
      <vt:lpstr>Nearest Neighbor Classification  最近邻分类</vt:lpstr>
      <vt:lpstr>Tiling Again  又见分块</vt:lpstr>
      <vt:lpstr>Tiling Again  又见分块</vt:lpstr>
      <vt:lpstr>Tiling Again  又见分块</vt:lpstr>
      <vt:lpstr>Tiling Again  又见分块</vt:lpstr>
      <vt:lpstr>Tiling Again  又见分块</vt:lpstr>
      <vt:lpstr>Tiling Again  又见分块</vt:lpstr>
      <vt:lpstr>Practice 5.3  实践5.3</vt:lpstr>
      <vt:lpstr>The Tiling Story  这分块之术</vt:lpstr>
      <vt:lpstr>Caching Paradigm  缓存范式</vt:lpstr>
      <vt:lpstr>Demo: Page Cache  演示：页缓存</vt:lpstr>
      <vt:lpstr>Demo: Page Cache  演示：页缓存</vt:lpstr>
      <vt:lpstr>Caching Remote Objects 缓存网络对象</vt:lpstr>
      <vt:lpstr>Further Generalization   进一步推广</vt:lpstr>
      <vt:lpstr>Internet Service Example 互联网服务的例子</vt:lpstr>
      <vt:lpstr>Internet Service Example 互联网服务的例子</vt:lpstr>
      <vt:lpstr>Internet Service Example 互联网服务的例子</vt:lpstr>
      <vt:lpstr>Internet Service Example 互联网服务的例子</vt:lpstr>
      <vt:lpstr>More Caching Examples   其他缓存的例子 (1)</vt:lpstr>
      <vt:lpstr>More Caching Examples   其他缓存的例子 (2)</vt:lpstr>
      <vt:lpstr>More Caching Examples   其他缓存的例子 (2)</vt:lpstr>
      <vt:lpstr>More Caching Examples   其他缓存的例子 (2)</vt:lpstr>
      <vt:lpstr>More Caching Examples   其他缓存的例子 (2)</vt:lpstr>
      <vt:lpstr>More Caching Examples   其他缓存的例子 (2)</vt:lpstr>
      <vt:lpstr>So That’s It  这就是缓存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1049</cp:revision>
  <dcterms:created xsi:type="dcterms:W3CDTF">2003-03-13T01:36:43Z</dcterms:created>
  <dcterms:modified xsi:type="dcterms:W3CDTF">2026-09-07T11:52:10Z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