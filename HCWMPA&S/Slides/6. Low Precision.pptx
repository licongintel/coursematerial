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</p:sldMasterIdLst>
  <p:notesMasterIdLst>
    <p:notesMasterId r:id="rId34"/>
  </p:notesMasterIdLst>
  <p:handoutMasterIdLst>
    <p:handoutMasterId r:id="rId35"/>
  </p:handoutMasterIdLst>
  <p:sldIdLst>
    <p:sldId id="286" r:id="rId5"/>
    <p:sldId id="494" r:id="rId6"/>
    <p:sldId id="620" r:id="rId7"/>
    <p:sldId id="496" r:id="rId8"/>
    <p:sldId id="621" r:id="rId9"/>
    <p:sldId id="623" r:id="rId10"/>
    <p:sldId id="622" r:id="rId11"/>
    <p:sldId id="624" r:id="rId12"/>
    <p:sldId id="625" r:id="rId13"/>
    <p:sldId id="626" r:id="rId14"/>
    <p:sldId id="627" r:id="rId15"/>
    <p:sldId id="628" r:id="rId16"/>
    <p:sldId id="630" r:id="rId17"/>
    <p:sldId id="631" r:id="rId18"/>
    <p:sldId id="632" r:id="rId19"/>
    <p:sldId id="633" r:id="rId20"/>
    <p:sldId id="634" r:id="rId21"/>
    <p:sldId id="629" r:id="rId22"/>
    <p:sldId id="635" r:id="rId23"/>
    <p:sldId id="636" r:id="rId24"/>
    <p:sldId id="641" r:id="rId25"/>
    <p:sldId id="637" r:id="rId26"/>
    <p:sldId id="638" r:id="rId27"/>
    <p:sldId id="639" r:id="rId28"/>
    <p:sldId id="640" r:id="rId29"/>
    <p:sldId id="608" r:id="rId30"/>
    <p:sldId id="642" r:id="rId31"/>
    <p:sldId id="643" r:id="rId32"/>
    <p:sldId id="353" r:id="rId33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EFE5D7"/>
    <a:srgbClr val="333399"/>
    <a:srgbClr val="B2B2B2"/>
    <a:srgbClr val="993366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71F23-3A7C-407B-A717-622E46A2A0F5}" v="6239" dt="2026-09-25T06:27:35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4" autoAdjust="0"/>
    <p:restoredTop sz="89758" autoAdjust="0"/>
  </p:normalViewPr>
  <p:slideViewPr>
    <p:cSldViewPr>
      <p:cViewPr varScale="1">
        <p:scale>
          <a:sx n="64" d="100"/>
          <a:sy n="64" d="100"/>
        </p:scale>
        <p:origin x="10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redo custSel addSld delSld modSld sldOrd">
      <pc:chgData name="Li, Cong" userId="025630f4-267e-4cb3-8cd5-8795177f99f4" providerId="ADAL" clId="{929A2CC8-B112-421C-81E2-D5D63B23E300}" dt="2026-09-25T06:28:00.661" v="61719" actId="1076"/>
      <pc:docMkLst>
        <pc:docMk/>
      </pc:docMkLst>
      <pc:sldChg chg="modSp mod">
        <pc:chgData name="Li, Cong" userId="025630f4-267e-4cb3-8cd5-8795177f99f4" providerId="ADAL" clId="{929A2CC8-B112-421C-81E2-D5D63B23E300}" dt="2026-09-12T02:33:36.224" v="5280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9-12T02:33:36.224" v="5280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9-12T02:33:27.632" v="52791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">
        <pc:chgData name="Li, Cong" userId="025630f4-267e-4cb3-8cd5-8795177f99f4" providerId="ADAL" clId="{929A2CC8-B112-421C-81E2-D5D63B23E300}" dt="2026-09-06T07:20:01.907" v="49705" actId="21"/>
        <pc:sldMkLst>
          <pc:docMk/>
          <pc:sldMk cId="0" sldId="353"/>
        </pc:sldMkLst>
      </pc:sldChg>
      <pc:sldChg chg="addSp delSp modSp mod delAnim modAnim">
        <pc:chgData name="Li, Cong" userId="025630f4-267e-4cb3-8cd5-8795177f99f4" providerId="ADAL" clId="{929A2CC8-B112-421C-81E2-D5D63B23E300}" dt="2026-09-13T09:35:56.139" v="53803"/>
        <pc:sldMkLst>
          <pc:docMk/>
          <pc:sldMk cId="3271210309" sldId="494"/>
        </pc:sldMkLst>
        <pc:spChg chg="mod">
          <ac:chgData name="Li, Cong" userId="025630f4-267e-4cb3-8cd5-8795177f99f4" providerId="ADAL" clId="{929A2CC8-B112-421C-81E2-D5D63B23E300}" dt="2026-09-13T09:32:37.928" v="53547" actId="20577"/>
          <ac:spMkLst>
            <pc:docMk/>
            <pc:sldMk cId="3271210309" sldId="494"/>
            <ac:spMk id="2" creationId="{49EB6BBA-BECF-10B3-B897-73E67E54E8DF}"/>
          </ac:spMkLst>
        </pc:spChg>
        <pc:spChg chg="mod">
          <ac:chgData name="Li, Cong" userId="025630f4-267e-4cb3-8cd5-8795177f99f4" providerId="ADAL" clId="{929A2CC8-B112-421C-81E2-D5D63B23E300}" dt="2026-09-12T02:33:51.327" v="52825" actId="20577"/>
          <ac:spMkLst>
            <pc:docMk/>
            <pc:sldMk cId="3271210309" sldId="494"/>
            <ac:spMk id="4" creationId="{C054C956-3E70-6443-98C8-429EC3C232CC}"/>
          </ac:spMkLst>
        </pc:spChg>
        <pc:spChg chg="add mod">
          <ac:chgData name="Li, Cong" userId="025630f4-267e-4cb3-8cd5-8795177f99f4" providerId="ADAL" clId="{929A2CC8-B112-421C-81E2-D5D63B23E300}" dt="2026-09-12T02:43:09.106" v="53091" actId="14100"/>
          <ac:spMkLst>
            <pc:docMk/>
            <pc:sldMk cId="3271210309" sldId="494"/>
            <ac:spMk id="6" creationId="{B30BF722-D148-5AC7-32C1-96A4CB0A9867}"/>
          </ac:spMkLst>
        </pc:spChg>
        <pc:spChg chg="add mod">
          <ac:chgData name="Li, Cong" userId="025630f4-267e-4cb3-8cd5-8795177f99f4" providerId="ADAL" clId="{929A2CC8-B112-421C-81E2-D5D63B23E300}" dt="2026-09-12T02:41:04.184" v="53035"/>
          <ac:spMkLst>
            <pc:docMk/>
            <pc:sldMk cId="3271210309" sldId="494"/>
            <ac:spMk id="7" creationId="{887B02C7-A78E-F3E3-9DEC-32D96B03EED4}"/>
          </ac:spMkLst>
        </pc:spChg>
        <pc:spChg chg="add mod">
          <ac:chgData name="Li, Cong" userId="025630f4-267e-4cb3-8cd5-8795177f99f4" providerId="ADAL" clId="{929A2CC8-B112-421C-81E2-D5D63B23E300}" dt="2026-09-12T02:41:46.524" v="53053" actId="1037"/>
          <ac:spMkLst>
            <pc:docMk/>
            <pc:sldMk cId="3271210309" sldId="494"/>
            <ac:spMk id="8" creationId="{4761E9D2-D0FC-7946-01BA-9D7FF607B1D9}"/>
          </ac:spMkLst>
        </pc:spChg>
        <pc:spChg chg="add mod">
          <ac:chgData name="Li, Cong" userId="025630f4-267e-4cb3-8cd5-8795177f99f4" providerId="ADAL" clId="{929A2CC8-B112-421C-81E2-D5D63B23E300}" dt="2026-09-12T02:43:05.057" v="53090" actId="14100"/>
          <ac:spMkLst>
            <pc:docMk/>
            <pc:sldMk cId="3271210309" sldId="494"/>
            <ac:spMk id="10" creationId="{8E8415D9-E711-32DC-4C48-047A7CA43C4D}"/>
          </ac:spMkLst>
        </pc:spChg>
        <pc:spChg chg="mod">
          <ac:chgData name="Li, Cong" userId="025630f4-267e-4cb3-8cd5-8795177f99f4" providerId="ADAL" clId="{929A2CC8-B112-421C-81E2-D5D63B23E300}" dt="2026-09-12T02:38:03.388" v="52993"/>
          <ac:spMkLst>
            <pc:docMk/>
            <pc:sldMk cId="3271210309" sldId="494"/>
            <ac:spMk id="20" creationId="{A96248E0-F953-4796-8FC2-34760A57BF6B}"/>
          </ac:spMkLst>
        </pc:spChg>
        <pc:spChg chg="add mod">
          <ac:chgData name="Li, Cong" userId="025630f4-267e-4cb3-8cd5-8795177f99f4" providerId="ADAL" clId="{929A2CC8-B112-421C-81E2-D5D63B23E300}" dt="2026-09-12T02:43:05.057" v="53090" actId="14100"/>
          <ac:spMkLst>
            <pc:docMk/>
            <pc:sldMk cId="3271210309" sldId="494"/>
            <ac:spMk id="25" creationId="{DF8BDEC3-0DA3-6E18-AECF-F1EF0975D133}"/>
          </ac:spMkLst>
        </pc:spChg>
        <pc:spChg chg="add mod">
          <ac:chgData name="Li, Cong" userId="025630f4-267e-4cb3-8cd5-8795177f99f4" providerId="ADAL" clId="{929A2CC8-B112-421C-81E2-D5D63B23E300}" dt="2026-09-12T02:43:05.057" v="53090" actId="14100"/>
          <ac:spMkLst>
            <pc:docMk/>
            <pc:sldMk cId="3271210309" sldId="494"/>
            <ac:spMk id="27" creationId="{97BB2CC3-8C09-418F-15AC-1A883B42D7B2}"/>
          </ac:spMkLst>
        </pc:spChg>
        <pc:spChg chg="add mod">
          <ac:chgData name="Li, Cong" userId="025630f4-267e-4cb3-8cd5-8795177f99f4" providerId="ADAL" clId="{929A2CC8-B112-421C-81E2-D5D63B23E300}" dt="2026-09-12T02:42:21.200" v="53066" actId="1076"/>
          <ac:spMkLst>
            <pc:docMk/>
            <pc:sldMk cId="3271210309" sldId="494"/>
            <ac:spMk id="29" creationId="{95962E7B-3B5D-27D0-E966-10746CB3902D}"/>
          </ac:spMkLst>
        </pc:spChg>
        <pc:spChg chg="add mod">
          <ac:chgData name="Li, Cong" userId="025630f4-267e-4cb3-8cd5-8795177f99f4" providerId="ADAL" clId="{929A2CC8-B112-421C-81E2-D5D63B23E300}" dt="2026-09-12T02:44:07.154" v="53186" actId="1036"/>
          <ac:spMkLst>
            <pc:docMk/>
            <pc:sldMk cId="3271210309" sldId="494"/>
            <ac:spMk id="39" creationId="{A6223CBE-CB86-A8F6-C134-6DD209B31AD4}"/>
          </ac:spMkLst>
        </pc:spChg>
        <pc:cxnChg chg="add mod">
          <ac:chgData name="Li, Cong" userId="025630f4-267e-4cb3-8cd5-8795177f99f4" providerId="ADAL" clId="{929A2CC8-B112-421C-81E2-D5D63B23E300}" dt="2026-09-12T02:44:07.154" v="53186" actId="1036"/>
          <ac:cxnSpMkLst>
            <pc:docMk/>
            <pc:sldMk cId="3271210309" sldId="494"/>
            <ac:cxnSpMk id="9" creationId="{C57BAF1A-BAA0-D369-C3C6-B22633338E0A}"/>
          </ac:cxnSpMkLst>
        </pc:cxnChg>
        <pc:cxnChg chg="add mod">
          <ac:chgData name="Li, Cong" userId="025630f4-267e-4cb3-8cd5-8795177f99f4" providerId="ADAL" clId="{929A2CC8-B112-421C-81E2-D5D63B23E300}" dt="2026-09-12T02:44:07.154" v="53186" actId="1036"/>
          <ac:cxnSpMkLst>
            <pc:docMk/>
            <pc:sldMk cId="3271210309" sldId="494"/>
            <ac:cxnSpMk id="11" creationId="{A18DCC10-4110-87A1-6A22-3A37313B7B47}"/>
          </ac:cxnSpMkLst>
        </pc:cxnChg>
        <pc:cxnChg chg="add mod">
          <ac:chgData name="Li, Cong" userId="025630f4-267e-4cb3-8cd5-8795177f99f4" providerId="ADAL" clId="{929A2CC8-B112-421C-81E2-D5D63B23E300}" dt="2026-09-12T02:44:07.154" v="53186" actId="1036"/>
          <ac:cxnSpMkLst>
            <pc:docMk/>
            <pc:sldMk cId="3271210309" sldId="494"/>
            <ac:cxnSpMk id="30" creationId="{281D8F73-B82A-8C55-E30B-4A4F39FCE6BF}"/>
          </ac:cxnSpMkLst>
        </pc:cxnChg>
        <pc:cxnChg chg="add mod">
          <ac:chgData name="Li, Cong" userId="025630f4-267e-4cb3-8cd5-8795177f99f4" providerId="ADAL" clId="{929A2CC8-B112-421C-81E2-D5D63B23E300}" dt="2026-09-12T02:44:07.154" v="53186" actId="1036"/>
          <ac:cxnSpMkLst>
            <pc:docMk/>
            <pc:sldMk cId="3271210309" sldId="494"/>
            <ac:cxnSpMk id="32" creationId="{E8C5278B-3E95-43ED-3343-93A5138A05F2}"/>
          </ac:cxnSpMkLst>
        </pc:cxnChg>
        <pc:cxnChg chg="add mod">
          <ac:chgData name="Li, Cong" userId="025630f4-267e-4cb3-8cd5-8795177f99f4" providerId="ADAL" clId="{929A2CC8-B112-421C-81E2-D5D63B23E300}" dt="2026-09-12T02:44:07.154" v="53186" actId="1036"/>
          <ac:cxnSpMkLst>
            <pc:docMk/>
            <pc:sldMk cId="3271210309" sldId="494"/>
            <ac:cxnSpMk id="34" creationId="{7C3452B0-F495-D638-2CE6-7F2A5798CE27}"/>
          </ac:cxnSpMkLst>
        </pc:cxnChg>
      </pc:sldChg>
      <pc:sldChg chg="modSp mod ord">
        <pc:chgData name="Li, Cong" userId="025630f4-267e-4cb3-8cd5-8795177f99f4" providerId="ADAL" clId="{929A2CC8-B112-421C-81E2-D5D63B23E300}" dt="2026-09-13T09:34:43.311" v="53726"/>
        <pc:sldMkLst>
          <pc:docMk/>
          <pc:sldMk cId="39528855" sldId="496"/>
        </pc:sldMkLst>
        <pc:spChg chg="mod">
          <ac:chgData name="Li, Cong" userId="025630f4-267e-4cb3-8cd5-8795177f99f4" providerId="ADAL" clId="{929A2CC8-B112-421C-81E2-D5D63B23E300}" dt="2026-09-13T09:33:18.777" v="53551" actId="20577"/>
          <ac:spMkLst>
            <pc:docMk/>
            <pc:sldMk cId="39528855" sldId="496"/>
            <ac:spMk id="2" creationId="{0C71DE47-5AB2-99D8-51F0-307C1E4DEA44}"/>
          </ac:spMkLst>
        </pc:spChg>
        <pc:spChg chg="mod">
          <ac:chgData name="Li, Cong" userId="025630f4-267e-4cb3-8cd5-8795177f99f4" providerId="ADAL" clId="{929A2CC8-B112-421C-81E2-D5D63B23E300}" dt="2026-09-13T09:34:43.311" v="53726"/>
          <ac:spMkLst>
            <pc:docMk/>
            <pc:sldMk cId="39528855" sldId="496"/>
            <ac:spMk id="4" creationId="{A3900F31-9938-6114-7313-304E3DDE4C3B}"/>
          </ac:spMkLst>
        </pc:spChg>
        <pc:spChg chg="mod">
          <ac:chgData name="Li, Cong" userId="025630f4-267e-4cb3-8cd5-8795177f99f4" providerId="ADAL" clId="{929A2CC8-B112-421C-81E2-D5D63B23E300}" dt="2026-09-13T09:34:11.813" v="53643" actId="1076"/>
          <ac:spMkLst>
            <pc:docMk/>
            <pc:sldMk cId="39528855" sldId="496"/>
            <ac:spMk id="13" creationId="{C999F6E5-6826-E32D-AC93-5354DA911E18}"/>
          </ac:spMkLst>
        </pc:spChg>
        <pc:spChg chg="mod">
          <ac:chgData name="Li, Cong" userId="025630f4-267e-4cb3-8cd5-8795177f99f4" providerId="ADAL" clId="{929A2CC8-B112-421C-81E2-D5D63B23E300}" dt="2026-09-13T09:34:35.343" v="53725" actId="20577"/>
          <ac:spMkLst>
            <pc:docMk/>
            <pc:sldMk cId="39528855" sldId="496"/>
            <ac:spMk id="16" creationId="{4B323714-A2D2-AD4F-E366-838463488D12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19T07:18:44.869" v="61366" actId="1076"/>
        <pc:sldMkLst>
          <pc:docMk/>
          <pc:sldMk cId="1393626312" sldId="608"/>
        </pc:sldMkLst>
        <pc:spChg chg="mod">
          <ac:chgData name="Li, Cong" userId="025630f4-267e-4cb3-8cd5-8795177f99f4" providerId="ADAL" clId="{929A2CC8-B112-421C-81E2-D5D63B23E300}" dt="2026-09-19T07:12:40.171" v="61280"/>
          <ac:spMkLst>
            <pc:docMk/>
            <pc:sldMk cId="1393626312" sldId="608"/>
            <ac:spMk id="2" creationId="{85CB92A4-7D22-0621-CF65-E8F1CBC1A990}"/>
          </ac:spMkLst>
        </pc:spChg>
        <pc:spChg chg="add mod">
          <ac:chgData name="Li, Cong" userId="025630f4-267e-4cb3-8cd5-8795177f99f4" providerId="ADAL" clId="{929A2CC8-B112-421C-81E2-D5D63B23E300}" dt="2026-09-19T07:18:09.541" v="61353" actId="1076"/>
          <ac:spMkLst>
            <pc:docMk/>
            <pc:sldMk cId="1393626312" sldId="608"/>
            <ac:spMk id="3" creationId="{FEA530A9-51E0-0D7F-C1F2-36E703AC3ADF}"/>
          </ac:spMkLst>
        </pc:spChg>
        <pc:spChg chg="add mod">
          <ac:chgData name="Li, Cong" userId="025630f4-267e-4cb3-8cd5-8795177f99f4" providerId="ADAL" clId="{929A2CC8-B112-421C-81E2-D5D63B23E300}" dt="2026-09-19T07:17:46.371" v="61329" actId="20577"/>
          <ac:spMkLst>
            <pc:docMk/>
            <pc:sldMk cId="1393626312" sldId="608"/>
            <ac:spMk id="4" creationId="{B134CB48-B5FE-6135-9F6A-B3B841C25C07}"/>
          </ac:spMkLst>
        </pc:spChg>
        <pc:spChg chg="mod">
          <ac:chgData name="Li, Cong" userId="025630f4-267e-4cb3-8cd5-8795177f99f4" providerId="ADAL" clId="{929A2CC8-B112-421C-81E2-D5D63B23E300}" dt="2026-09-19T06:39:41.822" v="60250"/>
          <ac:spMkLst>
            <pc:docMk/>
            <pc:sldMk cId="1393626312" sldId="608"/>
            <ac:spMk id="5" creationId="{5F845221-F4AE-C05A-CD68-577C35FD9129}"/>
          </ac:spMkLst>
        </pc:spChg>
        <pc:spChg chg="mod">
          <ac:chgData name="Li, Cong" userId="025630f4-267e-4cb3-8cd5-8795177f99f4" providerId="ADAL" clId="{929A2CC8-B112-421C-81E2-D5D63B23E300}" dt="2026-09-19T07:18:40.092" v="61365" actId="1076"/>
          <ac:spMkLst>
            <pc:docMk/>
            <pc:sldMk cId="1393626312" sldId="608"/>
            <ac:spMk id="6" creationId="{2E470684-079E-1DDC-C68B-698A1AFA861F}"/>
          </ac:spMkLst>
        </pc:spChg>
        <pc:spChg chg="mod">
          <ac:chgData name="Li, Cong" userId="025630f4-267e-4cb3-8cd5-8795177f99f4" providerId="ADAL" clId="{929A2CC8-B112-421C-81E2-D5D63B23E300}" dt="2026-09-19T07:18:44.869" v="61366" actId="1076"/>
          <ac:spMkLst>
            <pc:docMk/>
            <pc:sldMk cId="1393626312" sldId="608"/>
            <ac:spMk id="13" creationId="{66468BA3-10C8-7207-F425-7DC1EF4E0F8A}"/>
          </ac:spMkLst>
        </pc:spChg>
      </pc:sldChg>
      <pc:sldChg chg="modSp add mod modAnim">
        <pc:chgData name="Li, Cong" userId="025630f4-267e-4cb3-8cd5-8795177f99f4" providerId="ADAL" clId="{929A2CC8-B112-421C-81E2-D5D63B23E300}" dt="2026-09-13T09:35:38.396" v="53802"/>
        <pc:sldMkLst>
          <pc:docMk/>
          <pc:sldMk cId="3955151755" sldId="620"/>
        </pc:sldMkLst>
        <pc:spChg chg="mod">
          <ac:chgData name="Li, Cong" userId="025630f4-267e-4cb3-8cd5-8795177f99f4" providerId="ADAL" clId="{929A2CC8-B112-421C-81E2-D5D63B23E300}" dt="2026-09-13T09:32:34.197" v="53543" actId="20577"/>
          <ac:spMkLst>
            <pc:docMk/>
            <pc:sldMk cId="3955151755" sldId="620"/>
            <ac:spMk id="2" creationId="{389B03D8-412B-E721-EF16-B06CF78B8B48}"/>
          </ac:spMkLst>
        </pc:spChg>
        <pc:spChg chg="mod">
          <ac:chgData name="Li, Cong" userId="025630f4-267e-4cb3-8cd5-8795177f99f4" providerId="ADAL" clId="{929A2CC8-B112-421C-81E2-D5D63B23E300}" dt="2026-09-13T09:35:27.927" v="53800" actId="20577"/>
          <ac:spMkLst>
            <pc:docMk/>
            <pc:sldMk cId="3955151755" sldId="620"/>
            <ac:spMk id="3" creationId="{288AA93D-EF9E-9C28-CA8A-F2CE051C2466}"/>
          </ac:spMkLst>
        </pc:spChg>
        <pc:spChg chg="mod">
          <ac:chgData name="Li, Cong" userId="025630f4-267e-4cb3-8cd5-8795177f99f4" providerId="ADAL" clId="{929A2CC8-B112-421C-81E2-D5D63B23E300}" dt="2026-09-13T09:30:39.513" v="53245"/>
          <ac:spMkLst>
            <pc:docMk/>
            <pc:sldMk cId="3955151755" sldId="620"/>
            <ac:spMk id="5" creationId="{90163EDC-F78A-460B-22A7-209B686233A7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17T06:09:45.786" v="54276"/>
        <pc:sldMkLst>
          <pc:docMk/>
          <pc:sldMk cId="449511605" sldId="621"/>
        </pc:sldMkLst>
        <pc:spChg chg="mod">
          <ac:chgData name="Li, Cong" userId="025630f4-267e-4cb3-8cd5-8795177f99f4" providerId="ADAL" clId="{929A2CC8-B112-421C-81E2-D5D63B23E300}" dt="2026-09-17T06:06:38.622" v="53839" actId="20577"/>
          <ac:spMkLst>
            <pc:docMk/>
            <pc:sldMk cId="449511605" sldId="621"/>
            <ac:spMk id="2" creationId="{0CE97F5B-985A-D1AA-4842-514103C39D66}"/>
          </ac:spMkLst>
        </pc:spChg>
        <pc:spChg chg="add mod">
          <ac:chgData name="Li, Cong" userId="025630f4-267e-4cb3-8cd5-8795177f99f4" providerId="ADAL" clId="{929A2CC8-B112-421C-81E2-D5D63B23E300}" dt="2026-09-17T06:09:33.594" v="54274" actId="1076"/>
          <ac:spMkLst>
            <pc:docMk/>
            <pc:sldMk cId="449511605" sldId="621"/>
            <ac:spMk id="3" creationId="{D7F3453F-74B6-87DB-E7D9-E569B97A4B44}"/>
          </ac:spMkLst>
        </pc:spChg>
        <pc:spChg chg="mod">
          <ac:chgData name="Li, Cong" userId="025630f4-267e-4cb3-8cd5-8795177f99f4" providerId="ADAL" clId="{929A2CC8-B112-421C-81E2-D5D63B23E300}" dt="2026-09-17T06:07:22.240" v="53984"/>
          <ac:spMkLst>
            <pc:docMk/>
            <pc:sldMk cId="449511605" sldId="621"/>
            <ac:spMk id="5" creationId="{64E1639F-59EB-406A-D45A-CFE3A83C2F1E}"/>
          </ac:spMkLst>
        </pc:spChg>
        <pc:spChg chg="mod">
          <ac:chgData name="Li, Cong" userId="025630f4-267e-4cb3-8cd5-8795177f99f4" providerId="ADAL" clId="{929A2CC8-B112-421C-81E2-D5D63B23E300}" dt="2026-09-17T06:08:35.100" v="54162" actId="20577"/>
          <ac:spMkLst>
            <pc:docMk/>
            <pc:sldMk cId="449511605" sldId="621"/>
            <ac:spMk id="6" creationId="{5FCCC550-80A7-1234-0726-15A715171772}"/>
          </ac:spMkLst>
        </pc:spChg>
        <pc:spChg chg="mod">
          <ac:chgData name="Li, Cong" userId="025630f4-267e-4cb3-8cd5-8795177f99f4" providerId="ADAL" clId="{929A2CC8-B112-421C-81E2-D5D63B23E300}" dt="2026-09-17T06:08:22.167" v="54117" actId="1035"/>
          <ac:spMkLst>
            <pc:docMk/>
            <pc:sldMk cId="449511605" sldId="621"/>
            <ac:spMk id="10" creationId="{C0EEC4FD-788C-37A2-7A72-F5A49782E26B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19T00:40:07.182" v="54449" actId="14100"/>
        <pc:sldMkLst>
          <pc:docMk/>
          <pc:sldMk cId="3413070866" sldId="622"/>
        </pc:sldMkLst>
        <pc:spChg chg="mod">
          <ac:chgData name="Li, Cong" userId="025630f4-267e-4cb3-8cd5-8795177f99f4" providerId="ADAL" clId="{929A2CC8-B112-421C-81E2-D5D63B23E300}" dt="2026-09-19T00:20:11.694" v="54281" actId="20577"/>
          <ac:spMkLst>
            <pc:docMk/>
            <pc:sldMk cId="3413070866" sldId="622"/>
            <ac:spMk id="2" creationId="{EAE8197E-AC9B-27E1-E3D7-C210C9A44301}"/>
          </ac:spMkLst>
        </pc:spChg>
        <pc:spChg chg="mod">
          <ac:chgData name="Li, Cong" userId="025630f4-267e-4cb3-8cd5-8795177f99f4" providerId="ADAL" clId="{929A2CC8-B112-421C-81E2-D5D63B23E300}" dt="2026-09-19T00:37:32.307" v="54399" actId="1076"/>
          <ac:spMkLst>
            <pc:docMk/>
            <pc:sldMk cId="3413070866" sldId="622"/>
            <ac:spMk id="3" creationId="{1BDF7966-B08D-E5F3-3ADD-6C0A088DA7A5}"/>
          </ac:spMkLst>
        </pc:spChg>
        <pc:spChg chg="mod">
          <ac:chgData name="Li, Cong" userId="025630f4-267e-4cb3-8cd5-8795177f99f4" providerId="ADAL" clId="{929A2CC8-B112-421C-81E2-D5D63B23E300}" dt="2026-09-19T00:22:10.075" v="54341"/>
          <ac:spMkLst>
            <pc:docMk/>
            <pc:sldMk cId="3413070866" sldId="622"/>
            <ac:spMk id="4" creationId="{14C029BD-740D-905C-80AE-605E43D753CB}"/>
          </ac:spMkLst>
        </pc:spChg>
        <pc:spChg chg="add mod">
          <ac:chgData name="Li, Cong" userId="025630f4-267e-4cb3-8cd5-8795177f99f4" providerId="ADAL" clId="{929A2CC8-B112-421C-81E2-D5D63B23E300}" dt="2026-09-19T00:20:51.956" v="54324" actId="20577"/>
          <ac:spMkLst>
            <pc:docMk/>
            <pc:sldMk cId="3413070866" sldId="622"/>
            <ac:spMk id="5" creationId="{06927470-85DA-5FD1-6A79-58FDA4D1F235}"/>
          </ac:spMkLst>
        </pc:spChg>
        <pc:spChg chg="mod">
          <ac:chgData name="Li, Cong" userId="025630f4-267e-4cb3-8cd5-8795177f99f4" providerId="ADAL" clId="{929A2CC8-B112-421C-81E2-D5D63B23E300}" dt="2026-09-19T00:37:22.620" v="54397" actId="14100"/>
          <ac:spMkLst>
            <pc:docMk/>
            <pc:sldMk cId="3413070866" sldId="622"/>
            <ac:spMk id="7" creationId="{61615DDC-3124-7633-A5D1-CF2C2323CF74}"/>
          </ac:spMkLst>
        </pc:spChg>
        <pc:spChg chg="add mod">
          <ac:chgData name="Li, Cong" userId="025630f4-267e-4cb3-8cd5-8795177f99f4" providerId="ADAL" clId="{929A2CC8-B112-421C-81E2-D5D63B23E300}" dt="2026-09-19T00:21:13.715" v="54340" actId="20577"/>
          <ac:spMkLst>
            <pc:docMk/>
            <pc:sldMk cId="3413070866" sldId="622"/>
            <ac:spMk id="8" creationId="{C03D158A-8DDD-347E-C964-C0ADF7CB900B}"/>
          </ac:spMkLst>
        </pc:spChg>
        <pc:spChg chg="mod">
          <ac:chgData name="Li, Cong" userId="025630f4-267e-4cb3-8cd5-8795177f99f4" providerId="ADAL" clId="{929A2CC8-B112-421C-81E2-D5D63B23E300}" dt="2026-09-19T00:20:27.820" v="54287" actId="1076"/>
          <ac:spMkLst>
            <pc:docMk/>
            <pc:sldMk cId="3413070866" sldId="622"/>
            <ac:spMk id="9" creationId="{FAE5EDE7-8C8B-FF8A-0777-87C99F2C5E93}"/>
          </ac:spMkLst>
        </pc:spChg>
        <pc:spChg chg="add mod">
          <ac:chgData name="Li, Cong" userId="025630f4-267e-4cb3-8cd5-8795177f99f4" providerId="ADAL" clId="{929A2CC8-B112-421C-81E2-D5D63B23E300}" dt="2026-09-19T00:39:20.869" v="54441" actId="20577"/>
          <ac:spMkLst>
            <pc:docMk/>
            <pc:sldMk cId="3413070866" sldId="622"/>
            <ac:spMk id="19" creationId="{ED91847E-B047-8ED9-E632-6ED16B418C80}"/>
          </ac:spMkLst>
        </pc:spChg>
        <pc:spChg chg="add mod">
          <ac:chgData name="Li, Cong" userId="025630f4-267e-4cb3-8cd5-8795177f99f4" providerId="ADAL" clId="{929A2CC8-B112-421C-81E2-D5D63B23E300}" dt="2026-09-19T00:38:44.474" v="54411" actId="1035"/>
          <ac:spMkLst>
            <pc:docMk/>
            <pc:sldMk cId="3413070866" sldId="622"/>
            <ac:spMk id="20" creationId="{E43E9B8E-FFA7-B59D-77E9-1A71F7A87E28}"/>
          </ac:spMkLst>
        </pc:spChg>
        <pc:spChg chg="add mod">
          <ac:chgData name="Li, Cong" userId="025630f4-267e-4cb3-8cd5-8795177f99f4" providerId="ADAL" clId="{929A2CC8-B112-421C-81E2-D5D63B23E300}" dt="2026-09-19T00:38:52.097" v="54417" actId="1036"/>
          <ac:spMkLst>
            <pc:docMk/>
            <pc:sldMk cId="3413070866" sldId="622"/>
            <ac:spMk id="22" creationId="{10587A13-04AD-8E85-479D-67EFFB6E78CF}"/>
          </ac:spMkLst>
        </pc:spChg>
        <pc:spChg chg="add mod">
          <ac:chgData name="Li, Cong" userId="025630f4-267e-4cb3-8cd5-8795177f99f4" providerId="ADAL" clId="{929A2CC8-B112-421C-81E2-D5D63B23E300}" dt="2026-09-19T00:39:55.398" v="54447" actId="1037"/>
          <ac:spMkLst>
            <pc:docMk/>
            <pc:sldMk cId="3413070866" sldId="622"/>
            <ac:spMk id="23" creationId="{26F9DC84-3B3D-6DA4-6F02-0FE7A9880FBB}"/>
          </ac:spMkLst>
        </pc:spChg>
        <pc:cxnChg chg="add mod">
          <ac:chgData name="Li, Cong" userId="025630f4-267e-4cb3-8cd5-8795177f99f4" providerId="ADAL" clId="{929A2CC8-B112-421C-81E2-D5D63B23E300}" dt="2026-09-19T00:38:44.474" v="54411" actId="1035"/>
          <ac:cxnSpMkLst>
            <pc:docMk/>
            <pc:sldMk cId="3413070866" sldId="622"/>
            <ac:cxnSpMk id="21" creationId="{BAAD9C36-AE51-5F8F-9A46-461B540EB1B5}"/>
          </ac:cxnSpMkLst>
        </pc:cxnChg>
        <pc:cxnChg chg="add mod">
          <ac:chgData name="Li, Cong" userId="025630f4-267e-4cb3-8cd5-8795177f99f4" providerId="ADAL" clId="{929A2CC8-B112-421C-81E2-D5D63B23E300}" dt="2026-09-19T00:40:07.182" v="54449" actId="14100"/>
          <ac:cxnSpMkLst>
            <pc:docMk/>
            <pc:sldMk cId="3413070866" sldId="622"/>
            <ac:cxnSpMk id="24" creationId="{0276CE77-DE40-2C7D-BBB9-332309523C2A}"/>
          </ac:cxnSpMkLst>
        </pc:cxnChg>
        <pc:cxnChg chg="add mod">
          <ac:chgData name="Li, Cong" userId="025630f4-267e-4cb3-8cd5-8795177f99f4" providerId="ADAL" clId="{929A2CC8-B112-421C-81E2-D5D63B23E300}" dt="2026-09-19T00:40:04.414" v="54448" actId="14100"/>
          <ac:cxnSpMkLst>
            <pc:docMk/>
            <pc:sldMk cId="3413070866" sldId="622"/>
            <ac:cxnSpMk id="25" creationId="{0EE1C50F-3E16-8919-E397-6B3503DFC2F3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19T00:38:26.550" v="54408"/>
        <pc:sldMkLst>
          <pc:docMk/>
          <pc:sldMk cId="1832066435" sldId="623"/>
        </pc:sldMkLst>
        <pc:spChg chg="add mod">
          <ac:chgData name="Li, Cong" userId="025630f4-267e-4cb3-8cd5-8795177f99f4" providerId="ADAL" clId="{929A2CC8-B112-421C-81E2-D5D63B23E300}" dt="2026-09-19T00:36:28.789" v="54381" actId="1076"/>
          <ac:spMkLst>
            <pc:docMk/>
            <pc:sldMk cId="1832066435" sldId="623"/>
            <ac:spMk id="10" creationId="{F1F9C3F7-0415-009A-7FFD-7FBEDF24D11F}"/>
          </ac:spMkLst>
        </pc:spChg>
        <pc:spChg chg="mod">
          <ac:chgData name="Li, Cong" userId="025630f4-267e-4cb3-8cd5-8795177f99f4" providerId="ADAL" clId="{929A2CC8-B112-421C-81E2-D5D63B23E300}" dt="2026-09-19T00:37:07.045" v="54393" actId="1076"/>
          <ac:spMkLst>
            <pc:docMk/>
            <pc:sldMk cId="1832066435" sldId="623"/>
            <ac:spMk id="11" creationId="{A2B969E2-81AB-CAA5-4954-68824519966E}"/>
          </ac:spMkLst>
        </pc:spChg>
        <pc:spChg chg="mod">
          <ac:chgData name="Li, Cong" userId="025630f4-267e-4cb3-8cd5-8795177f99f4" providerId="ADAL" clId="{929A2CC8-B112-421C-81E2-D5D63B23E300}" dt="2026-09-19T00:36:16.798" v="54378" actId="14100"/>
          <ac:spMkLst>
            <pc:docMk/>
            <pc:sldMk cId="1832066435" sldId="623"/>
            <ac:spMk id="12" creationId="{2553765C-FE4B-1239-2D73-81A0F351D9B9}"/>
          </ac:spMkLst>
        </pc:spChg>
        <pc:spChg chg="add mod">
          <ac:chgData name="Li, Cong" userId="025630f4-267e-4cb3-8cd5-8795177f99f4" providerId="ADAL" clId="{929A2CC8-B112-421C-81E2-D5D63B23E300}" dt="2026-09-19T00:36:33.671" v="54383" actId="1076"/>
          <ac:spMkLst>
            <pc:docMk/>
            <pc:sldMk cId="1832066435" sldId="623"/>
            <ac:spMk id="14" creationId="{327F31B5-4E50-649E-E421-2E904BA9EEF5}"/>
          </ac:spMkLst>
        </pc:spChg>
        <pc:cxnChg chg="mod">
          <ac:chgData name="Li, Cong" userId="025630f4-267e-4cb3-8cd5-8795177f99f4" providerId="ADAL" clId="{929A2CC8-B112-421C-81E2-D5D63B23E300}" dt="2026-09-19T00:37:07.045" v="54393" actId="1076"/>
          <ac:cxnSpMkLst>
            <pc:docMk/>
            <pc:sldMk cId="1832066435" sldId="623"/>
            <ac:cxnSpMk id="13" creationId="{F9E8A255-27B4-A3FE-CED3-A16D61C5AA64}"/>
          </ac:cxnSpMkLst>
        </pc:cxnChg>
        <pc:cxnChg chg="add mod">
          <ac:chgData name="Li, Cong" userId="025630f4-267e-4cb3-8cd5-8795177f99f4" providerId="ADAL" clId="{929A2CC8-B112-421C-81E2-D5D63B23E300}" dt="2026-09-19T00:37:07.045" v="54393" actId="1076"/>
          <ac:cxnSpMkLst>
            <pc:docMk/>
            <pc:sldMk cId="1832066435" sldId="623"/>
            <ac:cxnSpMk id="15" creationId="{5F76EEE3-7055-5D15-7219-B7E041555D1F}"/>
          </ac:cxnSpMkLst>
        </pc:cxnChg>
        <pc:cxnChg chg="add mod">
          <ac:chgData name="Li, Cong" userId="025630f4-267e-4cb3-8cd5-8795177f99f4" providerId="ADAL" clId="{929A2CC8-B112-421C-81E2-D5D63B23E300}" dt="2026-09-19T00:37:07.045" v="54393" actId="1076"/>
          <ac:cxnSpMkLst>
            <pc:docMk/>
            <pc:sldMk cId="1832066435" sldId="623"/>
            <ac:cxnSpMk id="19" creationId="{206DD007-0CA4-8A68-D6F9-703FC3631A21}"/>
          </ac:cxnSpMkLst>
        </pc:cxnChg>
      </pc:sldChg>
      <pc:sldChg chg="delSp modSp add mod delAnim modAnim">
        <pc:chgData name="Li, Cong" userId="025630f4-267e-4cb3-8cd5-8795177f99f4" providerId="ADAL" clId="{929A2CC8-B112-421C-81E2-D5D63B23E300}" dt="2026-09-19T02:16:24.783" v="55303" actId="20577"/>
        <pc:sldMkLst>
          <pc:docMk/>
          <pc:sldMk cId="3374870307" sldId="624"/>
        </pc:sldMkLst>
        <pc:spChg chg="mod">
          <ac:chgData name="Li, Cong" userId="025630f4-267e-4cb3-8cd5-8795177f99f4" providerId="ADAL" clId="{929A2CC8-B112-421C-81E2-D5D63B23E300}" dt="2026-09-19T00:46:09.673" v="54655"/>
          <ac:spMkLst>
            <pc:docMk/>
            <pc:sldMk cId="3374870307" sldId="624"/>
            <ac:spMk id="9" creationId="{C6387C9F-F0F3-5750-2D35-339A27DA763E}"/>
          </ac:spMkLst>
        </pc:spChg>
        <pc:spChg chg="mod">
          <ac:chgData name="Li, Cong" userId="025630f4-267e-4cb3-8cd5-8795177f99f4" providerId="ADAL" clId="{929A2CC8-B112-421C-81E2-D5D63B23E300}" dt="2026-09-19T02:16:24.783" v="55303" actId="20577"/>
          <ac:spMkLst>
            <pc:docMk/>
            <pc:sldMk cId="3374870307" sldId="624"/>
            <ac:spMk id="19" creationId="{B229959F-12A4-AD02-8279-2FDBA1A35AE3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19T00:54:58.855" v="54867" actId="22"/>
        <pc:sldMkLst>
          <pc:docMk/>
          <pc:sldMk cId="3266771034" sldId="625"/>
        </pc:sldMkLst>
        <pc:spChg chg="mod">
          <ac:chgData name="Li, Cong" userId="025630f4-267e-4cb3-8cd5-8795177f99f4" providerId="ADAL" clId="{929A2CC8-B112-421C-81E2-D5D63B23E300}" dt="2026-09-19T00:45:31.669" v="54644" actId="20577"/>
          <ac:spMkLst>
            <pc:docMk/>
            <pc:sldMk cId="3266771034" sldId="625"/>
            <ac:spMk id="2" creationId="{63EE801F-588A-8DFB-523B-3E38588C04CD}"/>
          </ac:spMkLst>
        </pc:spChg>
        <pc:spChg chg="add mod">
          <ac:chgData name="Li, Cong" userId="025630f4-267e-4cb3-8cd5-8795177f99f4" providerId="ADAL" clId="{929A2CC8-B112-421C-81E2-D5D63B23E300}" dt="2026-09-19T00:53:24.829" v="54841" actId="20577"/>
          <ac:spMkLst>
            <pc:docMk/>
            <pc:sldMk cId="3266771034" sldId="625"/>
            <ac:spMk id="3" creationId="{FE6012CC-D3D6-48F7-2E5F-9629BF91ED77}"/>
          </ac:spMkLst>
        </pc:spChg>
        <pc:spChg chg="add mod">
          <ac:chgData name="Li, Cong" userId="025630f4-267e-4cb3-8cd5-8795177f99f4" providerId="ADAL" clId="{929A2CC8-B112-421C-81E2-D5D63B23E300}" dt="2026-09-19T00:53:12.573" v="54826"/>
          <ac:spMkLst>
            <pc:docMk/>
            <pc:sldMk cId="3266771034" sldId="625"/>
            <ac:spMk id="6" creationId="{6B2B501C-70C4-9D3A-B920-FB4AA98DC6EF}"/>
          </ac:spMkLst>
        </pc:spChg>
        <pc:spChg chg="add mod">
          <ac:chgData name="Li, Cong" userId="025630f4-267e-4cb3-8cd5-8795177f99f4" providerId="ADAL" clId="{929A2CC8-B112-421C-81E2-D5D63B23E300}" dt="2026-09-19T00:53:12.573" v="54826"/>
          <ac:spMkLst>
            <pc:docMk/>
            <pc:sldMk cId="3266771034" sldId="625"/>
            <ac:spMk id="8" creationId="{A64036BF-37F6-F2EE-E79E-37C38CE7243C}"/>
          </ac:spMkLst>
        </pc:spChg>
        <pc:spChg chg="add mod">
          <ac:chgData name="Li, Cong" userId="025630f4-267e-4cb3-8cd5-8795177f99f4" providerId="ADAL" clId="{929A2CC8-B112-421C-81E2-D5D63B23E300}" dt="2026-09-19T00:54:08.903" v="54856" actId="1037"/>
          <ac:spMkLst>
            <pc:docMk/>
            <pc:sldMk cId="3266771034" sldId="625"/>
            <ac:spMk id="20" creationId="{6BB80598-A0EA-72B1-CA46-952B666D712B}"/>
          </ac:spMkLst>
        </pc:spChg>
        <pc:spChg chg="add mod">
          <ac:chgData name="Li, Cong" userId="025630f4-267e-4cb3-8cd5-8795177f99f4" providerId="ADAL" clId="{929A2CC8-B112-421C-81E2-D5D63B23E300}" dt="2026-09-19T00:54:08.903" v="54856" actId="1037"/>
          <ac:spMkLst>
            <pc:docMk/>
            <pc:sldMk cId="3266771034" sldId="625"/>
            <ac:spMk id="21" creationId="{6663920E-26F5-8103-2C82-BEF8B2F086A2}"/>
          </ac:spMkLst>
        </pc:spChg>
        <pc:spChg chg="add mod">
          <ac:chgData name="Li, Cong" userId="025630f4-267e-4cb3-8cd5-8795177f99f4" providerId="ADAL" clId="{929A2CC8-B112-421C-81E2-D5D63B23E300}" dt="2026-09-19T00:54:08.903" v="54856" actId="1037"/>
          <ac:spMkLst>
            <pc:docMk/>
            <pc:sldMk cId="3266771034" sldId="625"/>
            <ac:spMk id="22" creationId="{BEB231E8-31F4-5F72-49B4-ED89BC515D44}"/>
          </ac:spMkLst>
        </pc:spChg>
        <pc:spChg chg="add mod">
          <ac:chgData name="Li, Cong" userId="025630f4-267e-4cb3-8cd5-8795177f99f4" providerId="ADAL" clId="{929A2CC8-B112-421C-81E2-D5D63B23E300}" dt="2026-09-19T00:54:08.903" v="54856" actId="1037"/>
          <ac:spMkLst>
            <pc:docMk/>
            <pc:sldMk cId="3266771034" sldId="625"/>
            <ac:spMk id="23" creationId="{A8D41BB0-C101-EC21-D26E-D00D8BFCC5AB}"/>
          </ac:spMkLst>
        </pc:spChg>
        <pc:spChg chg="add">
          <ac:chgData name="Li, Cong" userId="025630f4-267e-4cb3-8cd5-8795177f99f4" providerId="ADAL" clId="{929A2CC8-B112-421C-81E2-D5D63B23E300}" dt="2026-09-19T00:54:58.855" v="54867" actId="22"/>
          <ac:spMkLst>
            <pc:docMk/>
            <pc:sldMk cId="3266771034" sldId="625"/>
            <ac:spMk id="32" creationId="{CF8EF8D0-E508-D3E2-3DFB-3B4FF0F4A80A}"/>
          </ac:spMkLst>
        </pc:spChg>
        <pc:cxnChg chg="add mod">
          <ac:chgData name="Li, Cong" userId="025630f4-267e-4cb3-8cd5-8795177f99f4" providerId="ADAL" clId="{929A2CC8-B112-421C-81E2-D5D63B23E300}" dt="2026-09-19T00:54:27.228" v="54861" actId="14100"/>
          <ac:cxnSpMkLst>
            <pc:docMk/>
            <pc:sldMk cId="3266771034" sldId="625"/>
            <ac:cxnSpMk id="16" creationId="{0F60F093-5F1F-A11F-3BAF-00DBEF30DC69}"/>
          </ac:cxnSpMkLst>
        </pc:cxnChg>
        <pc:cxnChg chg="add mod">
          <ac:chgData name="Li, Cong" userId="025630f4-267e-4cb3-8cd5-8795177f99f4" providerId="ADAL" clId="{929A2CC8-B112-421C-81E2-D5D63B23E300}" dt="2026-09-19T00:54:13.926" v="54857" actId="14100"/>
          <ac:cxnSpMkLst>
            <pc:docMk/>
            <pc:sldMk cId="3266771034" sldId="625"/>
            <ac:cxnSpMk id="17" creationId="{3E74B73C-C689-79D6-4445-5F33841F73EE}"/>
          </ac:cxnSpMkLst>
        </pc:cxnChg>
        <pc:cxnChg chg="add mod">
          <ac:chgData name="Li, Cong" userId="025630f4-267e-4cb3-8cd5-8795177f99f4" providerId="ADAL" clId="{929A2CC8-B112-421C-81E2-D5D63B23E300}" dt="2026-09-19T00:54:32.508" v="54862" actId="14100"/>
          <ac:cxnSpMkLst>
            <pc:docMk/>
            <pc:sldMk cId="3266771034" sldId="625"/>
            <ac:cxnSpMk id="18" creationId="{BF388A05-AB08-57F0-00EF-530A458F5DC8}"/>
          </ac:cxnSpMkLst>
        </pc:cxnChg>
        <pc:cxnChg chg="add mod">
          <ac:chgData name="Li, Cong" userId="025630f4-267e-4cb3-8cd5-8795177f99f4" providerId="ADAL" clId="{929A2CC8-B112-421C-81E2-D5D63B23E300}" dt="2026-09-19T00:54:22.333" v="54859" actId="14100"/>
          <ac:cxnSpMkLst>
            <pc:docMk/>
            <pc:sldMk cId="3266771034" sldId="625"/>
            <ac:cxnSpMk id="24" creationId="{927063FB-A0AC-73A7-08A6-B5B2C556D65F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19T00:52:40.984" v="54824" actId="6549"/>
        <pc:sldMkLst>
          <pc:docMk/>
          <pc:sldMk cId="2468417659" sldId="626"/>
        </pc:sldMkLst>
        <pc:spChg chg="mod">
          <ac:chgData name="Li, Cong" userId="025630f4-267e-4cb3-8cd5-8795177f99f4" providerId="ADAL" clId="{929A2CC8-B112-421C-81E2-D5D63B23E300}" dt="2026-09-19T00:45:29.729" v="54643" actId="20577"/>
          <ac:spMkLst>
            <pc:docMk/>
            <pc:sldMk cId="2468417659" sldId="626"/>
            <ac:spMk id="2" creationId="{CA3DDD90-1F05-AE81-32D5-970C5285EECD}"/>
          </ac:spMkLst>
        </pc:spChg>
        <pc:spChg chg="add ord">
          <ac:chgData name="Li, Cong" userId="025630f4-267e-4cb3-8cd5-8795177f99f4" providerId="ADAL" clId="{929A2CC8-B112-421C-81E2-D5D63B23E300}" dt="2026-09-19T00:52:03.876" v="54815" actId="167"/>
          <ac:spMkLst>
            <pc:docMk/>
            <pc:sldMk cId="2468417659" sldId="626"/>
            <ac:spMk id="10" creationId="{C64DFB88-9721-EE4B-64FE-AB2A25455F09}"/>
          </ac:spMkLst>
        </pc:spChg>
        <pc:spChg chg="add">
          <ac:chgData name="Li, Cong" userId="025630f4-267e-4cb3-8cd5-8795177f99f4" providerId="ADAL" clId="{929A2CC8-B112-421C-81E2-D5D63B23E300}" dt="2026-09-19T00:48:52.993" v="54704" actId="22"/>
          <ac:spMkLst>
            <pc:docMk/>
            <pc:sldMk cId="2468417659" sldId="626"/>
            <ac:spMk id="12" creationId="{8CC142F3-0B1E-4B3F-E3EA-884EE658E1B3}"/>
          </ac:spMkLst>
        </pc:spChg>
        <pc:spChg chg="add">
          <ac:chgData name="Li, Cong" userId="025630f4-267e-4cb3-8cd5-8795177f99f4" providerId="ADAL" clId="{929A2CC8-B112-421C-81E2-D5D63B23E300}" dt="2026-09-19T00:48:52.993" v="54704" actId="22"/>
          <ac:spMkLst>
            <pc:docMk/>
            <pc:sldMk cId="2468417659" sldId="626"/>
            <ac:spMk id="14" creationId="{353BBAAC-DC9E-AC83-4B7C-9CCE2213541F}"/>
          </ac:spMkLst>
        </pc:spChg>
        <pc:spChg chg="add">
          <ac:chgData name="Li, Cong" userId="025630f4-267e-4cb3-8cd5-8795177f99f4" providerId="ADAL" clId="{929A2CC8-B112-421C-81E2-D5D63B23E300}" dt="2026-09-19T00:48:52.993" v="54704" actId="22"/>
          <ac:spMkLst>
            <pc:docMk/>
            <pc:sldMk cId="2468417659" sldId="626"/>
            <ac:spMk id="16" creationId="{876A8C93-01D2-6D29-92CC-A75CC50013B6}"/>
          </ac:spMkLst>
        </pc:spChg>
        <pc:spChg chg="add">
          <ac:chgData name="Li, Cong" userId="025630f4-267e-4cb3-8cd5-8795177f99f4" providerId="ADAL" clId="{929A2CC8-B112-421C-81E2-D5D63B23E300}" dt="2026-09-19T00:48:52.993" v="54704" actId="22"/>
          <ac:spMkLst>
            <pc:docMk/>
            <pc:sldMk cId="2468417659" sldId="626"/>
            <ac:spMk id="18" creationId="{456123B7-8DCE-03F1-B1EA-5235E61D94F1}"/>
          </ac:spMkLst>
        </pc:spChg>
        <pc:spChg chg="mod">
          <ac:chgData name="Li, Cong" userId="025630f4-267e-4cb3-8cd5-8795177f99f4" providerId="ADAL" clId="{929A2CC8-B112-421C-81E2-D5D63B23E300}" dt="2026-09-19T00:52:40.984" v="54824" actId="6549"/>
          <ac:spMkLst>
            <pc:docMk/>
            <pc:sldMk cId="2468417659" sldId="626"/>
            <ac:spMk id="19" creationId="{A84E372A-6A1A-4745-1F1E-0D659AFA2379}"/>
          </ac:spMkLst>
        </pc:spChg>
        <pc:spChg chg="add mod">
          <ac:chgData name="Li, Cong" userId="025630f4-267e-4cb3-8cd5-8795177f99f4" providerId="ADAL" clId="{929A2CC8-B112-421C-81E2-D5D63B23E300}" dt="2026-09-19T00:51:46.190" v="54810"/>
          <ac:spMkLst>
            <pc:docMk/>
            <pc:sldMk cId="2468417659" sldId="626"/>
            <ac:spMk id="26" creationId="{F603FAB5-1329-6F15-82AA-E0D4D3FFF91E}"/>
          </ac:spMkLst>
        </pc:spChg>
        <pc:spChg chg="add mod">
          <ac:chgData name="Li, Cong" userId="025630f4-267e-4cb3-8cd5-8795177f99f4" providerId="ADAL" clId="{929A2CC8-B112-421C-81E2-D5D63B23E300}" dt="2026-09-19T00:51:46.190" v="54810"/>
          <ac:spMkLst>
            <pc:docMk/>
            <pc:sldMk cId="2468417659" sldId="626"/>
            <ac:spMk id="27" creationId="{AF18DE09-0264-9BDD-0932-24ECA0A3FB21}"/>
          </ac:spMkLst>
        </pc:spChg>
        <pc:spChg chg="add mod">
          <ac:chgData name="Li, Cong" userId="025630f4-267e-4cb3-8cd5-8795177f99f4" providerId="ADAL" clId="{929A2CC8-B112-421C-81E2-D5D63B23E300}" dt="2026-09-19T00:51:46.190" v="54810"/>
          <ac:spMkLst>
            <pc:docMk/>
            <pc:sldMk cId="2468417659" sldId="626"/>
            <ac:spMk id="28" creationId="{E11D0156-9DA3-A788-6F35-62688E0A91A6}"/>
          </ac:spMkLst>
        </pc:spChg>
        <pc:spChg chg="add mod">
          <ac:chgData name="Li, Cong" userId="025630f4-267e-4cb3-8cd5-8795177f99f4" providerId="ADAL" clId="{929A2CC8-B112-421C-81E2-D5D63B23E300}" dt="2026-09-19T00:51:46.190" v="54810"/>
          <ac:spMkLst>
            <pc:docMk/>
            <pc:sldMk cId="2468417659" sldId="626"/>
            <ac:spMk id="29" creationId="{1DBAB6AB-AFCF-D986-6D5B-9F833ADE67DB}"/>
          </ac:spMkLst>
        </pc:spChg>
        <pc:cxnChg chg="mod">
          <ac:chgData name="Li, Cong" userId="025630f4-267e-4cb3-8cd5-8795177f99f4" providerId="ADAL" clId="{929A2CC8-B112-421C-81E2-D5D63B23E300}" dt="2026-09-19T00:52:13.772" v="54818" actId="14100"/>
          <ac:cxnSpMkLst>
            <pc:docMk/>
            <pc:sldMk cId="2468417659" sldId="626"/>
            <ac:cxnSpMk id="21" creationId="{EDF19153-122D-D093-F119-1CCE3A8400B6}"/>
          </ac:cxnSpMkLst>
        </pc:cxnChg>
        <pc:cxnChg chg="mod">
          <ac:chgData name="Li, Cong" userId="025630f4-267e-4cb3-8cd5-8795177f99f4" providerId="ADAL" clId="{929A2CC8-B112-421C-81E2-D5D63B23E300}" dt="2026-09-19T00:52:09.924" v="54817" actId="14100"/>
          <ac:cxnSpMkLst>
            <pc:docMk/>
            <pc:sldMk cId="2468417659" sldId="626"/>
            <ac:cxnSpMk id="24" creationId="{E665A0D3-1CC9-89C6-080C-ADDFA75CEE9E}"/>
          </ac:cxnSpMkLst>
        </pc:cxnChg>
        <pc:cxnChg chg="mod">
          <ac:chgData name="Li, Cong" userId="025630f4-267e-4cb3-8cd5-8795177f99f4" providerId="ADAL" clId="{929A2CC8-B112-421C-81E2-D5D63B23E300}" dt="2026-09-19T00:52:17.907" v="54819" actId="14100"/>
          <ac:cxnSpMkLst>
            <pc:docMk/>
            <pc:sldMk cId="2468417659" sldId="626"/>
            <ac:cxnSpMk id="25" creationId="{ABB66D98-B622-E06C-0F5E-8342FAAF4F80}"/>
          </ac:cxnSpMkLst>
        </pc:cxnChg>
        <pc:cxnChg chg="add mod">
          <ac:chgData name="Li, Cong" userId="025630f4-267e-4cb3-8cd5-8795177f99f4" providerId="ADAL" clId="{929A2CC8-B112-421C-81E2-D5D63B23E300}" dt="2026-09-19T00:52:25.858" v="54822" actId="14100"/>
          <ac:cxnSpMkLst>
            <pc:docMk/>
            <pc:sldMk cId="2468417659" sldId="626"/>
            <ac:cxnSpMk id="34" creationId="{1667942C-8A22-FAF3-7E2A-5BCD120A86FE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19T02:16:35.051" v="55316" actId="20577"/>
        <pc:sldMkLst>
          <pc:docMk/>
          <pc:sldMk cId="3432225247" sldId="627"/>
        </pc:sldMkLst>
        <pc:spChg chg="mod">
          <ac:chgData name="Li, Cong" userId="025630f4-267e-4cb3-8cd5-8795177f99f4" providerId="ADAL" clId="{929A2CC8-B112-421C-81E2-D5D63B23E300}" dt="2026-09-19T00:45:25.729" v="54642" actId="20577"/>
          <ac:spMkLst>
            <pc:docMk/>
            <pc:sldMk cId="3432225247" sldId="627"/>
            <ac:spMk id="2" creationId="{BAE8430F-F97C-5794-144E-B27393B98862}"/>
          </ac:spMkLst>
        </pc:spChg>
        <pc:spChg chg="mod">
          <ac:chgData name="Li, Cong" userId="025630f4-267e-4cb3-8cd5-8795177f99f4" providerId="ADAL" clId="{929A2CC8-B112-421C-81E2-D5D63B23E300}" dt="2026-09-19T00:48:15.111" v="54701" actId="1076"/>
          <ac:spMkLst>
            <pc:docMk/>
            <pc:sldMk cId="3432225247" sldId="627"/>
            <ac:spMk id="3" creationId="{CCD33728-48CF-9EFE-AB19-2EA381346367}"/>
          </ac:spMkLst>
        </pc:spChg>
        <pc:spChg chg="mod">
          <ac:chgData name="Li, Cong" userId="025630f4-267e-4cb3-8cd5-8795177f99f4" providerId="ADAL" clId="{929A2CC8-B112-421C-81E2-D5D63B23E300}" dt="2026-09-19T00:48:18.418" v="54702" actId="1076"/>
          <ac:spMkLst>
            <pc:docMk/>
            <pc:sldMk cId="3432225247" sldId="627"/>
            <ac:spMk id="7" creationId="{5FFC7F38-5982-2066-9FFA-EC33EC168184}"/>
          </ac:spMkLst>
        </pc:spChg>
        <pc:spChg chg="mod">
          <ac:chgData name="Li, Cong" userId="025630f4-267e-4cb3-8cd5-8795177f99f4" providerId="ADAL" clId="{929A2CC8-B112-421C-81E2-D5D63B23E300}" dt="2026-09-19T00:46:28.116" v="54664" actId="1076"/>
          <ac:spMkLst>
            <pc:docMk/>
            <pc:sldMk cId="3432225247" sldId="627"/>
            <ac:spMk id="9" creationId="{12D67916-DC7D-3D40-C9BC-F4ACD412B98D}"/>
          </ac:spMkLst>
        </pc:spChg>
        <pc:spChg chg="mod">
          <ac:chgData name="Li, Cong" userId="025630f4-267e-4cb3-8cd5-8795177f99f4" providerId="ADAL" clId="{929A2CC8-B112-421C-81E2-D5D63B23E300}" dt="2026-09-19T02:16:35.051" v="55316" actId="20577"/>
          <ac:spMkLst>
            <pc:docMk/>
            <pc:sldMk cId="3432225247" sldId="627"/>
            <ac:spMk id="19" creationId="{AE507CAC-BDFF-8EF5-0B31-243DC46F8D03}"/>
          </ac:spMkLst>
        </pc:spChg>
      </pc:sldChg>
      <pc:sldChg chg="modSp add mod modAnim">
        <pc:chgData name="Li, Cong" userId="025630f4-267e-4cb3-8cd5-8795177f99f4" providerId="ADAL" clId="{929A2CC8-B112-421C-81E2-D5D63B23E300}" dt="2026-09-19T02:22:00.525" v="55415" actId="20577"/>
        <pc:sldMkLst>
          <pc:docMk/>
          <pc:sldMk cId="1849628817" sldId="628"/>
        </pc:sldMkLst>
        <pc:spChg chg="mod">
          <ac:chgData name="Li, Cong" userId="025630f4-267e-4cb3-8cd5-8795177f99f4" providerId="ADAL" clId="{929A2CC8-B112-421C-81E2-D5D63B23E300}" dt="2026-09-19T02:16:49.854" v="55321" actId="20577"/>
          <ac:spMkLst>
            <pc:docMk/>
            <pc:sldMk cId="1849628817" sldId="628"/>
            <ac:spMk id="2" creationId="{13632A19-4D28-F696-E655-DF26EDFC8B3E}"/>
          </ac:spMkLst>
        </pc:spChg>
        <pc:spChg chg="mod">
          <ac:chgData name="Li, Cong" userId="025630f4-267e-4cb3-8cd5-8795177f99f4" providerId="ADAL" clId="{929A2CC8-B112-421C-81E2-D5D63B23E300}" dt="2026-09-19T02:22:00.525" v="55415" actId="20577"/>
          <ac:spMkLst>
            <pc:docMk/>
            <pc:sldMk cId="1849628817" sldId="628"/>
            <ac:spMk id="3" creationId="{28606BCB-7582-C712-C674-D19EE44463CC}"/>
          </ac:spMkLst>
        </pc:spChg>
        <pc:spChg chg="mod">
          <ac:chgData name="Li, Cong" userId="025630f4-267e-4cb3-8cd5-8795177f99f4" providerId="ADAL" clId="{929A2CC8-B112-421C-81E2-D5D63B23E300}" dt="2026-09-19T02:11:52.981" v="55104"/>
          <ac:spMkLst>
            <pc:docMk/>
            <pc:sldMk cId="1849628817" sldId="628"/>
            <ac:spMk id="6" creationId="{609B3C94-2289-3F2E-E4FE-1CE2AC0C8B0B}"/>
          </ac:spMkLst>
        </pc:spChg>
        <pc:spChg chg="mod">
          <ac:chgData name="Li, Cong" userId="025630f4-267e-4cb3-8cd5-8795177f99f4" providerId="ADAL" clId="{929A2CC8-B112-421C-81E2-D5D63B23E300}" dt="2026-09-19T02:18:12.868" v="55326" actId="20577"/>
          <ac:spMkLst>
            <pc:docMk/>
            <pc:sldMk cId="1849628817" sldId="628"/>
            <ac:spMk id="10" creationId="{02F1DFC9-AE0C-4237-7A0F-F3C80FF1AD8F}"/>
          </ac:spMkLst>
        </pc:spChg>
      </pc:sldChg>
      <pc:sldChg chg="modSp add mod">
        <pc:chgData name="Li, Cong" userId="025630f4-267e-4cb3-8cd5-8795177f99f4" providerId="ADAL" clId="{929A2CC8-B112-421C-81E2-D5D63B23E300}" dt="2026-09-19T02:23:50.073" v="55456"/>
        <pc:sldMkLst>
          <pc:docMk/>
          <pc:sldMk cId="1873159088" sldId="629"/>
        </pc:sldMkLst>
        <pc:spChg chg="mod">
          <ac:chgData name="Li, Cong" userId="025630f4-267e-4cb3-8cd5-8795177f99f4" providerId="ADAL" clId="{929A2CC8-B112-421C-81E2-D5D63B23E300}" dt="2026-09-19T02:22:27.216" v="55418" actId="20577"/>
          <ac:spMkLst>
            <pc:docMk/>
            <pc:sldMk cId="1873159088" sldId="629"/>
            <ac:spMk id="2" creationId="{85AD3796-BA15-7A68-398E-98E98E349CC9}"/>
          </ac:spMkLst>
        </pc:spChg>
        <pc:spChg chg="mod">
          <ac:chgData name="Li, Cong" userId="025630f4-267e-4cb3-8cd5-8795177f99f4" providerId="ADAL" clId="{929A2CC8-B112-421C-81E2-D5D63B23E300}" dt="2026-09-19T02:23:50.073" v="55456"/>
          <ac:spMkLst>
            <pc:docMk/>
            <pc:sldMk cId="1873159088" sldId="629"/>
            <ac:spMk id="13" creationId="{BA7C7A8E-E6BE-D09B-7A35-D8D8BAA53AFC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19T02:35:43.724" v="55806" actId="14100"/>
        <pc:sldMkLst>
          <pc:docMk/>
          <pc:sldMk cId="2507804104" sldId="630"/>
        </pc:sldMkLst>
        <pc:spChg chg="mod">
          <ac:chgData name="Li, Cong" userId="025630f4-267e-4cb3-8cd5-8795177f99f4" providerId="ADAL" clId="{929A2CC8-B112-421C-81E2-D5D63B23E300}" dt="2026-09-19T02:26:17.163" v="55530" actId="20577"/>
          <ac:spMkLst>
            <pc:docMk/>
            <pc:sldMk cId="2507804104" sldId="630"/>
            <ac:spMk id="2" creationId="{85AF327F-550F-D2E9-683A-A6B33DC0ED4E}"/>
          </ac:spMkLst>
        </pc:spChg>
        <pc:spChg chg="add mod">
          <ac:chgData name="Li, Cong" userId="025630f4-267e-4cb3-8cd5-8795177f99f4" providerId="ADAL" clId="{929A2CC8-B112-421C-81E2-D5D63B23E300}" dt="2026-09-19T02:30:07.732" v="55723" actId="1076"/>
          <ac:spMkLst>
            <pc:docMk/>
            <pc:sldMk cId="2507804104" sldId="630"/>
            <ac:spMk id="7" creationId="{833C286F-3418-6773-9201-C2AC26D531B1}"/>
          </ac:spMkLst>
        </pc:spChg>
        <pc:spChg chg="mod">
          <ac:chgData name="Li, Cong" userId="025630f4-267e-4cb3-8cd5-8795177f99f4" providerId="ADAL" clId="{929A2CC8-B112-421C-81E2-D5D63B23E300}" dt="2026-09-19T02:29:58.893" v="55721" actId="1036"/>
          <ac:spMkLst>
            <pc:docMk/>
            <pc:sldMk cId="2507804104" sldId="630"/>
            <ac:spMk id="10" creationId="{5DB97199-CBAD-5C9B-F38C-30ADA37B7F1A}"/>
          </ac:spMkLst>
        </pc:spChg>
        <pc:spChg chg="add mod">
          <ac:chgData name="Li, Cong" userId="025630f4-267e-4cb3-8cd5-8795177f99f4" providerId="ADAL" clId="{929A2CC8-B112-421C-81E2-D5D63B23E300}" dt="2026-09-19T02:32:57.466" v="55785" actId="1076"/>
          <ac:spMkLst>
            <pc:docMk/>
            <pc:sldMk cId="2507804104" sldId="630"/>
            <ac:spMk id="11" creationId="{8864A973-17B1-8B7A-CBA7-C55B67B588F1}"/>
          </ac:spMkLst>
        </pc:spChg>
        <pc:spChg chg="add mod">
          <ac:chgData name="Li, Cong" userId="025630f4-267e-4cb3-8cd5-8795177f99f4" providerId="ADAL" clId="{929A2CC8-B112-421C-81E2-D5D63B23E300}" dt="2026-09-19T02:35:19.962" v="55798" actId="20577"/>
          <ac:spMkLst>
            <pc:docMk/>
            <pc:sldMk cId="2507804104" sldId="630"/>
            <ac:spMk id="17" creationId="{249A2A28-4003-956A-2C86-C1B085488F3D}"/>
          </ac:spMkLst>
        </pc:spChg>
        <pc:spChg chg="add mod">
          <ac:chgData name="Li, Cong" userId="025630f4-267e-4cb3-8cd5-8795177f99f4" providerId="ADAL" clId="{929A2CC8-B112-421C-81E2-D5D63B23E300}" dt="2026-09-19T02:35:40.660" v="55805" actId="1076"/>
          <ac:spMkLst>
            <pc:docMk/>
            <pc:sldMk cId="2507804104" sldId="630"/>
            <ac:spMk id="22" creationId="{F51253FA-46D2-6A1B-5600-32D51AF4B57D}"/>
          </ac:spMkLst>
        </pc:spChg>
        <pc:graphicFrameChg chg="add mod modGraphic">
          <ac:chgData name="Li, Cong" userId="025630f4-267e-4cb3-8cd5-8795177f99f4" providerId="ADAL" clId="{929A2CC8-B112-421C-81E2-D5D63B23E300}" dt="2026-09-19T02:31:36.145" v="55745" actId="1036"/>
          <ac:graphicFrameMkLst>
            <pc:docMk/>
            <pc:sldMk cId="2507804104" sldId="630"/>
            <ac:graphicFrameMk id="4" creationId="{5FE853CF-975D-C119-EEEF-5043E68F93DE}"/>
          </ac:graphicFrameMkLst>
        </pc:graphicFrameChg>
        <pc:cxnChg chg="add mod">
          <ac:chgData name="Li, Cong" userId="025630f4-267e-4cb3-8cd5-8795177f99f4" providerId="ADAL" clId="{929A2CC8-B112-421C-81E2-D5D63B23E300}" dt="2026-09-19T02:33:00.369" v="55786" actId="14100"/>
          <ac:cxnSpMkLst>
            <pc:docMk/>
            <pc:sldMk cId="2507804104" sldId="630"/>
            <ac:cxnSpMk id="12" creationId="{95D5256D-8D80-B278-708E-D3F5BA780C40}"/>
          </ac:cxnSpMkLst>
        </pc:cxnChg>
        <pc:cxnChg chg="add mod">
          <ac:chgData name="Li, Cong" userId="025630f4-267e-4cb3-8cd5-8795177f99f4" providerId="ADAL" clId="{929A2CC8-B112-421C-81E2-D5D63B23E300}" dt="2026-09-19T02:35:17.499" v="55797" actId="14100"/>
          <ac:cxnSpMkLst>
            <pc:docMk/>
            <pc:sldMk cId="2507804104" sldId="630"/>
            <ac:cxnSpMk id="18" creationId="{36387806-D730-7E67-B9E8-0BD7F9479170}"/>
          </ac:cxnSpMkLst>
        </pc:cxnChg>
        <pc:cxnChg chg="add mod">
          <ac:chgData name="Li, Cong" userId="025630f4-267e-4cb3-8cd5-8795177f99f4" providerId="ADAL" clId="{929A2CC8-B112-421C-81E2-D5D63B23E300}" dt="2026-09-19T02:35:43.724" v="55806" actId="14100"/>
          <ac:cxnSpMkLst>
            <pc:docMk/>
            <pc:sldMk cId="2507804104" sldId="630"/>
            <ac:cxnSpMk id="23" creationId="{7094E2F5-12CA-2EBE-6878-E5B0445C3F8D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19T07:00:01.224" v="60631" actId="20577"/>
        <pc:sldMkLst>
          <pc:docMk/>
          <pc:sldMk cId="3430215282" sldId="631"/>
        </pc:sldMkLst>
        <pc:spChg chg="add mod">
          <ac:chgData name="Li, Cong" userId="025630f4-267e-4cb3-8cd5-8795177f99f4" providerId="ADAL" clId="{929A2CC8-B112-421C-81E2-D5D63B23E300}" dt="2026-09-19T07:00:01.224" v="60631" actId="20577"/>
          <ac:spMkLst>
            <pc:docMk/>
            <pc:sldMk cId="3430215282" sldId="631"/>
            <ac:spMk id="3" creationId="{783C379E-1F40-9828-55FA-EAFDAD6F3B44}"/>
          </ac:spMkLst>
        </pc:spChg>
        <pc:spChg chg="add mod">
          <ac:chgData name="Li, Cong" userId="025630f4-267e-4cb3-8cd5-8795177f99f4" providerId="ADAL" clId="{929A2CC8-B112-421C-81E2-D5D63B23E300}" dt="2026-09-19T02:38:51.803" v="55896" actId="1035"/>
          <ac:spMkLst>
            <pc:docMk/>
            <pc:sldMk cId="3430215282" sldId="631"/>
            <ac:spMk id="6" creationId="{BE584FF5-6314-22A4-DA2B-AD6E29AF4C0D}"/>
          </ac:spMkLst>
        </pc:spChg>
        <pc:spChg chg="add mod">
          <ac:chgData name="Li, Cong" userId="025630f4-267e-4cb3-8cd5-8795177f99f4" providerId="ADAL" clId="{929A2CC8-B112-421C-81E2-D5D63B23E300}" dt="2026-09-19T02:38:27.894" v="55882" actId="20577"/>
          <ac:spMkLst>
            <pc:docMk/>
            <pc:sldMk cId="3430215282" sldId="631"/>
            <ac:spMk id="11" creationId="{5D44DF58-9AEB-292A-CC5F-7EC2677FDB79}"/>
          </ac:spMkLst>
        </pc:spChg>
        <pc:spChg chg="add mod">
          <ac:chgData name="Li, Cong" userId="025630f4-267e-4cb3-8cd5-8795177f99f4" providerId="ADAL" clId="{929A2CC8-B112-421C-81E2-D5D63B23E300}" dt="2026-09-19T02:39:10.677" v="55902" actId="1076"/>
          <ac:spMkLst>
            <pc:docMk/>
            <pc:sldMk cId="3430215282" sldId="631"/>
            <ac:spMk id="14" creationId="{6440592D-983F-E900-4E7C-59B42B872887}"/>
          </ac:spMkLst>
        </pc:spChg>
        <pc:graphicFrameChg chg="mod">
          <ac:chgData name="Li, Cong" userId="025630f4-267e-4cb3-8cd5-8795177f99f4" providerId="ADAL" clId="{929A2CC8-B112-421C-81E2-D5D63B23E300}" dt="2026-09-19T02:37:18.638" v="55872" actId="1035"/>
          <ac:graphicFrameMkLst>
            <pc:docMk/>
            <pc:sldMk cId="3430215282" sldId="631"/>
            <ac:graphicFrameMk id="9" creationId="{ED466A46-FAF0-3A65-30E0-1C6DB24AC551}"/>
          </ac:graphicFrameMkLst>
        </pc:graphicFrameChg>
        <pc:graphicFrameChg chg="add mod">
          <ac:chgData name="Li, Cong" userId="025630f4-267e-4cb3-8cd5-8795177f99f4" providerId="ADAL" clId="{929A2CC8-B112-421C-81E2-D5D63B23E300}" dt="2026-09-19T02:39:49.261" v="55908"/>
          <ac:graphicFrameMkLst>
            <pc:docMk/>
            <pc:sldMk cId="3430215282" sldId="631"/>
            <ac:graphicFrameMk id="19" creationId="{18F8B281-884A-1A05-9333-71D1F0B96123}"/>
          </ac:graphicFrameMkLst>
        </pc:graphicFrameChg>
        <pc:cxnChg chg="add mod">
          <ac:chgData name="Li, Cong" userId="025630f4-267e-4cb3-8cd5-8795177f99f4" providerId="ADAL" clId="{929A2CC8-B112-421C-81E2-D5D63B23E300}" dt="2026-09-19T02:38:56.052" v="55897" actId="14100"/>
          <ac:cxnSpMkLst>
            <pc:docMk/>
            <pc:sldMk cId="3430215282" sldId="631"/>
            <ac:cxnSpMk id="8" creationId="{1099B1FA-B378-CD2F-9BE9-5123BBCDF880}"/>
          </ac:cxnSpMkLst>
        </pc:cxnChg>
        <pc:cxnChg chg="add mod">
          <ac:chgData name="Li, Cong" userId="025630f4-267e-4cb3-8cd5-8795177f99f4" providerId="ADAL" clId="{929A2CC8-B112-421C-81E2-D5D63B23E300}" dt="2026-09-19T02:38:08.106" v="55878" actId="14100"/>
          <ac:cxnSpMkLst>
            <pc:docMk/>
            <pc:sldMk cId="3430215282" sldId="631"/>
            <ac:cxnSpMk id="12" creationId="{66AAEEA9-749C-3FAB-2405-2E71FA056ADC}"/>
          </ac:cxnSpMkLst>
        </pc:cxnChg>
        <pc:cxnChg chg="add mod">
          <ac:chgData name="Li, Cong" userId="025630f4-267e-4cb3-8cd5-8795177f99f4" providerId="ADAL" clId="{929A2CC8-B112-421C-81E2-D5D63B23E300}" dt="2026-09-19T02:39:14.070" v="55903" actId="14100"/>
          <ac:cxnSpMkLst>
            <pc:docMk/>
            <pc:sldMk cId="3430215282" sldId="631"/>
            <ac:cxnSpMk id="15" creationId="{7ECC5E0E-1A5F-3207-6534-34D2E42FF72A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09-19T07:00:05.214" v="60637" actId="20577"/>
        <pc:sldMkLst>
          <pc:docMk/>
          <pc:sldMk cId="922240735" sldId="632"/>
        </pc:sldMkLst>
        <pc:spChg chg="mod">
          <ac:chgData name="Li, Cong" userId="025630f4-267e-4cb3-8cd5-8795177f99f4" providerId="ADAL" clId="{929A2CC8-B112-421C-81E2-D5D63B23E300}" dt="2026-09-19T02:42:00.777" v="56070" actId="20577"/>
          <ac:spMkLst>
            <pc:docMk/>
            <pc:sldMk cId="922240735" sldId="632"/>
            <ac:spMk id="3" creationId="{A735C99B-D4A8-7FCF-B954-30F8060A1B84}"/>
          </ac:spMkLst>
        </pc:spChg>
        <pc:spChg chg="add mod">
          <ac:chgData name="Li, Cong" userId="025630f4-267e-4cb3-8cd5-8795177f99f4" providerId="ADAL" clId="{929A2CC8-B112-421C-81E2-D5D63B23E300}" dt="2026-09-19T07:00:05.214" v="60637" actId="20577"/>
          <ac:spMkLst>
            <pc:docMk/>
            <pc:sldMk cId="922240735" sldId="632"/>
            <ac:spMk id="17" creationId="{FAD11E25-0EC6-DE38-E806-446644862B85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09-19T07:01:18.568" v="60663" actId="20577"/>
        <pc:sldMkLst>
          <pc:docMk/>
          <pc:sldMk cId="1132893933" sldId="633"/>
        </pc:sldMkLst>
        <pc:spChg chg="mod">
          <ac:chgData name="Li, Cong" userId="025630f4-267e-4cb3-8cd5-8795177f99f4" providerId="ADAL" clId="{929A2CC8-B112-421C-81E2-D5D63B23E300}" dt="2026-09-19T02:49:38.517" v="56121" actId="20577"/>
          <ac:spMkLst>
            <pc:docMk/>
            <pc:sldMk cId="1132893933" sldId="633"/>
            <ac:spMk id="2" creationId="{4D095405-2C34-7B4A-1FB6-A7131C29BEAD}"/>
          </ac:spMkLst>
        </pc:spChg>
        <pc:spChg chg="add del mod">
          <ac:chgData name="Li, Cong" userId="025630f4-267e-4cb3-8cd5-8795177f99f4" providerId="ADAL" clId="{929A2CC8-B112-421C-81E2-D5D63B23E300}" dt="2026-09-19T07:01:18.568" v="60663" actId="20577"/>
          <ac:spMkLst>
            <pc:docMk/>
            <pc:sldMk cId="1132893933" sldId="633"/>
            <ac:spMk id="3" creationId="{FF149F2E-348A-1A59-EA12-6150E7DB8589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09-19T02:59:12.438" v="56752" actId="1035"/>
        <pc:sldMkLst>
          <pc:docMk/>
          <pc:sldMk cId="1985883900" sldId="634"/>
        </pc:sldMkLst>
        <pc:spChg chg="mod">
          <ac:chgData name="Li, Cong" userId="025630f4-267e-4cb3-8cd5-8795177f99f4" providerId="ADAL" clId="{929A2CC8-B112-421C-81E2-D5D63B23E300}" dt="2026-09-19T02:58:24.426" v="56733" actId="20577"/>
          <ac:spMkLst>
            <pc:docMk/>
            <pc:sldMk cId="1985883900" sldId="634"/>
            <ac:spMk id="2" creationId="{C5B69519-C1DC-B6B8-133C-3D47F5EA6478}"/>
          </ac:spMkLst>
        </pc:spChg>
        <pc:picChg chg="add mod">
          <ac:chgData name="Li, Cong" userId="025630f4-267e-4cb3-8cd5-8795177f99f4" providerId="ADAL" clId="{929A2CC8-B112-421C-81E2-D5D63B23E300}" dt="2026-09-19T02:59:12.438" v="56752" actId="1035"/>
          <ac:picMkLst>
            <pc:docMk/>
            <pc:sldMk cId="1985883900" sldId="634"/>
            <ac:picMk id="7" creationId="{4C2D81C7-737F-0EE1-7DAC-92CA6CFAD564}"/>
          </ac:picMkLst>
        </pc:picChg>
      </pc:sldChg>
      <pc:sldChg chg="modSp add mod modAnim">
        <pc:chgData name="Li, Cong" userId="025630f4-267e-4cb3-8cd5-8795177f99f4" providerId="ADAL" clId="{929A2CC8-B112-421C-81E2-D5D63B23E300}" dt="2026-09-19T03:06:36.955" v="57257"/>
        <pc:sldMkLst>
          <pc:docMk/>
          <pc:sldMk cId="1181507037" sldId="635"/>
        </pc:sldMkLst>
        <pc:spChg chg="mod">
          <ac:chgData name="Li, Cong" userId="025630f4-267e-4cb3-8cd5-8795177f99f4" providerId="ADAL" clId="{929A2CC8-B112-421C-81E2-D5D63B23E300}" dt="2026-09-19T03:03:10.928" v="56795" actId="20577"/>
          <ac:spMkLst>
            <pc:docMk/>
            <pc:sldMk cId="1181507037" sldId="635"/>
            <ac:spMk id="2" creationId="{26A6044C-1530-244A-ACAF-0ECE331AC4EF}"/>
          </ac:spMkLst>
        </pc:spChg>
        <pc:spChg chg="mod">
          <ac:chgData name="Li, Cong" userId="025630f4-267e-4cb3-8cd5-8795177f99f4" providerId="ADAL" clId="{929A2CC8-B112-421C-81E2-D5D63B23E300}" dt="2026-09-19T03:06:18.908" v="57253" actId="20577"/>
          <ac:spMkLst>
            <pc:docMk/>
            <pc:sldMk cId="1181507037" sldId="635"/>
            <ac:spMk id="3" creationId="{0E05293D-61F5-6105-5E9F-CD590107D1CB}"/>
          </ac:spMkLst>
        </pc:spChg>
      </pc:sldChg>
      <pc:sldChg chg="modSp add mod modAnim">
        <pc:chgData name="Li, Cong" userId="025630f4-267e-4cb3-8cd5-8795177f99f4" providerId="ADAL" clId="{929A2CC8-B112-421C-81E2-D5D63B23E300}" dt="2026-09-19T05:03:02.689" v="57906" actId="20577"/>
        <pc:sldMkLst>
          <pc:docMk/>
          <pc:sldMk cId="128367382" sldId="636"/>
        </pc:sldMkLst>
        <pc:spChg chg="mod">
          <ac:chgData name="Li, Cong" userId="025630f4-267e-4cb3-8cd5-8795177f99f4" providerId="ADAL" clId="{929A2CC8-B112-421C-81E2-D5D63B23E300}" dt="2026-09-19T04:50:21.564" v="57340" actId="20577"/>
          <ac:spMkLst>
            <pc:docMk/>
            <pc:sldMk cId="128367382" sldId="636"/>
            <ac:spMk id="2" creationId="{2383D3F6-CE24-1A0B-0E08-336ACA43AC6A}"/>
          </ac:spMkLst>
        </pc:spChg>
        <pc:spChg chg="mod">
          <ac:chgData name="Li, Cong" userId="025630f4-267e-4cb3-8cd5-8795177f99f4" providerId="ADAL" clId="{929A2CC8-B112-421C-81E2-D5D63B23E300}" dt="2026-09-19T05:03:02.689" v="57906" actId="20577"/>
          <ac:spMkLst>
            <pc:docMk/>
            <pc:sldMk cId="128367382" sldId="636"/>
            <ac:spMk id="3" creationId="{E7552F50-079F-B5B7-1B14-D12DB5C83694}"/>
          </ac:spMkLst>
        </pc:spChg>
      </pc:sldChg>
      <pc:sldChg chg="modSp add mod">
        <pc:chgData name="Li, Cong" userId="025630f4-267e-4cb3-8cd5-8795177f99f4" providerId="ADAL" clId="{929A2CC8-B112-421C-81E2-D5D63B23E300}" dt="2026-09-19T07:08:52.981" v="60827" actId="20577"/>
        <pc:sldMkLst>
          <pc:docMk/>
          <pc:sldMk cId="594595758" sldId="637"/>
        </pc:sldMkLst>
        <pc:spChg chg="mod">
          <ac:chgData name="Li, Cong" userId="025630f4-267e-4cb3-8cd5-8795177f99f4" providerId="ADAL" clId="{929A2CC8-B112-421C-81E2-D5D63B23E300}" dt="2026-09-19T05:49:16.917" v="57937" actId="20577"/>
          <ac:spMkLst>
            <pc:docMk/>
            <pc:sldMk cId="594595758" sldId="637"/>
            <ac:spMk id="2" creationId="{D321774F-2228-928D-0EE1-3755C5D2ADC8}"/>
          </ac:spMkLst>
        </pc:spChg>
        <pc:spChg chg="mod">
          <ac:chgData name="Li, Cong" userId="025630f4-267e-4cb3-8cd5-8795177f99f4" providerId="ADAL" clId="{929A2CC8-B112-421C-81E2-D5D63B23E300}" dt="2026-09-19T07:08:52.981" v="60827" actId="20577"/>
          <ac:spMkLst>
            <pc:docMk/>
            <pc:sldMk cId="594595758" sldId="637"/>
            <ac:spMk id="3" creationId="{8A42B8E8-A448-7B28-402F-7182DD44B36C}"/>
          </ac:spMkLst>
        </pc:spChg>
        <pc:spChg chg="mod">
          <ac:chgData name="Li, Cong" userId="025630f4-267e-4cb3-8cd5-8795177f99f4" providerId="ADAL" clId="{929A2CC8-B112-421C-81E2-D5D63B23E300}" dt="2026-09-19T05:56:09.972" v="58266" actId="20577"/>
          <ac:spMkLst>
            <pc:docMk/>
            <pc:sldMk cId="594595758" sldId="637"/>
            <ac:spMk id="6" creationId="{ABAD1AA4-3031-4127-C432-104D65DE26AE}"/>
          </ac:spMkLst>
        </pc:spChg>
        <pc:spChg chg="mod">
          <ac:chgData name="Li, Cong" userId="025630f4-267e-4cb3-8cd5-8795177f99f4" providerId="ADAL" clId="{929A2CC8-B112-421C-81E2-D5D63B23E300}" dt="2026-09-19T05:50:08.133" v="58027" actId="20577"/>
          <ac:spMkLst>
            <pc:docMk/>
            <pc:sldMk cId="594595758" sldId="637"/>
            <ac:spMk id="10" creationId="{535E4FD9-60F0-91C4-6FFC-ED40F8960783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19T06:59:42.760" v="60625" actId="20577"/>
        <pc:sldMkLst>
          <pc:docMk/>
          <pc:sldMk cId="2846405356" sldId="638"/>
        </pc:sldMkLst>
        <pc:spChg chg="mod">
          <ac:chgData name="Li, Cong" userId="025630f4-267e-4cb3-8cd5-8795177f99f4" providerId="ADAL" clId="{929A2CC8-B112-421C-81E2-D5D63B23E300}" dt="2026-09-19T05:57:23.829" v="58378" actId="20577"/>
          <ac:spMkLst>
            <pc:docMk/>
            <pc:sldMk cId="2846405356" sldId="638"/>
            <ac:spMk id="2" creationId="{BCAA1176-6E12-C100-9930-4F325B57753C}"/>
          </ac:spMkLst>
        </pc:spChg>
        <pc:spChg chg="mod">
          <ac:chgData name="Li, Cong" userId="025630f4-267e-4cb3-8cd5-8795177f99f4" providerId="ADAL" clId="{929A2CC8-B112-421C-81E2-D5D63B23E300}" dt="2026-09-19T06:59:42.760" v="60625" actId="20577"/>
          <ac:spMkLst>
            <pc:docMk/>
            <pc:sldMk cId="2846405356" sldId="638"/>
            <ac:spMk id="3" creationId="{A2A147B2-0364-410F-6A3B-97FF251D8BE5}"/>
          </ac:spMkLst>
        </pc:spChg>
        <pc:spChg chg="add mod">
          <ac:chgData name="Li, Cong" userId="025630f4-267e-4cb3-8cd5-8795177f99f4" providerId="ADAL" clId="{929A2CC8-B112-421C-81E2-D5D63B23E300}" dt="2026-09-19T06:59:40.259" v="60619" actId="20577"/>
          <ac:spMkLst>
            <pc:docMk/>
            <pc:sldMk cId="2846405356" sldId="638"/>
            <ac:spMk id="4" creationId="{C4FF1456-27E6-5FBC-FD89-3E48974EF3BA}"/>
          </ac:spMkLst>
        </pc:spChg>
        <pc:spChg chg="mod">
          <ac:chgData name="Li, Cong" userId="025630f4-267e-4cb3-8cd5-8795177f99f4" providerId="ADAL" clId="{929A2CC8-B112-421C-81E2-D5D63B23E300}" dt="2026-09-19T06:04:26.234" v="58554" actId="1035"/>
          <ac:spMkLst>
            <pc:docMk/>
            <pc:sldMk cId="2846405356" sldId="638"/>
            <ac:spMk id="7" creationId="{58C1B7DE-E148-D23F-B357-1C169C64FD3D}"/>
          </ac:spMkLst>
        </pc:spChg>
        <pc:spChg chg="mod">
          <ac:chgData name="Li, Cong" userId="025630f4-267e-4cb3-8cd5-8795177f99f4" providerId="ADAL" clId="{929A2CC8-B112-421C-81E2-D5D63B23E300}" dt="2026-09-19T06:04:26.234" v="58554" actId="1035"/>
          <ac:spMkLst>
            <pc:docMk/>
            <pc:sldMk cId="2846405356" sldId="638"/>
            <ac:spMk id="10" creationId="{9C4ADB86-C840-FC7D-C592-86E7D0A8BD20}"/>
          </ac:spMkLst>
        </pc:spChg>
        <pc:spChg chg="add mod">
          <ac:chgData name="Li, Cong" userId="025630f4-267e-4cb3-8cd5-8795177f99f4" providerId="ADAL" clId="{929A2CC8-B112-421C-81E2-D5D63B23E300}" dt="2026-09-19T06:06:01.841" v="58635" actId="1076"/>
          <ac:spMkLst>
            <pc:docMk/>
            <pc:sldMk cId="2846405356" sldId="638"/>
            <ac:spMk id="17" creationId="{C25C3EF9-9D7C-A26F-F215-D6FFFC05B240}"/>
          </ac:spMkLst>
        </pc:spChg>
        <pc:graphicFrameChg chg="mod">
          <ac:chgData name="Li, Cong" userId="025630f4-267e-4cb3-8cd5-8795177f99f4" providerId="ADAL" clId="{929A2CC8-B112-421C-81E2-D5D63B23E300}" dt="2026-09-19T06:04:26.234" v="58554" actId="1035"/>
          <ac:graphicFrameMkLst>
            <pc:docMk/>
            <pc:sldMk cId="2846405356" sldId="638"/>
            <ac:graphicFrameMk id="9" creationId="{925AACAC-B13F-4DAD-AB79-8ACD4F774E91}"/>
          </ac:graphicFrameMkLst>
        </pc:graphicFrameChg>
        <pc:graphicFrameChg chg="add mod modGraphic">
          <ac:chgData name="Li, Cong" userId="025630f4-267e-4cb3-8cd5-8795177f99f4" providerId="ADAL" clId="{929A2CC8-B112-421C-81E2-D5D63B23E300}" dt="2026-09-19T06:04:30.474" v="58557" actId="1036"/>
          <ac:graphicFrameMkLst>
            <pc:docMk/>
            <pc:sldMk cId="2846405356" sldId="638"/>
            <ac:graphicFrameMk id="13" creationId="{FB0FD123-EE16-954B-7EE4-264CD4562D47}"/>
          </ac:graphicFrameMkLst>
        </pc:graphicFrameChg>
        <pc:graphicFrameChg chg="mod">
          <ac:chgData name="Li, Cong" userId="025630f4-267e-4cb3-8cd5-8795177f99f4" providerId="ADAL" clId="{929A2CC8-B112-421C-81E2-D5D63B23E300}" dt="2026-09-19T06:04:26.234" v="58554" actId="1035"/>
          <ac:graphicFrameMkLst>
            <pc:docMk/>
            <pc:sldMk cId="2846405356" sldId="638"/>
            <ac:graphicFrameMk id="19" creationId="{421BAA9A-FF2D-F2C4-5DBF-0F5D7922535C}"/>
          </ac:graphicFrameMkLst>
        </pc:graphicFrameChg>
        <pc:cxnChg chg="add">
          <ac:chgData name="Li, Cong" userId="025630f4-267e-4cb3-8cd5-8795177f99f4" providerId="ADAL" clId="{929A2CC8-B112-421C-81E2-D5D63B23E300}" dt="2026-09-19T06:06:07.749" v="58636" actId="11529"/>
          <ac:cxnSpMkLst>
            <pc:docMk/>
            <pc:sldMk cId="2846405356" sldId="638"/>
            <ac:cxnSpMk id="20" creationId="{99EA3D2B-7ED1-01E4-C667-49E99384B142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9-19T06:19:14.122" v="59223" actId="1076"/>
        <pc:sldMkLst>
          <pc:docMk/>
          <pc:sldMk cId="2592862289" sldId="639"/>
        </pc:sldMkLst>
        <pc:spChg chg="mod">
          <ac:chgData name="Li, Cong" userId="025630f4-267e-4cb3-8cd5-8795177f99f4" providerId="ADAL" clId="{929A2CC8-B112-421C-81E2-D5D63B23E300}" dt="2026-09-19T06:09:49.634" v="58639" actId="20577"/>
          <ac:spMkLst>
            <pc:docMk/>
            <pc:sldMk cId="2592862289" sldId="639"/>
            <ac:spMk id="2" creationId="{E4681BC1-29A5-6071-0798-501F5E5AD6F5}"/>
          </ac:spMkLst>
        </pc:spChg>
        <pc:spChg chg="mod">
          <ac:chgData name="Li, Cong" userId="025630f4-267e-4cb3-8cd5-8795177f99f4" providerId="ADAL" clId="{929A2CC8-B112-421C-81E2-D5D63B23E300}" dt="2026-09-19T06:10:48.805" v="58762" actId="1035"/>
          <ac:spMkLst>
            <pc:docMk/>
            <pc:sldMk cId="2592862289" sldId="639"/>
            <ac:spMk id="3" creationId="{E933E9C1-7B78-7588-6EEE-E9F4F5AC18C6}"/>
          </ac:spMkLst>
        </pc:spChg>
        <pc:spChg chg="add mod">
          <ac:chgData name="Li, Cong" userId="025630f4-267e-4cb3-8cd5-8795177f99f4" providerId="ADAL" clId="{929A2CC8-B112-421C-81E2-D5D63B23E300}" dt="2026-09-19T06:17:26.340" v="59052" actId="1076"/>
          <ac:spMkLst>
            <pc:docMk/>
            <pc:sldMk cId="2592862289" sldId="639"/>
            <ac:spMk id="8" creationId="{BBDB60B1-19C0-9412-8FB7-DC7CCB5DC740}"/>
          </ac:spMkLst>
        </pc:spChg>
        <pc:spChg chg="add mod">
          <ac:chgData name="Li, Cong" userId="025630f4-267e-4cb3-8cd5-8795177f99f4" providerId="ADAL" clId="{929A2CC8-B112-421C-81E2-D5D63B23E300}" dt="2026-09-19T06:17:19.594" v="59049" actId="20577"/>
          <ac:spMkLst>
            <pc:docMk/>
            <pc:sldMk cId="2592862289" sldId="639"/>
            <ac:spMk id="12" creationId="{ABBC6BEB-CD3E-A19E-DEFB-276ED36D047D}"/>
          </ac:spMkLst>
        </pc:spChg>
        <pc:spChg chg="add mod">
          <ac:chgData name="Li, Cong" userId="025630f4-267e-4cb3-8cd5-8795177f99f4" providerId="ADAL" clId="{929A2CC8-B112-421C-81E2-D5D63B23E300}" dt="2026-09-19T06:19:14.122" v="59223" actId="1076"/>
          <ac:spMkLst>
            <pc:docMk/>
            <pc:sldMk cId="2592862289" sldId="639"/>
            <ac:spMk id="15" creationId="{8A48EE64-F5D6-4A4A-E74D-BF301A504C8D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9-19T06:34:49.842" v="59969" actId="20577"/>
        <pc:sldMkLst>
          <pc:docMk/>
          <pc:sldMk cId="422344838" sldId="640"/>
        </pc:sldMkLst>
        <pc:spChg chg="mod">
          <ac:chgData name="Li, Cong" userId="025630f4-267e-4cb3-8cd5-8795177f99f4" providerId="ADAL" clId="{929A2CC8-B112-421C-81E2-D5D63B23E300}" dt="2026-09-19T06:23:48.319" v="59261" actId="20577"/>
          <ac:spMkLst>
            <pc:docMk/>
            <pc:sldMk cId="422344838" sldId="640"/>
            <ac:spMk id="2" creationId="{F08438DB-FF47-93C0-A68E-723A1514C7A5}"/>
          </ac:spMkLst>
        </pc:spChg>
        <pc:spChg chg="mod">
          <ac:chgData name="Li, Cong" userId="025630f4-267e-4cb3-8cd5-8795177f99f4" providerId="ADAL" clId="{929A2CC8-B112-421C-81E2-D5D63B23E300}" dt="2026-09-19T06:28:07.039" v="59786" actId="20577"/>
          <ac:spMkLst>
            <pc:docMk/>
            <pc:sldMk cId="422344838" sldId="640"/>
            <ac:spMk id="3" creationId="{B92333BF-4242-5814-81A3-B93FE0CB1BEA}"/>
          </ac:spMkLst>
        </pc:spChg>
        <pc:spChg chg="add mod">
          <ac:chgData name="Li, Cong" userId="025630f4-267e-4cb3-8cd5-8795177f99f4" providerId="ADAL" clId="{929A2CC8-B112-421C-81E2-D5D63B23E300}" dt="2026-09-19T06:29:19.128" v="59963" actId="1076"/>
          <ac:spMkLst>
            <pc:docMk/>
            <pc:sldMk cId="422344838" sldId="640"/>
            <ac:spMk id="4" creationId="{B6D443BD-6909-7909-8E05-0B1FF2C05BA2}"/>
          </ac:spMkLst>
        </pc:spChg>
        <pc:spChg chg="add mod">
          <ac:chgData name="Li, Cong" userId="025630f4-267e-4cb3-8cd5-8795177f99f4" providerId="ADAL" clId="{929A2CC8-B112-421C-81E2-D5D63B23E300}" dt="2026-09-19T06:34:49.842" v="59969" actId="20577"/>
          <ac:spMkLst>
            <pc:docMk/>
            <pc:sldMk cId="422344838" sldId="640"/>
            <ac:spMk id="6" creationId="{7BAD7FC6-9EB2-B3B7-6D61-24A8635817F1}"/>
          </ac:spMkLst>
        </pc:spChg>
        <pc:spChg chg="mod">
          <ac:chgData name="Li, Cong" userId="025630f4-267e-4cb3-8cd5-8795177f99f4" providerId="ADAL" clId="{929A2CC8-B112-421C-81E2-D5D63B23E300}" dt="2026-09-19T06:29:16.631" v="59962" actId="1076"/>
          <ac:spMkLst>
            <pc:docMk/>
            <pc:sldMk cId="422344838" sldId="640"/>
            <ac:spMk id="15" creationId="{6A8B94D5-0AB0-51E4-19EC-6A74DEB34525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09-19T07:18:23.011" v="61363" actId="20577"/>
        <pc:sldMkLst>
          <pc:docMk/>
          <pc:sldMk cId="1696702995" sldId="641"/>
        </pc:sldMkLst>
        <pc:spChg chg="mod">
          <ac:chgData name="Li, Cong" userId="025630f4-267e-4cb3-8cd5-8795177f99f4" providerId="ADAL" clId="{929A2CC8-B112-421C-81E2-D5D63B23E300}" dt="2026-09-19T07:18:17.260" v="61356" actId="20577"/>
          <ac:spMkLst>
            <pc:docMk/>
            <pc:sldMk cId="1696702995" sldId="641"/>
            <ac:spMk id="2" creationId="{118892EB-CF9F-1238-EBC3-08D59B629735}"/>
          </ac:spMkLst>
        </pc:spChg>
        <pc:spChg chg="add mod">
          <ac:chgData name="Li, Cong" userId="025630f4-267e-4cb3-8cd5-8795177f99f4" providerId="ADAL" clId="{929A2CC8-B112-421C-81E2-D5D63B23E300}" dt="2026-09-19T07:18:21.526" v="61362"/>
          <ac:spMkLst>
            <pc:docMk/>
            <pc:sldMk cId="1696702995" sldId="641"/>
            <ac:spMk id="6" creationId="{71B445A9-5BE5-2104-5040-695947FD10CF}"/>
          </ac:spMkLst>
        </pc:spChg>
        <pc:spChg chg="add mod">
          <ac:chgData name="Li, Cong" userId="025630f4-267e-4cb3-8cd5-8795177f99f4" providerId="ADAL" clId="{929A2CC8-B112-421C-81E2-D5D63B23E300}" dt="2026-09-19T07:18:23.011" v="61363" actId="20577"/>
          <ac:spMkLst>
            <pc:docMk/>
            <pc:sldMk cId="1696702995" sldId="641"/>
            <ac:spMk id="7" creationId="{49B3CC99-629A-7B05-6BCA-19C20AFD567E}"/>
          </ac:spMkLst>
        </pc:spChg>
      </pc:sldChg>
      <pc:sldChg chg="delSp modSp add mod delAnim">
        <pc:chgData name="Li, Cong" userId="025630f4-267e-4cb3-8cd5-8795177f99f4" providerId="ADAL" clId="{929A2CC8-B112-421C-81E2-D5D63B23E300}" dt="2026-09-19T07:21:29.148" v="61453" actId="1076"/>
        <pc:sldMkLst>
          <pc:docMk/>
          <pc:sldMk cId="2652500846" sldId="642"/>
        </pc:sldMkLst>
        <pc:spChg chg="mod">
          <ac:chgData name="Li, Cong" userId="025630f4-267e-4cb3-8cd5-8795177f99f4" providerId="ADAL" clId="{929A2CC8-B112-421C-81E2-D5D63B23E300}" dt="2026-09-19T07:19:37.745" v="61412" actId="20577"/>
          <ac:spMkLst>
            <pc:docMk/>
            <pc:sldMk cId="2652500846" sldId="642"/>
            <ac:spMk id="2" creationId="{01BE7632-EDB2-CCE1-1D89-B156BE48F95D}"/>
          </ac:spMkLst>
        </pc:spChg>
        <pc:spChg chg="mod">
          <ac:chgData name="Li, Cong" userId="025630f4-267e-4cb3-8cd5-8795177f99f4" providerId="ADAL" clId="{929A2CC8-B112-421C-81E2-D5D63B23E300}" dt="2026-09-19T07:21:29.148" v="61453" actId="1076"/>
          <ac:spMkLst>
            <pc:docMk/>
            <pc:sldMk cId="2652500846" sldId="642"/>
            <ac:spMk id="3" creationId="{893BDCC6-D31C-849E-0429-A434AA206852}"/>
          </ac:spMkLst>
        </pc:spChg>
        <pc:spChg chg="mod">
          <ac:chgData name="Li, Cong" userId="025630f4-267e-4cb3-8cd5-8795177f99f4" providerId="ADAL" clId="{929A2CC8-B112-421C-81E2-D5D63B23E300}" dt="2026-09-19T07:21:07.721" v="61450" actId="1036"/>
          <ac:spMkLst>
            <pc:docMk/>
            <pc:sldMk cId="2652500846" sldId="642"/>
            <ac:spMk id="6" creationId="{4FA69C59-1135-E2A2-D72A-A0393676D3E3}"/>
          </ac:spMkLst>
        </pc:spChg>
        <pc:spChg chg="mod">
          <ac:chgData name="Li, Cong" userId="025630f4-267e-4cb3-8cd5-8795177f99f4" providerId="ADAL" clId="{929A2CC8-B112-421C-81E2-D5D63B23E300}" dt="2026-09-19T07:21:21.867" v="61452" actId="1076"/>
          <ac:spMkLst>
            <pc:docMk/>
            <pc:sldMk cId="2652500846" sldId="642"/>
            <ac:spMk id="13" creationId="{F25B2D59-B124-BB92-EC36-C51D325BC71B}"/>
          </ac:spMkLst>
        </pc:spChg>
      </pc:sldChg>
      <pc:sldChg chg="modSp add mod modAnim">
        <pc:chgData name="Li, Cong" userId="025630f4-267e-4cb3-8cd5-8795177f99f4" providerId="ADAL" clId="{929A2CC8-B112-421C-81E2-D5D63B23E300}" dt="2026-09-25T06:28:00.661" v="61719" actId="1076"/>
        <pc:sldMkLst>
          <pc:docMk/>
          <pc:sldMk cId="4156585488" sldId="643"/>
        </pc:sldMkLst>
        <pc:spChg chg="mod">
          <ac:chgData name="Li, Cong" userId="025630f4-267e-4cb3-8cd5-8795177f99f4" providerId="ADAL" clId="{929A2CC8-B112-421C-81E2-D5D63B23E300}" dt="2026-09-25T06:25:59.150" v="61613" actId="20577"/>
          <ac:spMkLst>
            <pc:docMk/>
            <pc:sldMk cId="4156585488" sldId="643"/>
            <ac:spMk id="2" creationId="{7E837C18-1406-3DE5-D8F9-062D43C82985}"/>
          </ac:spMkLst>
        </pc:spChg>
        <pc:spChg chg="mod">
          <ac:chgData name="Li, Cong" userId="025630f4-267e-4cb3-8cd5-8795177f99f4" providerId="ADAL" clId="{929A2CC8-B112-421C-81E2-D5D63B23E300}" dt="2026-09-25T06:27:41.838" v="61718" actId="1036"/>
          <ac:spMkLst>
            <pc:docMk/>
            <pc:sldMk cId="4156585488" sldId="643"/>
            <ac:spMk id="3" creationId="{3FA10E85-0B8B-2977-5344-100082AE72C9}"/>
          </ac:spMkLst>
        </pc:spChg>
        <pc:spChg chg="mod">
          <ac:chgData name="Li, Cong" userId="025630f4-267e-4cb3-8cd5-8795177f99f4" providerId="ADAL" clId="{929A2CC8-B112-421C-81E2-D5D63B23E300}" dt="2026-09-25T06:28:00.661" v="61719" actId="1076"/>
          <ac:spMkLst>
            <pc:docMk/>
            <pc:sldMk cId="4156585488" sldId="643"/>
            <ac:spMk id="6" creationId="{AC0D1BAD-1D38-AFE1-CE07-DD3120CEAAD6}"/>
          </ac:spMkLst>
        </pc:spChg>
        <pc:spChg chg="mod">
          <ac:chgData name="Li, Cong" userId="025630f4-267e-4cb3-8cd5-8795177f99f4" providerId="ADAL" clId="{929A2CC8-B112-421C-81E2-D5D63B23E300}" dt="2026-09-25T06:27:41.838" v="61718" actId="1036"/>
          <ac:spMkLst>
            <pc:docMk/>
            <pc:sldMk cId="4156585488" sldId="643"/>
            <ac:spMk id="13" creationId="{5C8BD6AB-F2AA-409F-2E76-080CC72B601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14512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How Computing Works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Modern Paradigms of Architecture &amp; System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6. Low Precision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74423"/>
            <a:ext cx="82296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计算如何运作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架构与系统的现代范式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6. </a:t>
            </a:r>
            <a:r>
              <a:rPr lang="zh-CN" altLang="en-US" sz="3600" b="1" kern="0" dirty="0">
                <a:ea typeface="SimSun" panose="02010600030101010101" pitchFamily="2" charset="-122"/>
              </a:rPr>
              <a:t>低精度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9CCB-0C24-0D44-B2F6-300DD4E2D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6BBA-BECF-10B3-B897-73E67E54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Types in Computing  </a:t>
            </a:r>
            <a:br>
              <a:rPr lang="en-US" altLang="zh-CN" dirty="0"/>
            </a:br>
            <a:r>
              <a:rPr lang="zh-CN" altLang="en-US" dirty="0"/>
              <a:t>计算中的数据类型 </a:t>
            </a:r>
            <a:r>
              <a:rPr lang="en-US" altLang="zh-CN" dirty="0"/>
              <a:t>(1)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4C956-3E70-6443-98C8-429EC3C232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6248E0-F953-4796-8FC2-34760A57BF6B}"/>
              </a:ext>
            </a:extLst>
          </p:cNvPr>
          <p:cNvSpPr txBox="1"/>
          <p:nvPr/>
        </p:nvSpPr>
        <p:spPr>
          <a:xfrm>
            <a:off x="1063926" y="1600200"/>
            <a:ext cx="7016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Computing is operated on data types designated</a:t>
            </a:r>
          </a:p>
          <a:p>
            <a:pPr algn="ctr"/>
            <a:r>
              <a:rPr lang="zh-CN" altLang="en-US" sz="2400" dirty="0"/>
              <a:t>计算由指定的数据类型完成</a:t>
            </a:r>
            <a:endParaRPr lang="en-US" altLang="zh-CN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0BF722-D148-5AC7-32C1-96A4CB0A9867}"/>
              </a:ext>
            </a:extLst>
          </p:cNvPr>
          <p:cNvSpPr/>
          <p:nvPr/>
        </p:nvSpPr>
        <p:spPr bwMode="auto">
          <a:xfrm>
            <a:off x="4279232" y="2647950"/>
            <a:ext cx="4876800" cy="18711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vmovupd</a:t>
            </a:r>
            <a:r>
              <a:rPr lang="en-US" altLang="zh-CN" sz="2000" dirty="0">
                <a:latin typeface="Consolas" panose="020B0609020204030204" pitchFamily="49" charset="0"/>
              </a:rPr>
              <a:t> (%rcx,%rax,8),%ymm4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vsubpd</a:t>
            </a:r>
            <a:r>
              <a:rPr lang="en-US" altLang="zh-CN" sz="2000" dirty="0">
                <a:latin typeface="Consolas" panose="020B0609020204030204" pitchFamily="49" charset="0"/>
              </a:rPr>
              <a:t> (%rdx,%rax,8),%ymm4,%ymm4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vfmadd213pd %ymm1,%ymm4,%ymm4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B02C7-A78E-F3E3-9DEC-32D96B03EED4}"/>
              </a:ext>
            </a:extLst>
          </p:cNvPr>
          <p:cNvSpPr/>
          <p:nvPr/>
        </p:nvSpPr>
        <p:spPr bwMode="auto">
          <a:xfrm>
            <a:off x="324628" y="2664397"/>
            <a:ext cx="4018772" cy="194409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 err="1">
                <a:latin typeface="Consolas" panose="020B0609020204030204" pitchFamily="49" charset="0"/>
              </a:rPr>
              <a:t>movupd</a:t>
            </a:r>
            <a:r>
              <a:rPr lang="en-US" altLang="zh-CN" sz="2000" dirty="0">
                <a:latin typeface="Consolas" panose="020B0609020204030204" pitchFamily="49" charset="0"/>
              </a:rPr>
              <a:t> (%rcx,%rax,8),%xmm3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subpd</a:t>
            </a:r>
            <a:r>
              <a:rPr lang="en-US" altLang="zh-CN" sz="2000" dirty="0">
                <a:latin typeface="Consolas" panose="020B0609020204030204" pitchFamily="49" charset="0"/>
              </a:rPr>
              <a:t> %xmm4,%xmm3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%xmm3,%xmm3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addpd</a:t>
            </a:r>
            <a:r>
              <a:rPr lang="en-US" sz="2000" dirty="0">
                <a:latin typeface="Consolas" panose="020B0609020204030204" pitchFamily="49" charset="0"/>
              </a:rPr>
              <a:t> %xmm0,%xmm3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onsolas" panose="020B0609020204030204" pitchFamily="49" charset="0"/>
              </a:rPr>
              <a:t>…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61E9D2-D0FC-7946-01BA-9D7FF607B1D9}"/>
              </a:ext>
            </a:extLst>
          </p:cNvPr>
          <p:cNvSpPr/>
          <p:nvPr/>
        </p:nvSpPr>
        <p:spPr bwMode="auto">
          <a:xfrm>
            <a:off x="971550" y="3312097"/>
            <a:ext cx="152400" cy="89795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7BAF1A-BAA0-D369-C3C6-B22633338E0A}"/>
              </a:ext>
            </a:extLst>
          </p:cNvPr>
          <p:cNvCxnSpPr>
            <a:cxnSpLocks/>
            <a:stCxn id="39" idx="0"/>
            <a:endCxn id="8" idx="2"/>
          </p:cNvCxnSpPr>
          <p:nvPr/>
        </p:nvCxnSpPr>
        <p:spPr bwMode="auto">
          <a:xfrm flipH="1" flipV="1">
            <a:off x="1047750" y="4210050"/>
            <a:ext cx="3524250" cy="8263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E8415D9-E711-32DC-4C48-047A7CA43C4D}"/>
              </a:ext>
            </a:extLst>
          </p:cNvPr>
          <p:cNvSpPr/>
          <p:nvPr/>
        </p:nvSpPr>
        <p:spPr bwMode="auto">
          <a:xfrm>
            <a:off x="5075254" y="3320757"/>
            <a:ext cx="173021" cy="315821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8DCC10-4110-87A1-6A22-3A37313B7B47}"/>
              </a:ext>
            </a:extLst>
          </p:cNvPr>
          <p:cNvCxnSpPr>
            <a:cxnSpLocks/>
            <a:stCxn id="39" idx="0"/>
            <a:endCxn id="10" idx="2"/>
          </p:cNvCxnSpPr>
          <p:nvPr/>
        </p:nvCxnSpPr>
        <p:spPr bwMode="auto">
          <a:xfrm flipV="1">
            <a:off x="4572000" y="3636578"/>
            <a:ext cx="589765" cy="13998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F8BDEC3-0DA3-6E18-AECF-F1EF0975D133}"/>
              </a:ext>
            </a:extLst>
          </p:cNvPr>
          <p:cNvSpPr/>
          <p:nvPr/>
        </p:nvSpPr>
        <p:spPr bwMode="auto">
          <a:xfrm>
            <a:off x="5196614" y="2707116"/>
            <a:ext cx="173021" cy="315821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BB2CC3-8C09-418F-15AC-1A883B42D7B2}"/>
              </a:ext>
            </a:extLst>
          </p:cNvPr>
          <p:cNvSpPr/>
          <p:nvPr/>
        </p:nvSpPr>
        <p:spPr bwMode="auto">
          <a:xfrm>
            <a:off x="5761054" y="3920832"/>
            <a:ext cx="173021" cy="315821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962E7B-3B5D-27D0-E966-10746CB3902D}"/>
              </a:ext>
            </a:extLst>
          </p:cNvPr>
          <p:cNvSpPr/>
          <p:nvPr/>
        </p:nvSpPr>
        <p:spPr bwMode="auto">
          <a:xfrm>
            <a:off x="1122363" y="2735096"/>
            <a:ext cx="173021" cy="279693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1D8F73-B82A-8C55-E30B-4A4F39FCE6BF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 bwMode="auto">
          <a:xfrm flipV="1">
            <a:off x="4572000" y="4236653"/>
            <a:ext cx="1275565" cy="7997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8C5278B-3E95-43ED-3343-93A5138A05F2}"/>
              </a:ext>
            </a:extLst>
          </p:cNvPr>
          <p:cNvCxnSpPr>
            <a:cxnSpLocks/>
            <a:stCxn id="39" idx="0"/>
            <a:endCxn id="25" idx="2"/>
          </p:cNvCxnSpPr>
          <p:nvPr/>
        </p:nvCxnSpPr>
        <p:spPr bwMode="auto">
          <a:xfrm flipV="1">
            <a:off x="4572000" y="3022937"/>
            <a:ext cx="711125" cy="20134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C3452B0-F495-D638-2CE6-7F2A5798CE27}"/>
              </a:ext>
            </a:extLst>
          </p:cNvPr>
          <p:cNvCxnSpPr>
            <a:cxnSpLocks/>
            <a:stCxn id="39" idx="0"/>
            <a:endCxn id="29" idx="2"/>
          </p:cNvCxnSpPr>
          <p:nvPr/>
        </p:nvCxnSpPr>
        <p:spPr bwMode="auto">
          <a:xfrm flipH="1" flipV="1">
            <a:off x="1208874" y="3014789"/>
            <a:ext cx="3363126" cy="20216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6223CBE-CB86-A8F6-C134-6DD209B31AD4}"/>
              </a:ext>
            </a:extLst>
          </p:cNvPr>
          <p:cNvSpPr txBox="1"/>
          <p:nvPr/>
        </p:nvSpPr>
        <p:spPr>
          <a:xfrm>
            <a:off x="1063925" y="5036403"/>
            <a:ext cx="70161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floating-point numbers</a:t>
            </a:r>
          </a:p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双精度浮点数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21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/>
      <p:bldP spid="7" grpId="0"/>
      <p:bldP spid="8" grpId="0" animBg="1"/>
      <p:bldP spid="10" grpId="0" animBg="1"/>
      <p:bldP spid="25" grpId="0" animBg="1"/>
      <p:bldP spid="27" grpId="0" animBg="1"/>
      <p:bldP spid="29" grpId="0" animBg="1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82A6A-085A-751A-C53E-37653E50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03D8-412B-E721-EF16-B06CF78B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Types in Computing  </a:t>
            </a:r>
            <a:br>
              <a:rPr lang="en-US" altLang="zh-CN" dirty="0"/>
            </a:br>
            <a:r>
              <a:rPr lang="zh-CN" altLang="en-US" dirty="0"/>
              <a:t>计算中的数据类型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A93D-EF9E-9C28-CA8A-F2CE051C2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Computing w/ Different Data Types</a:t>
            </a:r>
            <a:br>
              <a:rPr lang="en-US" altLang="zh-CN" dirty="0"/>
            </a:br>
            <a:r>
              <a:rPr lang="zh-CN" altLang="en-US" dirty="0"/>
              <a:t>不同数据类型的计算</a:t>
            </a:r>
            <a:endParaRPr lang="en-US" altLang="zh-CN" dirty="0"/>
          </a:p>
          <a:p>
            <a:pPr lvl="1"/>
            <a:r>
              <a:rPr lang="en-US" altLang="zh-CN" dirty="0"/>
              <a:t>Performed by the corresponding hardware units in the processor  </a:t>
            </a:r>
            <a:br>
              <a:rPr lang="en-US" altLang="zh-CN" dirty="0"/>
            </a:br>
            <a:r>
              <a:rPr lang="zh-CN" altLang="en-US" dirty="0"/>
              <a:t>由处理器内的相应硬件计算单元完成</a:t>
            </a:r>
            <a:endParaRPr lang="en-US" altLang="zh-CN" dirty="0"/>
          </a:p>
          <a:p>
            <a:pPr lvl="1"/>
            <a:r>
              <a:rPr lang="en-US" altLang="zh-CN" dirty="0"/>
              <a:t>Potentially w/ different performance  </a:t>
            </a:r>
            <a:br>
              <a:rPr lang="en-US" altLang="zh-CN" dirty="0"/>
            </a:br>
            <a:r>
              <a:rPr lang="zh-CN" altLang="en-US" dirty="0"/>
              <a:t>潜在的性能差异</a:t>
            </a:r>
            <a:endParaRPr lang="en-US" altLang="zh-CN" dirty="0"/>
          </a:p>
          <a:p>
            <a:r>
              <a:rPr lang="en-US" altLang="zh-CN" dirty="0"/>
              <a:t>A Programmer Choice Here  </a:t>
            </a:r>
            <a:br>
              <a:rPr lang="en-US" altLang="zh-CN" dirty="0"/>
            </a:br>
            <a:r>
              <a:rPr lang="zh-CN" altLang="en-US" dirty="0"/>
              <a:t>这是一个编程者的选择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0163EDC-F78A-460B-22A7-209B686233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5515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E777-4972-2FCA-A4F7-484F1268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DE47-5AB2-99D8-51F0-307C1E4D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6.1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6.1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EA7C9-8866-E436-2D76-F88E3C4AC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99F6E5-6826-E32D-AC93-5354DA911E18}"/>
              </a:ext>
            </a:extLst>
          </p:cNvPr>
          <p:cNvSpPr txBox="1"/>
          <p:nvPr/>
        </p:nvSpPr>
        <p:spPr>
          <a:xfrm>
            <a:off x="1247775" y="1467076"/>
            <a:ext cx="66484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Feigenbaum bifurcation </a:t>
            </a:r>
          </a:p>
          <a:p>
            <a:pPr algn="ctr"/>
            <a:r>
              <a:rPr lang="en-US" altLang="zh-CN" sz="2200" dirty="0"/>
              <a:t>calculation in single-precision data type</a:t>
            </a:r>
          </a:p>
          <a:p>
            <a:pPr algn="ctr"/>
            <a:r>
              <a:rPr lang="zh-CN" altLang="en-US" sz="2200" dirty="0"/>
              <a:t>实践时刻：用单精度数据类型进行费根鲍姆分岔计算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23714-A2D2-AD4F-E366-838463488D12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Check the performance &amp; check the results</a:t>
            </a:r>
          </a:p>
          <a:p>
            <a:pPr algn="ctr"/>
            <a:r>
              <a:rPr lang="zh-CN" altLang="en-US" sz="2200" dirty="0"/>
              <a:t>看看性能，同时看看结果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00F31-9938-6114-7313-304E3DDE4C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2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E836-29F1-D2D6-1D34-3984DF0C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97F5B-985A-D1AA-4842-514103C3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  </a:t>
            </a:r>
            <a:r>
              <a:rPr lang="zh-CN" altLang="en-US" dirty="0"/>
              <a:t>现象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4E1639F-59EB-406A-D45A-CFE3A83C2F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EEC4FD-788C-37A2-7A72-F5A49782E26B}"/>
              </a:ext>
            </a:extLst>
          </p:cNvPr>
          <p:cNvSpPr txBox="1"/>
          <p:nvPr/>
        </p:nvSpPr>
        <p:spPr>
          <a:xfrm>
            <a:off x="533400" y="17526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Significant speed-up observed</a:t>
            </a:r>
          </a:p>
          <a:p>
            <a:pPr algn="ctr"/>
            <a:r>
              <a:rPr lang="zh-CN" altLang="en-US" sz="2400" dirty="0"/>
              <a:t>我们看到速度变快了不少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CC550-80A7-1234-0726-15A715171772}"/>
              </a:ext>
            </a:extLst>
          </p:cNvPr>
          <p:cNvSpPr txBox="1"/>
          <p:nvPr/>
        </p:nvSpPr>
        <p:spPr>
          <a:xfrm>
            <a:off x="533400" y="30552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Inconsistent numbers observed for some series</a:t>
            </a:r>
          </a:p>
          <a:p>
            <a:pPr algn="ctr"/>
            <a:r>
              <a:rPr lang="zh-CN" altLang="en-US" sz="2400" dirty="0"/>
              <a:t>一些数列上数值不一致了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3453F-74B6-87DB-E7D9-E569B97A4B44}"/>
              </a:ext>
            </a:extLst>
          </p:cNvPr>
          <p:cNvSpPr txBox="1"/>
          <p:nvPr/>
        </p:nvSpPr>
        <p:spPr>
          <a:xfrm>
            <a:off x="533400" y="4357806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Let’s discuss further</a:t>
            </a:r>
          </a:p>
          <a:p>
            <a:pPr algn="ctr"/>
            <a:r>
              <a:rPr lang="zh-CN" altLang="en-US" sz="2400" dirty="0"/>
              <a:t>我们来进一步讨论</a:t>
            </a:r>
          </a:p>
        </p:txBody>
      </p:sp>
    </p:spTree>
    <p:extLst>
      <p:ext uri="{BB962C8B-B14F-4D97-AF65-F5344CB8AC3E}">
        <p14:creationId xmlns:p14="http://schemas.microsoft.com/office/powerpoint/2010/main" val="44951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2468B-2C4F-5EF1-79EA-FCE286FB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C837-3EAD-EC44-D2B2-283A8A6D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 </a:t>
            </a:r>
            <a:r>
              <a:rPr lang="en-US" altLang="zh-CN" dirty="0"/>
              <a:t>(1)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6C163-A144-ACF5-E0D2-79509FE5A0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D46171-C5B6-BB7F-F7B0-3DBCD97A4CF9}"/>
              </a:ext>
            </a:extLst>
          </p:cNvPr>
          <p:cNvSpPr/>
          <p:nvPr/>
        </p:nvSpPr>
        <p:spPr bwMode="auto">
          <a:xfrm>
            <a:off x="720557" y="2568831"/>
            <a:ext cx="3180572" cy="16028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movapd</a:t>
            </a:r>
            <a:r>
              <a:rPr lang="en-US" sz="2000" dirty="0">
                <a:latin typeface="Consolas" panose="020B0609020204030204" pitchFamily="49" charset="0"/>
              </a:rPr>
              <a:t> %xmm8, %xmm6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subpd</a:t>
            </a:r>
            <a:r>
              <a:rPr lang="en-US" sz="2000" dirty="0">
                <a:latin typeface="Consolas" panose="020B0609020204030204" pitchFamily="49" charset="0"/>
              </a:rPr>
              <a:t> %xmm10, %xmm6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4D2497-BC46-FCEA-64B2-946F88121A7A}"/>
              </a:ext>
            </a:extLst>
          </p:cNvPr>
          <p:cNvSpPr txBox="1"/>
          <p:nvPr/>
        </p:nvSpPr>
        <p:spPr>
          <a:xfrm>
            <a:off x="675481" y="1554631"/>
            <a:ext cx="7793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  </a:t>
            </a:r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B969E2-81AB-CAA5-4954-68824519966E}"/>
              </a:ext>
            </a:extLst>
          </p:cNvPr>
          <p:cNvSpPr txBox="1"/>
          <p:nvPr/>
        </p:nvSpPr>
        <p:spPr>
          <a:xfrm>
            <a:off x="224814" y="5156817"/>
            <a:ext cx="8694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 double-precision numbers packed in operation</a:t>
            </a:r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个双精度数套在一起操作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53765C-FE4B-1239-2D73-81A0F351D9B9}"/>
              </a:ext>
            </a:extLst>
          </p:cNvPr>
          <p:cNvSpPr/>
          <p:nvPr/>
        </p:nvSpPr>
        <p:spPr bwMode="auto">
          <a:xfrm>
            <a:off x="1219201" y="2928705"/>
            <a:ext cx="304799" cy="576495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E8A255-27B4-A3FE-CED3-A16D61C5AA64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 bwMode="auto">
          <a:xfrm flipH="1" flipV="1">
            <a:off x="1371601" y="3505200"/>
            <a:ext cx="3200398" cy="16516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2139D74-FA1B-C36C-56A9-888757B9AD74}"/>
              </a:ext>
            </a:extLst>
          </p:cNvPr>
          <p:cNvSpPr txBox="1"/>
          <p:nvPr/>
        </p:nvSpPr>
        <p:spPr>
          <a:xfrm>
            <a:off x="-128337" y="2077718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 </a:t>
            </a:r>
            <a:r>
              <a:rPr lang="zh-CN" altLang="en-US" sz="2400" dirty="0"/>
              <a:t>双精度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9C3F7-0415-009A-7FFD-7FBEDF24D11F}"/>
              </a:ext>
            </a:extLst>
          </p:cNvPr>
          <p:cNvSpPr/>
          <p:nvPr/>
        </p:nvSpPr>
        <p:spPr bwMode="auto">
          <a:xfrm>
            <a:off x="1371600" y="3586708"/>
            <a:ext cx="304799" cy="22860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7F31B5-4E50-649E-E421-2E904BA9EEF5}"/>
              </a:ext>
            </a:extLst>
          </p:cNvPr>
          <p:cNvSpPr/>
          <p:nvPr/>
        </p:nvSpPr>
        <p:spPr bwMode="auto">
          <a:xfrm>
            <a:off x="1219200" y="3881337"/>
            <a:ext cx="304799" cy="22860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76EEE3-7055-5D15-7219-B7E041555D1F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 bwMode="auto">
          <a:xfrm flipH="1" flipV="1">
            <a:off x="1524000" y="3815308"/>
            <a:ext cx="3047999" cy="13415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6DD007-0CA4-8A68-D6F9-703FC3631A21}"/>
              </a:ext>
            </a:extLst>
          </p:cNvPr>
          <p:cNvCxnSpPr>
            <a:cxnSpLocks/>
            <a:stCxn id="11" idx="0"/>
            <a:endCxn id="14" idx="3"/>
          </p:cNvCxnSpPr>
          <p:nvPr/>
        </p:nvCxnSpPr>
        <p:spPr bwMode="auto">
          <a:xfrm flipH="1" flipV="1">
            <a:off x="1523999" y="3995637"/>
            <a:ext cx="3048000" cy="11611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83206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 animBg="1"/>
      <p:bldP spid="5" grpId="0"/>
      <p:bldP spid="10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87C73-BCA0-B1EC-A0F0-08147B90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F7966-B08D-E5F3-3ADD-6C0A088DA7A5}"/>
              </a:ext>
            </a:extLst>
          </p:cNvPr>
          <p:cNvSpPr/>
          <p:nvPr/>
        </p:nvSpPr>
        <p:spPr bwMode="auto">
          <a:xfrm>
            <a:off x="5287946" y="2534455"/>
            <a:ext cx="3180572" cy="19871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mulps</a:t>
            </a:r>
            <a:r>
              <a:rPr lang="en-US" altLang="zh-CN" sz="2000" dirty="0">
                <a:latin typeface="Consolas" panose="020B0609020204030204" pitchFamily="49" charset="0"/>
              </a:rPr>
              <a:t>  %xmm5,%xmm3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mulps</a:t>
            </a:r>
            <a:r>
              <a:rPr lang="en-US" altLang="zh-CN" sz="2000" dirty="0">
                <a:latin typeface="Consolas" panose="020B0609020204030204" pitchFamily="49" charset="0"/>
              </a:rPr>
              <a:t>  %xmm4,%xmm2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movaps</a:t>
            </a:r>
            <a:r>
              <a:rPr lang="en-US" altLang="zh-CN" sz="2000" dirty="0">
                <a:latin typeface="Consolas" panose="020B0609020204030204" pitchFamily="49" charset="0"/>
              </a:rPr>
              <a:t> %xmm1,%xmm4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subps</a:t>
            </a:r>
            <a:r>
              <a:rPr lang="en-US" altLang="zh-CN" sz="2000" dirty="0">
                <a:latin typeface="Consolas" panose="020B0609020204030204" pitchFamily="49" charset="0"/>
              </a:rPr>
              <a:t>  %xmm2,%xmm4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8197E-AC9B-27E1-E3D7-C210C9A4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 </a:t>
            </a:r>
            <a:r>
              <a:rPr lang="en-US" altLang="zh-CN" dirty="0"/>
              <a:t>(1)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029BD-740D-905C-80AE-605E43D753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615DDC-3124-7633-A5D1-CF2C2323CF74}"/>
              </a:ext>
            </a:extLst>
          </p:cNvPr>
          <p:cNvSpPr/>
          <p:nvPr/>
        </p:nvSpPr>
        <p:spPr bwMode="auto">
          <a:xfrm>
            <a:off x="720557" y="2568831"/>
            <a:ext cx="3180572" cy="19591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movapd</a:t>
            </a:r>
            <a:r>
              <a:rPr lang="en-US" sz="2000" dirty="0">
                <a:latin typeface="Consolas" panose="020B0609020204030204" pitchFamily="49" charset="0"/>
              </a:rPr>
              <a:t> %xmm8, %xmm6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subpd</a:t>
            </a:r>
            <a:r>
              <a:rPr lang="en-US" sz="2000" dirty="0">
                <a:latin typeface="Consolas" panose="020B0609020204030204" pitchFamily="49" charset="0"/>
              </a:rPr>
              <a:t> %xmm10, %xmm6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E5EDE7-8C8B-FF8A-0777-87C99F2C5E93}"/>
              </a:ext>
            </a:extLst>
          </p:cNvPr>
          <p:cNvSpPr txBox="1"/>
          <p:nvPr/>
        </p:nvSpPr>
        <p:spPr>
          <a:xfrm>
            <a:off x="675481" y="1554631"/>
            <a:ext cx="7793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  </a:t>
            </a:r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27470-85DA-5FD1-6A79-58FDA4D1F235}"/>
              </a:ext>
            </a:extLst>
          </p:cNvPr>
          <p:cNvSpPr txBox="1"/>
          <p:nvPr/>
        </p:nvSpPr>
        <p:spPr>
          <a:xfrm>
            <a:off x="-128337" y="2077718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 </a:t>
            </a:r>
            <a:r>
              <a:rPr lang="zh-CN" altLang="en-US" sz="2400" dirty="0"/>
              <a:t>双精度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D158A-8DDD-347E-C964-C0ADF7CB900B}"/>
              </a:ext>
            </a:extLst>
          </p:cNvPr>
          <p:cNvSpPr txBox="1"/>
          <p:nvPr/>
        </p:nvSpPr>
        <p:spPr>
          <a:xfrm>
            <a:off x="4571999" y="208412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Single-precision  </a:t>
            </a:r>
            <a:r>
              <a:rPr lang="zh-CN" altLang="en-US" sz="2400" dirty="0"/>
              <a:t>单精度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91847E-B047-8ED9-E632-6ED16B418C80}"/>
              </a:ext>
            </a:extLst>
          </p:cNvPr>
          <p:cNvSpPr txBox="1"/>
          <p:nvPr/>
        </p:nvSpPr>
        <p:spPr>
          <a:xfrm>
            <a:off x="224814" y="5156817"/>
            <a:ext cx="8694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4 single-precision numbers packed in operation</a:t>
            </a:r>
          </a:p>
          <a:p>
            <a:pPr algn="ctr"/>
            <a:r>
              <a:rPr lang="en-US" altLang="zh-CN" sz="2400" dirty="0"/>
              <a:t>4</a:t>
            </a:r>
            <a:r>
              <a:rPr lang="zh-CN" altLang="en-US" sz="2400" dirty="0"/>
              <a:t>个单精度数套在一起操作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3E9B8E-FFA7-B59D-77E9-1A71F7A87E28}"/>
              </a:ext>
            </a:extLst>
          </p:cNvPr>
          <p:cNvSpPr/>
          <p:nvPr/>
        </p:nvSpPr>
        <p:spPr bwMode="auto">
          <a:xfrm>
            <a:off x="5791200" y="2921704"/>
            <a:ext cx="304799" cy="576495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AD9C36-AE51-5F8F-9A46-461B540EB1B5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 bwMode="auto">
          <a:xfrm flipV="1">
            <a:off x="4571999" y="3498199"/>
            <a:ext cx="1371601" cy="1658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0587A13-04AD-8E85-479D-67EFFB6E78CF}"/>
              </a:ext>
            </a:extLst>
          </p:cNvPr>
          <p:cNvSpPr/>
          <p:nvPr/>
        </p:nvSpPr>
        <p:spPr bwMode="auto">
          <a:xfrm>
            <a:off x="5931567" y="3562644"/>
            <a:ext cx="304799" cy="22860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F9DC84-3B3D-6DA4-6F02-0FE7A9880FBB}"/>
              </a:ext>
            </a:extLst>
          </p:cNvPr>
          <p:cNvSpPr/>
          <p:nvPr/>
        </p:nvSpPr>
        <p:spPr bwMode="auto">
          <a:xfrm>
            <a:off x="5791200" y="3845337"/>
            <a:ext cx="304799" cy="22860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76CE77-DE40-2C7D-BBB9-332309523C2A}"/>
              </a:ext>
            </a:extLst>
          </p:cNvPr>
          <p:cNvCxnSpPr>
            <a:cxnSpLocks/>
            <a:stCxn id="19" idx="0"/>
            <a:endCxn id="22" idx="1"/>
          </p:cNvCxnSpPr>
          <p:nvPr/>
        </p:nvCxnSpPr>
        <p:spPr bwMode="auto">
          <a:xfrm flipV="1">
            <a:off x="4571999" y="3676944"/>
            <a:ext cx="1359568" cy="14798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E1C50F-3E16-8919-E397-6B3503DFC2F3}"/>
              </a:ext>
            </a:extLst>
          </p:cNvPr>
          <p:cNvCxnSpPr>
            <a:cxnSpLocks/>
            <a:stCxn id="19" idx="0"/>
            <a:endCxn id="23" idx="2"/>
          </p:cNvCxnSpPr>
          <p:nvPr/>
        </p:nvCxnSpPr>
        <p:spPr bwMode="auto">
          <a:xfrm flipV="1">
            <a:off x="4571999" y="4073937"/>
            <a:ext cx="1371601" cy="10828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41307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2F937-DF51-015B-3CC8-D4A98D9E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A933E4-E8DC-1046-A425-DE2229079F17}"/>
              </a:ext>
            </a:extLst>
          </p:cNvPr>
          <p:cNvSpPr/>
          <p:nvPr/>
        </p:nvSpPr>
        <p:spPr bwMode="auto">
          <a:xfrm>
            <a:off x="5287946" y="2534455"/>
            <a:ext cx="3180572" cy="19871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mulps</a:t>
            </a:r>
            <a:r>
              <a:rPr lang="en-US" altLang="zh-CN" sz="2000" dirty="0">
                <a:latin typeface="Consolas" panose="020B0609020204030204" pitchFamily="49" charset="0"/>
              </a:rPr>
              <a:t>  %xmm5,%xmm3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mulps</a:t>
            </a:r>
            <a:r>
              <a:rPr lang="en-US" altLang="zh-CN" sz="2000" dirty="0">
                <a:latin typeface="Consolas" panose="020B0609020204030204" pitchFamily="49" charset="0"/>
              </a:rPr>
              <a:t>  %xmm4,%xmm2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movaps</a:t>
            </a:r>
            <a:r>
              <a:rPr lang="en-US" altLang="zh-CN" sz="2000" dirty="0">
                <a:latin typeface="Consolas" panose="020B0609020204030204" pitchFamily="49" charset="0"/>
              </a:rPr>
              <a:t> %xmm1,%xmm4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subps</a:t>
            </a:r>
            <a:r>
              <a:rPr lang="en-US" altLang="zh-CN" sz="2000" dirty="0">
                <a:latin typeface="Consolas" panose="020B0609020204030204" pitchFamily="49" charset="0"/>
              </a:rPr>
              <a:t>  %xmm2,%xmm4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7FE3C-CA30-CC32-0261-B89E3540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 </a:t>
            </a:r>
            <a:r>
              <a:rPr lang="en-US" altLang="zh-CN" dirty="0"/>
              <a:t>(1)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A49C9-6F1C-D5C2-7773-A757EFB5CD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7EEC8C-D692-3F84-14A3-86326623F566}"/>
              </a:ext>
            </a:extLst>
          </p:cNvPr>
          <p:cNvSpPr/>
          <p:nvPr/>
        </p:nvSpPr>
        <p:spPr bwMode="auto">
          <a:xfrm>
            <a:off x="720557" y="2568831"/>
            <a:ext cx="3180572" cy="19591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r>
              <a:rPr lang="en-US" altLang="zh-CN" sz="2000" dirty="0" err="1">
                <a:latin typeface="Consolas" panose="020B0609020204030204" pitchFamily="49" charset="0"/>
              </a:rPr>
              <a:t>mulpd</a:t>
            </a:r>
            <a:r>
              <a:rPr lang="en-US" altLang="zh-CN" sz="2000" dirty="0">
                <a:latin typeface="Consolas" panose="020B0609020204030204" pitchFamily="49" charset="0"/>
              </a:rPr>
              <a:t> %xmm6, %xmm10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movapd</a:t>
            </a:r>
            <a:r>
              <a:rPr lang="en-US" sz="2000" dirty="0">
                <a:latin typeface="Consolas" panose="020B0609020204030204" pitchFamily="49" charset="0"/>
              </a:rPr>
              <a:t> %xmm8, %xmm6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subpd</a:t>
            </a:r>
            <a:r>
              <a:rPr lang="en-US" sz="2000" dirty="0">
                <a:latin typeface="Consolas" panose="020B0609020204030204" pitchFamily="49" charset="0"/>
              </a:rPr>
              <a:t> %xmm10, %xmm6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87C9F-F0F3-5750-2D35-339A27DA763E}"/>
              </a:ext>
            </a:extLst>
          </p:cNvPr>
          <p:cNvSpPr txBox="1"/>
          <p:nvPr/>
        </p:nvSpPr>
        <p:spPr>
          <a:xfrm>
            <a:off x="675481" y="1554631"/>
            <a:ext cx="7793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old CPUs  </a:t>
            </a:r>
            <a:r>
              <a:rPr lang="zh-CN" altLang="en-US" sz="2800" dirty="0"/>
              <a:t>一些旧的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B22FE-0905-DB27-A4B5-D9FC3BC8744F}"/>
              </a:ext>
            </a:extLst>
          </p:cNvPr>
          <p:cNvSpPr txBox="1"/>
          <p:nvPr/>
        </p:nvSpPr>
        <p:spPr>
          <a:xfrm>
            <a:off x="-128337" y="2077718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 </a:t>
            </a:r>
            <a:r>
              <a:rPr lang="zh-CN" altLang="en-US" sz="2400" dirty="0"/>
              <a:t>双精度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9BFA8-6DF8-BE09-DF6A-083E15BC4029}"/>
              </a:ext>
            </a:extLst>
          </p:cNvPr>
          <p:cNvSpPr txBox="1"/>
          <p:nvPr/>
        </p:nvSpPr>
        <p:spPr>
          <a:xfrm>
            <a:off x="4571999" y="208412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Single-precision  </a:t>
            </a:r>
            <a:r>
              <a:rPr lang="zh-CN" altLang="en-US" sz="2400" dirty="0"/>
              <a:t>单精度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9959F-12A4-AD02-8279-2FDBA1A35AE3}"/>
              </a:ext>
            </a:extLst>
          </p:cNvPr>
          <p:cNvSpPr txBox="1"/>
          <p:nvPr/>
        </p:nvSpPr>
        <p:spPr>
          <a:xfrm>
            <a:off x="224814" y="5156817"/>
            <a:ext cx="8694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Same instruction execution time, more numbers operated</a:t>
            </a:r>
          </a:p>
          <a:p>
            <a:pPr algn="ctr"/>
            <a:r>
              <a:rPr lang="zh-CN" altLang="en-US" sz="2400" dirty="0"/>
              <a:t>相同的指令执行时间内操作更多的数据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4870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8F444-80EE-3749-4F83-3EEA6BECE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801F-588A-8DFB-523B-3E38588C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 </a:t>
            </a:r>
            <a:r>
              <a:rPr lang="en-US" altLang="zh-CN" dirty="0"/>
              <a:t>(2)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2CBD0-D26F-6034-4D27-B3244F8B9E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012CC-D3D6-48F7-2E5F-9629BF91ED77}"/>
              </a:ext>
            </a:extLst>
          </p:cNvPr>
          <p:cNvSpPr txBox="1"/>
          <p:nvPr/>
        </p:nvSpPr>
        <p:spPr>
          <a:xfrm>
            <a:off x="224814" y="5156817"/>
            <a:ext cx="8694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Vector extension, 4 double-precision numbers packed </a:t>
            </a:r>
          </a:p>
          <a:p>
            <a:pPr algn="ctr"/>
            <a:r>
              <a:rPr lang="zh-CN" altLang="en-US" sz="2400" dirty="0"/>
              <a:t>向量拓展，</a:t>
            </a:r>
            <a:r>
              <a:rPr lang="en-US" altLang="zh-CN" sz="2400" dirty="0"/>
              <a:t>4</a:t>
            </a:r>
            <a:r>
              <a:rPr lang="zh-CN" altLang="en-US" sz="2400" dirty="0"/>
              <a:t>个双精度数套在一起操作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2B501C-70C4-9D3A-B920-FB4AA98DC6EF}"/>
              </a:ext>
            </a:extLst>
          </p:cNvPr>
          <p:cNvSpPr/>
          <p:nvPr/>
        </p:nvSpPr>
        <p:spPr bwMode="auto">
          <a:xfrm>
            <a:off x="90636" y="2504377"/>
            <a:ext cx="4612464" cy="21760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vmulpd</a:t>
            </a:r>
            <a:r>
              <a:rPr lang="en-US" altLang="zh-CN" dirty="0">
                <a:latin typeface="Consolas" panose="020B0609020204030204" pitchFamily="49" charset="0"/>
              </a:rPr>
              <a:t> %ymm2,%ymm5,%ymm2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vfnmadd213pd %ymm0,%ymm19,%ymm2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vmovupd</a:t>
            </a:r>
            <a:r>
              <a:rPr lang="en-US" altLang="zh-CN" dirty="0">
                <a:latin typeface="Consolas" panose="020B0609020204030204" pitchFamily="49" charset="0"/>
              </a:rPr>
              <a:t> %ymm2,(%rax,%rcx,1)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036BF-37F6-F2EE-E79E-37C38CE7243C}"/>
              </a:ext>
            </a:extLst>
          </p:cNvPr>
          <p:cNvSpPr txBox="1"/>
          <p:nvPr/>
        </p:nvSpPr>
        <p:spPr>
          <a:xfrm>
            <a:off x="-128337" y="2077718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 </a:t>
            </a:r>
            <a:r>
              <a:rPr lang="zh-CN" altLang="en-US" sz="2400" dirty="0"/>
              <a:t>双精度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60F093-5F1F-A11F-3BAF-00DBEF30DC69}"/>
              </a:ext>
            </a:extLst>
          </p:cNvPr>
          <p:cNvCxnSpPr>
            <a:cxnSpLocks/>
            <a:stCxn id="3" idx="0"/>
            <a:endCxn id="20" idx="3"/>
          </p:cNvCxnSpPr>
          <p:nvPr/>
        </p:nvCxnSpPr>
        <p:spPr bwMode="auto">
          <a:xfrm flipH="1" flipV="1">
            <a:off x="947055" y="2951015"/>
            <a:ext cx="3624944" cy="22058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74B73C-C689-79D6-4445-5F33841F73EE}"/>
              </a:ext>
            </a:extLst>
          </p:cNvPr>
          <p:cNvCxnSpPr>
            <a:cxnSpLocks/>
            <a:stCxn id="3" idx="0"/>
            <a:endCxn id="21" idx="2"/>
          </p:cNvCxnSpPr>
          <p:nvPr/>
        </p:nvCxnSpPr>
        <p:spPr bwMode="auto">
          <a:xfrm flipH="1" flipV="1">
            <a:off x="1572985" y="3632530"/>
            <a:ext cx="2999014" cy="1524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388A05-AB08-57F0-00EF-530A458F5DC8}"/>
              </a:ext>
            </a:extLst>
          </p:cNvPr>
          <p:cNvCxnSpPr>
            <a:cxnSpLocks/>
            <a:stCxn id="3" idx="0"/>
          </p:cNvCxnSpPr>
          <p:nvPr/>
        </p:nvCxnSpPr>
        <p:spPr bwMode="auto">
          <a:xfrm flipH="1" flipV="1">
            <a:off x="1066799" y="4087702"/>
            <a:ext cx="3505200" cy="10691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BB80598-A0EA-72B1-CA46-952B666D712B}"/>
              </a:ext>
            </a:extLst>
          </p:cNvPr>
          <p:cNvSpPr/>
          <p:nvPr/>
        </p:nvSpPr>
        <p:spPr bwMode="auto">
          <a:xfrm>
            <a:off x="696684" y="2818359"/>
            <a:ext cx="250371" cy="26531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63920E-26F5-8103-2C82-BEF8B2F086A2}"/>
              </a:ext>
            </a:extLst>
          </p:cNvPr>
          <p:cNvSpPr/>
          <p:nvPr/>
        </p:nvSpPr>
        <p:spPr bwMode="auto">
          <a:xfrm>
            <a:off x="1447799" y="3367218"/>
            <a:ext cx="250371" cy="26531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B231E8-31F4-5F72-49B4-ED89BC515D44}"/>
              </a:ext>
            </a:extLst>
          </p:cNvPr>
          <p:cNvSpPr/>
          <p:nvPr/>
        </p:nvSpPr>
        <p:spPr bwMode="auto">
          <a:xfrm>
            <a:off x="816428" y="3955046"/>
            <a:ext cx="250371" cy="26531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41BB0-C101-EC21-D26E-D00D8BFCC5AB}"/>
              </a:ext>
            </a:extLst>
          </p:cNvPr>
          <p:cNvSpPr/>
          <p:nvPr/>
        </p:nvSpPr>
        <p:spPr bwMode="auto">
          <a:xfrm>
            <a:off x="152871" y="2852925"/>
            <a:ext cx="195472" cy="1308429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27063FB-A0AC-73A7-08A6-B5B2C556D65F}"/>
              </a:ext>
            </a:extLst>
          </p:cNvPr>
          <p:cNvCxnSpPr>
            <a:cxnSpLocks/>
            <a:stCxn id="3" idx="0"/>
            <a:endCxn id="23" idx="2"/>
          </p:cNvCxnSpPr>
          <p:nvPr/>
        </p:nvCxnSpPr>
        <p:spPr bwMode="auto">
          <a:xfrm flipH="1" flipV="1">
            <a:off x="250607" y="4161354"/>
            <a:ext cx="4321392" cy="9954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F8EF8D0-E508-D3E2-3DFB-3B4FF0F4A80A}"/>
              </a:ext>
            </a:extLst>
          </p:cNvPr>
          <p:cNvSpPr txBox="1"/>
          <p:nvPr/>
        </p:nvSpPr>
        <p:spPr>
          <a:xfrm>
            <a:off x="533398" y="1539774"/>
            <a:ext cx="807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  </a:t>
            </a:r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677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18D8-0BEC-41B9-49A8-1F6A2514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64DFB88-9721-EE4B-64FE-AB2A25455F09}"/>
              </a:ext>
            </a:extLst>
          </p:cNvPr>
          <p:cNvSpPr/>
          <p:nvPr/>
        </p:nvSpPr>
        <p:spPr bwMode="auto">
          <a:xfrm>
            <a:off x="4634235" y="2504377"/>
            <a:ext cx="4351020" cy="19871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fi-FI" altLang="zh-CN" dirty="0">
                <a:latin typeface="Consolas" panose="020B0609020204030204" pitchFamily="49" charset="0"/>
              </a:rPr>
              <a:t>vmulps (%rax,%rsi,4),%ymm2,%ymm16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vfnmadd213ps %ymm1,%ymm2,%ymm16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vmovups</a:t>
            </a:r>
            <a:r>
              <a:rPr lang="en-US" altLang="zh-CN" dirty="0">
                <a:latin typeface="Consolas" panose="020B0609020204030204" pitchFamily="49" charset="0"/>
              </a:rPr>
              <a:t> %ymm16,(%rdx,%rsi,4)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DDD90-1F05-AE81-32D5-970C5285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 </a:t>
            </a:r>
            <a:r>
              <a:rPr lang="en-US" altLang="zh-CN" dirty="0"/>
              <a:t>(2)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8733E-EF75-AA73-8321-16194759B1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E372A-6A1A-4745-1F1E-0D659AFA2379}"/>
              </a:ext>
            </a:extLst>
          </p:cNvPr>
          <p:cNvSpPr txBox="1"/>
          <p:nvPr/>
        </p:nvSpPr>
        <p:spPr>
          <a:xfrm>
            <a:off x="224814" y="5156817"/>
            <a:ext cx="8694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Vector extension, 8 single-precision numbers packed </a:t>
            </a:r>
          </a:p>
          <a:p>
            <a:pPr algn="ctr"/>
            <a:r>
              <a:rPr lang="zh-CN" altLang="en-US" sz="2400" dirty="0"/>
              <a:t>向量拓展，</a:t>
            </a:r>
            <a:r>
              <a:rPr lang="en-US" altLang="zh-CN" sz="2400" dirty="0"/>
              <a:t>8</a:t>
            </a:r>
            <a:r>
              <a:rPr lang="zh-CN" altLang="en-US" sz="2400" dirty="0"/>
              <a:t>个单精度数套在一起操作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F19153-122D-D093-F119-1CCE3A8400B6}"/>
              </a:ext>
            </a:extLst>
          </p:cNvPr>
          <p:cNvCxnSpPr>
            <a:cxnSpLocks/>
            <a:stCxn id="19" idx="0"/>
            <a:endCxn id="26" idx="1"/>
          </p:cNvCxnSpPr>
          <p:nvPr/>
        </p:nvCxnSpPr>
        <p:spPr bwMode="auto">
          <a:xfrm flipV="1">
            <a:off x="4571999" y="2980660"/>
            <a:ext cx="653143" cy="21761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665A0D3-1CC9-89C6-080C-ADDFA75CEE9E}"/>
              </a:ext>
            </a:extLst>
          </p:cNvPr>
          <p:cNvCxnSpPr>
            <a:cxnSpLocks/>
            <a:stCxn id="19" idx="0"/>
            <a:endCxn id="27" idx="2"/>
          </p:cNvCxnSpPr>
          <p:nvPr/>
        </p:nvCxnSpPr>
        <p:spPr bwMode="auto">
          <a:xfrm flipV="1">
            <a:off x="4571999" y="3662175"/>
            <a:ext cx="1529444" cy="14946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BB66D98-B622-E06C-0F5E-8342FAAF4F80}"/>
              </a:ext>
            </a:extLst>
          </p:cNvPr>
          <p:cNvCxnSpPr>
            <a:cxnSpLocks/>
            <a:stCxn id="19" idx="0"/>
          </p:cNvCxnSpPr>
          <p:nvPr/>
        </p:nvCxnSpPr>
        <p:spPr bwMode="auto">
          <a:xfrm flipV="1">
            <a:off x="4571999" y="4114800"/>
            <a:ext cx="772887" cy="10420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CC142F3-0B1E-4B3F-E3EA-884EE658E1B3}"/>
              </a:ext>
            </a:extLst>
          </p:cNvPr>
          <p:cNvSpPr/>
          <p:nvPr/>
        </p:nvSpPr>
        <p:spPr bwMode="auto">
          <a:xfrm>
            <a:off x="90636" y="2504377"/>
            <a:ext cx="4612464" cy="21760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vmulpd</a:t>
            </a:r>
            <a:r>
              <a:rPr lang="en-US" altLang="zh-CN" dirty="0">
                <a:latin typeface="Consolas" panose="020B0609020204030204" pitchFamily="49" charset="0"/>
              </a:rPr>
              <a:t> %ymm2,%ymm5,%ymm2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vfnmadd213pd %ymm0,%ymm19,%ymm2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vmovupd</a:t>
            </a:r>
            <a:r>
              <a:rPr lang="en-US" altLang="zh-CN" dirty="0">
                <a:latin typeface="Consolas" panose="020B0609020204030204" pitchFamily="49" charset="0"/>
              </a:rPr>
              <a:t> %ymm2,(%rax,%rcx,1)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BBAAC-DC9E-AC83-4B7C-9CCE2213541F}"/>
              </a:ext>
            </a:extLst>
          </p:cNvPr>
          <p:cNvSpPr txBox="1"/>
          <p:nvPr/>
        </p:nvSpPr>
        <p:spPr>
          <a:xfrm>
            <a:off x="533398" y="1539774"/>
            <a:ext cx="807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  </a:t>
            </a:r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6A8C93-01D2-6D29-92CC-A75CC50013B6}"/>
              </a:ext>
            </a:extLst>
          </p:cNvPr>
          <p:cNvSpPr txBox="1"/>
          <p:nvPr/>
        </p:nvSpPr>
        <p:spPr>
          <a:xfrm>
            <a:off x="-128337" y="2077718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 </a:t>
            </a:r>
            <a:r>
              <a:rPr lang="zh-CN" altLang="en-US" sz="2400" dirty="0"/>
              <a:t>双精度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6123B7-8DCE-03F1-B1EA-5235E61D94F1}"/>
              </a:ext>
            </a:extLst>
          </p:cNvPr>
          <p:cNvSpPr txBox="1"/>
          <p:nvPr/>
        </p:nvSpPr>
        <p:spPr>
          <a:xfrm>
            <a:off x="4571999" y="208412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Single-precision  </a:t>
            </a:r>
            <a:r>
              <a:rPr lang="zh-CN" altLang="en-US" sz="2400" dirty="0"/>
              <a:t>单精度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03FAB5-1329-6F15-82AA-E0D4D3FFF91E}"/>
              </a:ext>
            </a:extLst>
          </p:cNvPr>
          <p:cNvSpPr/>
          <p:nvPr/>
        </p:nvSpPr>
        <p:spPr bwMode="auto">
          <a:xfrm>
            <a:off x="5225142" y="2848004"/>
            <a:ext cx="250371" cy="26531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18DE09-0264-9BDD-0932-24ECA0A3FB21}"/>
              </a:ext>
            </a:extLst>
          </p:cNvPr>
          <p:cNvSpPr/>
          <p:nvPr/>
        </p:nvSpPr>
        <p:spPr bwMode="auto">
          <a:xfrm>
            <a:off x="5976257" y="3396863"/>
            <a:ext cx="250371" cy="26531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1D0156-9DA3-A788-6F35-62688E0A91A6}"/>
              </a:ext>
            </a:extLst>
          </p:cNvPr>
          <p:cNvSpPr/>
          <p:nvPr/>
        </p:nvSpPr>
        <p:spPr bwMode="auto">
          <a:xfrm>
            <a:off x="5344886" y="3984691"/>
            <a:ext cx="250371" cy="265312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BAB6AB-AFCF-D986-6D5B-9F833ADE67DB}"/>
              </a:ext>
            </a:extLst>
          </p:cNvPr>
          <p:cNvSpPr/>
          <p:nvPr/>
        </p:nvSpPr>
        <p:spPr bwMode="auto">
          <a:xfrm>
            <a:off x="4681329" y="2882570"/>
            <a:ext cx="195472" cy="1308429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67942C-8A22-FAF3-7E2A-5BCD120A86FE}"/>
              </a:ext>
            </a:extLst>
          </p:cNvPr>
          <p:cNvCxnSpPr>
            <a:cxnSpLocks/>
            <a:stCxn id="19" idx="0"/>
            <a:endCxn id="29" idx="2"/>
          </p:cNvCxnSpPr>
          <p:nvPr/>
        </p:nvCxnSpPr>
        <p:spPr bwMode="auto">
          <a:xfrm flipV="1">
            <a:off x="4571999" y="4190999"/>
            <a:ext cx="207066" cy="9658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46841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B149-71A1-87AF-C855-F8F26DE5A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D33728-48CF-9EFE-AB19-2EA381346367}"/>
              </a:ext>
            </a:extLst>
          </p:cNvPr>
          <p:cNvSpPr/>
          <p:nvPr/>
        </p:nvSpPr>
        <p:spPr bwMode="auto">
          <a:xfrm>
            <a:off x="4634235" y="2504377"/>
            <a:ext cx="4351020" cy="19871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fi-FI" altLang="zh-CN" dirty="0">
                <a:latin typeface="Consolas" panose="020B0609020204030204" pitchFamily="49" charset="0"/>
              </a:rPr>
              <a:t>vmulps (%rax,%rsi,4),%ymm2,%ymm16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vfnmadd213ps %ymm1,%ymm2,%ymm16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vmovups</a:t>
            </a:r>
            <a:r>
              <a:rPr lang="en-US" altLang="zh-CN" dirty="0">
                <a:latin typeface="Consolas" panose="020B0609020204030204" pitchFamily="49" charset="0"/>
              </a:rPr>
              <a:t> %ymm16,(%rdx,%rsi,4)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8430F-F97C-5794-144E-B27393B9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Look at the Instructions</a:t>
            </a:r>
            <a:br>
              <a:rPr lang="en-US" altLang="zh-CN" dirty="0"/>
            </a:br>
            <a:r>
              <a:rPr lang="zh-CN" altLang="en-US" dirty="0"/>
              <a:t>看看指令 </a:t>
            </a:r>
            <a:r>
              <a:rPr lang="en-US" altLang="zh-CN" dirty="0"/>
              <a:t>(2)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4E2E9-CD3F-F94E-0690-74F03B212D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FC7F38-5982-2066-9FFA-EC33EC168184}"/>
              </a:ext>
            </a:extLst>
          </p:cNvPr>
          <p:cNvSpPr/>
          <p:nvPr/>
        </p:nvSpPr>
        <p:spPr bwMode="auto">
          <a:xfrm>
            <a:off x="90636" y="2504377"/>
            <a:ext cx="4612464" cy="21760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vmulpd</a:t>
            </a:r>
            <a:r>
              <a:rPr lang="en-US" altLang="zh-CN" dirty="0">
                <a:latin typeface="Consolas" panose="020B0609020204030204" pitchFamily="49" charset="0"/>
              </a:rPr>
              <a:t> %ymm2,%ymm5,%ymm2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vfnmadd213pd %ymm0,%ymm19,%ymm2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vmovupd</a:t>
            </a:r>
            <a:r>
              <a:rPr lang="en-US" altLang="zh-CN" dirty="0">
                <a:latin typeface="Consolas" panose="020B0609020204030204" pitchFamily="49" charset="0"/>
              </a:rPr>
              <a:t> %ymm2,(%rax,%rcx,1)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D67916-DC7D-3D40-C9BC-F4ACD412B98D}"/>
              </a:ext>
            </a:extLst>
          </p:cNvPr>
          <p:cNvSpPr txBox="1"/>
          <p:nvPr/>
        </p:nvSpPr>
        <p:spPr>
          <a:xfrm>
            <a:off x="533398" y="1539774"/>
            <a:ext cx="807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Some relatively new CPUs  </a:t>
            </a:r>
            <a:r>
              <a:rPr lang="zh-CN" altLang="en-US" sz="2800" dirty="0"/>
              <a:t>一些相对较新的</a:t>
            </a:r>
            <a:r>
              <a:rPr lang="en-US" altLang="zh-CN" sz="2800" dirty="0"/>
              <a:t>CPU</a:t>
            </a:r>
            <a:endParaRPr lang="zh-CN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E3204-B0A5-BD1B-8C55-BED9BCEA485B}"/>
              </a:ext>
            </a:extLst>
          </p:cNvPr>
          <p:cNvSpPr txBox="1"/>
          <p:nvPr/>
        </p:nvSpPr>
        <p:spPr>
          <a:xfrm>
            <a:off x="-128337" y="2077718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 </a:t>
            </a:r>
            <a:r>
              <a:rPr lang="zh-CN" altLang="en-US" sz="2400" dirty="0"/>
              <a:t>双精度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6A558-C6E5-2B72-EFB7-13ECB623C3DA}"/>
              </a:ext>
            </a:extLst>
          </p:cNvPr>
          <p:cNvSpPr txBox="1"/>
          <p:nvPr/>
        </p:nvSpPr>
        <p:spPr>
          <a:xfrm>
            <a:off x="4571999" y="208412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Single-precision  </a:t>
            </a:r>
            <a:r>
              <a:rPr lang="zh-CN" altLang="en-US" sz="2400" dirty="0"/>
              <a:t>单精度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507CAC-BDFF-8EF5-0B31-243DC46F8D03}"/>
              </a:ext>
            </a:extLst>
          </p:cNvPr>
          <p:cNvSpPr txBox="1"/>
          <p:nvPr/>
        </p:nvSpPr>
        <p:spPr>
          <a:xfrm>
            <a:off x="-58100" y="5154468"/>
            <a:ext cx="9260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Again, same instruction execution time, more numbers operated</a:t>
            </a:r>
          </a:p>
          <a:p>
            <a:pPr algn="ctr"/>
            <a:r>
              <a:rPr lang="zh-CN" altLang="en-US" sz="2400" dirty="0"/>
              <a:t>同样是相同的指令执行时间内操作更多的数据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2225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5DFA-CCB0-2A37-6A24-6C7F2A1A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32A19-4D28-F696-E655-DF26EDFC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Floating-Point Numbers  </a:t>
            </a:r>
            <a:r>
              <a:rPr lang="zh-CN" altLang="en-US" dirty="0"/>
              <a:t>浮点数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493BD89-B0BF-93FE-5CF0-AC5D0B5D5E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F1DFC9-AE0C-4237-7A0F-F3C80FF1AD8F}"/>
                  </a:ext>
                </a:extLst>
              </p:cNvPr>
              <p:cNvSpPr txBox="1"/>
              <p:nvPr/>
            </p:nvSpPr>
            <p:spPr>
              <a:xfrm>
                <a:off x="533400" y="1752600"/>
                <a:ext cx="8077200" cy="86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Floating-point numbers in form of  </a:t>
                </a:r>
                <a:r>
                  <a:rPr lang="zh-CN" altLang="en-US" sz="2400" dirty="0"/>
                  <a:t>浮点数的形式是</a:t>
                </a:r>
                <a:br>
                  <a:rPr lang="en-US" altLang="zh-CN" sz="2400" dirty="0"/>
                </a:br>
                <a14:m>
                  <m:oMathPara xmlns:m="http://schemas.openxmlformats.org/officeDocument/2006/math">
                    <m:oMath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F1DFC9-AE0C-4237-7A0F-F3C80FF1A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752600"/>
                <a:ext cx="8077200" cy="862608"/>
              </a:xfrm>
              <a:prstGeom prst="rect">
                <a:avLst/>
              </a:prstGeom>
              <a:blipFill>
                <a:blip r:embed="rId2"/>
                <a:stretch>
                  <a:fillRect t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09B3C94-2289-3F2E-E4FE-1CE2AC0C8B0B}"/>
              </a:ext>
            </a:extLst>
          </p:cNvPr>
          <p:cNvSpPr txBox="1"/>
          <p:nvPr/>
        </p:nvSpPr>
        <p:spPr>
          <a:xfrm>
            <a:off x="533400" y="3055203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Both single-precision &amp; double-precision </a:t>
            </a:r>
            <a:br>
              <a:rPr lang="en-US" altLang="zh-CN" sz="2400" dirty="0"/>
            </a:br>
            <a:r>
              <a:rPr lang="en-US" altLang="zh-CN" sz="2400" dirty="0"/>
              <a:t>numbers are floating-point numbers</a:t>
            </a:r>
          </a:p>
          <a:p>
            <a:pPr algn="ctr"/>
            <a:r>
              <a:rPr lang="zh-CN" altLang="en-US" sz="2400" dirty="0"/>
              <a:t>单精度数和双精度数都是浮点数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06BCB-7582-C712-C674-D19EE44463CC}"/>
              </a:ext>
            </a:extLst>
          </p:cNvPr>
          <p:cNvSpPr txBox="1"/>
          <p:nvPr/>
        </p:nvSpPr>
        <p:spPr>
          <a:xfrm>
            <a:off x="533400" y="48078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They’re just w/ different sizes (number of bits)</a:t>
            </a:r>
          </a:p>
          <a:p>
            <a:pPr algn="ctr"/>
            <a:r>
              <a:rPr lang="zh-CN" altLang="en-US" sz="2400" dirty="0"/>
              <a:t>他们只是占用空间大小（位数）不同</a:t>
            </a:r>
          </a:p>
        </p:txBody>
      </p:sp>
    </p:spTree>
    <p:extLst>
      <p:ext uri="{BB962C8B-B14F-4D97-AF65-F5344CB8AC3E}">
        <p14:creationId xmlns:p14="http://schemas.microsoft.com/office/powerpoint/2010/main" val="184962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5F36-300E-AF2E-AFF8-4CBA18FC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327F-550F-D2E9-683A-A6B33DC0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Single-Precision vs Double-Precision  </a:t>
            </a:r>
            <a:r>
              <a:rPr lang="zh-CN" altLang="en-US" dirty="0"/>
              <a:t>单精度对双精度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FD8B5A5-0B6B-C947-BD06-82D030FB20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B97199-CBAD-5C9B-F38C-30ADA37B7F1A}"/>
                  </a:ext>
                </a:extLst>
              </p:cNvPr>
              <p:cNvSpPr txBox="1"/>
              <p:nvPr/>
            </p:nvSpPr>
            <p:spPr>
              <a:xfrm>
                <a:off x="533400" y="1671935"/>
                <a:ext cx="807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B97199-CBAD-5C9B-F38C-30ADA37B7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671935"/>
                <a:ext cx="8077200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FE853CF-975D-C119-EEEF-5043E68F93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4728909"/>
                  </p:ext>
                </p:extLst>
              </p:nvPr>
            </p:nvGraphicFramePr>
            <p:xfrm>
              <a:off x="501877" y="3233058"/>
              <a:ext cx="321608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199688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FE853CF-975D-C119-EEEF-5043E68F93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4728909"/>
                  </p:ext>
                </p:extLst>
              </p:nvPr>
            </p:nvGraphicFramePr>
            <p:xfrm>
              <a:off x="501877" y="3233058"/>
              <a:ext cx="321608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199688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2439" t="-2128" r="-1192683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26415" t="-2128" r="-207547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61280" t="-2128" r="-610" b="-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33C286F-3418-6773-9201-C2AC26D531B1}"/>
              </a:ext>
            </a:extLst>
          </p:cNvPr>
          <p:cNvSpPr txBox="1"/>
          <p:nvPr/>
        </p:nvSpPr>
        <p:spPr>
          <a:xfrm>
            <a:off x="533400" y="2295044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Single-precision number in 4 bytes (32 bits)</a:t>
            </a:r>
          </a:p>
          <a:p>
            <a:pPr algn="ctr"/>
            <a:r>
              <a:rPr lang="zh-CN" altLang="en-US" sz="2400" dirty="0"/>
              <a:t>单精度数占用</a:t>
            </a:r>
            <a:r>
              <a:rPr lang="en-US" altLang="zh-CN" sz="2400" dirty="0"/>
              <a:t>4</a:t>
            </a:r>
            <a:r>
              <a:rPr lang="zh-CN" altLang="en-US" sz="2400" dirty="0"/>
              <a:t>字节（</a:t>
            </a:r>
            <a:r>
              <a:rPr lang="en-US" altLang="zh-CN" sz="2400" dirty="0"/>
              <a:t>32</a:t>
            </a:r>
            <a:r>
              <a:rPr lang="zh-CN" altLang="en-US" sz="2400" dirty="0"/>
              <a:t>位）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64A973-17B1-8B7A-CBA7-C55B67B588F1}"/>
              </a:ext>
            </a:extLst>
          </p:cNvPr>
          <p:cNvSpPr txBox="1"/>
          <p:nvPr/>
        </p:nvSpPr>
        <p:spPr>
          <a:xfrm>
            <a:off x="163286" y="3947832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 bit  </a:t>
            </a:r>
          </a:p>
          <a:p>
            <a:pPr algn="ctr"/>
            <a:r>
              <a:rPr lang="en-US" altLang="zh-CN" sz="2400" dirty="0"/>
              <a:t>1</a:t>
            </a:r>
            <a:r>
              <a:rPr lang="zh-CN" altLang="en-US" sz="2400" dirty="0"/>
              <a:t>位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D5256D-8D80-B278-708E-D3F5BA780C40}"/>
              </a:ext>
            </a:extLst>
          </p:cNvPr>
          <p:cNvCxnSpPr>
            <a:cxnSpLocks/>
            <a:stCxn id="11" idx="0"/>
          </p:cNvCxnSpPr>
          <p:nvPr/>
        </p:nvCxnSpPr>
        <p:spPr bwMode="auto">
          <a:xfrm flipV="1">
            <a:off x="620486" y="3516087"/>
            <a:ext cx="0" cy="4317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9A2A28-4003-956A-2C86-C1B085488F3D}"/>
              </a:ext>
            </a:extLst>
          </p:cNvPr>
          <p:cNvSpPr txBox="1"/>
          <p:nvPr/>
        </p:nvSpPr>
        <p:spPr>
          <a:xfrm>
            <a:off x="620486" y="4916660"/>
            <a:ext cx="1208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8 bits  </a:t>
            </a:r>
          </a:p>
          <a:p>
            <a:pPr algn="ctr"/>
            <a:r>
              <a:rPr lang="en-US" altLang="zh-CN" sz="2400" dirty="0"/>
              <a:t>8</a:t>
            </a:r>
            <a:r>
              <a:rPr lang="zh-CN" altLang="en-US" sz="2400" dirty="0"/>
              <a:t>位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387806-D730-7E67-B9E8-0BD7F9479170}"/>
              </a:ext>
            </a:extLst>
          </p:cNvPr>
          <p:cNvCxnSpPr>
            <a:cxnSpLocks/>
            <a:stCxn id="17" idx="0"/>
          </p:cNvCxnSpPr>
          <p:nvPr/>
        </p:nvCxnSpPr>
        <p:spPr bwMode="auto">
          <a:xfrm flipH="1" flipV="1">
            <a:off x="1219200" y="3516087"/>
            <a:ext cx="5443" cy="14005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51253FA-46D2-6A1B-5600-32D51AF4B57D}"/>
              </a:ext>
            </a:extLst>
          </p:cNvPr>
          <p:cNvSpPr txBox="1"/>
          <p:nvPr/>
        </p:nvSpPr>
        <p:spPr>
          <a:xfrm>
            <a:off x="2101432" y="4340499"/>
            <a:ext cx="1208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23 bits  </a:t>
            </a:r>
          </a:p>
          <a:p>
            <a:pPr algn="ctr"/>
            <a:r>
              <a:rPr lang="en-US" altLang="zh-CN" sz="2400" dirty="0"/>
              <a:t>23</a:t>
            </a:r>
            <a:r>
              <a:rPr lang="zh-CN" altLang="en-US" sz="2400" dirty="0"/>
              <a:t>位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94E2F5-12CA-2EBE-6878-E5B0445C3F8D}"/>
              </a:ext>
            </a:extLst>
          </p:cNvPr>
          <p:cNvCxnSpPr>
            <a:cxnSpLocks/>
            <a:stCxn id="22" idx="0"/>
          </p:cNvCxnSpPr>
          <p:nvPr/>
        </p:nvCxnSpPr>
        <p:spPr bwMode="auto">
          <a:xfrm flipV="1">
            <a:off x="2705589" y="3516087"/>
            <a:ext cx="0" cy="8244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0780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7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99BDD-363C-C9D3-3FB7-62E872F27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0E41-798D-10D7-1048-D746D243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Single-Precision vs Double-Precision  </a:t>
            </a:r>
            <a:r>
              <a:rPr lang="zh-CN" altLang="en-US" dirty="0"/>
              <a:t>单精度对双精度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7B92EB5-5D73-ED8C-3DF2-C882A57863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F239DE-77B0-BB21-3901-4D5FFE6831CB}"/>
                  </a:ext>
                </a:extLst>
              </p:cNvPr>
              <p:cNvSpPr txBox="1"/>
              <p:nvPr/>
            </p:nvSpPr>
            <p:spPr>
              <a:xfrm>
                <a:off x="533400" y="1671935"/>
                <a:ext cx="807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F239DE-77B0-BB21-3901-4D5FFE683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671935"/>
                <a:ext cx="8077200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434FF54-2A6C-A847-DA66-F80014E3FA4F}"/>
              </a:ext>
            </a:extLst>
          </p:cNvPr>
          <p:cNvSpPr txBox="1"/>
          <p:nvPr/>
        </p:nvSpPr>
        <p:spPr>
          <a:xfrm>
            <a:off x="533400" y="2295044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Single-precision number in 4 bytes (32 bits)</a:t>
            </a:r>
          </a:p>
          <a:p>
            <a:pPr algn="ctr"/>
            <a:r>
              <a:rPr lang="zh-CN" altLang="en-US" sz="2400" dirty="0"/>
              <a:t>单精度数占用</a:t>
            </a:r>
            <a:r>
              <a:rPr lang="en-US" altLang="zh-CN" sz="2400" dirty="0"/>
              <a:t>4</a:t>
            </a:r>
            <a:r>
              <a:rPr lang="zh-CN" altLang="en-US" sz="2400" dirty="0"/>
              <a:t>字节（</a:t>
            </a:r>
            <a:r>
              <a:rPr lang="en-US" altLang="zh-CN" sz="2400" dirty="0"/>
              <a:t>32</a:t>
            </a:r>
            <a:r>
              <a:rPr lang="zh-CN" altLang="en-US" sz="2400" dirty="0"/>
              <a:t>位）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D466A46-FAF0-3A65-30E0-1C6DB24AC5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330030"/>
                  </p:ext>
                </p:extLst>
              </p:nvPr>
            </p:nvGraphicFramePr>
            <p:xfrm>
              <a:off x="501877" y="4648200"/>
              <a:ext cx="6356124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8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1306286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D466A46-FAF0-3A65-30E0-1C6DB24AC5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330030"/>
                  </p:ext>
                </p:extLst>
              </p:nvPr>
            </p:nvGraphicFramePr>
            <p:xfrm>
              <a:off x="501877" y="4648200"/>
              <a:ext cx="6356124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8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1306286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2439" t="-2128" r="-2451220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19626" t="-2128" r="-369626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32446" t="-2128" r="-253" b="-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83C379E-1F40-9828-55FA-EAFDAD6F3B44}"/>
              </a:ext>
            </a:extLst>
          </p:cNvPr>
          <p:cNvSpPr txBox="1"/>
          <p:nvPr/>
        </p:nvSpPr>
        <p:spPr>
          <a:xfrm>
            <a:off x="533400" y="3731958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number in 8 bytes (64 bits)</a:t>
            </a:r>
          </a:p>
          <a:p>
            <a:pPr algn="ctr"/>
            <a:r>
              <a:rPr lang="zh-CN" altLang="en-US" sz="2400" dirty="0"/>
              <a:t>双精度数占用</a:t>
            </a:r>
            <a:r>
              <a:rPr lang="en-US" altLang="zh-CN" sz="2400" dirty="0"/>
              <a:t>8</a:t>
            </a:r>
            <a:r>
              <a:rPr lang="zh-CN" altLang="en-US" sz="2400" dirty="0"/>
              <a:t>字节（</a:t>
            </a:r>
            <a:r>
              <a:rPr lang="en-US" altLang="zh-CN" sz="2400" dirty="0"/>
              <a:t>64</a:t>
            </a:r>
            <a:r>
              <a:rPr lang="zh-CN" altLang="en-US" sz="2400" dirty="0"/>
              <a:t>位）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84FF5-6314-22A4-DA2B-AD6E29AF4C0D}"/>
              </a:ext>
            </a:extLst>
          </p:cNvPr>
          <p:cNvSpPr txBox="1"/>
          <p:nvPr/>
        </p:nvSpPr>
        <p:spPr>
          <a:xfrm>
            <a:off x="175306" y="5221461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 bit  </a:t>
            </a:r>
          </a:p>
          <a:p>
            <a:pPr algn="ctr"/>
            <a:r>
              <a:rPr lang="en-US" altLang="zh-CN" sz="2400" dirty="0"/>
              <a:t>1</a:t>
            </a:r>
            <a:r>
              <a:rPr lang="zh-CN" altLang="en-US" sz="2400" dirty="0"/>
              <a:t>位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99B1FA-B378-CD2F-9BE9-5123BBCDF880}"/>
              </a:ext>
            </a:extLst>
          </p:cNvPr>
          <p:cNvCxnSpPr>
            <a:cxnSpLocks/>
            <a:stCxn id="6" idx="0"/>
          </p:cNvCxnSpPr>
          <p:nvPr/>
        </p:nvCxnSpPr>
        <p:spPr bwMode="auto">
          <a:xfrm flipV="1">
            <a:off x="632506" y="4911300"/>
            <a:ext cx="0" cy="3101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44DF58-9AEB-292A-CC5F-7EC2677FDB79}"/>
              </a:ext>
            </a:extLst>
          </p:cNvPr>
          <p:cNvSpPr txBox="1"/>
          <p:nvPr/>
        </p:nvSpPr>
        <p:spPr>
          <a:xfrm>
            <a:off x="3853542" y="5290457"/>
            <a:ext cx="1208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52 bits  </a:t>
            </a:r>
          </a:p>
          <a:p>
            <a:pPr algn="ctr"/>
            <a:r>
              <a:rPr lang="en-US" altLang="zh-CN" sz="2400" dirty="0"/>
              <a:t>52</a:t>
            </a:r>
            <a:r>
              <a:rPr lang="zh-CN" altLang="en-US" sz="2400" dirty="0"/>
              <a:t>位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AAEEA9-749C-3FAB-2405-2E71FA056ADC}"/>
              </a:ext>
            </a:extLst>
          </p:cNvPr>
          <p:cNvCxnSpPr>
            <a:cxnSpLocks/>
            <a:stCxn id="11" idx="0"/>
          </p:cNvCxnSpPr>
          <p:nvPr/>
        </p:nvCxnSpPr>
        <p:spPr bwMode="auto">
          <a:xfrm flipV="1">
            <a:off x="4457699" y="4931229"/>
            <a:ext cx="0" cy="3592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440592D-983F-E900-4E7C-59B42B872887}"/>
              </a:ext>
            </a:extLst>
          </p:cNvPr>
          <p:cNvSpPr txBox="1"/>
          <p:nvPr/>
        </p:nvSpPr>
        <p:spPr>
          <a:xfrm>
            <a:off x="787627" y="5591574"/>
            <a:ext cx="1208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11 bits  </a:t>
            </a:r>
          </a:p>
          <a:p>
            <a:pPr algn="ctr"/>
            <a:r>
              <a:rPr lang="en-US" altLang="zh-CN" sz="2400" dirty="0"/>
              <a:t>11</a:t>
            </a:r>
            <a:r>
              <a:rPr lang="zh-CN" altLang="en-US" sz="2400" dirty="0"/>
              <a:t>位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CC5E0E-1A5F-3207-6534-34D2E42FF72A}"/>
              </a:ext>
            </a:extLst>
          </p:cNvPr>
          <p:cNvCxnSpPr>
            <a:cxnSpLocks/>
            <a:stCxn id="14" idx="0"/>
          </p:cNvCxnSpPr>
          <p:nvPr/>
        </p:nvCxnSpPr>
        <p:spPr bwMode="auto">
          <a:xfrm flipV="1">
            <a:off x="1391784" y="4911300"/>
            <a:ext cx="0" cy="6802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18F8B281-884A-1A05-9333-71D1F0B961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768535"/>
                  </p:ext>
                </p:extLst>
              </p:nvPr>
            </p:nvGraphicFramePr>
            <p:xfrm>
              <a:off x="501877" y="3233058"/>
              <a:ext cx="321608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199688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18F8B281-884A-1A05-9333-71D1F0B961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768535"/>
                  </p:ext>
                </p:extLst>
              </p:nvPr>
            </p:nvGraphicFramePr>
            <p:xfrm>
              <a:off x="501877" y="3233058"/>
              <a:ext cx="321608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199688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2439" t="-2128" r="-1192683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26415" t="-2128" r="-207547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61280" t="-2128" r="-610" b="-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3021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BC13-6812-DE89-8185-AC222755C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4978-5A0C-A2C4-070F-530E6932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Single-Precision vs Double-Precision  </a:t>
            </a:r>
            <a:r>
              <a:rPr lang="zh-CN" altLang="en-US" dirty="0"/>
              <a:t>单精度对双精度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713DB1E-514C-6B21-021A-1A31775408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5FA612-C852-2D64-7D7D-71645B93C3E1}"/>
                  </a:ext>
                </a:extLst>
              </p:cNvPr>
              <p:cNvSpPr txBox="1"/>
              <p:nvPr/>
            </p:nvSpPr>
            <p:spPr>
              <a:xfrm>
                <a:off x="533400" y="1671935"/>
                <a:ext cx="807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B5FA612-C852-2D64-7D7D-71645B93C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671935"/>
                <a:ext cx="8077200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360A7F7-F74E-1B4B-A991-94BBB6E6F407}"/>
              </a:ext>
            </a:extLst>
          </p:cNvPr>
          <p:cNvSpPr txBox="1"/>
          <p:nvPr/>
        </p:nvSpPr>
        <p:spPr>
          <a:xfrm>
            <a:off x="533400" y="2295044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Single-precision number in 4 bytes (32 bits)</a:t>
            </a:r>
          </a:p>
          <a:p>
            <a:pPr algn="ctr"/>
            <a:r>
              <a:rPr lang="zh-CN" altLang="en-US" sz="2400" dirty="0"/>
              <a:t>单精度数占用</a:t>
            </a:r>
            <a:r>
              <a:rPr lang="en-US" altLang="zh-CN" sz="2400" dirty="0"/>
              <a:t>4</a:t>
            </a:r>
            <a:r>
              <a:rPr lang="zh-CN" altLang="en-US" sz="2400" dirty="0"/>
              <a:t>字节（</a:t>
            </a:r>
            <a:r>
              <a:rPr lang="en-US" altLang="zh-CN" sz="2400" dirty="0"/>
              <a:t>32</a:t>
            </a:r>
            <a:r>
              <a:rPr lang="zh-CN" altLang="en-US" sz="2400" dirty="0"/>
              <a:t>位）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0CB76A6-1D70-827A-D5CC-C656F36175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1877" y="4648200"/>
              <a:ext cx="6356124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8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1306286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0CB76A6-1D70-827A-D5CC-C656F361755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1877" y="4648200"/>
              <a:ext cx="6356124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8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1306286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2439" t="-2128" r="-2451220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19626" t="-2128" r="-369626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32446" t="-2128" r="-253" b="-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735C99B-D4A8-7FCF-B954-30F8060A1B84}"/>
              </a:ext>
            </a:extLst>
          </p:cNvPr>
          <p:cNvSpPr txBox="1"/>
          <p:nvPr/>
        </p:nvSpPr>
        <p:spPr>
          <a:xfrm>
            <a:off x="533400" y="5131635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numbers have a larger range, </a:t>
            </a:r>
          </a:p>
          <a:p>
            <a:pPr algn="ctr"/>
            <a:r>
              <a:rPr lang="en-US" altLang="zh-CN" sz="2400" dirty="0"/>
              <a:t>&amp; are more granular</a:t>
            </a:r>
          </a:p>
          <a:p>
            <a:pPr algn="ctr"/>
            <a:r>
              <a:rPr lang="zh-CN" altLang="en-US" sz="2400" dirty="0"/>
              <a:t>双精度数的表示范围更广，粒度更细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372F1BE6-BD69-764B-6534-211C898A8E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1877" y="3233058"/>
              <a:ext cx="321608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199688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372F1BE6-BD69-764B-6534-211C898A8E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1877" y="3233058"/>
              <a:ext cx="321608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199688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2439" t="-2128" r="-1192683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26415" t="-2128" r="-207547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61280" t="-2128" r="-610" b="-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AD11E25-0EC6-DE38-E806-446644862B85}"/>
              </a:ext>
            </a:extLst>
          </p:cNvPr>
          <p:cNvSpPr txBox="1"/>
          <p:nvPr/>
        </p:nvSpPr>
        <p:spPr>
          <a:xfrm>
            <a:off x="533400" y="3731958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number in 8 bytes (64 bits)</a:t>
            </a:r>
          </a:p>
          <a:p>
            <a:pPr algn="ctr"/>
            <a:r>
              <a:rPr lang="zh-CN" altLang="en-US" sz="2400" dirty="0"/>
              <a:t>双精度数占用</a:t>
            </a:r>
            <a:r>
              <a:rPr lang="en-US" altLang="zh-CN" sz="2400" dirty="0"/>
              <a:t>8</a:t>
            </a:r>
            <a:r>
              <a:rPr lang="zh-CN" altLang="en-US" sz="2400" dirty="0"/>
              <a:t>字节（</a:t>
            </a:r>
            <a:r>
              <a:rPr lang="en-US" altLang="zh-CN" sz="2400" dirty="0"/>
              <a:t>64</a:t>
            </a:r>
            <a:r>
              <a:rPr lang="zh-CN" altLang="en-US" sz="2400" dirty="0"/>
              <a:t>位）</a:t>
            </a:r>
          </a:p>
        </p:txBody>
      </p:sp>
    </p:spTree>
    <p:extLst>
      <p:ext uri="{BB962C8B-B14F-4D97-AF65-F5344CB8AC3E}">
        <p14:creationId xmlns:p14="http://schemas.microsoft.com/office/powerpoint/2010/main" val="922240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C7A4-79B6-DABF-C411-AB9689A4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5405-2C34-7B4A-1FB6-A7131C29B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Does Precision Matter?  </a:t>
            </a:r>
            <a:br>
              <a:rPr lang="en-US" altLang="zh-CN" dirty="0"/>
            </a:br>
            <a:r>
              <a:rPr lang="zh-CN" altLang="en-US" dirty="0"/>
              <a:t>精度重要吗？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9F2E-348A-1A59-EA12-6150E7DB8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Sometimes It Does  </a:t>
            </a:r>
            <a:r>
              <a:rPr lang="zh-CN" altLang="en-US" dirty="0"/>
              <a:t>有时很重要</a:t>
            </a:r>
            <a:endParaRPr lang="en-US" altLang="zh-CN" dirty="0"/>
          </a:p>
          <a:p>
            <a:r>
              <a:rPr lang="en-US" altLang="zh-CN" dirty="0"/>
              <a:t>In Feigenbaum Bifurcation  </a:t>
            </a:r>
            <a:br>
              <a:rPr lang="en-US" altLang="zh-CN" dirty="0"/>
            </a:br>
            <a:r>
              <a:rPr lang="zh-CN" altLang="en-US" dirty="0"/>
              <a:t>在费根鲍姆分岔中</a:t>
            </a:r>
            <a:endParaRPr lang="en-US" altLang="zh-CN" dirty="0"/>
          </a:p>
          <a:p>
            <a:pPr lvl="1"/>
            <a:r>
              <a:rPr lang="en-US" altLang="zh-CN" dirty="0"/>
              <a:t>Clear convergence to attractor(s)  </a:t>
            </a:r>
            <a:br>
              <a:rPr lang="en-US" altLang="zh-CN" dirty="0"/>
            </a:br>
            <a:r>
              <a:rPr lang="zh-CN" altLang="en-US" dirty="0"/>
              <a:t>干净地收敛到吸引子</a:t>
            </a:r>
            <a:endParaRPr lang="en-US" altLang="zh-CN" dirty="0"/>
          </a:p>
          <a:p>
            <a:pPr lvl="2"/>
            <a:r>
              <a:rPr lang="en-US" altLang="zh-CN" dirty="0"/>
              <a:t>Same results in using single-precision numbers work  </a:t>
            </a:r>
            <a:r>
              <a:rPr lang="zh-CN" altLang="en-US" dirty="0"/>
              <a:t>使用单精度数获得相同的结果</a:t>
            </a:r>
            <a:endParaRPr lang="en-US" altLang="zh-CN" dirty="0"/>
          </a:p>
          <a:p>
            <a:pPr lvl="1"/>
            <a:r>
              <a:rPr lang="en-US" altLang="zh-CN" dirty="0"/>
              <a:t>Chaos  </a:t>
            </a:r>
            <a:r>
              <a:rPr lang="zh-CN" altLang="en-US" dirty="0"/>
              <a:t>混沌</a:t>
            </a:r>
            <a:endParaRPr lang="en-US" altLang="zh-CN" dirty="0"/>
          </a:p>
          <a:p>
            <a:pPr lvl="2"/>
            <a:r>
              <a:rPr lang="en-US" altLang="zh-CN" dirty="0"/>
              <a:t>Different results from using single-precision numbers  </a:t>
            </a:r>
            <a:r>
              <a:rPr lang="zh-CN" altLang="en-US" dirty="0"/>
              <a:t>使用单精度数带来不同的结果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446EE5B-343E-33FB-3AAD-44727E1BB3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3289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4513F-E497-4589-3CDA-6D41065BA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9519-C1DC-B6B8-133C-3D47F5EA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Lorenz’s Story  </a:t>
            </a:r>
            <a:r>
              <a:rPr lang="zh-CN" altLang="en-US" dirty="0"/>
              <a:t>洛伦兹的故事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B9A5218-1212-22C8-4691-A739AEF35A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2D81C7-737F-0EE1-7DAC-92CA6CFAD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" y="1794512"/>
            <a:ext cx="7802880" cy="425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83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CA02-8DD8-F59C-B690-EC9EF12F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3796-BA15-7A68-398E-98E98E34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6.2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6.2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A52C6-D0E8-80B5-A694-EFAD4B458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7C7A8E-E6BE-D09B-7A35-D8D8BAA53AFC}"/>
              </a:ext>
            </a:extLst>
          </p:cNvPr>
          <p:cNvSpPr txBox="1"/>
          <p:nvPr/>
        </p:nvSpPr>
        <p:spPr>
          <a:xfrm>
            <a:off x="1247775" y="1467076"/>
            <a:ext cx="66484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Handwritten ZIP code </a:t>
            </a:r>
            <a:br>
              <a:rPr lang="en-US" altLang="zh-CN" sz="2200" dirty="0"/>
            </a:br>
            <a:r>
              <a:rPr lang="en-US" altLang="zh-CN" sz="2200" dirty="0"/>
              <a:t>recognition in single-precision data type</a:t>
            </a:r>
          </a:p>
          <a:p>
            <a:pPr algn="ctr"/>
            <a:r>
              <a:rPr lang="zh-CN" altLang="en-US" sz="2200" dirty="0"/>
              <a:t>实践时刻：用单精度数据类型进行手写邮政编码识别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C2E51-67FD-0B83-1C3A-045D360D8D21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Check the performance &amp; check the results</a:t>
            </a:r>
          </a:p>
          <a:p>
            <a:pPr algn="ctr"/>
            <a:r>
              <a:rPr lang="zh-CN" altLang="en-US" sz="2200" dirty="0"/>
              <a:t>看看性能，同时看看结果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EAA39-AE8D-748C-6A47-B403733576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315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A6AC-4CA2-5049-6705-F950CF72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6044C-1530-244A-ACAF-0ECE331A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vs Compute  </a:t>
            </a:r>
            <a:r>
              <a:rPr lang="zh-CN" altLang="en-US" dirty="0"/>
              <a:t>内存对计算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5293D-61F5-6105-5E9F-CD590107D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Compute  </a:t>
            </a:r>
            <a:r>
              <a:rPr lang="zh-CN" altLang="en-US" dirty="0"/>
              <a:t>计算</a:t>
            </a:r>
            <a:endParaRPr lang="en-US" altLang="zh-CN" dirty="0"/>
          </a:p>
          <a:p>
            <a:pPr lvl="1"/>
            <a:r>
              <a:rPr lang="en-US" altLang="zh-CN" dirty="0"/>
              <a:t>Double-precision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 </a:t>
            </a:r>
            <a:r>
              <a:rPr lang="en-US" altLang="zh-CN" dirty="0"/>
              <a:t>single-precision  </a:t>
            </a:r>
            <a:br>
              <a:rPr lang="en-US" altLang="zh-CN" dirty="0"/>
            </a:br>
            <a:r>
              <a:rPr lang="zh-CN" altLang="en-US" dirty="0"/>
              <a:t>双精度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 </a:t>
            </a:r>
            <a:r>
              <a:rPr lang="zh-CN" altLang="en-US" dirty="0"/>
              <a:t>单精度</a:t>
            </a:r>
            <a:endParaRPr lang="en-US" altLang="zh-CN" dirty="0"/>
          </a:p>
          <a:p>
            <a:pPr lvl="2"/>
            <a:r>
              <a:rPr lang="en-US" altLang="zh-CN" dirty="0"/>
              <a:t>2x numbers computed  </a:t>
            </a:r>
            <a:r>
              <a:rPr lang="zh-CN" altLang="en-US" dirty="0"/>
              <a:t>计算的数翻倍</a:t>
            </a:r>
            <a:endParaRPr lang="en-US" altLang="zh-CN" dirty="0"/>
          </a:p>
          <a:p>
            <a:r>
              <a:rPr lang="en-US" altLang="zh-CN" dirty="0"/>
              <a:t>Memory Subsystem  </a:t>
            </a:r>
            <a:r>
              <a:rPr lang="zh-CN" altLang="en-US" dirty="0"/>
              <a:t>内存子系统</a:t>
            </a:r>
            <a:endParaRPr lang="en-US" altLang="zh-CN" dirty="0"/>
          </a:p>
          <a:p>
            <a:pPr lvl="1"/>
            <a:r>
              <a:rPr lang="en-US" altLang="zh-CN" dirty="0"/>
              <a:t>Double-precision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 </a:t>
            </a:r>
            <a:r>
              <a:rPr lang="en-US" altLang="zh-CN" dirty="0"/>
              <a:t>single-precision  </a:t>
            </a:r>
            <a:br>
              <a:rPr lang="en-US" altLang="zh-CN" dirty="0"/>
            </a:br>
            <a:r>
              <a:rPr lang="zh-CN" altLang="en-US" dirty="0"/>
              <a:t>双精度 </a:t>
            </a:r>
            <a:r>
              <a:rPr lang="en-US" altLang="zh-CN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 </a:t>
            </a:r>
            <a:r>
              <a:rPr lang="zh-CN" altLang="en-US" dirty="0"/>
              <a:t>单精度</a:t>
            </a:r>
            <a:endParaRPr lang="en-US" altLang="zh-CN" dirty="0"/>
          </a:p>
          <a:p>
            <a:pPr lvl="2"/>
            <a:r>
              <a:rPr lang="en-US" altLang="zh-CN" dirty="0"/>
              <a:t>2x numbers transferred w/ the same bandwidth  </a:t>
            </a:r>
            <a:r>
              <a:rPr lang="zh-CN" altLang="en-US" dirty="0"/>
              <a:t>同等带宽下传输的数翻倍</a:t>
            </a:r>
            <a:endParaRPr lang="en-US" altLang="zh-CN" dirty="0"/>
          </a:p>
          <a:p>
            <a:r>
              <a:rPr lang="en-US" altLang="zh-CN" dirty="0"/>
              <a:t>Ratio Not Changed  </a:t>
            </a:r>
            <a:r>
              <a:rPr lang="zh-CN" altLang="en-US" dirty="0"/>
              <a:t>比例不变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DB936F-AB25-6782-F5D2-8799A66899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8150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166C9-140A-D639-6F50-EBC6AB8B4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3D3F6-CE24-1A0B-0E08-336ACA43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Speedup &amp; Accuracy  </a:t>
            </a:r>
            <a:br>
              <a:rPr lang="en-US" altLang="zh-CN" dirty="0"/>
            </a:br>
            <a:r>
              <a:rPr lang="zh-CN" altLang="en-US" dirty="0"/>
              <a:t>加速与准确度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52F50-079F-B5B7-1B14-D12DB5C83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Speedup Here  </a:t>
            </a:r>
            <a:r>
              <a:rPr lang="zh-CN" altLang="en-US" dirty="0"/>
              <a:t>这里的加速</a:t>
            </a:r>
            <a:endParaRPr lang="en-US" altLang="zh-CN" dirty="0"/>
          </a:p>
          <a:p>
            <a:pPr lvl="1"/>
            <a:r>
              <a:rPr lang="en-US" altLang="zh-CN" dirty="0"/>
              <a:t>Consistent no matter in compute-bound or memory-bound cases  </a:t>
            </a:r>
            <a:r>
              <a:rPr lang="zh-CN" altLang="en-US" dirty="0"/>
              <a:t>无论是受限于计算还是受限于内存都能获得一致的加速</a:t>
            </a:r>
            <a:endParaRPr lang="en-US" altLang="zh-CN" dirty="0"/>
          </a:p>
          <a:p>
            <a:r>
              <a:rPr lang="en-US" altLang="zh-CN" dirty="0"/>
              <a:t>Accuracy Here  </a:t>
            </a:r>
            <a:r>
              <a:rPr lang="zh-CN" altLang="en-US" dirty="0"/>
              <a:t>这里的准确度</a:t>
            </a:r>
            <a:endParaRPr lang="en-US" altLang="zh-CN" dirty="0"/>
          </a:p>
          <a:p>
            <a:pPr lvl="1"/>
            <a:r>
              <a:rPr lang="en-US" altLang="zh-CN" dirty="0"/>
              <a:t>Good in this problem  </a:t>
            </a:r>
            <a:r>
              <a:rPr lang="zh-CN" altLang="en-US" dirty="0"/>
              <a:t>在这个问题上很好</a:t>
            </a:r>
            <a:r>
              <a:rPr lang="en-US" altLang="zh-CN" dirty="0"/>
              <a:t>  </a:t>
            </a:r>
          </a:p>
          <a:p>
            <a:pPr lvl="1"/>
            <a:r>
              <a:rPr lang="en-US" altLang="zh-CN" dirty="0"/>
              <a:t>Correct classification result: depend on relative orders, but not absolute numbers  </a:t>
            </a:r>
            <a:r>
              <a:rPr lang="zh-CN" altLang="en-US" dirty="0"/>
              <a:t>正确的分类结果：取决于相对排序，而非绝对数字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D3EC2D6-0450-F03B-A751-F6CF514C02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36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3CD0-5770-06E3-8AD1-5BD64870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92EB-CF9F-1238-EBC3-08D59B62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Footprint  </a:t>
            </a:r>
            <a:r>
              <a:rPr lang="zh-CN" altLang="en-US" dirty="0"/>
              <a:t>占用空间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E456688-AA67-59A3-724C-F6CC657305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445A9-5BE5-2104-5040-695947FD10CF}"/>
              </a:ext>
            </a:extLst>
          </p:cNvPr>
          <p:cNvSpPr txBox="1"/>
          <p:nvPr/>
        </p:nvSpPr>
        <p:spPr>
          <a:xfrm>
            <a:off x="533400" y="209514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Lower precision, less footprint in storing data</a:t>
            </a:r>
          </a:p>
          <a:p>
            <a:pPr algn="ctr"/>
            <a:r>
              <a:rPr lang="zh-CN" altLang="en-US" sz="2400" dirty="0"/>
              <a:t>更低的精度，存放数据所占用的空间也更小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3CC99-629A-7B05-6BCA-19C20AFD567E}"/>
              </a:ext>
            </a:extLst>
          </p:cNvPr>
          <p:cNvSpPr txBox="1"/>
          <p:nvPr/>
        </p:nvSpPr>
        <p:spPr>
          <a:xfrm>
            <a:off x="509337" y="3307140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When the less footprint fits to the cache capacity at a certain level, we get a bonus in acceleration</a:t>
            </a:r>
          </a:p>
          <a:p>
            <a:pPr algn="ctr"/>
            <a:r>
              <a:rPr lang="zh-CN" altLang="en-US" sz="2400" dirty="0"/>
              <a:t>当更小的空间占用正巧适配于某一级的缓存容量，</a:t>
            </a:r>
            <a:endParaRPr lang="en-US" altLang="zh-CN" sz="2400" dirty="0"/>
          </a:p>
          <a:p>
            <a:pPr algn="ctr"/>
            <a:r>
              <a:rPr lang="zh-CN" altLang="en-US" sz="2400" dirty="0"/>
              <a:t>我们获得了一个额外的加速奖励</a:t>
            </a:r>
          </a:p>
        </p:txBody>
      </p:sp>
    </p:spTree>
    <p:extLst>
      <p:ext uri="{BB962C8B-B14F-4D97-AF65-F5344CB8AC3E}">
        <p14:creationId xmlns:p14="http://schemas.microsoft.com/office/powerpoint/2010/main" val="169670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7D448-A96D-983A-0412-A437A23F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774F-2228-928D-0EE1-3755C5D2A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Modern Paradigm  </a:t>
            </a:r>
            <a:r>
              <a:rPr lang="zh-CN" altLang="en-US" dirty="0"/>
              <a:t>现代范式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EBB4557-AF78-3070-7C86-7A60BAC20F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E4FD9-60F0-91C4-6FFC-ED40F8960783}"/>
              </a:ext>
            </a:extLst>
          </p:cNvPr>
          <p:cNvSpPr txBox="1"/>
          <p:nvPr/>
        </p:nvSpPr>
        <p:spPr>
          <a:xfrm>
            <a:off x="533400" y="17526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Emerging AI workload today</a:t>
            </a:r>
          </a:p>
          <a:p>
            <a:pPr algn="ctr"/>
            <a:r>
              <a:rPr lang="zh-CN" altLang="en-US" sz="2400" dirty="0"/>
              <a:t>现今涌现的人工智能工作负载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D1AA4-3031-4127-C432-104D65DE26AE}"/>
              </a:ext>
            </a:extLst>
          </p:cNvPr>
          <p:cNvSpPr txBox="1"/>
          <p:nvPr/>
        </p:nvSpPr>
        <p:spPr>
          <a:xfrm>
            <a:off x="533400" y="3055203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Precision status more similar to handwritten ZIP code recognition than to Feigenbaum bifurcation calculation</a:t>
            </a:r>
          </a:p>
          <a:p>
            <a:pPr algn="ctr"/>
            <a:r>
              <a:rPr lang="zh-CN" altLang="en-US" sz="2400" dirty="0"/>
              <a:t>精度情况更近似手写邮政编码识别，而非费根鲍姆分岔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2B8E8-A448-7B28-402F-7182DD44B36C}"/>
              </a:ext>
            </a:extLst>
          </p:cNvPr>
          <p:cNvSpPr txBox="1"/>
          <p:nvPr/>
        </p:nvSpPr>
        <p:spPr>
          <a:xfrm>
            <a:off x="533400" y="4727138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More adoption of lower precision</a:t>
            </a:r>
          </a:p>
          <a:p>
            <a:pPr algn="ctr"/>
            <a:r>
              <a:rPr lang="zh-CN" altLang="en-US" sz="2400" dirty="0"/>
              <a:t>更多地采用了更低的精度</a:t>
            </a:r>
          </a:p>
        </p:txBody>
      </p:sp>
    </p:spTree>
    <p:extLst>
      <p:ext uri="{BB962C8B-B14F-4D97-AF65-F5344CB8AC3E}">
        <p14:creationId xmlns:p14="http://schemas.microsoft.com/office/powerpoint/2010/main" val="59459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627E-4CDA-61B2-DCD0-08F1165E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1176-6E12-C100-9930-4F325B57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Lower Precision  </a:t>
            </a:r>
            <a:r>
              <a:rPr lang="zh-CN" altLang="en-US" dirty="0"/>
              <a:t>更低精度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634309D-2F09-6C50-3CFA-B880ABB0FA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4ADB86-C840-FC7D-C592-86E7D0A8BD20}"/>
                  </a:ext>
                </a:extLst>
              </p:cNvPr>
              <p:cNvSpPr txBox="1"/>
              <p:nvPr/>
            </p:nvSpPr>
            <p:spPr>
              <a:xfrm>
                <a:off x="533400" y="1524000"/>
                <a:ext cx="807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4ADB86-C840-FC7D-C592-86E7D0A8B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524000"/>
                <a:ext cx="8077200" cy="461665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8C1B7DE-E148-D23F-B357-1C169C64FD3D}"/>
              </a:ext>
            </a:extLst>
          </p:cNvPr>
          <p:cNvSpPr txBox="1"/>
          <p:nvPr/>
        </p:nvSpPr>
        <p:spPr>
          <a:xfrm>
            <a:off x="533400" y="3279222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Single-precision number in 4 bytes (32 bits)</a:t>
            </a:r>
          </a:p>
          <a:p>
            <a:pPr algn="ctr"/>
            <a:r>
              <a:rPr lang="zh-CN" altLang="en-US" sz="2400" dirty="0"/>
              <a:t>单精度数占用</a:t>
            </a:r>
            <a:r>
              <a:rPr lang="en-US" altLang="zh-CN" sz="2400" dirty="0"/>
              <a:t>4</a:t>
            </a:r>
            <a:r>
              <a:rPr lang="zh-CN" altLang="en-US" sz="2400" dirty="0"/>
              <a:t>字节（</a:t>
            </a:r>
            <a:r>
              <a:rPr lang="en-US" altLang="zh-CN" sz="2400" dirty="0"/>
              <a:t>32</a:t>
            </a:r>
            <a:r>
              <a:rPr lang="zh-CN" altLang="en-US" sz="2400" dirty="0"/>
              <a:t>位）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25AACAC-B13F-4DAD-AB79-8ACD4F774E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953851"/>
                  </p:ext>
                </p:extLst>
              </p:nvPr>
            </p:nvGraphicFramePr>
            <p:xfrm>
              <a:off x="501877" y="2823865"/>
              <a:ext cx="6356124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8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1306286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25AACAC-B13F-4DAD-AB79-8ACD4F774E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953851"/>
                  </p:ext>
                </p:extLst>
              </p:nvPr>
            </p:nvGraphicFramePr>
            <p:xfrm>
              <a:off x="501877" y="2823865"/>
              <a:ext cx="6356124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8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1306286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4800600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2439" t="-2128" r="-2451220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19626" t="-2128" r="-369626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32446" t="-2128" r="-253" b="-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2A147B2-0364-410F-6A3B-97FF251D8BE5}"/>
              </a:ext>
            </a:extLst>
          </p:cNvPr>
          <p:cNvSpPr txBox="1"/>
          <p:nvPr/>
        </p:nvSpPr>
        <p:spPr>
          <a:xfrm>
            <a:off x="533400" y="1985665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Double-precision number in 8 bytes (64 bits)</a:t>
            </a:r>
          </a:p>
          <a:p>
            <a:pPr algn="ctr"/>
            <a:r>
              <a:rPr lang="zh-CN" altLang="en-US" sz="2400" dirty="0"/>
              <a:t>双精度数占用</a:t>
            </a:r>
            <a:r>
              <a:rPr lang="en-US" altLang="zh-CN" sz="2400" dirty="0"/>
              <a:t>8</a:t>
            </a:r>
            <a:r>
              <a:rPr lang="zh-CN" altLang="en-US" sz="2400" dirty="0"/>
              <a:t>字节（</a:t>
            </a:r>
            <a:r>
              <a:rPr lang="en-US" altLang="zh-CN" sz="2400" dirty="0"/>
              <a:t>64</a:t>
            </a:r>
            <a:r>
              <a:rPr lang="zh-CN" altLang="en-US" sz="2400" dirty="0"/>
              <a:t>位）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421BAA9A-FF2D-F2C4-5DBF-0F5D792253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0275160"/>
                  </p:ext>
                </p:extLst>
              </p:nvPr>
            </p:nvGraphicFramePr>
            <p:xfrm>
              <a:off x="501877" y="4064836"/>
              <a:ext cx="321608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199688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421BAA9A-FF2D-F2C4-5DBF-0F5D792253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0275160"/>
                  </p:ext>
                </p:extLst>
              </p:nvPr>
            </p:nvGraphicFramePr>
            <p:xfrm>
              <a:off x="501877" y="4064836"/>
              <a:ext cx="321608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199688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2439" t="-2083" r="-1192683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26415" t="-2083" r="-207547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61280" t="-2083" r="-610" b="-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4FF1456-27E6-5FBC-FD89-3E48974EF3BA}"/>
              </a:ext>
            </a:extLst>
          </p:cNvPr>
          <p:cNvSpPr txBox="1"/>
          <p:nvPr/>
        </p:nvSpPr>
        <p:spPr>
          <a:xfrm>
            <a:off x="508000" y="4493957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Half-precision number in 2 bytes (16 bits)</a:t>
            </a:r>
          </a:p>
          <a:p>
            <a:pPr algn="ctr"/>
            <a:r>
              <a:rPr lang="zh-CN" altLang="en-US" sz="2400" dirty="0"/>
              <a:t>半精度数占用</a:t>
            </a:r>
            <a:r>
              <a:rPr lang="en-US" altLang="zh-CN" sz="2400" dirty="0"/>
              <a:t>2</a:t>
            </a:r>
            <a:r>
              <a:rPr lang="zh-CN" altLang="en-US" sz="2400" dirty="0"/>
              <a:t>字节（</a:t>
            </a:r>
            <a:r>
              <a:rPr lang="en-US" altLang="zh-CN" sz="2400" dirty="0"/>
              <a:t>16</a:t>
            </a:r>
            <a:r>
              <a:rPr lang="zh-CN" altLang="en-US" sz="2400" dirty="0"/>
              <a:t>位）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B0FD123-EE16-954B-7EE4-264CD4562D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941377"/>
                  </p:ext>
                </p:extLst>
              </p:nvPr>
            </p:nvGraphicFramePr>
            <p:xfrm>
              <a:off x="476477" y="5279571"/>
              <a:ext cx="183492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61572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zh-CN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B0FD123-EE16-954B-7EE4-264CD4562D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941377"/>
                  </p:ext>
                </p:extLst>
              </p:nvPr>
            </p:nvGraphicFramePr>
            <p:xfrm>
              <a:off x="476477" y="5279571"/>
              <a:ext cx="1834923" cy="2830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9237">
                      <a:extLst>
                        <a:ext uri="{9D8B030D-6E8A-4147-A177-3AD203B41FA5}">
                          <a16:colId xmlns:a16="http://schemas.microsoft.com/office/drawing/2014/main" val="3700678998"/>
                        </a:ext>
                      </a:extLst>
                    </a:gridCol>
                    <a:gridCol w="969963">
                      <a:extLst>
                        <a:ext uri="{9D8B030D-6E8A-4147-A177-3AD203B41FA5}">
                          <a16:colId xmlns:a16="http://schemas.microsoft.com/office/drawing/2014/main" val="692981021"/>
                        </a:ext>
                      </a:extLst>
                    </a:gridCol>
                    <a:gridCol w="615723">
                      <a:extLst>
                        <a:ext uri="{9D8B030D-6E8A-4147-A177-3AD203B41FA5}">
                          <a16:colId xmlns:a16="http://schemas.microsoft.com/office/drawing/2014/main" val="2445629569"/>
                        </a:ext>
                      </a:extLst>
                    </a:gridCol>
                  </a:tblGrid>
                  <a:tr h="28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l="-2439" t="-2128" r="-641463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l="-26250" t="-2128" r="-64375" b="-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l="-200000" t="-2128" r="-1980" b="-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81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25C3EF9-9D7C-A26F-F215-D6FFFC05B240}"/>
              </a:ext>
            </a:extLst>
          </p:cNvPr>
          <p:cNvSpPr txBox="1"/>
          <p:nvPr/>
        </p:nvSpPr>
        <p:spPr>
          <a:xfrm>
            <a:off x="3679939" y="5471046"/>
            <a:ext cx="396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7 bits, much less granular</a:t>
            </a:r>
          </a:p>
          <a:p>
            <a:pPr algn="ctr"/>
            <a:r>
              <a:rPr lang="en-US" altLang="zh-CN" sz="2400" dirty="0"/>
              <a:t>7</a:t>
            </a:r>
            <a:r>
              <a:rPr lang="zh-CN" altLang="en-US" sz="2400" dirty="0"/>
              <a:t>位，非常粗粒度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EA3D2B-7ED1-01E4-C667-49E99384B142}"/>
              </a:ext>
            </a:extLst>
          </p:cNvPr>
          <p:cNvCxnSpPr>
            <a:stCxn id="17" idx="1"/>
            <a:endCxn id="13" idx="3"/>
          </p:cNvCxnSpPr>
          <p:nvPr/>
        </p:nvCxnSpPr>
        <p:spPr bwMode="auto">
          <a:xfrm flipH="1" flipV="1">
            <a:off x="2311400" y="5421085"/>
            <a:ext cx="1368539" cy="4654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4640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4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FDE29-10F3-F0BA-FF8A-3D89434B2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1BC1-29A5-6071-0798-501F5E5A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Lower Precision  </a:t>
            </a:r>
            <a:r>
              <a:rPr lang="zh-CN" altLang="en-US" dirty="0"/>
              <a:t>更低精度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49724F3-9EA2-A8C0-C08D-58614684A9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3E9C1-7B78-7588-6EEE-E9F4F5AC18C6}"/>
              </a:ext>
            </a:extLst>
          </p:cNvPr>
          <p:cNvSpPr txBox="1"/>
          <p:nvPr/>
        </p:nvSpPr>
        <p:spPr>
          <a:xfrm>
            <a:off x="533400" y="16764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Even lower precision for a group of numbers</a:t>
            </a:r>
          </a:p>
          <a:p>
            <a:pPr algn="ctr"/>
            <a:r>
              <a:rPr lang="zh-CN" altLang="en-US" sz="2400" dirty="0"/>
              <a:t>针对一组数值采用更为激进的低精度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B60B1-19C0-9412-8FB7-DC7CCB5DC740}"/>
              </a:ext>
            </a:extLst>
          </p:cNvPr>
          <p:cNvSpPr txBox="1"/>
          <p:nvPr/>
        </p:nvSpPr>
        <p:spPr>
          <a:xfrm>
            <a:off x="546100" y="26742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Sharing a group-level scaling factor</a:t>
            </a:r>
          </a:p>
          <a:p>
            <a:pPr algn="ctr"/>
            <a:r>
              <a:rPr lang="zh-CN" altLang="en-US" sz="2400" dirty="0"/>
              <a:t>在分组级别上共享一个缩放因子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C6BEB-CD3E-A19E-DEFB-276ED36D047D}"/>
              </a:ext>
            </a:extLst>
          </p:cNvPr>
          <p:cNvSpPr txBox="1"/>
          <p:nvPr/>
        </p:nvSpPr>
        <p:spPr>
          <a:xfrm>
            <a:off x="546100" y="3672006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Various data types:  </a:t>
            </a:r>
            <a:r>
              <a:rPr lang="zh-CN" altLang="en-US" sz="2400" dirty="0"/>
              <a:t>多种数据类型：</a:t>
            </a:r>
            <a:r>
              <a:rPr lang="en-US" altLang="zh-CN" sz="2400" dirty="0"/>
              <a:t> </a:t>
            </a:r>
          </a:p>
          <a:p>
            <a:pPr algn="ctr"/>
            <a:r>
              <a:rPr lang="en-US" altLang="zh-CN" sz="2400" dirty="0"/>
              <a:t>INT8, INT4, block FP8, MXFP8, MXFP4, NVFP4</a:t>
            </a:r>
            <a:endParaRPr lang="zh-CN" alt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48EE64-F5D6-4A4A-E74D-BF301A504C8D}"/>
              </a:ext>
            </a:extLst>
          </p:cNvPr>
          <p:cNvSpPr txBox="1"/>
          <p:nvPr/>
        </p:nvSpPr>
        <p:spPr>
          <a:xfrm>
            <a:off x="612775" y="4669809"/>
            <a:ext cx="7918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Compute in lower precisions requires </a:t>
            </a:r>
          </a:p>
          <a:p>
            <a:pPr algn="ctr"/>
            <a:r>
              <a:rPr lang="en-US" altLang="zh-CN" sz="2400" dirty="0"/>
              <a:t>specific hardware support</a:t>
            </a:r>
          </a:p>
          <a:p>
            <a:pPr algn="ctr"/>
            <a:r>
              <a:rPr lang="zh-CN" altLang="en-US" sz="2400" dirty="0"/>
              <a:t>进行更低精度的计算需要特殊的硬件支持</a:t>
            </a:r>
          </a:p>
        </p:txBody>
      </p:sp>
    </p:spTree>
    <p:extLst>
      <p:ext uri="{BB962C8B-B14F-4D97-AF65-F5344CB8AC3E}">
        <p14:creationId xmlns:p14="http://schemas.microsoft.com/office/powerpoint/2010/main" val="259286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301D-76F3-7356-D27E-AAC2E4E6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38DB-FF47-93C0-A68E-723A1514C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Another Idea  </a:t>
            </a:r>
            <a:r>
              <a:rPr lang="zh-CN" altLang="en-US" dirty="0"/>
              <a:t>另一个思路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96F3DD7-FFE3-C9B7-5300-13E52D32E6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333BF-4242-5814-81A3-B93FE0CB1BEA}"/>
              </a:ext>
            </a:extLst>
          </p:cNvPr>
          <p:cNvSpPr txBox="1"/>
          <p:nvPr/>
        </p:nvSpPr>
        <p:spPr>
          <a:xfrm>
            <a:off x="533400" y="1676400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Compute in one precision, </a:t>
            </a:r>
          </a:p>
          <a:p>
            <a:pPr algn="ctr"/>
            <a:r>
              <a:rPr lang="en-US" altLang="zh-CN" sz="2400" dirty="0"/>
              <a:t>but data stored in a different (lower) precision</a:t>
            </a:r>
          </a:p>
          <a:p>
            <a:pPr algn="ctr"/>
            <a:r>
              <a:rPr lang="zh-CN" altLang="en-US" sz="2400" dirty="0"/>
              <a:t>用一种精度计算，用另一种（更低）精度存储数据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B94D5-0AB0-51E4-19EC-6A74DEB34525}"/>
              </a:ext>
            </a:extLst>
          </p:cNvPr>
          <p:cNvSpPr txBox="1"/>
          <p:nvPr/>
        </p:nvSpPr>
        <p:spPr>
          <a:xfrm>
            <a:off x="155575" y="3981270"/>
            <a:ext cx="8988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Less demand in hardware support of low-precision compute </a:t>
            </a:r>
          </a:p>
          <a:p>
            <a:pPr algn="ctr"/>
            <a:r>
              <a:rPr lang="zh-CN" altLang="en-US" sz="2400" dirty="0"/>
              <a:t>降低低精度计算的硬件支持要求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443BD-6909-7909-8E05-0B1FF2C05BA2}"/>
              </a:ext>
            </a:extLst>
          </p:cNvPr>
          <p:cNvSpPr txBox="1"/>
          <p:nvPr/>
        </p:nvSpPr>
        <p:spPr>
          <a:xfrm>
            <a:off x="77785" y="4949039"/>
            <a:ext cx="8988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Alleviate the pressure to the memory bandwidth</a:t>
            </a:r>
          </a:p>
          <a:p>
            <a:pPr algn="ctr"/>
            <a:r>
              <a:rPr lang="zh-CN" altLang="en-US" sz="2400" dirty="0"/>
              <a:t>减轻内存带宽的压力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D7FC6-9EB2-B3B7-6D61-24A8635817F1}"/>
              </a:ext>
            </a:extLst>
          </p:cNvPr>
          <p:cNvSpPr txBox="1"/>
          <p:nvPr/>
        </p:nvSpPr>
        <p:spPr>
          <a:xfrm>
            <a:off x="77786" y="3013501"/>
            <a:ext cx="8988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Restore to the compute data type just before computing</a:t>
            </a:r>
          </a:p>
          <a:p>
            <a:pPr algn="ctr"/>
            <a:r>
              <a:rPr lang="zh-CN" altLang="en-US" sz="2400" dirty="0"/>
              <a:t>仅在计算前恢复到对应的计算数据类型</a:t>
            </a:r>
          </a:p>
        </p:txBody>
      </p:sp>
    </p:spTree>
    <p:extLst>
      <p:ext uri="{BB962C8B-B14F-4D97-AF65-F5344CB8AC3E}">
        <p14:creationId xmlns:p14="http://schemas.microsoft.com/office/powerpoint/2010/main" val="42234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F216-0D8C-2BA6-AB02-35347AE4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92A4-7D22-0621-CF65-E8F1CBC1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Touches Every Layer</a:t>
            </a:r>
            <a:r>
              <a:rPr lang="en-US" altLang="zh-CN" dirty="0"/>
              <a:t>  </a:t>
            </a:r>
            <a:r>
              <a:rPr lang="en-US" dirty="0"/>
              <a:t>精度影响每一层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F845221-F4AE-C05A-CD68-577C35FD91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70684-079E-1DDC-C68B-698A1AFA861F}"/>
              </a:ext>
            </a:extLst>
          </p:cNvPr>
          <p:cNvSpPr txBox="1"/>
          <p:nvPr/>
        </p:nvSpPr>
        <p:spPr>
          <a:xfrm>
            <a:off x="152399" y="1739595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Instruction: the data type specified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  <a:r>
              <a:rPr lang="en-US" sz="2400" dirty="0"/>
              <a:t> </a:t>
            </a:r>
            <a:r>
              <a:rPr lang="en-US" altLang="zh-CN" sz="2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ps</a:t>
            </a:r>
            <a:r>
              <a:rPr lang="en-US" sz="2400" dirty="0"/>
              <a:t>), so each instruction handles 2x the numbers</a:t>
            </a:r>
            <a:r>
              <a:rPr lang="en-US" altLang="zh-CN" sz="2400" dirty="0"/>
              <a:t>  </a:t>
            </a:r>
          </a:p>
          <a:p>
            <a:pPr algn="ctr"/>
            <a:r>
              <a:rPr lang="en-US" sz="2400" dirty="0"/>
              <a:t>指令：</a:t>
            </a:r>
            <a:r>
              <a:rPr lang="zh-CN" altLang="en-US" sz="2400" dirty="0"/>
              <a:t>明示</a:t>
            </a:r>
            <a:r>
              <a:rPr lang="en-US" sz="2400" dirty="0"/>
              <a:t>数据类型（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pd</a:t>
            </a:r>
            <a:r>
              <a:rPr lang="en-US" sz="2400" dirty="0"/>
              <a:t> </a:t>
            </a:r>
            <a:r>
              <a:rPr lang="en-US" altLang="zh-CN" sz="2400" dirty="0"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→</a:t>
            </a:r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dirty="0"/>
              <a:t>），每条指令处理的数翻倍</a:t>
            </a:r>
            <a:endParaRPr lang="zh-CN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468BA3-10C8-7207-F425-7DC1EF4E0F8A}"/>
              </a:ext>
            </a:extLst>
          </p:cNvPr>
          <p:cNvSpPr txBox="1"/>
          <p:nvPr/>
        </p:nvSpPr>
        <p:spPr>
          <a:xfrm>
            <a:off x="307656" y="3180737"/>
            <a:ext cx="8528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Memory bandwidth: 2</a:t>
            </a:r>
            <a:r>
              <a:rPr lang="en-US" altLang="zh-CN" sz="2400" dirty="0"/>
              <a:t>x</a:t>
            </a:r>
            <a:r>
              <a:rPr lang="en-US" sz="2400" dirty="0"/>
              <a:t> the numbers per byte moved</a:t>
            </a:r>
          </a:p>
          <a:p>
            <a:pPr algn="ctr"/>
            <a:r>
              <a:rPr lang="en-US" sz="2400" dirty="0"/>
              <a:t>内存带宽：同等带宽下传输的数翻倍</a:t>
            </a:r>
            <a:endParaRPr lang="zh-CN" alt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530A9-51E0-0D7F-C1F2-36E703AC3ADF}"/>
              </a:ext>
            </a:extLst>
          </p:cNvPr>
          <p:cNvSpPr txBox="1"/>
          <p:nvPr/>
        </p:nvSpPr>
        <p:spPr>
          <a:xfrm>
            <a:off x="315678" y="4217523"/>
            <a:ext cx="8839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Cache: footprint halved, so the data may fit one level closer</a:t>
            </a:r>
          </a:p>
          <a:p>
            <a:pPr algn="ctr"/>
            <a:r>
              <a:rPr lang="en-US" sz="2400" dirty="0"/>
              <a:t>缓存：占用空间减半，也许能装进更近的一级缓存</a:t>
            </a:r>
            <a:endParaRPr lang="zh-CN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4CB48-B5FE-6135-9F6A-B3B841C25C07}"/>
              </a:ext>
            </a:extLst>
          </p:cNvPr>
          <p:cNvSpPr txBox="1"/>
          <p:nvPr/>
        </p:nvSpPr>
        <p:spPr>
          <a:xfrm>
            <a:off x="152400" y="5286393"/>
            <a:ext cx="8528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Same algorithm, different bits, different performance</a:t>
            </a:r>
          </a:p>
          <a:p>
            <a:pPr algn="ctr"/>
            <a:r>
              <a:rPr lang="en-US" sz="2400" dirty="0" err="1"/>
              <a:t>同样的算法，不同的位数，不同的性能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9362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uiExpand="1"/>
      <p:bldP spid="3" grpId="0" uiExpand="1"/>
      <p:bldP spid="4" grpId="0" uiExpan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960D-0E75-E3A1-E540-85F060DF6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7632-EDB2-CCE1-1D89-B156BE48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You Lower Precision, Ask …</a:t>
            </a:r>
            <a:r>
              <a:rPr lang="en-US" altLang="zh-CN" dirty="0"/>
              <a:t>  </a:t>
            </a:r>
            <a:r>
              <a:rPr lang="zh-CN" altLang="en-US" dirty="0"/>
              <a:t>降低精度前思考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19690F0-0483-9DD4-D359-1CE2089074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A69C59-1135-E2A2-D72A-A0393676D3E3}"/>
              </a:ext>
            </a:extLst>
          </p:cNvPr>
          <p:cNvSpPr txBox="1"/>
          <p:nvPr/>
        </p:nvSpPr>
        <p:spPr>
          <a:xfrm>
            <a:off x="152399" y="1872675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What does the result depend on: </a:t>
            </a:r>
          </a:p>
          <a:p>
            <a:pPr algn="ctr"/>
            <a:r>
              <a:rPr lang="en-US" sz="2400" dirty="0"/>
              <a:t>exact values, or only order?</a:t>
            </a:r>
            <a:r>
              <a:rPr lang="en-US" altLang="zh-CN" sz="2400" dirty="0"/>
              <a:t>  </a:t>
            </a:r>
          </a:p>
          <a:p>
            <a:pPr algn="ctr"/>
            <a:r>
              <a:rPr lang="zh-CN" altLang="en-US" sz="2400" dirty="0"/>
              <a:t>结果</a:t>
            </a:r>
            <a:r>
              <a:rPr lang="en-US" sz="2400" dirty="0" err="1"/>
              <a:t>取决于什么：精确的数值，还是仅仅大小顺序</a:t>
            </a:r>
            <a:r>
              <a:rPr lang="en-US" sz="2400" dirty="0"/>
              <a:t>？</a:t>
            </a:r>
            <a:endParaRPr lang="zh-CN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5B2D59-B124-BB92-EC36-C51D325BC71B}"/>
              </a:ext>
            </a:extLst>
          </p:cNvPr>
          <p:cNvSpPr txBox="1"/>
          <p:nvPr/>
        </p:nvSpPr>
        <p:spPr>
          <a:xfrm>
            <a:off x="307656" y="3574079"/>
            <a:ext cx="8528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What is the bottleneck: compute, memory, or both?</a:t>
            </a:r>
          </a:p>
          <a:p>
            <a:pPr algn="ctr"/>
            <a:r>
              <a:rPr lang="en-US" sz="2400" dirty="0" err="1"/>
              <a:t>瓶颈在哪里：计算、内存，还是两者</a:t>
            </a:r>
            <a:r>
              <a:rPr lang="en-US" sz="2400" dirty="0"/>
              <a:t>？</a:t>
            </a:r>
            <a:endParaRPr lang="zh-CN" alt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BDCC6-D31C-849E-0429-A434AA206852}"/>
              </a:ext>
            </a:extLst>
          </p:cNvPr>
          <p:cNvSpPr txBox="1"/>
          <p:nvPr/>
        </p:nvSpPr>
        <p:spPr>
          <a:xfrm>
            <a:off x="152400" y="4906151"/>
            <a:ext cx="8839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Does the hardware support it?</a:t>
            </a:r>
          </a:p>
          <a:p>
            <a:pPr algn="ctr"/>
            <a:r>
              <a:rPr lang="en-US" sz="2400"/>
              <a:t>硬件是否提供支持</a:t>
            </a:r>
            <a:r>
              <a:rPr lang="en-US" sz="2400" dirty="0"/>
              <a:t>？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5250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uiExpand="1"/>
      <p:bldP spid="3" grpId="0" uiExpan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9C25-FEEC-A76A-7EFA-420DEBD9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7C18-1406-3DE5-D8F9-062D43C82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 Precision  </a:t>
            </a:r>
            <a:r>
              <a:rPr lang="zh-CN" altLang="en-US" dirty="0"/>
              <a:t>低精度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284AAB7-BE6C-63CC-A59C-A8AA5335C0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6. Low Precision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6. </a:t>
            </a:r>
            <a:r>
              <a:rPr lang="zh-CN" altLang="en-US" dirty="0"/>
              <a:t>低精度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D1BAD-1D38-AFE1-CE07-DD3120CEAAD6}"/>
              </a:ext>
            </a:extLst>
          </p:cNvPr>
          <p:cNvSpPr txBox="1"/>
          <p:nvPr/>
        </p:nvSpPr>
        <p:spPr>
          <a:xfrm>
            <a:off x="152399" y="1785996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It’s a seemingly simple idea  </a:t>
            </a:r>
          </a:p>
          <a:p>
            <a:pPr algn="ctr"/>
            <a:r>
              <a:rPr lang="zh-CN" altLang="en-US" sz="2400" dirty="0"/>
              <a:t>这是个看起来简单的想法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8BD6AB-F2AA-409F-2E76-080CC72B6017}"/>
              </a:ext>
            </a:extLst>
          </p:cNvPr>
          <p:cNvSpPr txBox="1"/>
          <p:nvPr/>
        </p:nvSpPr>
        <p:spPr>
          <a:xfrm>
            <a:off x="307656" y="3118068"/>
            <a:ext cx="8528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This is a simplified picture w/o touch many complexities</a:t>
            </a:r>
          </a:p>
          <a:p>
            <a:pPr algn="ctr"/>
            <a:r>
              <a:rPr lang="zh-CN" altLang="en-US" sz="2400" dirty="0"/>
              <a:t>这是一个简化的图景，并未触及很多复杂性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10E85-0B8B-2977-5344-100082AE72C9}"/>
              </a:ext>
            </a:extLst>
          </p:cNvPr>
          <p:cNvSpPr txBox="1"/>
          <p:nvPr/>
        </p:nvSpPr>
        <p:spPr>
          <a:xfrm>
            <a:off x="152400" y="4450140"/>
            <a:ext cx="88391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It’s practical &amp; popular, but only w/ the right error tolerance &amp; the right hardware-software acceleration</a:t>
            </a:r>
          </a:p>
          <a:p>
            <a:pPr algn="ctr"/>
            <a:r>
              <a:rPr lang="zh-CN" altLang="en-US" sz="2400" dirty="0"/>
              <a:t>当我们能正确地容忍误差、并合理地进行软硬件加速时，</a:t>
            </a:r>
            <a:endParaRPr lang="en-US" altLang="zh-CN" sz="2400" dirty="0"/>
          </a:p>
          <a:p>
            <a:pPr algn="ctr"/>
            <a:r>
              <a:rPr lang="zh-CN" altLang="en-US" sz="2400" dirty="0"/>
              <a:t>低精度能展现出其实用性，并流行于世</a:t>
            </a:r>
          </a:p>
        </p:txBody>
      </p:sp>
    </p:spTree>
    <p:extLst>
      <p:ext uri="{BB962C8B-B14F-4D97-AF65-F5344CB8AC3E}">
        <p14:creationId xmlns:p14="http://schemas.microsoft.com/office/powerpoint/2010/main" val="415658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uiExpand="1"/>
      <p:bldP spid="3" grpId="0" uiExpan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40B1A4C5819246B9BFCCBA066F3ABE" ma:contentTypeVersion="19" ma:contentTypeDescription="Create a new document." ma:contentTypeScope="" ma:versionID="9692fad3877e1ae90f51e4baed900726">
  <xsd:schema xmlns:xsd="http://www.w3.org/2001/XMLSchema" xmlns:xs="http://www.w3.org/2001/XMLSchema" xmlns:p="http://schemas.microsoft.com/office/2006/metadata/properties" xmlns:ns3="96e2f25c-537a-4a0c-91fb-0331a5612536" xmlns:ns4="f66673be-3b20-4ac8-ba7c-00310aa8f626" targetNamespace="http://schemas.microsoft.com/office/2006/metadata/properties" ma:root="true" ma:fieldsID="a4d7b83b6d623c2308b23cc2086510ce" ns3:_="" ns4:_="">
    <xsd:import namespace="96e2f25c-537a-4a0c-91fb-0331a5612536"/>
    <xsd:import namespace="f66673be-3b20-4ac8-ba7c-00310aa8f6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2f25c-537a-4a0c-91fb-0331a56125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673be-3b20-4ac8-ba7c-00310aa8f6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e2f25c-537a-4a0c-91fb-0331a5612536" xsi:nil="true"/>
  </documentManagement>
</p:properties>
</file>

<file path=customXml/itemProps1.xml><?xml version="1.0" encoding="utf-8"?>
<ds:datastoreItem xmlns:ds="http://schemas.openxmlformats.org/officeDocument/2006/customXml" ds:itemID="{C0A29639-2C97-4587-B7DD-B53C30F641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8747F-F311-4A49-9509-54EE6A6EE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e2f25c-537a-4a0c-91fb-0331a5612536"/>
    <ds:schemaRef ds:uri="f66673be-3b20-4ac8-ba7c-00310aa8f6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FA058F-C745-49C3-B04F-664AB4EC0AC0}">
  <ds:schemaRefs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96e2f25c-537a-4a0c-91fb-0331a5612536"/>
    <ds:schemaRef ds:uri="http://schemas.openxmlformats.org/package/2006/metadata/core-properties"/>
    <ds:schemaRef ds:uri="f66673be-3b20-4ac8-ba7c-00310aa8f626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18477</TotalTime>
  <Words>3304</Words>
  <Application>Microsoft Office PowerPoint</Application>
  <PresentationFormat>On-screen Show (4:3)</PresentationFormat>
  <Paragraphs>351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ＭＳ Ｐゴシック</vt:lpstr>
      <vt:lpstr>SimSun</vt:lpstr>
      <vt:lpstr>Arial</vt:lpstr>
      <vt:lpstr>Cambria Math</vt:lpstr>
      <vt:lpstr>Comic Sans MS</vt:lpstr>
      <vt:lpstr>Consolas</vt:lpstr>
      <vt:lpstr>Intel Clear</vt:lpstr>
      <vt:lpstr>Tahoma</vt:lpstr>
      <vt:lpstr>Times New Roman</vt:lpstr>
      <vt:lpstr>Wingdings</vt:lpstr>
      <vt:lpstr>Blends</vt:lpstr>
      <vt:lpstr>How Computing Works -  Modern Paradigms of Architecture &amp; System 6. Low Precision</vt:lpstr>
      <vt:lpstr>Data Types in Computing   计算中的数据类型 (1)</vt:lpstr>
      <vt:lpstr>Data Types in Computing   计算中的数据类型 (2)</vt:lpstr>
      <vt:lpstr>Practice 6.1  实践6.1</vt:lpstr>
      <vt:lpstr>Observation  现象</vt:lpstr>
      <vt:lpstr>Look at the Instructions 看看指令 (1)</vt:lpstr>
      <vt:lpstr>Look at the Instructions 看看指令 (1)</vt:lpstr>
      <vt:lpstr>Look at the Instructions 看看指令 (1)</vt:lpstr>
      <vt:lpstr>Look at the Instructions 看看指令 (2)</vt:lpstr>
      <vt:lpstr>Look at the Instructions 看看指令 (2)</vt:lpstr>
      <vt:lpstr>Look at the Instructions 看看指令 (2)</vt:lpstr>
      <vt:lpstr>Floating-Point Numbers  浮点数</vt:lpstr>
      <vt:lpstr>Single-Precision vs Double-Precision  单精度对双精度</vt:lpstr>
      <vt:lpstr>Single-Precision vs Double-Precision  单精度对双精度</vt:lpstr>
      <vt:lpstr>Single-Precision vs Double-Precision  单精度对双精度</vt:lpstr>
      <vt:lpstr>Does Precision Matter?   精度重要吗？</vt:lpstr>
      <vt:lpstr>Lorenz’s Story  洛伦兹的故事</vt:lpstr>
      <vt:lpstr>Practice 6.2  实践6.2</vt:lpstr>
      <vt:lpstr>Memory vs Compute  内存对计算</vt:lpstr>
      <vt:lpstr>Speedup &amp; Accuracy   加速与准确度</vt:lpstr>
      <vt:lpstr>Footprint  占用空间</vt:lpstr>
      <vt:lpstr>Modern Paradigm  现代范式</vt:lpstr>
      <vt:lpstr>Lower Precision  更低精度 (1)</vt:lpstr>
      <vt:lpstr>Lower Precision  更低精度 (2)</vt:lpstr>
      <vt:lpstr>Another Idea  另一个思路</vt:lpstr>
      <vt:lpstr>Precision Touches Every Layer  精度影响每一层</vt:lpstr>
      <vt:lpstr>Before You Lower Precision, Ask …  降低精度前思考</vt:lpstr>
      <vt:lpstr>Low Precision  低精度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1049</cp:revision>
  <dcterms:created xsi:type="dcterms:W3CDTF">2003-03-13T01:36:43Z</dcterms:created>
  <dcterms:modified xsi:type="dcterms:W3CDTF">2026-09-25T06:28:09Z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0x0101007C40B1A4C5819246B9BFCCBA066F3ABE</vt:lpwstr>
  </property>
</Properties>
</file>