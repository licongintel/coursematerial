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4"/>
  </p:sldMasterIdLst>
  <p:notesMasterIdLst>
    <p:notesMasterId r:id="rId56"/>
  </p:notesMasterIdLst>
  <p:handoutMasterIdLst>
    <p:handoutMasterId r:id="rId57"/>
  </p:handoutMasterIdLst>
  <p:sldIdLst>
    <p:sldId id="286" r:id="rId5"/>
    <p:sldId id="370" r:id="rId6"/>
    <p:sldId id="411" r:id="rId7"/>
    <p:sldId id="412" r:id="rId8"/>
    <p:sldId id="413" r:id="rId9"/>
    <p:sldId id="414" r:id="rId10"/>
    <p:sldId id="415" r:id="rId11"/>
    <p:sldId id="416" r:id="rId12"/>
    <p:sldId id="418" r:id="rId13"/>
    <p:sldId id="419" r:id="rId14"/>
    <p:sldId id="420" r:id="rId15"/>
    <p:sldId id="421" r:id="rId16"/>
    <p:sldId id="422" r:id="rId17"/>
    <p:sldId id="423" r:id="rId18"/>
    <p:sldId id="424" r:id="rId19"/>
    <p:sldId id="425" r:id="rId20"/>
    <p:sldId id="426" r:id="rId21"/>
    <p:sldId id="427" r:id="rId22"/>
    <p:sldId id="428" r:id="rId23"/>
    <p:sldId id="429" r:id="rId24"/>
    <p:sldId id="430" r:id="rId25"/>
    <p:sldId id="431" r:id="rId26"/>
    <p:sldId id="432" r:id="rId27"/>
    <p:sldId id="433" r:id="rId28"/>
    <p:sldId id="434" r:id="rId29"/>
    <p:sldId id="435" r:id="rId30"/>
    <p:sldId id="436" r:id="rId31"/>
    <p:sldId id="437" r:id="rId32"/>
    <p:sldId id="442" r:id="rId33"/>
    <p:sldId id="443" r:id="rId34"/>
    <p:sldId id="444" r:id="rId35"/>
    <p:sldId id="445" r:id="rId36"/>
    <p:sldId id="446" r:id="rId37"/>
    <p:sldId id="448" r:id="rId38"/>
    <p:sldId id="447" r:id="rId39"/>
    <p:sldId id="449" r:id="rId40"/>
    <p:sldId id="454" r:id="rId41"/>
    <p:sldId id="455" r:id="rId42"/>
    <p:sldId id="456" r:id="rId43"/>
    <p:sldId id="457" r:id="rId44"/>
    <p:sldId id="453" r:id="rId45"/>
    <p:sldId id="458" r:id="rId46"/>
    <p:sldId id="461" r:id="rId47"/>
    <p:sldId id="459" r:id="rId48"/>
    <p:sldId id="462" r:id="rId49"/>
    <p:sldId id="463" r:id="rId50"/>
    <p:sldId id="464" r:id="rId51"/>
    <p:sldId id="460" r:id="rId52"/>
    <p:sldId id="465" r:id="rId53"/>
    <p:sldId id="466" r:id="rId54"/>
    <p:sldId id="353" r:id="rId55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48AB87-8272-4C3B-BA4C-5C11B9EA3987}" v="4379" dt="2026-07-25T01:24:20.3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8" autoAdjust="0"/>
    <p:restoredTop sz="77577" autoAdjust="0"/>
  </p:normalViewPr>
  <p:slideViewPr>
    <p:cSldViewPr>
      <p:cViewPr varScale="1">
        <p:scale>
          <a:sx n="55" d="100"/>
          <a:sy n="55" d="100"/>
        </p:scale>
        <p:origin x="173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ong" userId="025630f4-267e-4cb3-8cd5-8795177f99f4" providerId="ADAL" clId="{929A2CC8-B112-421C-81E2-D5D63B23E300}"/>
    <pc:docChg chg="undo custSel addSld delSld modSld sldOrd">
      <pc:chgData name="Li, Cong" userId="025630f4-267e-4cb3-8cd5-8795177f99f4" providerId="ADAL" clId="{929A2CC8-B112-421C-81E2-D5D63B23E300}" dt="2026-07-25T01:24:27.457" v="6240" actId="1038"/>
      <pc:docMkLst>
        <pc:docMk/>
      </pc:docMkLst>
      <pc:sldChg chg="modSp">
        <pc:chgData name="Li, Cong" userId="025630f4-267e-4cb3-8cd5-8795177f99f4" providerId="ADAL" clId="{929A2CC8-B112-421C-81E2-D5D63B23E300}" dt="2026-07-25T01:23:25.087" v="6232" actId="2711"/>
        <pc:sldMkLst>
          <pc:docMk/>
          <pc:sldMk cId="4291521783" sldId="416"/>
        </pc:sldMkLst>
        <pc:spChg chg="mod">
          <ac:chgData name="Li, Cong" userId="025630f4-267e-4cb3-8cd5-8795177f99f4" providerId="ADAL" clId="{929A2CC8-B112-421C-81E2-D5D63B23E300}" dt="2026-07-25T01:23:25.087" v="6232" actId="2711"/>
          <ac:spMkLst>
            <pc:docMk/>
            <pc:sldMk cId="4291521783" sldId="416"/>
            <ac:spMk id="12" creationId="{C91D1FD8-36E1-9A3B-03AC-B85DCF491730}"/>
          </ac:spMkLst>
        </pc:spChg>
      </pc:sldChg>
      <pc:sldChg chg="modSp mod">
        <pc:chgData name="Li, Cong" userId="025630f4-267e-4cb3-8cd5-8795177f99f4" providerId="ADAL" clId="{929A2CC8-B112-421C-81E2-D5D63B23E300}" dt="2026-07-25T01:23:47.014" v="6234" actId="2711"/>
        <pc:sldMkLst>
          <pc:docMk/>
          <pc:sldMk cId="907017472" sldId="418"/>
        </pc:sldMkLst>
        <pc:spChg chg="mod">
          <ac:chgData name="Li, Cong" userId="025630f4-267e-4cb3-8cd5-8795177f99f4" providerId="ADAL" clId="{929A2CC8-B112-421C-81E2-D5D63B23E300}" dt="2026-07-25T01:23:40.021" v="6233" actId="2711"/>
          <ac:spMkLst>
            <pc:docMk/>
            <pc:sldMk cId="907017472" sldId="418"/>
            <ac:spMk id="6" creationId="{465E0DB3-F54D-AAF4-0BBD-19105AD38C04}"/>
          </ac:spMkLst>
        </pc:spChg>
        <pc:spChg chg="mod">
          <ac:chgData name="Li, Cong" userId="025630f4-267e-4cb3-8cd5-8795177f99f4" providerId="ADAL" clId="{929A2CC8-B112-421C-81E2-D5D63B23E300}" dt="2026-07-25T01:23:47.014" v="6234" actId="2711"/>
          <ac:spMkLst>
            <pc:docMk/>
            <pc:sldMk cId="907017472" sldId="418"/>
            <ac:spMk id="12" creationId="{69359C1F-CBB2-3E81-2E28-ED981F01D32F}"/>
          </ac:spMkLst>
        </pc:spChg>
      </pc:sldChg>
      <pc:sldChg chg="modSp">
        <pc:chgData name="Li, Cong" userId="025630f4-267e-4cb3-8cd5-8795177f99f4" providerId="ADAL" clId="{929A2CC8-B112-421C-81E2-D5D63B23E300}" dt="2026-07-18T07:59:22.699" v="687" actId="20577"/>
        <pc:sldMkLst>
          <pc:docMk/>
          <pc:sldMk cId="1218293200" sldId="424"/>
        </pc:sldMkLst>
        <pc:spChg chg="mod">
          <ac:chgData name="Li, Cong" userId="025630f4-267e-4cb3-8cd5-8795177f99f4" providerId="ADAL" clId="{929A2CC8-B112-421C-81E2-D5D63B23E300}" dt="2026-07-18T07:59:22.699" v="687" actId="20577"/>
          <ac:spMkLst>
            <pc:docMk/>
            <pc:sldMk cId="1218293200" sldId="424"/>
            <ac:spMk id="3" creationId="{F62C8414-7A36-0A91-47BD-E57342B54C6C}"/>
          </ac:spMkLst>
        </pc:spChg>
      </pc:sldChg>
      <pc:sldChg chg="modSp mod">
        <pc:chgData name="Li, Cong" userId="025630f4-267e-4cb3-8cd5-8795177f99f4" providerId="ADAL" clId="{929A2CC8-B112-421C-81E2-D5D63B23E300}" dt="2026-07-18T09:18:52.729" v="2449" actId="20577"/>
        <pc:sldMkLst>
          <pc:docMk/>
          <pc:sldMk cId="2413789506" sldId="435"/>
        </pc:sldMkLst>
        <pc:graphicFrameChg chg="modGraphic">
          <ac:chgData name="Li, Cong" userId="025630f4-267e-4cb3-8cd5-8795177f99f4" providerId="ADAL" clId="{929A2CC8-B112-421C-81E2-D5D63B23E300}" dt="2026-07-18T09:18:52.729" v="2449" actId="20577"/>
          <ac:graphicFrameMkLst>
            <pc:docMk/>
            <pc:sldMk cId="2413789506" sldId="435"/>
            <ac:graphicFrameMk id="14" creationId="{14845986-149A-C259-0FB1-13D4ACF8BCB0}"/>
          </ac:graphicFrameMkLst>
        </pc:graphicFrameChg>
      </pc:sldChg>
      <pc:sldChg chg="modSp mod addAnim delAnim">
        <pc:chgData name="Li, Cong" userId="025630f4-267e-4cb3-8cd5-8795177f99f4" providerId="ADAL" clId="{929A2CC8-B112-421C-81E2-D5D63B23E300}" dt="2026-07-18T09:18:47.582" v="2444" actId="20577"/>
        <pc:sldMkLst>
          <pc:docMk/>
          <pc:sldMk cId="1117417119" sldId="442"/>
        </pc:sldMkLst>
        <pc:spChg chg="mod">
          <ac:chgData name="Li, Cong" userId="025630f4-267e-4cb3-8cd5-8795177f99f4" providerId="ADAL" clId="{929A2CC8-B112-421C-81E2-D5D63B23E300}" dt="2026-07-18T09:13:28.495" v="2312"/>
          <ac:spMkLst>
            <pc:docMk/>
            <pc:sldMk cId="1117417119" sldId="442"/>
            <ac:spMk id="2" creationId="{67DB8426-4E87-88D2-1B05-3481BA5D2393}"/>
          </ac:spMkLst>
        </pc:spChg>
        <pc:graphicFrameChg chg="mod modGraphic">
          <ac:chgData name="Li, Cong" userId="025630f4-267e-4cb3-8cd5-8795177f99f4" providerId="ADAL" clId="{929A2CC8-B112-421C-81E2-D5D63B23E300}" dt="2026-07-18T09:18:47.582" v="2444" actId="20577"/>
          <ac:graphicFrameMkLst>
            <pc:docMk/>
            <pc:sldMk cId="1117417119" sldId="442"/>
            <ac:graphicFrameMk id="14" creationId="{16E04D1D-647B-5849-970F-D72A7604CBA7}"/>
          </ac:graphicFrameMkLst>
        </pc:graphicFrameChg>
      </pc:sldChg>
      <pc:sldChg chg="modSp mod">
        <pc:chgData name="Li, Cong" userId="025630f4-267e-4cb3-8cd5-8795177f99f4" providerId="ADAL" clId="{929A2CC8-B112-421C-81E2-D5D63B23E300}" dt="2026-07-18T09:15:35.502" v="2418" actId="1076"/>
        <pc:sldMkLst>
          <pc:docMk/>
          <pc:sldMk cId="2880763322" sldId="443"/>
        </pc:sldMkLst>
        <pc:graphicFrameChg chg="modGraphic">
          <ac:chgData name="Li, Cong" userId="025630f4-267e-4cb3-8cd5-8795177f99f4" providerId="ADAL" clId="{929A2CC8-B112-421C-81E2-D5D63B23E300}" dt="2026-07-18T09:14:54.250" v="2382" actId="20577"/>
          <ac:graphicFrameMkLst>
            <pc:docMk/>
            <pc:sldMk cId="2880763322" sldId="443"/>
            <ac:graphicFrameMk id="8" creationId="{E79CE64C-E140-11CC-35CC-FBCDCC9C5795}"/>
          </ac:graphicFrameMkLst>
        </pc:graphicFrameChg>
        <pc:graphicFrameChg chg="mod modGraphic">
          <ac:chgData name="Li, Cong" userId="025630f4-267e-4cb3-8cd5-8795177f99f4" providerId="ADAL" clId="{929A2CC8-B112-421C-81E2-D5D63B23E300}" dt="2026-07-18T09:15:18.815" v="2399" actId="1076"/>
          <ac:graphicFrameMkLst>
            <pc:docMk/>
            <pc:sldMk cId="2880763322" sldId="443"/>
            <ac:graphicFrameMk id="9" creationId="{70B9C8CE-73E4-B75E-6E2C-4529DB8FD0C4}"/>
          </ac:graphicFrameMkLst>
        </pc:graphicFrameChg>
        <pc:graphicFrameChg chg="mod modGraphic">
          <ac:chgData name="Li, Cong" userId="025630f4-267e-4cb3-8cd5-8795177f99f4" providerId="ADAL" clId="{929A2CC8-B112-421C-81E2-D5D63B23E300}" dt="2026-07-18T09:15:35.502" v="2418" actId="1076"/>
          <ac:graphicFrameMkLst>
            <pc:docMk/>
            <pc:sldMk cId="2880763322" sldId="443"/>
            <ac:graphicFrameMk id="10" creationId="{176436F5-B3BA-5C5E-19ED-2B2EEC61A70F}"/>
          </ac:graphicFrameMkLst>
        </pc:graphicFrameChg>
      </pc:sldChg>
      <pc:sldChg chg="modSp mod">
        <pc:chgData name="Li, Cong" userId="025630f4-267e-4cb3-8cd5-8795177f99f4" providerId="ADAL" clId="{929A2CC8-B112-421C-81E2-D5D63B23E300}" dt="2026-07-25T01:24:27.457" v="6240" actId="1038"/>
        <pc:sldMkLst>
          <pc:docMk/>
          <pc:sldMk cId="4179937320" sldId="444"/>
        </pc:sldMkLst>
        <pc:spChg chg="mod">
          <ac:chgData name="Li, Cong" userId="025630f4-267e-4cb3-8cd5-8795177f99f4" providerId="ADAL" clId="{929A2CC8-B112-421C-81E2-D5D63B23E300}" dt="2026-07-18T06:19:13.341" v="28"/>
          <ac:spMkLst>
            <pc:docMk/>
            <pc:sldMk cId="4179937320" sldId="444"/>
            <ac:spMk id="2" creationId="{DC75F562-1647-172A-6924-B81578BEA2C7}"/>
          </ac:spMkLst>
        </pc:spChg>
        <pc:spChg chg="mod">
          <ac:chgData name="Li, Cong" userId="025630f4-267e-4cb3-8cd5-8795177f99f4" providerId="ADAL" clId="{929A2CC8-B112-421C-81E2-D5D63B23E300}" dt="2026-07-25T01:24:27.457" v="6240" actId="1038"/>
          <ac:spMkLst>
            <pc:docMk/>
            <pc:sldMk cId="4179937320" sldId="444"/>
            <ac:spMk id="7" creationId="{51C5410B-86F9-43E1-1703-B4EF7561CE36}"/>
          </ac:spMkLst>
        </pc:spChg>
        <pc:spChg chg="mod">
          <ac:chgData name="Li, Cong" userId="025630f4-267e-4cb3-8cd5-8795177f99f4" providerId="ADAL" clId="{929A2CC8-B112-421C-81E2-D5D63B23E300}" dt="2026-07-25T01:24:20.374" v="6236" actId="2711"/>
          <ac:spMkLst>
            <pc:docMk/>
            <pc:sldMk cId="4179937320" sldId="444"/>
            <ac:spMk id="12" creationId="{EA0D8D79-44C9-2492-84EE-757A198A2BCC}"/>
          </ac:spMkLst>
        </pc:spChg>
      </pc:sldChg>
      <pc:sldChg chg="modSp">
        <pc:chgData name="Li, Cong" userId="025630f4-267e-4cb3-8cd5-8795177f99f4" providerId="ADAL" clId="{929A2CC8-B112-421C-81E2-D5D63B23E300}" dt="2026-07-18T06:19:09.882" v="27"/>
        <pc:sldMkLst>
          <pc:docMk/>
          <pc:sldMk cId="1368613491" sldId="445"/>
        </pc:sldMkLst>
        <pc:spChg chg="mod">
          <ac:chgData name="Li, Cong" userId="025630f4-267e-4cb3-8cd5-8795177f99f4" providerId="ADAL" clId="{929A2CC8-B112-421C-81E2-D5D63B23E300}" dt="2026-07-18T06:19:09.882" v="27"/>
          <ac:spMkLst>
            <pc:docMk/>
            <pc:sldMk cId="1368613491" sldId="445"/>
            <ac:spMk id="2" creationId="{ACEE265C-8A16-3D71-E500-2B95B03E25EC}"/>
          </ac:spMkLst>
        </pc:spChg>
      </pc:sldChg>
      <pc:sldChg chg="modSp">
        <pc:chgData name="Li, Cong" userId="025630f4-267e-4cb3-8cd5-8795177f99f4" providerId="ADAL" clId="{929A2CC8-B112-421C-81E2-D5D63B23E300}" dt="2026-07-18T06:19:06.582" v="26"/>
        <pc:sldMkLst>
          <pc:docMk/>
          <pc:sldMk cId="2875410528" sldId="446"/>
        </pc:sldMkLst>
        <pc:spChg chg="mod">
          <ac:chgData name="Li, Cong" userId="025630f4-267e-4cb3-8cd5-8795177f99f4" providerId="ADAL" clId="{929A2CC8-B112-421C-81E2-D5D63B23E300}" dt="2026-07-18T06:19:06.582" v="26"/>
          <ac:spMkLst>
            <pc:docMk/>
            <pc:sldMk cId="2875410528" sldId="446"/>
            <ac:spMk id="2" creationId="{37073D1E-BA58-B138-16E2-2B13804A2F52}"/>
          </ac:spMkLst>
        </pc:spChg>
      </pc:sldChg>
      <pc:sldChg chg="modSp mod">
        <pc:chgData name="Li, Cong" userId="025630f4-267e-4cb3-8cd5-8795177f99f4" providerId="ADAL" clId="{929A2CC8-B112-421C-81E2-D5D63B23E300}" dt="2026-07-18T06:19:01.021" v="24" actId="20577"/>
        <pc:sldMkLst>
          <pc:docMk/>
          <pc:sldMk cId="650905477" sldId="447"/>
        </pc:sldMkLst>
        <pc:spChg chg="mod">
          <ac:chgData name="Li, Cong" userId="025630f4-267e-4cb3-8cd5-8795177f99f4" providerId="ADAL" clId="{929A2CC8-B112-421C-81E2-D5D63B23E300}" dt="2026-07-18T06:19:01.021" v="24" actId="20577"/>
          <ac:spMkLst>
            <pc:docMk/>
            <pc:sldMk cId="650905477" sldId="447"/>
            <ac:spMk id="2" creationId="{BDB67930-3B6B-B77D-78E8-F4FA7BE363F5}"/>
          </ac:spMkLst>
        </pc:spChg>
        <pc:cxnChg chg="mod">
          <ac:chgData name="Li, Cong" userId="025630f4-267e-4cb3-8cd5-8795177f99f4" providerId="ADAL" clId="{929A2CC8-B112-421C-81E2-D5D63B23E300}" dt="2026-07-18T04:54:03.055" v="14" actId="692"/>
          <ac:cxnSpMkLst>
            <pc:docMk/>
            <pc:sldMk cId="650905477" sldId="447"/>
            <ac:cxnSpMk id="22" creationId="{C123BB33-EDBC-0634-79D1-F96D780828D4}"/>
          </ac:cxnSpMkLst>
        </pc:cxnChg>
        <pc:cxnChg chg="mod">
          <ac:chgData name="Li, Cong" userId="025630f4-267e-4cb3-8cd5-8795177f99f4" providerId="ADAL" clId="{929A2CC8-B112-421C-81E2-D5D63B23E300}" dt="2026-07-18T04:54:09.623" v="15" actId="692"/>
          <ac:cxnSpMkLst>
            <pc:docMk/>
            <pc:sldMk cId="650905477" sldId="447"/>
            <ac:cxnSpMk id="26" creationId="{5A8804E9-5590-8B7D-0AEB-94F8CFF73B93}"/>
          </ac:cxnSpMkLst>
        </pc:cxnChg>
      </pc:sldChg>
      <pc:sldChg chg="modSp modAnim">
        <pc:chgData name="Li, Cong" userId="025630f4-267e-4cb3-8cd5-8795177f99f4" providerId="ADAL" clId="{929A2CC8-B112-421C-81E2-D5D63B23E300}" dt="2026-07-18T06:19:04.388" v="25"/>
        <pc:sldMkLst>
          <pc:docMk/>
          <pc:sldMk cId="414647455" sldId="448"/>
        </pc:sldMkLst>
        <pc:spChg chg="mod">
          <ac:chgData name="Li, Cong" userId="025630f4-267e-4cb3-8cd5-8795177f99f4" providerId="ADAL" clId="{929A2CC8-B112-421C-81E2-D5D63B23E300}" dt="2026-07-18T06:19:04.388" v="25"/>
          <ac:spMkLst>
            <pc:docMk/>
            <pc:sldMk cId="414647455" sldId="448"/>
            <ac:spMk id="2" creationId="{87005813-AE98-D869-6B45-279AAD3D2870}"/>
          </ac:spMkLst>
        </pc:spChg>
        <pc:spChg chg="mod">
          <ac:chgData name="Li, Cong" userId="025630f4-267e-4cb3-8cd5-8795177f99f4" providerId="ADAL" clId="{929A2CC8-B112-421C-81E2-D5D63B23E300}" dt="2026-07-18T04:53:29.333" v="12" actId="20577"/>
          <ac:spMkLst>
            <pc:docMk/>
            <pc:sldMk cId="414647455" sldId="448"/>
            <ac:spMk id="30" creationId="{DF484831-C4F2-49A8-0B0B-003165547834}"/>
          </ac:spMkLst>
        </pc:spChg>
      </pc:sldChg>
      <pc:sldChg chg="modSp add mod">
        <pc:chgData name="Li, Cong" userId="025630f4-267e-4cb3-8cd5-8795177f99f4" providerId="ADAL" clId="{929A2CC8-B112-421C-81E2-D5D63B23E300}" dt="2026-07-18T07:49:29.036" v="571" actId="1076"/>
        <pc:sldMkLst>
          <pc:docMk/>
          <pc:sldMk cId="2078901703" sldId="449"/>
        </pc:sldMkLst>
        <pc:spChg chg="mod">
          <ac:chgData name="Li, Cong" userId="025630f4-267e-4cb3-8cd5-8795177f99f4" providerId="ADAL" clId="{929A2CC8-B112-421C-81E2-D5D63B23E300}" dt="2026-07-18T07:43:29.757" v="87" actId="6549"/>
          <ac:spMkLst>
            <pc:docMk/>
            <pc:sldMk cId="2078901703" sldId="449"/>
            <ac:spMk id="2" creationId="{B929E773-62A8-B160-32E7-0BC297AA441F}"/>
          </ac:spMkLst>
        </pc:spChg>
        <pc:spChg chg="mod">
          <ac:chgData name="Li, Cong" userId="025630f4-267e-4cb3-8cd5-8795177f99f4" providerId="ADAL" clId="{929A2CC8-B112-421C-81E2-D5D63B23E300}" dt="2026-07-18T07:49:29.036" v="571" actId="1076"/>
          <ac:spMkLst>
            <pc:docMk/>
            <pc:sldMk cId="2078901703" sldId="449"/>
            <ac:spMk id="3" creationId="{6B5A434B-A346-8FAC-65B2-A56852EA90E9}"/>
          </ac:spMkLst>
        </pc:spChg>
        <pc:spChg chg="mod">
          <ac:chgData name="Li, Cong" userId="025630f4-267e-4cb3-8cd5-8795177f99f4" providerId="ADAL" clId="{929A2CC8-B112-421C-81E2-D5D63B23E300}" dt="2026-07-18T07:49:25.146" v="570" actId="1076"/>
          <ac:spMkLst>
            <pc:docMk/>
            <pc:sldMk cId="2078901703" sldId="449"/>
            <ac:spMk id="7" creationId="{BA75D319-8BB7-4EBB-2530-9FC748326B4D}"/>
          </ac:spMkLst>
        </pc:spChg>
      </pc:sldChg>
      <pc:sldChg chg="addSp delSp modSp add mod delAnim modAnim">
        <pc:chgData name="Li, Cong" userId="025630f4-267e-4cb3-8cd5-8795177f99f4" providerId="ADAL" clId="{929A2CC8-B112-421C-81E2-D5D63B23E300}" dt="2026-07-19T00:36:49.589" v="5736" actId="1076"/>
        <pc:sldMkLst>
          <pc:docMk/>
          <pc:sldMk cId="4150552980" sldId="453"/>
        </pc:sldMkLst>
        <pc:spChg chg="mod">
          <ac:chgData name="Li, Cong" userId="025630f4-267e-4cb3-8cd5-8795177f99f4" providerId="ADAL" clId="{929A2CC8-B112-421C-81E2-D5D63B23E300}" dt="2026-07-18T09:06:49.050" v="2210" actId="20577"/>
          <ac:spMkLst>
            <pc:docMk/>
            <pc:sldMk cId="4150552980" sldId="453"/>
            <ac:spMk id="2" creationId="{F3BED02C-24B0-3968-0822-3480B750F790}"/>
          </ac:spMkLst>
        </pc:spChg>
        <pc:spChg chg="mod">
          <ac:chgData name="Li, Cong" userId="025630f4-267e-4cb3-8cd5-8795177f99f4" providerId="ADAL" clId="{929A2CC8-B112-421C-81E2-D5D63B23E300}" dt="2026-07-18T09:22:26.183" v="2540" actId="1076"/>
          <ac:spMkLst>
            <pc:docMk/>
            <pc:sldMk cId="4150552980" sldId="453"/>
            <ac:spMk id="16" creationId="{5F651A22-1066-7A9F-4444-249048572DB0}"/>
          </ac:spMkLst>
        </pc:spChg>
        <pc:spChg chg="add mod">
          <ac:chgData name="Li, Cong" userId="025630f4-267e-4cb3-8cd5-8795177f99f4" providerId="ADAL" clId="{929A2CC8-B112-421C-81E2-D5D63B23E300}" dt="2026-07-19T00:36:49.589" v="5736" actId="1076"/>
          <ac:spMkLst>
            <pc:docMk/>
            <pc:sldMk cId="4150552980" sldId="453"/>
            <ac:spMk id="18" creationId="{D9283929-4A02-07D8-C222-0ED480C67495}"/>
          </ac:spMkLst>
        </pc:spChg>
        <pc:picChg chg="mod">
          <ac:chgData name="Li, Cong" userId="025630f4-267e-4cb3-8cd5-8795177f99f4" providerId="ADAL" clId="{929A2CC8-B112-421C-81E2-D5D63B23E300}" dt="2026-07-18T09:22:16.979" v="2538" actId="1038"/>
          <ac:picMkLst>
            <pc:docMk/>
            <pc:sldMk cId="4150552980" sldId="453"/>
            <ac:picMk id="11" creationId="{427EA42A-95C7-5F9B-930F-C43D6B034EA8}"/>
          </ac:picMkLst>
        </pc:picChg>
        <pc:picChg chg="mod">
          <ac:chgData name="Li, Cong" userId="025630f4-267e-4cb3-8cd5-8795177f99f4" providerId="ADAL" clId="{929A2CC8-B112-421C-81E2-D5D63B23E300}" dt="2026-07-18T09:22:16.979" v="2538" actId="1038"/>
          <ac:picMkLst>
            <pc:docMk/>
            <pc:sldMk cId="4150552980" sldId="453"/>
            <ac:picMk id="12" creationId="{6EAB20C2-EAE8-DFCC-BFC4-0DF1D7B18E8A}"/>
          </ac:picMkLst>
        </pc:picChg>
        <pc:cxnChg chg="mod">
          <ac:chgData name="Li, Cong" userId="025630f4-267e-4cb3-8cd5-8795177f99f4" providerId="ADAL" clId="{929A2CC8-B112-421C-81E2-D5D63B23E300}" dt="2026-07-18T09:22:16.979" v="2538" actId="1038"/>
          <ac:cxnSpMkLst>
            <pc:docMk/>
            <pc:sldMk cId="4150552980" sldId="453"/>
            <ac:cxnSpMk id="14" creationId="{D50A92F6-C57A-7BAC-3F92-268CCD6A4208}"/>
          </ac:cxnSpMkLst>
        </pc:cxnChg>
      </pc:sldChg>
      <pc:sldChg chg="modSp add mod modAnim">
        <pc:chgData name="Li, Cong" userId="025630f4-267e-4cb3-8cd5-8795177f99f4" providerId="ADAL" clId="{929A2CC8-B112-421C-81E2-D5D63B23E300}" dt="2026-07-18T08:53:01.463" v="1409" actId="20577"/>
        <pc:sldMkLst>
          <pc:docMk/>
          <pc:sldMk cId="1501544035" sldId="454"/>
        </pc:sldMkLst>
        <pc:spChg chg="mod">
          <ac:chgData name="Li, Cong" userId="025630f4-267e-4cb3-8cd5-8795177f99f4" providerId="ADAL" clId="{929A2CC8-B112-421C-81E2-D5D63B23E300}" dt="2026-07-18T08:53:01.463" v="1409" actId="20577"/>
          <ac:spMkLst>
            <pc:docMk/>
            <pc:sldMk cId="1501544035" sldId="454"/>
            <ac:spMk id="2" creationId="{0A1142F1-5308-9AE7-5868-ABC7D9A9D3C8}"/>
          </ac:spMkLst>
        </pc:spChg>
        <pc:spChg chg="mod">
          <ac:chgData name="Li, Cong" userId="025630f4-267e-4cb3-8cd5-8795177f99f4" providerId="ADAL" clId="{929A2CC8-B112-421C-81E2-D5D63B23E300}" dt="2026-07-18T08:52:05.981" v="1403" actId="20577"/>
          <ac:spMkLst>
            <pc:docMk/>
            <pc:sldMk cId="1501544035" sldId="454"/>
            <ac:spMk id="3" creationId="{00BCB0C5-C2BC-2734-E43C-6D1A290E09C2}"/>
          </ac:spMkLst>
        </pc:spChg>
      </pc:sldChg>
      <pc:sldChg chg="addSp delSp modSp add mod modAnim">
        <pc:chgData name="Li, Cong" userId="025630f4-267e-4cb3-8cd5-8795177f99f4" providerId="ADAL" clId="{929A2CC8-B112-421C-81E2-D5D63B23E300}" dt="2026-07-18T08:59:54.243" v="1816"/>
        <pc:sldMkLst>
          <pc:docMk/>
          <pc:sldMk cId="2400952221" sldId="455"/>
        </pc:sldMkLst>
        <pc:spChg chg="mod">
          <ac:chgData name="Li, Cong" userId="025630f4-267e-4cb3-8cd5-8795177f99f4" providerId="ADAL" clId="{929A2CC8-B112-421C-81E2-D5D63B23E300}" dt="2026-07-18T08:53:27.840" v="1444" actId="20577"/>
          <ac:spMkLst>
            <pc:docMk/>
            <pc:sldMk cId="2400952221" sldId="455"/>
            <ac:spMk id="2" creationId="{958ECE82-4070-98B9-8151-4B661FE3FF80}"/>
          </ac:spMkLst>
        </pc:spChg>
        <pc:spChg chg="mod">
          <ac:chgData name="Li, Cong" userId="025630f4-267e-4cb3-8cd5-8795177f99f4" providerId="ADAL" clId="{929A2CC8-B112-421C-81E2-D5D63B23E300}" dt="2026-07-18T08:58:25.820" v="1689" actId="20577"/>
          <ac:spMkLst>
            <pc:docMk/>
            <pc:sldMk cId="2400952221" sldId="455"/>
            <ac:spMk id="3" creationId="{042A52A8-264C-964D-6181-5C0285080053}"/>
          </ac:spMkLst>
        </pc:spChg>
        <pc:spChg chg="add mod">
          <ac:chgData name="Li, Cong" userId="025630f4-267e-4cb3-8cd5-8795177f99f4" providerId="ADAL" clId="{929A2CC8-B112-421C-81E2-D5D63B23E300}" dt="2026-07-18T08:59:14.358" v="1805" actId="1076"/>
          <ac:spMkLst>
            <pc:docMk/>
            <pc:sldMk cId="2400952221" sldId="455"/>
            <ac:spMk id="11" creationId="{0E400A07-F8C2-BB58-EC5E-8B87ADE412CD}"/>
          </ac:spMkLst>
        </pc:spChg>
        <pc:spChg chg="add mod">
          <ac:chgData name="Li, Cong" userId="025630f4-267e-4cb3-8cd5-8795177f99f4" providerId="ADAL" clId="{929A2CC8-B112-421C-81E2-D5D63B23E300}" dt="2026-07-18T08:59:17.111" v="1809" actId="1035"/>
          <ac:spMkLst>
            <pc:docMk/>
            <pc:sldMk cId="2400952221" sldId="455"/>
            <ac:spMk id="12" creationId="{CA40720A-4E43-112A-8D02-1DCC1C4EC6C6}"/>
          </ac:spMkLst>
        </pc:spChg>
        <pc:picChg chg="add mod">
          <ac:chgData name="Li, Cong" userId="025630f4-267e-4cb3-8cd5-8795177f99f4" providerId="ADAL" clId="{929A2CC8-B112-421C-81E2-D5D63B23E300}" dt="2026-07-18T08:57:18.283" v="1632" actId="1076"/>
          <ac:picMkLst>
            <pc:docMk/>
            <pc:sldMk cId="2400952221" sldId="455"/>
            <ac:picMk id="6" creationId="{0988962B-997E-0539-2EBC-2EDC163B851F}"/>
          </ac:picMkLst>
        </pc:picChg>
        <pc:picChg chg="add mod">
          <ac:chgData name="Li, Cong" userId="025630f4-267e-4cb3-8cd5-8795177f99f4" providerId="ADAL" clId="{929A2CC8-B112-421C-81E2-D5D63B23E300}" dt="2026-07-18T08:58:15.960" v="1671" actId="1076"/>
          <ac:picMkLst>
            <pc:docMk/>
            <pc:sldMk cId="2400952221" sldId="455"/>
            <ac:picMk id="8" creationId="{2737E1CE-AEB1-CD71-7261-70BD50CA96A6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7-18T09:03:45.735" v="1932"/>
        <pc:sldMkLst>
          <pc:docMk/>
          <pc:sldMk cId="2915130246" sldId="456"/>
        </pc:sldMkLst>
        <pc:spChg chg="add mod">
          <ac:chgData name="Li, Cong" userId="025630f4-267e-4cb3-8cd5-8795177f99f4" providerId="ADAL" clId="{929A2CC8-B112-421C-81E2-D5D63B23E300}" dt="2026-07-18T09:01:59.494" v="1832" actId="1037"/>
          <ac:spMkLst>
            <pc:docMk/>
            <pc:sldMk cId="2915130246" sldId="456"/>
            <ac:spMk id="5" creationId="{906CB088-B6D9-34BD-9288-0585F5209751}"/>
          </ac:spMkLst>
        </pc:spChg>
        <pc:spChg chg="add mod">
          <ac:chgData name="Li, Cong" userId="025630f4-267e-4cb3-8cd5-8795177f99f4" providerId="ADAL" clId="{929A2CC8-B112-421C-81E2-D5D63B23E300}" dt="2026-07-18T09:03:29.599" v="1931" actId="20577"/>
          <ac:spMkLst>
            <pc:docMk/>
            <pc:sldMk cId="2915130246" sldId="456"/>
            <ac:spMk id="10" creationId="{FFC5C545-3325-DB0E-45A5-7F3E42110B03}"/>
          </ac:spMkLst>
        </pc:spChg>
        <pc:cxnChg chg="add">
          <ac:chgData name="Li, Cong" userId="025630f4-267e-4cb3-8cd5-8795177f99f4" providerId="ADAL" clId="{929A2CC8-B112-421C-81E2-D5D63B23E300}" dt="2026-07-18T09:02:09.126" v="1833" actId="11529"/>
          <ac:cxnSpMkLst>
            <pc:docMk/>
            <pc:sldMk cId="2915130246" sldId="456"/>
            <ac:cxnSpMk id="9" creationId="{D4FEF4F0-9384-90C6-E5EB-25FEC70CADB3}"/>
          </ac:cxnSpMkLst>
        </pc:cxnChg>
      </pc:sldChg>
      <pc:sldChg chg="delSp modSp add mod modAnim">
        <pc:chgData name="Li, Cong" userId="025630f4-267e-4cb3-8cd5-8795177f99f4" providerId="ADAL" clId="{929A2CC8-B112-421C-81E2-D5D63B23E300}" dt="2026-07-18T09:06:23.922" v="2162"/>
        <pc:sldMkLst>
          <pc:docMk/>
          <pc:sldMk cId="3749154412" sldId="457"/>
        </pc:sldMkLst>
        <pc:spChg chg="mod">
          <ac:chgData name="Li, Cong" userId="025630f4-267e-4cb3-8cd5-8795177f99f4" providerId="ADAL" clId="{929A2CC8-B112-421C-81E2-D5D63B23E300}" dt="2026-07-18T09:05:55.928" v="2161" actId="20577"/>
          <ac:spMkLst>
            <pc:docMk/>
            <pc:sldMk cId="3749154412" sldId="457"/>
            <ac:spMk id="3" creationId="{B83D6DF6-494A-0F5F-D3B1-239DB97842D4}"/>
          </ac:spMkLst>
        </pc:spChg>
      </pc:sldChg>
      <pc:sldChg chg="add modAnim">
        <pc:chgData name="Li, Cong" userId="025630f4-267e-4cb3-8cd5-8795177f99f4" providerId="ADAL" clId="{929A2CC8-B112-421C-81E2-D5D63B23E300}" dt="2026-07-18T09:33:27.291" v="2871"/>
        <pc:sldMkLst>
          <pc:docMk/>
          <pc:sldMk cId="2021239772" sldId="458"/>
        </pc:sldMkLst>
      </pc:sldChg>
      <pc:sldChg chg="addSp delSp modSp add mod delAnim modAnim">
        <pc:chgData name="Li, Cong" userId="025630f4-267e-4cb3-8cd5-8795177f99f4" providerId="ADAL" clId="{929A2CC8-B112-421C-81E2-D5D63B23E300}" dt="2026-07-18T09:59:05.829" v="3388"/>
        <pc:sldMkLst>
          <pc:docMk/>
          <pc:sldMk cId="2145426481" sldId="459"/>
        </pc:sldMkLst>
        <pc:spChg chg="mod">
          <ac:chgData name="Li, Cong" userId="025630f4-267e-4cb3-8cd5-8795177f99f4" providerId="ADAL" clId="{929A2CC8-B112-421C-81E2-D5D63B23E300}" dt="2026-07-18T09:56:17.347" v="3290"/>
          <ac:spMkLst>
            <pc:docMk/>
            <pc:sldMk cId="2145426481" sldId="459"/>
            <ac:spMk id="2" creationId="{E81F12B3-2D76-ED5D-17B2-5D29978A5D24}"/>
          </ac:spMkLst>
        </pc:spChg>
        <pc:spChg chg="mod">
          <ac:chgData name="Li, Cong" userId="025630f4-267e-4cb3-8cd5-8795177f99f4" providerId="ADAL" clId="{929A2CC8-B112-421C-81E2-D5D63B23E300}" dt="2026-07-18T09:41:27.906" v="3087" actId="1035"/>
          <ac:spMkLst>
            <pc:docMk/>
            <pc:sldMk cId="2145426481" sldId="459"/>
            <ac:spMk id="3" creationId="{D156EEB0-77D6-9A07-D044-0C7792C58B30}"/>
          </ac:spMkLst>
        </pc:spChg>
        <pc:spChg chg="mod">
          <ac:chgData name="Li, Cong" userId="025630f4-267e-4cb3-8cd5-8795177f99f4" providerId="ADAL" clId="{929A2CC8-B112-421C-81E2-D5D63B23E300}" dt="2026-07-18T09:41:21.248" v="3077" actId="1076"/>
          <ac:spMkLst>
            <pc:docMk/>
            <pc:sldMk cId="2145426481" sldId="459"/>
            <ac:spMk id="7" creationId="{AFF6493E-F9D9-5292-CE3B-A47CB254493D}"/>
          </ac:spMkLst>
        </pc:spChg>
        <pc:spChg chg="add mod">
          <ac:chgData name="Li, Cong" userId="025630f4-267e-4cb3-8cd5-8795177f99f4" providerId="ADAL" clId="{929A2CC8-B112-421C-81E2-D5D63B23E300}" dt="2026-07-18T09:56:59.506" v="3381" actId="20577"/>
          <ac:spMkLst>
            <pc:docMk/>
            <pc:sldMk cId="2145426481" sldId="459"/>
            <ac:spMk id="8" creationId="{6EB9F95D-F0C2-3057-C9EA-B1033FD586F0}"/>
          </ac:spMkLst>
        </pc:spChg>
      </pc:sldChg>
      <pc:sldChg chg="modSp add mod">
        <pc:chgData name="Li, Cong" userId="025630f4-267e-4cb3-8cd5-8795177f99f4" providerId="ADAL" clId="{929A2CC8-B112-421C-81E2-D5D63B23E300}" dt="2026-07-18T09:43:51.261" v="3151" actId="20577"/>
        <pc:sldMkLst>
          <pc:docMk/>
          <pc:sldMk cId="3951222931" sldId="460"/>
        </pc:sldMkLst>
        <pc:spChg chg="mod">
          <ac:chgData name="Li, Cong" userId="025630f4-267e-4cb3-8cd5-8795177f99f4" providerId="ADAL" clId="{929A2CC8-B112-421C-81E2-D5D63B23E300}" dt="2026-07-18T09:43:22.952" v="3098" actId="20577"/>
          <ac:spMkLst>
            <pc:docMk/>
            <pc:sldMk cId="3951222931" sldId="460"/>
            <ac:spMk id="2" creationId="{7FDA420A-61C1-7E8E-FE98-B00B26ADAC8E}"/>
          </ac:spMkLst>
        </pc:spChg>
        <pc:spChg chg="mod">
          <ac:chgData name="Li, Cong" userId="025630f4-267e-4cb3-8cd5-8795177f99f4" providerId="ADAL" clId="{929A2CC8-B112-421C-81E2-D5D63B23E300}" dt="2026-07-18T09:43:38.940" v="3114" actId="20577"/>
          <ac:spMkLst>
            <pc:docMk/>
            <pc:sldMk cId="3951222931" sldId="460"/>
            <ac:spMk id="13" creationId="{9EF70313-7BB6-9D5B-5D01-A4AEC1BBE57F}"/>
          </ac:spMkLst>
        </pc:spChg>
        <pc:spChg chg="mod">
          <ac:chgData name="Li, Cong" userId="025630f4-267e-4cb3-8cd5-8795177f99f4" providerId="ADAL" clId="{929A2CC8-B112-421C-81E2-D5D63B23E300}" dt="2026-07-18T09:43:51.261" v="3151" actId="20577"/>
          <ac:spMkLst>
            <pc:docMk/>
            <pc:sldMk cId="3951222931" sldId="460"/>
            <ac:spMk id="16" creationId="{E38A532A-FFA6-FAE0-0808-1214862CC164}"/>
          </ac:spMkLst>
        </pc:spChg>
      </pc:sldChg>
      <pc:sldChg chg="modSp add mod ord">
        <pc:chgData name="Li, Cong" userId="025630f4-267e-4cb3-8cd5-8795177f99f4" providerId="ADAL" clId="{929A2CC8-B112-421C-81E2-D5D63B23E300}" dt="2026-07-18T10:24:56.939" v="3758"/>
        <pc:sldMkLst>
          <pc:docMk/>
          <pc:sldMk cId="3925625829" sldId="461"/>
        </pc:sldMkLst>
        <pc:spChg chg="mod">
          <ac:chgData name="Li, Cong" userId="025630f4-267e-4cb3-8cd5-8795177f99f4" providerId="ADAL" clId="{929A2CC8-B112-421C-81E2-D5D63B23E300}" dt="2026-07-18T09:56:03.283" v="3289" actId="20577"/>
          <ac:spMkLst>
            <pc:docMk/>
            <pc:sldMk cId="3925625829" sldId="461"/>
            <ac:spMk id="2" creationId="{BFC6D989-778F-7191-4699-A558691656DD}"/>
          </ac:spMkLst>
        </pc:spChg>
      </pc:sldChg>
      <pc:sldChg chg="addSp delSp modSp add mod delAnim modAnim">
        <pc:chgData name="Li, Cong" userId="025630f4-267e-4cb3-8cd5-8795177f99f4" providerId="ADAL" clId="{929A2CC8-B112-421C-81E2-D5D63B23E300}" dt="2026-07-19T00:49:13.762" v="6209" actId="20577"/>
        <pc:sldMkLst>
          <pc:docMk/>
          <pc:sldMk cId="1534788537" sldId="462"/>
        </pc:sldMkLst>
        <pc:spChg chg="mod">
          <ac:chgData name="Li, Cong" userId="025630f4-267e-4cb3-8cd5-8795177f99f4" providerId="ADAL" clId="{929A2CC8-B112-421C-81E2-D5D63B23E300}" dt="2026-07-18T10:09:50.041" v="3742" actId="20577"/>
          <ac:spMkLst>
            <pc:docMk/>
            <pc:sldMk cId="1534788537" sldId="462"/>
            <ac:spMk id="2" creationId="{E23AC1A4-DD30-FC0A-FCDD-056B95883132}"/>
          </ac:spMkLst>
        </pc:spChg>
        <pc:spChg chg="mod">
          <ac:chgData name="Li, Cong" userId="025630f4-267e-4cb3-8cd5-8795177f99f4" providerId="ADAL" clId="{929A2CC8-B112-421C-81E2-D5D63B23E300}" dt="2026-07-18T10:03:20.672" v="3527" actId="6549"/>
          <ac:spMkLst>
            <pc:docMk/>
            <pc:sldMk cId="1534788537" sldId="462"/>
            <ac:spMk id="7" creationId="{FF9E6BA5-880C-542E-5E53-AAAA0497C6DB}"/>
          </ac:spMkLst>
        </pc:spChg>
        <pc:spChg chg="add mod">
          <ac:chgData name="Li, Cong" userId="025630f4-267e-4cb3-8cd5-8795177f99f4" providerId="ADAL" clId="{929A2CC8-B112-421C-81E2-D5D63B23E300}" dt="2026-07-19T00:48:59.575" v="6197" actId="20577"/>
          <ac:spMkLst>
            <pc:docMk/>
            <pc:sldMk cId="1534788537" sldId="462"/>
            <ac:spMk id="11" creationId="{16D88512-CFDF-B1D7-0BE9-EAF207084E32}"/>
          </ac:spMkLst>
        </pc:spChg>
        <pc:spChg chg="add mod">
          <ac:chgData name="Li, Cong" userId="025630f4-267e-4cb3-8cd5-8795177f99f4" providerId="ADAL" clId="{929A2CC8-B112-421C-81E2-D5D63B23E300}" dt="2026-07-19T00:49:13.762" v="6209" actId="20577"/>
          <ac:spMkLst>
            <pc:docMk/>
            <pc:sldMk cId="1534788537" sldId="462"/>
            <ac:spMk id="12" creationId="{FC2AE719-C4BC-B7C6-C71B-46768D9150C5}"/>
          </ac:spMkLst>
        </pc:spChg>
        <pc:picChg chg="add mod">
          <ac:chgData name="Li, Cong" userId="025630f4-267e-4cb3-8cd5-8795177f99f4" providerId="ADAL" clId="{929A2CC8-B112-421C-81E2-D5D63B23E300}" dt="2026-07-18T10:10:24.225" v="3748" actId="1076"/>
          <ac:picMkLst>
            <pc:docMk/>
            <pc:sldMk cId="1534788537" sldId="462"/>
            <ac:picMk id="8" creationId="{5A2A9799-2BD2-1565-8CCB-63AAE346FE96}"/>
          </ac:picMkLst>
        </pc:picChg>
        <pc:picChg chg="add mod">
          <ac:chgData name="Li, Cong" userId="025630f4-267e-4cb3-8cd5-8795177f99f4" providerId="ADAL" clId="{929A2CC8-B112-421C-81E2-D5D63B23E300}" dt="2026-07-18T10:10:14.201" v="3746" actId="1076"/>
          <ac:picMkLst>
            <pc:docMk/>
            <pc:sldMk cId="1534788537" sldId="462"/>
            <ac:picMk id="10" creationId="{E5E5C0A7-806F-E71E-7397-C2F33BDA569E}"/>
          </ac:picMkLst>
        </pc:picChg>
      </pc:sldChg>
      <pc:sldChg chg="delSp modSp add mod delAnim modAnim">
        <pc:chgData name="Li, Cong" userId="025630f4-267e-4cb3-8cd5-8795177f99f4" providerId="ADAL" clId="{929A2CC8-B112-421C-81E2-D5D63B23E300}" dt="2026-07-18T23:56:10.897" v="4318" actId="207"/>
        <pc:sldMkLst>
          <pc:docMk/>
          <pc:sldMk cId="1441730190" sldId="463"/>
        </pc:sldMkLst>
        <pc:spChg chg="mod">
          <ac:chgData name="Li, Cong" userId="025630f4-267e-4cb3-8cd5-8795177f99f4" providerId="ADAL" clId="{929A2CC8-B112-421C-81E2-D5D63B23E300}" dt="2026-07-18T23:52:09.097" v="3810" actId="20577"/>
          <ac:spMkLst>
            <pc:docMk/>
            <pc:sldMk cId="1441730190" sldId="463"/>
            <ac:spMk id="2" creationId="{84AE25D1-C533-E460-D911-D02B0453BC13}"/>
          </ac:spMkLst>
        </pc:spChg>
        <pc:spChg chg="mod">
          <ac:chgData name="Li, Cong" userId="025630f4-267e-4cb3-8cd5-8795177f99f4" providerId="ADAL" clId="{929A2CC8-B112-421C-81E2-D5D63B23E300}" dt="2026-07-18T23:54:16.607" v="4130" actId="20577"/>
          <ac:spMkLst>
            <pc:docMk/>
            <pc:sldMk cId="1441730190" sldId="463"/>
            <ac:spMk id="7" creationId="{003DF59E-8B06-6554-BEC1-27B43A884A13}"/>
          </ac:spMkLst>
        </pc:spChg>
        <pc:spChg chg="mod">
          <ac:chgData name="Li, Cong" userId="025630f4-267e-4cb3-8cd5-8795177f99f4" providerId="ADAL" clId="{929A2CC8-B112-421C-81E2-D5D63B23E300}" dt="2026-07-18T23:55:36.317" v="4313" actId="1035"/>
          <ac:spMkLst>
            <pc:docMk/>
            <pc:sldMk cId="1441730190" sldId="463"/>
            <ac:spMk id="11" creationId="{F0EF93E2-82DB-92A2-2551-4C6D28C2ABFD}"/>
          </ac:spMkLst>
        </pc:spChg>
        <pc:spChg chg="mod">
          <ac:chgData name="Li, Cong" userId="025630f4-267e-4cb3-8cd5-8795177f99f4" providerId="ADAL" clId="{929A2CC8-B112-421C-81E2-D5D63B23E300}" dt="2026-07-18T23:56:10.897" v="4318" actId="207"/>
          <ac:spMkLst>
            <pc:docMk/>
            <pc:sldMk cId="1441730190" sldId="463"/>
            <ac:spMk id="12" creationId="{B5AE061F-CCBA-61D7-D93B-077B758F0AE8}"/>
          </ac:spMkLst>
        </pc:spChg>
      </pc:sldChg>
      <pc:sldChg chg="modSp add mod modAnim">
        <pc:chgData name="Li, Cong" userId="025630f4-267e-4cb3-8cd5-8795177f99f4" providerId="ADAL" clId="{929A2CC8-B112-421C-81E2-D5D63B23E300}" dt="2026-07-19T08:56:14.097" v="6231" actId="20577"/>
        <pc:sldMkLst>
          <pc:docMk/>
          <pc:sldMk cId="1805450185" sldId="464"/>
        </pc:sldMkLst>
        <pc:spChg chg="mod">
          <ac:chgData name="Li, Cong" userId="025630f4-267e-4cb3-8cd5-8795177f99f4" providerId="ADAL" clId="{929A2CC8-B112-421C-81E2-D5D63B23E300}" dt="2026-07-19T00:02:58.161" v="4363" actId="20577"/>
          <ac:spMkLst>
            <pc:docMk/>
            <pc:sldMk cId="1805450185" sldId="464"/>
            <ac:spMk id="2" creationId="{7B1B5797-1DBA-6471-C9B8-7ACA031701E7}"/>
          </ac:spMkLst>
        </pc:spChg>
        <pc:spChg chg="mod">
          <ac:chgData name="Li, Cong" userId="025630f4-267e-4cb3-8cd5-8795177f99f4" providerId="ADAL" clId="{929A2CC8-B112-421C-81E2-D5D63B23E300}" dt="2026-07-19T08:56:14.097" v="6231" actId="20577"/>
          <ac:spMkLst>
            <pc:docMk/>
            <pc:sldMk cId="1805450185" sldId="464"/>
            <ac:spMk id="3" creationId="{148F293B-B709-92EE-7175-EC8542692EED}"/>
          </ac:spMkLst>
        </pc:spChg>
      </pc:sldChg>
      <pc:sldChg chg="modSp add mod modAnim">
        <pc:chgData name="Li, Cong" userId="025630f4-267e-4cb3-8cd5-8795177f99f4" providerId="ADAL" clId="{929A2CC8-B112-421C-81E2-D5D63B23E300}" dt="2026-07-19T00:32:13.447" v="5478" actId="20577"/>
        <pc:sldMkLst>
          <pc:docMk/>
          <pc:sldMk cId="1486173827" sldId="465"/>
        </pc:sldMkLst>
        <pc:spChg chg="mod">
          <ac:chgData name="Li, Cong" userId="025630f4-267e-4cb3-8cd5-8795177f99f4" providerId="ADAL" clId="{929A2CC8-B112-421C-81E2-D5D63B23E300}" dt="2026-07-19T00:32:13.447" v="5478" actId="20577"/>
          <ac:spMkLst>
            <pc:docMk/>
            <pc:sldMk cId="1486173827" sldId="465"/>
            <ac:spMk id="2" creationId="{9A23A93E-59F3-34F6-8067-DEC1182137C8}"/>
          </ac:spMkLst>
        </pc:spChg>
        <pc:spChg chg="mod">
          <ac:chgData name="Li, Cong" userId="025630f4-267e-4cb3-8cd5-8795177f99f4" providerId="ADAL" clId="{929A2CC8-B112-421C-81E2-D5D63B23E300}" dt="2026-07-19T00:31:22.013" v="5429" actId="14100"/>
          <ac:spMkLst>
            <pc:docMk/>
            <pc:sldMk cId="1486173827" sldId="465"/>
            <ac:spMk id="3" creationId="{3F015C51-4192-7F65-EAE9-FB1092E9C329}"/>
          </ac:spMkLst>
        </pc:spChg>
      </pc:sldChg>
      <pc:sldChg chg="modSp add mod">
        <pc:chgData name="Li, Cong" userId="025630f4-267e-4cb3-8cd5-8795177f99f4" providerId="ADAL" clId="{929A2CC8-B112-421C-81E2-D5D63B23E300}" dt="2026-07-19T00:47:45.655" v="6155" actId="1035"/>
        <pc:sldMkLst>
          <pc:docMk/>
          <pc:sldMk cId="3680982842" sldId="466"/>
        </pc:sldMkLst>
        <pc:spChg chg="mod">
          <ac:chgData name="Li, Cong" userId="025630f4-267e-4cb3-8cd5-8795177f99f4" providerId="ADAL" clId="{929A2CC8-B112-421C-81E2-D5D63B23E300}" dt="2026-07-19T00:35:23.299" v="5589" actId="20577"/>
          <ac:spMkLst>
            <pc:docMk/>
            <pc:sldMk cId="3680982842" sldId="466"/>
            <ac:spMk id="2" creationId="{6E7E5140-4F14-C1B9-5D41-95B78DFE7BAB}"/>
          </ac:spMkLst>
        </pc:spChg>
        <pc:spChg chg="mod">
          <ac:chgData name="Li, Cong" userId="025630f4-267e-4cb3-8cd5-8795177f99f4" providerId="ADAL" clId="{929A2CC8-B112-421C-81E2-D5D63B23E300}" dt="2026-07-19T00:47:41.852" v="6152" actId="1036"/>
          <ac:spMkLst>
            <pc:docMk/>
            <pc:sldMk cId="3680982842" sldId="466"/>
            <ac:spMk id="3" creationId="{25A82DAF-736A-09C9-EDC5-FED23DE3A04E}"/>
          </ac:spMkLst>
        </pc:spChg>
        <pc:spChg chg="mod">
          <ac:chgData name="Li, Cong" userId="025630f4-267e-4cb3-8cd5-8795177f99f4" providerId="ADAL" clId="{929A2CC8-B112-421C-81E2-D5D63B23E300}" dt="2026-07-19T00:47:45.655" v="6155" actId="1035"/>
          <ac:spMkLst>
            <pc:docMk/>
            <pc:sldMk cId="3680982842" sldId="466"/>
            <ac:spMk id="7" creationId="{46ACBC6D-CE94-9773-B239-56C5D216106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51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dirty="0"/>
              <a:t>Machine Learning </a:t>
            </a:r>
            <a:r>
              <a:rPr lang="en-US" altLang="zh-CN" dirty="0"/>
              <a:t>–</a:t>
            </a:r>
            <a:r>
              <a:rPr lang="en-US" dirty="0"/>
              <a:t>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6" Type="http://schemas.openxmlformats.org/officeDocument/2006/relationships/image" Target="../media/image38.png"/><Relationship Id="rId5" Type="http://schemas.openxmlformats.org/officeDocument/2006/relationships/image" Target="../media/image40.png"/><Relationship Id="rId4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Relationship Id="rId4" Type="http://schemas.openxmlformats.org/officeDocument/2006/relationships/image" Target="../media/image4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Relationship Id="rId4" Type="http://schemas.openxmlformats.org/officeDocument/2006/relationships/image" Target="../media/image4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814512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How Computing Works - 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Modern Paradigms of Architecture &amp; System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2. Compilation &amp; Interpretation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274423"/>
            <a:ext cx="82296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计算如何运作 </a:t>
            </a:r>
            <a:r>
              <a:rPr lang="en-US" altLang="zh-CN" sz="3600" b="1" kern="0" dirty="0">
                <a:ea typeface="SimSun" panose="02010600030101010101" pitchFamily="2" charset="-122"/>
              </a:rPr>
              <a:t>– </a:t>
            </a:r>
            <a:r>
              <a:rPr lang="zh-CN" altLang="en-US" sz="3600" b="1" kern="0" dirty="0">
                <a:ea typeface="SimSun" panose="02010600030101010101" pitchFamily="2" charset="-122"/>
              </a:rPr>
              <a:t>架构与系统的现代范式</a:t>
            </a:r>
            <a:endParaRPr lang="en-US" altLang="zh-CN" sz="3600" b="1" kern="0" dirty="0">
              <a:ea typeface="SimSun" panose="02010600030101010101" pitchFamily="2" charset="-122"/>
            </a:endParaRPr>
          </a:p>
          <a:p>
            <a:pPr algn="ctr" eaLnBrk="1" hangingPunct="1"/>
            <a:r>
              <a:rPr lang="en-US" altLang="zh-CN" sz="3600" b="1" kern="0" dirty="0">
                <a:ea typeface="SimSun" panose="02010600030101010101" pitchFamily="2" charset="-122"/>
              </a:rPr>
              <a:t>2. </a:t>
            </a:r>
            <a:r>
              <a:rPr lang="zh-CN" altLang="en-US" sz="3600" b="1" kern="0" dirty="0">
                <a:ea typeface="SimSun" panose="02010600030101010101" pitchFamily="2" charset="-122"/>
              </a:rPr>
              <a:t>编译与解释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6C584-6457-41A4-BA5F-69E8F2C23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Let’s Start …  </a:t>
            </a:r>
            <a:r>
              <a:rPr lang="zh-CN" altLang="en-US" dirty="0"/>
              <a:t>让我们开始</a:t>
            </a:r>
            <a:r>
              <a:rPr lang="en-US" altLang="zh-CN" dirty="0"/>
              <a:t>……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CB0B58-2DCD-4AD6-9EF7-01D9FC4D02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01D823-59E3-4307-88B6-15D9752672FA}"/>
              </a:ext>
            </a:extLst>
          </p:cNvPr>
          <p:cNvSpPr txBox="1"/>
          <p:nvPr/>
        </p:nvSpPr>
        <p:spPr>
          <a:xfrm>
            <a:off x="415290" y="2416939"/>
            <a:ext cx="83134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We write programs to solve computing problems</a:t>
            </a:r>
          </a:p>
          <a:p>
            <a:pPr algn="ctr"/>
            <a:r>
              <a:rPr lang="zh-CN" altLang="en-US" sz="2800" dirty="0"/>
              <a:t>我们用编程来解决计算问题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3E4A42-22B2-321A-8FFF-4E5760BCDC87}"/>
              </a:ext>
            </a:extLst>
          </p:cNvPr>
          <p:cNvSpPr txBox="1"/>
          <p:nvPr/>
        </p:nvSpPr>
        <p:spPr>
          <a:xfrm>
            <a:off x="533400" y="3922692"/>
            <a:ext cx="8077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So we start from a problem</a:t>
            </a:r>
          </a:p>
          <a:p>
            <a:pPr algn="ctr"/>
            <a:r>
              <a:rPr lang="zh-CN" altLang="en-US" sz="2800" dirty="0"/>
              <a:t>所以我们从一个问题开始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0895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C699F-04AD-3795-0907-F747265D1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A7826-AAD9-5B4C-C067-07F387C5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Iterative Calculation  </a:t>
            </a:r>
            <a:r>
              <a:rPr lang="zh-CN" altLang="en-US" dirty="0"/>
              <a:t>迭代计算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32303F-D33A-3563-73AC-A514C1BC1B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1CEC9A9-A7E5-6851-3AF3-9F29F253CB7D}"/>
                  </a:ext>
                </a:extLst>
              </p:cNvPr>
              <p:cNvSpPr txBox="1"/>
              <p:nvPr/>
            </p:nvSpPr>
            <p:spPr>
              <a:xfrm>
                <a:off x="415290" y="2057400"/>
                <a:ext cx="831342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/>
                  <a:t>Initially  </a:t>
                </a:r>
                <a:r>
                  <a:rPr lang="zh-CN" altLang="en-US" sz="2800" dirty="0"/>
                  <a:t>初始时</a:t>
                </a:r>
                <a:endParaRPr lang="en-US" altLang="zh-CN" sz="28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1CEC9A9-A7E5-6851-3AF3-9F29F253C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90" y="2057400"/>
                <a:ext cx="8313420" cy="954107"/>
              </a:xfrm>
              <a:prstGeom prst="rect">
                <a:avLst/>
              </a:prstGeom>
              <a:blipFill>
                <a:blip r:embed="rId3"/>
                <a:stretch>
                  <a:fillRect t="-9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F1919C-371A-CA15-EFEE-BF048704FAA0}"/>
                  </a:ext>
                </a:extLst>
              </p:cNvPr>
              <p:cNvSpPr txBox="1"/>
              <p:nvPr/>
            </p:nvSpPr>
            <p:spPr>
              <a:xfrm>
                <a:off x="533400" y="3276600"/>
                <a:ext cx="8077200" cy="9950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/>
                  <a:t>Iterate  </a:t>
                </a:r>
                <a:r>
                  <a:rPr lang="zh-CN" altLang="en-US" sz="2800" dirty="0"/>
                  <a:t>迭代</a:t>
                </a:r>
                <a:endParaRPr lang="en-US" altLang="zh-CN" sz="28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zh-CN" altLang="en-US" sz="2800" b="0" i="1" smtClean="0">
                          <a:latin typeface="Cambria Math" panose="02040503050406030204" pitchFamily="18" charset="0"/>
                        </a:rPr>
                        <m:t>𝜇</m:t>
                      </m:r>
                      <m:sSubSup>
                        <m:sSubSupPr>
                          <m:ctrlPr>
                            <a:rPr lang="zh-CN" alt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F1919C-371A-CA15-EFEE-BF048704F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3276600"/>
                <a:ext cx="8077200" cy="995081"/>
              </a:xfrm>
              <a:prstGeom prst="rect">
                <a:avLst/>
              </a:prstGeom>
              <a:blipFill>
                <a:blip r:embed="rId4"/>
                <a:stretch>
                  <a:fillRect t="-9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90B0D1-288C-47ED-AF6C-1AA3D65ED261}"/>
                  </a:ext>
                </a:extLst>
              </p:cNvPr>
              <p:cNvSpPr txBox="1"/>
              <p:nvPr/>
            </p:nvSpPr>
            <p:spPr>
              <a:xfrm>
                <a:off x="129540" y="4647682"/>
                <a:ext cx="888492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/>
                  <a:t>How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/>
                  <a:t>change after 10,000,000 iterations?  </a:t>
                </a:r>
              </a:p>
              <a:p>
                <a:pPr algn="ctr"/>
                <a:r>
                  <a:rPr lang="en-US" altLang="zh-CN" sz="2800" dirty="0"/>
                  <a:t>10,000,000</a:t>
                </a:r>
                <a:r>
                  <a:rPr lang="zh-CN" altLang="en-US" sz="2800" dirty="0"/>
                  <a:t>轮迭代后，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800" dirty="0"/>
                  <a:t>如何变化？</a:t>
                </a:r>
                <a:endParaRPr lang="en-US" altLang="zh-CN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90B0D1-288C-47ED-AF6C-1AA3D65ED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" y="4647682"/>
                <a:ext cx="8884920" cy="1384995"/>
              </a:xfrm>
              <a:prstGeom prst="rect">
                <a:avLst/>
              </a:prstGeom>
              <a:blipFill>
                <a:blip r:embed="rId5"/>
                <a:stretch>
                  <a:fillRect t="-4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950724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2.1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2.1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C9E0C-6C7D-40EB-B411-BA56B8DA5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5BA708-DA7C-4A96-9103-C216FD58879C}"/>
              </a:ext>
            </a:extLst>
          </p:cNvPr>
          <p:cNvSpPr txBox="1"/>
          <p:nvPr/>
        </p:nvSpPr>
        <p:spPr>
          <a:xfrm>
            <a:off x="266700" y="16002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iterative calculation</a:t>
            </a:r>
          </a:p>
          <a:p>
            <a:pPr algn="ctr"/>
            <a:r>
              <a:rPr lang="zh-CN" altLang="en-US" sz="2200" dirty="0"/>
              <a:t>实践时刻：迭代计算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BF6605-906F-4F39-BD56-58FE01C9CDA6}"/>
              </a:ext>
            </a:extLst>
          </p:cNvPr>
          <p:cNvSpPr txBox="1"/>
          <p:nvPr/>
        </p:nvSpPr>
        <p:spPr>
          <a:xfrm>
            <a:off x="381000" y="51054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Use Python to write a simple program</a:t>
            </a:r>
          </a:p>
          <a:p>
            <a:pPr algn="ctr"/>
            <a:r>
              <a:rPr lang="zh-CN" altLang="en-US" sz="2200" dirty="0"/>
              <a:t>用</a:t>
            </a:r>
            <a:r>
              <a:rPr lang="en-US" altLang="zh-CN" sz="2200" dirty="0"/>
              <a:t>Python</a:t>
            </a:r>
            <a:r>
              <a:rPr lang="zh-CN" altLang="en-US" sz="2200" dirty="0"/>
              <a:t>编写一个简单的程序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38A0C3C-CF8B-E8B4-834E-913DB82128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9598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E5A1D-8696-879F-0D6F-F4DB1ABE7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A67D5-166B-BC8C-CBDE-D28CE140C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We Saw </a:t>
            </a:r>
            <a:r>
              <a:rPr lang="zh-CN" altLang="en-US" dirty="0"/>
              <a:t> 我们看到了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4AF38C-186A-47F3-5FE0-EE2E8D1BC0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F591A5-38B7-BBB1-077A-33AFC723C266}"/>
                  </a:ext>
                </a:extLst>
              </p:cNvPr>
              <p:cNvSpPr txBox="1"/>
              <p:nvPr/>
            </p:nvSpPr>
            <p:spPr>
              <a:xfrm>
                <a:off x="129540" y="1676400"/>
                <a:ext cx="888492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/>
                  <a:t>settles to around an </a:t>
                </a:r>
                <a:r>
                  <a:rPr lang="en-US" altLang="zh-CN" sz="2800" dirty="0">
                    <a:solidFill>
                      <a:srgbClr val="C00000"/>
                    </a:solidFill>
                  </a:rPr>
                  <a:t>attractor</a:t>
                </a:r>
                <a:r>
                  <a:rPr lang="en-US" altLang="zh-CN" sz="2800" dirty="0"/>
                  <a:t> around 0.732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800" dirty="0"/>
                  <a:t>落到了一个</a:t>
                </a:r>
                <a:r>
                  <a:rPr lang="en-US" altLang="zh-CN" sz="2800" dirty="0"/>
                  <a:t>0.732</a:t>
                </a:r>
                <a:r>
                  <a:rPr lang="zh-CN" altLang="en-US" sz="2800" dirty="0"/>
                  <a:t>左右的</a:t>
                </a:r>
                <a:r>
                  <a:rPr lang="zh-CN" altLang="en-US" sz="2800" dirty="0">
                    <a:solidFill>
                      <a:srgbClr val="C00000"/>
                    </a:solidFill>
                  </a:rPr>
                  <a:t>吸引子</a:t>
                </a:r>
                <a:r>
                  <a:rPr lang="zh-CN" altLang="en-US" sz="2800" dirty="0"/>
                  <a:t>里</a:t>
                </a:r>
                <a:endParaRPr lang="en-US" altLang="zh-CN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F591A5-38B7-BBB1-077A-33AFC723C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" y="1676400"/>
                <a:ext cx="8884920" cy="954107"/>
              </a:xfrm>
              <a:prstGeom prst="rect">
                <a:avLst/>
              </a:prstGeom>
              <a:blipFill>
                <a:blip r:embed="rId3"/>
                <a:stretch>
                  <a:fillRect t="-6369" b="-17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C7684BD-A78C-CF33-5C83-5E7B7329AC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213" y="2738022"/>
            <a:ext cx="5951574" cy="332230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11137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B2371-BBF3-F802-2952-859898185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2D14E-CE21-C64E-61A3-1ADDA34E1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We Got the Execution Results  </a:t>
            </a:r>
            <a:br>
              <a:rPr lang="en-US" altLang="zh-CN" dirty="0"/>
            </a:br>
            <a:r>
              <a:rPr lang="zh-CN" altLang="en-US" dirty="0"/>
              <a:t>我们获得了运行结果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C94B7A-8DCA-DC74-B333-6B46F0890B3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9D62B2-46E9-B501-1EE1-18C5BEB02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33" y="1907167"/>
            <a:ext cx="3300873" cy="30436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158E46-27C4-1F98-8181-EC0859EB7A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1360" y="2134371"/>
            <a:ext cx="3143689" cy="2589256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2BC50F-11F1-2410-B967-C42E7BDCF465}"/>
              </a:ext>
            </a:extLst>
          </p:cNvPr>
          <p:cNvSpPr txBox="1"/>
          <p:nvPr/>
        </p:nvSpPr>
        <p:spPr>
          <a:xfrm>
            <a:off x="533400" y="5370493"/>
            <a:ext cx="8077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Then how was the Python program executed?</a:t>
            </a:r>
          </a:p>
          <a:p>
            <a:pPr algn="ctr"/>
            <a:r>
              <a:rPr lang="zh-CN" altLang="en-US" sz="2800" dirty="0"/>
              <a:t>然而这个</a:t>
            </a:r>
            <a:r>
              <a:rPr lang="en-US" altLang="zh-CN" sz="2800" dirty="0"/>
              <a:t>Python</a:t>
            </a:r>
            <a:r>
              <a:rPr lang="zh-CN" altLang="en-US" sz="2800" dirty="0"/>
              <a:t>程序是怎么被运行的？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C9FF9E9-CC7B-64BB-E409-AB532C0493BE}"/>
              </a:ext>
            </a:extLst>
          </p:cNvPr>
          <p:cNvCxnSpPr>
            <a:stCxn id="7" idx="1"/>
            <a:endCxn id="6" idx="3"/>
          </p:cNvCxnSpPr>
          <p:nvPr/>
        </p:nvCxnSpPr>
        <p:spPr bwMode="auto">
          <a:xfrm flipH="1" flipV="1">
            <a:off x="3638006" y="3428998"/>
            <a:ext cx="2043354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2373142-04DB-1364-9BAE-308821E48D15}"/>
              </a:ext>
            </a:extLst>
          </p:cNvPr>
          <p:cNvSpPr txBox="1"/>
          <p:nvPr/>
        </p:nvSpPr>
        <p:spPr>
          <a:xfrm>
            <a:off x="3638006" y="2972573"/>
            <a:ext cx="21955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Execution</a:t>
            </a:r>
          </a:p>
          <a:p>
            <a:pPr algn="ctr"/>
            <a:r>
              <a:rPr lang="zh-CN" altLang="en-US" sz="2800" dirty="0"/>
              <a:t>运行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3883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D42C3-BF21-ACF5-1E19-8D277664A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5340D-5508-B99C-0347-094214196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Execution Not Simple  </a:t>
            </a:r>
            <a:br>
              <a:rPr lang="en-US" altLang="zh-CN" dirty="0"/>
            </a:br>
            <a:r>
              <a:rPr lang="zh-CN" altLang="en-US" dirty="0"/>
              <a:t>运行并非简单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9393C8-0133-1493-C6B8-37CEF93A11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DF0F26-78E2-33CE-6BFC-D786CBC00158}"/>
              </a:ext>
            </a:extLst>
          </p:cNvPr>
          <p:cNvSpPr txBox="1"/>
          <p:nvPr/>
        </p:nvSpPr>
        <p:spPr>
          <a:xfrm>
            <a:off x="297180" y="5141893"/>
            <a:ext cx="85496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CPU cannot directly execute Python statements</a:t>
            </a:r>
          </a:p>
          <a:p>
            <a:pPr algn="ctr"/>
            <a:r>
              <a:rPr lang="en-US" altLang="zh-CN" sz="2800" dirty="0"/>
              <a:t>CPU</a:t>
            </a:r>
            <a:r>
              <a:rPr lang="zh-CN" altLang="en-US" sz="2800" dirty="0"/>
              <a:t>不能直接运行</a:t>
            </a:r>
            <a:r>
              <a:rPr lang="en-US" altLang="zh-CN" sz="2800" dirty="0"/>
              <a:t>Python</a:t>
            </a:r>
            <a:r>
              <a:rPr lang="zh-CN" altLang="en-US" sz="2800" dirty="0"/>
              <a:t>语句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A8734A-AAB7-0C6E-71B7-DAAB542A6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279" y="3488044"/>
            <a:ext cx="3639058" cy="4191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01CAECC-ED29-D580-18B0-0B11A4D12154}"/>
              </a:ext>
            </a:extLst>
          </p:cNvPr>
          <p:cNvSpPr txBox="1"/>
          <p:nvPr/>
        </p:nvSpPr>
        <p:spPr>
          <a:xfrm>
            <a:off x="891490" y="2063226"/>
            <a:ext cx="14968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CPU</a:t>
            </a:r>
            <a:endParaRPr lang="zh-CN" alt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75A9A0-6C04-98B0-CDC0-07E57DFC64B2}"/>
              </a:ext>
            </a:extLst>
          </p:cNvPr>
          <p:cNvSpPr txBox="1"/>
          <p:nvPr/>
        </p:nvSpPr>
        <p:spPr>
          <a:xfrm>
            <a:off x="5474902" y="2481424"/>
            <a:ext cx="32158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Python statement</a:t>
            </a:r>
          </a:p>
          <a:p>
            <a:pPr algn="ctr"/>
            <a:r>
              <a:rPr lang="en-US" altLang="zh-CN" sz="2800" dirty="0"/>
              <a:t>Python</a:t>
            </a:r>
            <a:r>
              <a:rPr lang="zh-CN" altLang="en-US" sz="2800" dirty="0"/>
              <a:t>语句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9658C1B-4729-E2DF-9259-4CA413014A75}"/>
              </a:ext>
            </a:extLst>
          </p:cNvPr>
          <p:cNvSpPr/>
          <p:nvPr/>
        </p:nvSpPr>
        <p:spPr bwMode="auto">
          <a:xfrm rot="10800000">
            <a:off x="2906902" y="3435531"/>
            <a:ext cx="2356376" cy="47167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3E0F2E-7FB9-1957-9532-A7D9A3BE0651}"/>
              </a:ext>
            </a:extLst>
          </p:cNvPr>
          <p:cNvSpPr txBox="1"/>
          <p:nvPr/>
        </p:nvSpPr>
        <p:spPr>
          <a:xfrm>
            <a:off x="3073645" y="2170271"/>
            <a:ext cx="212649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Direct execution</a:t>
            </a:r>
          </a:p>
          <a:p>
            <a:pPr algn="ctr"/>
            <a:r>
              <a:rPr lang="zh-CN" altLang="en-US" sz="2800" dirty="0"/>
              <a:t>直接运行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24BA4F-8E01-5BC5-ED24-BF4EFA54C295}"/>
              </a:ext>
            </a:extLst>
          </p:cNvPr>
          <p:cNvSpPr txBox="1"/>
          <p:nvPr/>
        </p:nvSpPr>
        <p:spPr>
          <a:xfrm>
            <a:off x="3593989" y="2784277"/>
            <a:ext cx="9780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srgbClr val="C00000"/>
                </a:solidFill>
              </a:rPr>
              <a:t>X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24D8EAA-CC8A-871F-AA67-3ABAD5AD03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03" y="2798353"/>
            <a:ext cx="2495898" cy="169568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78589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13" grpId="0" animBg="1"/>
      <p:bldP spid="14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5F7F8-FE51-9A9A-9F93-DA030C3F2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81F97-1A64-AE41-72FB-08DB5263D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Low-Level CPU Instructions</a:t>
            </a:r>
            <a:br>
              <a:rPr lang="en-US" altLang="zh-CN" dirty="0"/>
            </a:br>
            <a:r>
              <a:rPr lang="zh-CN" altLang="en-US" dirty="0"/>
              <a:t>底层</a:t>
            </a:r>
            <a:r>
              <a:rPr lang="en-US" altLang="zh-CN" dirty="0"/>
              <a:t>CPU</a:t>
            </a:r>
            <a:r>
              <a:rPr lang="zh-CN" altLang="en-US" dirty="0"/>
              <a:t>指令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5BBE9C-405F-A4BC-E72A-0314F40537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644FCB-8E1D-6136-8CB9-269C5B6A40AE}"/>
              </a:ext>
            </a:extLst>
          </p:cNvPr>
          <p:cNvSpPr txBox="1"/>
          <p:nvPr/>
        </p:nvSpPr>
        <p:spPr>
          <a:xfrm>
            <a:off x="297180" y="5070881"/>
            <a:ext cx="85496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CPU can only execute predefined </a:t>
            </a:r>
            <a:r>
              <a:rPr lang="en-US" altLang="zh-CN" sz="2800" dirty="0">
                <a:solidFill>
                  <a:srgbClr val="C00000"/>
                </a:solidFill>
              </a:rPr>
              <a:t>instructions</a:t>
            </a:r>
          </a:p>
          <a:p>
            <a:pPr algn="ctr"/>
            <a:r>
              <a:rPr lang="en-US" altLang="zh-CN" sz="2800" dirty="0"/>
              <a:t>CPU</a:t>
            </a:r>
            <a:r>
              <a:rPr lang="zh-CN" altLang="en-US" sz="2800" dirty="0"/>
              <a:t>只能执行特定的</a:t>
            </a:r>
            <a:r>
              <a:rPr lang="zh-CN" altLang="en-US" sz="2800" dirty="0">
                <a:solidFill>
                  <a:srgbClr val="C00000"/>
                </a:solidFill>
              </a:rPr>
              <a:t>指令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8E9670-DF32-EDA8-4E55-B290C7DA6F2B}"/>
              </a:ext>
            </a:extLst>
          </p:cNvPr>
          <p:cNvSpPr txBox="1"/>
          <p:nvPr/>
        </p:nvSpPr>
        <p:spPr>
          <a:xfrm>
            <a:off x="891490" y="2063226"/>
            <a:ext cx="14968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CPU</a:t>
            </a:r>
            <a:endParaRPr lang="zh-CN" alt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1D1FD8-36E1-9A3B-03AC-B85DCF491730}"/>
              </a:ext>
            </a:extLst>
          </p:cNvPr>
          <p:cNvSpPr txBox="1"/>
          <p:nvPr/>
        </p:nvSpPr>
        <p:spPr>
          <a:xfrm>
            <a:off x="5018881" y="2897680"/>
            <a:ext cx="405472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latin typeface="Consolas" panose="020B0609020204030204" pitchFamily="49" charset="0"/>
              </a:rPr>
              <a:t>mulsd</a:t>
            </a:r>
            <a:r>
              <a:rPr lang="en-US" altLang="zh-CN" sz="2800" dirty="0">
                <a:latin typeface="Consolas" panose="020B0609020204030204" pitchFamily="49" charset="0"/>
              </a:rPr>
              <a:t> %xmm0,%xmm1</a:t>
            </a:r>
          </a:p>
          <a:p>
            <a:r>
              <a:rPr lang="en-US" altLang="zh-CN" sz="2800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800" dirty="0" err="1">
                <a:latin typeface="Consolas" panose="020B0609020204030204" pitchFamily="49" charset="0"/>
              </a:rPr>
              <a:t>subsd</a:t>
            </a:r>
            <a:r>
              <a:rPr lang="en-US" altLang="zh-CN" sz="2800" dirty="0">
                <a:latin typeface="Consolas" panose="020B0609020204030204" pitchFamily="49" charset="0"/>
              </a:rPr>
              <a:t> %xmm1, %xmm0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52F7D74-A6F5-9112-A4C7-50CC653CD911}"/>
              </a:ext>
            </a:extLst>
          </p:cNvPr>
          <p:cNvSpPr/>
          <p:nvPr/>
        </p:nvSpPr>
        <p:spPr bwMode="auto">
          <a:xfrm rot="10800000">
            <a:off x="2906902" y="3435531"/>
            <a:ext cx="2122298" cy="47167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09A6F6-9EC3-0ACE-DBDA-3E8232530F41}"/>
              </a:ext>
            </a:extLst>
          </p:cNvPr>
          <p:cNvSpPr txBox="1"/>
          <p:nvPr/>
        </p:nvSpPr>
        <p:spPr>
          <a:xfrm>
            <a:off x="3073645" y="2170271"/>
            <a:ext cx="19555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Direct execution</a:t>
            </a:r>
          </a:p>
          <a:p>
            <a:pPr algn="ctr"/>
            <a:r>
              <a:rPr lang="zh-CN" altLang="en-US" sz="2800" dirty="0"/>
              <a:t>直接运行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9631EF4-8A5D-2966-65E9-8C1A74B36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03" y="2798353"/>
            <a:ext cx="2495898" cy="169568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91521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13" grpId="0" animBg="1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4FD1B-FAD9-1AA6-8235-AB2DFE05F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0B863-D53D-6C8E-97E6-4D515F15D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On a Different CPU …</a:t>
            </a:r>
            <a:br>
              <a:rPr lang="en-US" altLang="zh-CN" dirty="0"/>
            </a:br>
            <a:r>
              <a:rPr lang="zh-CN" altLang="en-US" dirty="0"/>
              <a:t>换了一个</a:t>
            </a:r>
            <a:r>
              <a:rPr lang="en-US" altLang="zh-CN" dirty="0"/>
              <a:t>CPU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5C716-CCAF-FA88-5C45-09E3945D15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359C1F-CBB2-3E81-2E28-ED981F01D32F}"/>
              </a:ext>
            </a:extLst>
          </p:cNvPr>
          <p:cNvSpPr txBox="1"/>
          <p:nvPr/>
        </p:nvSpPr>
        <p:spPr>
          <a:xfrm>
            <a:off x="5018881" y="3512719"/>
            <a:ext cx="405472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latin typeface="Consolas" panose="020B0609020204030204" pitchFamily="49" charset="0"/>
              </a:rPr>
              <a:t>fmul</a:t>
            </a:r>
            <a:r>
              <a:rPr lang="en-US" altLang="zh-CN" sz="2800" dirty="0">
                <a:latin typeface="Consolas" panose="020B0609020204030204" pitchFamily="49" charset="0"/>
              </a:rPr>
              <a:t> d1, d1, d0</a:t>
            </a:r>
          </a:p>
          <a:p>
            <a:r>
              <a:rPr lang="en-US" altLang="zh-CN" sz="2800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800" dirty="0" err="1">
                <a:latin typeface="Consolas" panose="020B0609020204030204" pitchFamily="49" charset="0"/>
              </a:rPr>
              <a:t>fsub</a:t>
            </a:r>
            <a:r>
              <a:rPr lang="en-US" altLang="zh-CN" sz="2800" dirty="0">
                <a:latin typeface="Consolas" panose="020B0609020204030204" pitchFamily="49" charset="0"/>
              </a:rPr>
              <a:t> d0, d2, d1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211125C-A3C4-8C0F-F691-086B07666F80}"/>
              </a:ext>
            </a:extLst>
          </p:cNvPr>
          <p:cNvSpPr/>
          <p:nvPr/>
        </p:nvSpPr>
        <p:spPr bwMode="auto">
          <a:xfrm rot="10800000">
            <a:off x="2906902" y="4050570"/>
            <a:ext cx="2122298" cy="47167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2D77D7-ABDC-F0B9-8F54-2A3944CDE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03" y="3505200"/>
            <a:ext cx="2495898" cy="15919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5E0DB3-F54D-AAF4-0BBD-19105AD38C04}"/>
              </a:ext>
            </a:extLst>
          </p:cNvPr>
          <p:cNvSpPr txBox="1"/>
          <p:nvPr/>
        </p:nvSpPr>
        <p:spPr>
          <a:xfrm>
            <a:off x="5018881" y="1825054"/>
            <a:ext cx="405472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latin typeface="Consolas" panose="020B0609020204030204" pitchFamily="49" charset="0"/>
              </a:rPr>
              <a:t>mulsd</a:t>
            </a:r>
            <a:r>
              <a:rPr lang="en-US" altLang="zh-CN" sz="2800" dirty="0">
                <a:latin typeface="Consolas" panose="020B0609020204030204" pitchFamily="49" charset="0"/>
              </a:rPr>
              <a:t> %xmm0,%xmm1</a:t>
            </a:r>
          </a:p>
          <a:p>
            <a:r>
              <a:rPr lang="en-US" altLang="zh-CN" sz="2800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800" dirty="0" err="1">
                <a:latin typeface="Consolas" panose="020B0609020204030204" pitchFamily="49" charset="0"/>
              </a:rPr>
              <a:t>subsd</a:t>
            </a:r>
            <a:r>
              <a:rPr lang="en-US" altLang="zh-CN" sz="2800" dirty="0">
                <a:latin typeface="Consolas" panose="020B0609020204030204" pitchFamily="49" charset="0"/>
              </a:rPr>
              <a:t> %xmm1, %xmm0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6A5E6D5-F396-24C3-22B4-3AFC88C57807}"/>
              </a:ext>
            </a:extLst>
          </p:cNvPr>
          <p:cNvSpPr/>
          <p:nvPr/>
        </p:nvSpPr>
        <p:spPr bwMode="auto">
          <a:xfrm rot="10800000">
            <a:off x="2906902" y="2362905"/>
            <a:ext cx="2122298" cy="47167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C66961-1232-C72F-7997-3489580B93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03" y="1725727"/>
            <a:ext cx="2495898" cy="16956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CD2F483-189A-9720-E896-2DF2509FB25D}"/>
              </a:ext>
            </a:extLst>
          </p:cNvPr>
          <p:cNvSpPr txBox="1"/>
          <p:nvPr/>
        </p:nvSpPr>
        <p:spPr>
          <a:xfrm>
            <a:off x="297180" y="5257800"/>
            <a:ext cx="85496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Different CPUs may need different instructions</a:t>
            </a:r>
          </a:p>
          <a:p>
            <a:pPr algn="ctr"/>
            <a:r>
              <a:rPr lang="zh-CN" altLang="en-US" sz="2800" dirty="0"/>
              <a:t>不同的</a:t>
            </a:r>
            <a:r>
              <a:rPr lang="en-US" altLang="zh-CN" sz="2800" dirty="0"/>
              <a:t>CPU</a:t>
            </a:r>
            <a:r>
              <a:rPr lang="zh-CN" altLang="en-US" sz="2800" dirty="0"/>
              <a:t>可能需要不同的指令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7017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22D5B-3240-7509-3870-B529C1C8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04549-59DC-BB81-0498-7B2AA4F44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Rough View of Interpreter</a:t>
            </a:r>
            <a:br>
              <a:rPr lang="en-US" altLang="zh-CN" dirty="0"/>
            </a:br>
            <a:r>
              <a:rPr lang="zh-CN" altLang="en-US" dirty="0"/>
              <a:t>解释器的粗略图景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312190-D562-FC62-ED96-77FE934397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F5FAF3-4B89-5C91-69EC-D38D31677FE7}"/>
              </a:ext>
            </a:extLst>
          </p:cNvPr>
          <p:cNvSpPr txBox="1"/>
          <p:nvPr/>
        </p:nvSpPr>
        <p:spPr>
          <a:xfrm>
            <a:off x="5638800" y="2002691"/>
            <a:ext cx="2209800" cy="954107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Interpreter</a:t>
            </a:r>
          </a:p>
          <a:p>
            <a:pPr algn="ctr"/>
            <a:r>
              <a:rPr lang="zh-CN" altLang="en-US" sz="2800" dirty="0"/>
              <a:t>解释器</a:t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24B803-B34D-95B8-F3BB-402B572004A3}"/>
              </a:ext>
            </a:extLst>
          </p:cNvPr>
          <p:cNvSpPr txBox="1"/>
          <p:nvPr/>
        </p:nvSpPr>
        <p:spPr>
          <a:xfrm>
            <a:off x="990600" y="3155602"/>
            <a:ext cx="7543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Runtime conversion of Python programs to CPU instruction execution  </a:t>
            </a:r>
          </a:p>
          <a:p>
            <a:pPr algn="ctr"/>
            <a:r>
              <a:rPr lang="zh-CN" altLang="en-US" sz="2800" dirty="0"/>
              <a:t>在执行时将</a:t>
            </a:r>
            <a:r>
              <a:rPr lang="en-US" altLang="zh-CN" sz="2800" dirty="0"/>
              <a:t>Python</a:t>
            </a:r>
            <a:r>
              <a:rPr lang="zh-CN" altLang="en-US" sz="2800" dirty="0"/>
              <a:t>程序转换成</a:t>
            </a:r>
            <a:r>
              <a:rPr lang="en-US" altLang="zh-CN" sz="2800" dirty="0"/>
              <a:t>CPU</a:t>
            </a:r>
            <a:r>
              <a:rPr lang="zh-CN" altLang="en-US" sz="2800" dirty="0"/>
              <a:t>指令的执行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9329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E9941-41E9-9BC6-0AF8-A0D9DD42E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E465D-0753-0F91-76E0-1B624F382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Rough View of Interpreter</a:t>
            </a:r>
            <a:br>
              <a:rPr lang="en-US" altLang="zh-CN" dirty="0"/>
            </a:br>
            <a:r>
              <a:rPr lang="zh-CN" altLang="en-US" dirty="0"/>
              <a:t>解释器的粗略图景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C32E4A-C621-2C07-1456-72C4733A71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2F290F-AA4E-DB0D-0837-DE151D6F4444}"/>
              </a:ext>
            </a:extLst>
          </p:cNvPr>
          <p:cNvSpPr txBox="1"/>
          <p:nvPr/>
        </p:nvSpPr>
        <p:spPr>
          <a:xfrm>
            <a:off x="5638800" y="2002691"/>
            <a:ext cx="2209800" cy="954107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Interpreter</a:t>
            </a:r>
          </a:p>
          <a:p>
            <a:pPr algn="ctr"/>
            <a:r>
              <a:rPr lang="zh-CN" altLang="en-US" sz="2800" dirty="0"/>
              <a:t>解释器</a:t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032AE4-222E-F255-9429-5D3718CE370F}"/>
              </a:ext>
            </a:extLst>
          </p:cNvPr>
          <p:cNvSpPr txBox="1"/>
          <p:nvPr/>
        </p:nvSpPr>
        <p:spPr>
          <a:xfrm>
            <a:off x="560168" y="2788775"/>
            <a:ext cx="4953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Itself in CPU instructions &amp; executed directly on CPU</a:t>
            </a:r>
          </a:p>
          <a:p>
            <a:pPr algn="ctr"/>
            <a:r>
              <a:rPr lang="zh-CN" altLang="en-US" sz="2800" dirty="0"/>
              <a:t>本身是</a:t>
            </a:r>
            <a:r>
              <a:rPr lang="en-US" altLang="zh-CN" sz="2800" dirty="0"/>
              <a:t>CPU</a:t>
            </a:r>
            <a:r>
              <a:rPr lang="zh-CN" altLang="en-US" sz="2800" dirty="0"/>
              <a:t>指令构成的程序，能直接在</a:t>
            </a:r>
            <a:r>
              <a:rPr lang="en-US" altLang="zh-CN" sz="2800" dirty="0"/>
              <a:t>CPU</a:t>
            </a:r>
            <a:r>
              <a:rPr lang="zh-CN" altLang="en-US" sz="2800" dirty="0"/>
              <a:t>上执行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E1A07D-4774-8A5D-82EA-735E521AF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751" y="4371796"/>
            <a:ext cx="2495898" cy="1695687"/>
          </a:xfrm>
          <a:prstGeom prst="rect">
            <a:avLst/>
          </a:prstGeom>
        </p:spPr>
      </p:pic>
      <p:sp>
        <p:nvSpPr>
          <p:cNvPr id="7" name="Arrow: Up-Down 6">
            <a:extLst>
              <a:ext uri="{FF2B5EF4-FFF2-40B4-BE49-F238E27FC236}">
                <a16:creationId xmlns:a16="http://schemas.microsoft.com/office/drawing/2014/main" id="{865BBF5A-789B-2AB9-6EA1-11795BEC52E1}"/>
              </a:ext>
            </a:extLst>
          </p:cNvPr>
          <p:cNvSpPr/>
          <p:nvPr/>
        </p:nvSpPr>
        <p:spPr bwMode="auto">
          <a:xfrm>
            <a:off x="6934200" y="2995987"/>
            <a:ext cx="446636" cy="1384518"/>
          </a:xfrm>
          <a:prstGeom prst="up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0707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8774B-5F91-0A91-A797-8C3FB5CBD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ABF85-9749-F365-D8F2-4A64AB49B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Rough View of Interpreter</a:t>
            </a:r>
            <a:br>
              <a:rPr lang="en-US" altLang="zh-CN" dirty="0"/>
            </a:br>
            <a:r>
              <a:rPr lang="zh-CN" altLang="en-US" dirty="0"/>
              <a:t>解释器的粗略图景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8CD50B-D8C9-B57E-A5E8-DA64730E6A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818682-40BA-C2CD-02C3-574649DB24AB}"/>
              </a:ext>
            </a:extLst>
          </p:cNvPr>
          <p:cNvSpPr txBox="1"/>
          <p:nvPr/>
        </p:nvSpPr>
        <p:spPr>
          <a:xfrm>
            <a:off x="5638800" y="2002691"/>
            <a:ext cx="2209800" cy="954107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Interpreter</a:t>
            </a:r>
          </a:p>
          <a:p>
            <a:pPr algn="ctr"/>
            <a:r>
              <a:rPr lang="zh-CN" altLang="en-US" sz="2800" dirty="0"/>
              <a:t>解释器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4BDDDC-F90D-3003-C238-6CB7E70DE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751" y="4371796"/>
            <a:ext cx="2495898" cy="1695687"/>
          </a:xfrm>
          <a:prstGeom prst="rect">
            <a:avLst/>
          </a:prstGeom>
        </p:spPr>
      </p:pic>
      <p:sp>
        <p:nvSpPr>
          <p:cNvPr id="7" name="Arrow: Up-Down 6">
            <a:extLst>
              <a:ext uri="{FF2B5EF4-FFF2-40B4-BE49-F238E27FC236}">
                <a16:creationId xmlns:a16="http://schemas.microsoft.com/office/drawing/2014/main" id="{C9E82B1C-52EC-C32C-1B42-BFF55325459C}"/>
              </a:ext>
            </a:extLst>
          </p:cNvPr>
          <p:cNvSpPr/>
          <p:nvPr/>
        </p:nvSpPr>
        <p:spPr bwMode="auto">
          <a:xfrm>
            <a:off x="6934200" y="2995987"/>
            <a:ext cx="446636" cy="1384518"/>
          </a:xfrm>
          <a:prstGeom prst="up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FD65FF-91AE-1A34-1AE5-47196657AC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818668"/>
            <a:ext cx="1571844" cy="1294628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64CE18-74DF-5DEB-C583-C4059CF85B68}"/>
              </a:ext>
            </a:extLst>
          </p:cNvPr>
          <p:cNvSpPr txBox="1"/>
          <p:nvPr/>
        </p:nvSpPr>
        <p:spPr>
          <a:xfrm>
            <a:off x="150040" y="3267651"/>
            <a:ext cx="27957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Python program</a:t>
            </a:r>
          </a:p>
          <a:p>
            <a:pPr algn="ctr"/>
            <a:r>
              <a:rPr lang="en-US" altLang="zh-CN" sz="2800" dirty="0"/>
              <a:t>Python</a:t>
            </a:r>
            <a:r>
              <a:rPr lang="zh-CN" altLang="en-US" sz="2800" dirty="0"/>
              <a:t>程序</a:t>
            </a:r>
            <a:endParaRPr lang="en-US" altLang="zh-CN" sz="2800" dirty="0"/>
          </a:p>
        </p:txBody>
      </p:sp>
      <p:sp>
        <p:nvSpPr>
          <p:cNvPr id="10" name="Arrow: Up-Down 9">
            <a:extLst>
              <a:ext uri="{FF2B5EF4-FFF2-40B4-BE49-F238E27FC236}">
                <a16:creationId xmlns:a16="http://schemas.microsoft.com/office/drawing/2014/main" id="{B2820206-1217-E07E-3C50-6A34D55225F6}"/>
              </a:ext>
            </a:extLst>
          </p:cNvPr>
          <p:cNvSpPr/>
          <p:nvPr/>
        </p:nvSpPr>
        <p:spPr bwMode="auto">
          <a:xfrm rot="16200000">
            <a:off x="3763004" y="833726"/>
            <a:ext cx="446636" cy="3304956"/>
          </a:xfrm>
          <a:prstGeom prst="upDownArrow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94886B-B4E6-1782-182C-DB50EB1D7BDC}"/>
              </a:ext>
            </a:extLst>
          </p:cNvPr>
          <p:cNvSpPr txBox="1"/>
          <p:nvPr/>
        </p:nvSpPr>
        <p:spPr>
          <a:xfrm>
            <a:off x="2375775" y="2653605"/>
            <a:ext cx="33049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Walk through statements</a:t>
            </a:r>
          </a:p>
          <a:p>
            <a:pPr algn="ctr"/>
            <a:r>
              <a:rPr lang="zh-CN" altLang="en-US" sz="2800" dirty="0"/>
              <a:t>逐条追踪语句</a:t>
            </a:r>
            <a:endParaRPr lang="en-US" altLang="zh-CN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5399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97583-D7CC-B3B5-66B8-41840025C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E3360-9D7D-FE96-6F3D-3366A7002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Rough View of Interpreter</a:t>
            </a:r>
            <a:br>
              <a:rPr lang="en-US" altLang="zh-CN" dirty="0"/>
            </a:br>
            <a:r>
              <a:rPr lang="zh-CN" altLang="en-US" dirty="0"/>
              <a:t>解释器的粗略图景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C81D45-6ECA-F0CF-F2E9-DEC5D9B9C6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E9B9E1-91CE-2C0C-C9B1-0B024370C045}"/>
              </a:ext>
            </a:extLst>
          </p:cNvPr>
          <p:cNvSpPr txBox="1"/>
          <p:nvPr/>
        </p:nvSpPr>
        <p:spPr>
          <a:xfrm>
            <a:off x="5638800" y="2002691"/>
            <a:ext cx="2209800" cy="954107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Interpreter</a:t>
            </a:r>
          </a:p>
          <a:p>
            <a:pPr algn="ctr"/>
            <a:r>
              <a:rPr lang="zh-CN" altLang="en-US" sz="2800" dirty="0"/>
              <a:t>解释器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6692EB-AC3C-4181-50EC-7394C3D6D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751" y="4371796"/>
            <a:ext cx="2495898" cy="1695687"/>
          </a:xfrm>
          <a:prstGeom prst="rect">
            <a:avLst/>
          </a:prstGeom>
        </p:spPr>
      </p:pic>
      <p:sp>
        <p:nvSpPr>
          <p:cNvPr id="7" name="Arrow: Up-Down 6">
            <a:extLst>
              <a:ext uri="{FF2B5EF4-FFF2-40B4-BE49-F238E27FC236}">
                <a16:creationId xmlns:a16="http://schemas.microsoft.com/office/drawing/2014/main" id="{2A66FA0B-6AD0-9516-0378-044D48489276}"/>
              </a:ext>
            </a:extLst>
          </p:cNvPr>
          <p:cNvSpPr/>
          <p:nvPr/>
        </p:nvSpPr>
        <p:spPr bwMode="auto">
          <a:xfrm>
            <a:off x="6934200" y="2995987"/>
            <a:ext cx="446636" cy="1384518"/>
          </a:xfrm>
          <a:prstGeom prst="up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E8DDE4-6CA6-347C-801A-575C4923A8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818668"/>
            <a:ext cx="1571844" cy="1294628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10" name="Arrow: Up-Down 9">
            <a:extLst>
              <a:ext uri="{FF2B5EF4-FFF2-40B4-BE49-F238E27FC236}">
                <a16:creationId xmlns:a16="http://schemas.microsoft.com/office/drawing/2014/main" id="{88FAF316-590F-3CE1-FEBC-81D1BD8AEAE9}"/>
              </a:ext>
            </a:extLst>
          </p:cNvPr>
          <p:cNvSpPr/>
          <p:nvPr/>
        </p:nvSpPr>
        <p:spPr bwMode="auto">
          <a:xfrm rot="16200000">
            <a:off x="3763004" y="833726"/>
            <a:ext cx="446636" cy="3304956"/>
          </a:xfrm>
          <a:prstGeom prst="upDownArrow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8" name="Arrow: Up-Down 7">
            <a:extLst>
              <a:ext uri="{FF2B5EF4-FFF2-40B4-BE49-F238E27FC236}">
                <a16:creationId xmlns:a16="http://schemas.microsoft.com/office/drawing/2014/main" id="{96E9D243-11A2-04F7-A1A6-712786A2CFE7}"/>
              </a:ext>
            </a:extLst>
          </p:cNvPr>
          <p:cNvSpPr/>
          <p:nvPr/>
        </p:nvSpPr>
        <p:spPr bwMode="auto">
          <a:xfrm>
            <a:off x="6100069" y="2980747"/>
            <a:ext cx="446636" cy="1384518"/>
          </a:xfrm>
          <a:prstGeom prst="upDownArrow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022149-46A8-EF41-3BE3-58D239488CA4}"/>
              </a:ext>
            </a:extLst>
          </p:cNvPr>
          <p:cNvSpPr txBox="1"/>
          <p:nvPr/>
        </p:nvSpPr>
        <p:spPr>
          <a:xfrm>
            <a:off x="569466" y="3215308"/>
            <a:ext cx="53368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Parse statements &amp; translate to instructions for execution</a:t>
            </a:r>
          </a:p>
          <a:p>
            <a:pPr algn="ctr"/>
            <a:r>
              <a:rPr lang="zh-CN" altLang="en-US" sz="2800" dirty="0"/>
              <a:t>解析语句并转译为指令执行</a:t>
            </a:r>
            <a:endParaRPr lang="en-US" altLang="zh-CN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0514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A83B9-5742-926F-5D0C-2E14A4808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7CB3D-CB51-6D38-34AF-DB22C6FB5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Interpreted Execution</a:t>
            </a:r>
            <a:br>
              <a:rPr lang="en-US" altLang="zh-CN" dirty="0"/>
            </a:br>
            <a:r>
              <a:rPr lang="zh-CN" altLang="en-US" dirty="0"/>
              <a:t>解释执行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BA000-A251-A098-5220-DD15AA05F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643438"/>
          </a:xfrm>
        </p:spPr>
        <p:txBody>
          <a:bodyPr>
            <a:normAutofit/>
          </a:bodyPr>
          <a:lstStyle/>
          <a:p>
            <a:r>
              <a:rPr lang="en-US" altLang="zh-CN" dirty="0"/>
              <a:t>Happen During Runtime </a:t>
            </a:r>
            <a:r>
              <a:rPr lang="zh-CN" altLang="en-US" dirty="0"/>
              <a:t>运行时才进行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/>
              <a:t>Natural trace of the execution</a:t>
            </a:r>
            <a:br>
              <a:rPr lang="en-US" altLang="zh-CN" dirty="0"/>
            </a:br>
            <a:r>
              <a:rPr lang="zh-CN" altLang="en-US" dirty="0"/>
              <a:t>自然而然的执行踪迹</a:t>
            </a:r>
            <a:endParaRPr lang="en-US" altLang="zh-CN" dirty="0"/>
          </a:p>
          <a:p>
            <a:pPr lvl="2"/>
            <a:r>
              <a:rPr lang="en-US" altLang="zh-CN" dirty="0"/>
              <a:t>Debugging friendly  </a:t>
            </a:r>
            <a:r>
              <a:rPr lang="zh-CN" altLang="en-US" dirty="0"/>
              <a:t>便于调试</a:t>
            </a:r>
            <a:endParaRPr lang="en-US" altLang="zh-CN" dirty="0"/>
          </a:p>
          <a:p>
            <a:pPr lvl="1"/>
            <a:r>
              <a:rPr lang="en-US" altLang="zh-CN" dirty="0"/>
              <a:t>Natural support for dynamicity, e.g.,</a:t>
            </a:r>
            <a:br>
              <a:rPr lang="en-US" altLang="zh-CN" dirty="0"/>
            </a:br>
            <a:r>
              <a:rPr lang="zh-CN" altLang="en-US" dirty="0"/>
              <a:t>自然而然支持动态性，例如</a:t>
            </a:r>
            <a:endParaRPr lang="en-US" altLang="zh-CN" dirty="0"/>
          </a:p>
          <a:p>
            <a:pPr lvl="2"/>
            <a:r>
              <a:rPr lang="en-US" altLang="zh-CN" dirty="0"/>
              <a:t>Changing data type of a variable  </a:t>
            </a:r>
            <a:r>
              <a:rPr lang="zh-CN" altLang="en-US" dirty="0"/>
              <a:t>一个变量的数据类型可变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0FF5FD-A8B7-6A67-45BD-32738AB23B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82613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E6FE9-0AC4-64B0-E1F0-42324D213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62E74-DDC5-6501-019A-EC8D80935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Interpreted Execution</a:t>
            </a:r>
            <a:br>
              <a:rPr lang="en-US" altLang="zh-CN" dirty="0"/>
            </a:br>
            <a:r>
              <a:rPr lang="zh-CN" altLang="en-US" dirty="0"/>
              <a:t>解释执行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C8414-7A36-0A91-47BD-E57342B54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643438"/>
          </a:xfrm>
        </p:spPr>
        <p:txBody>
          <a:bodyPr>
            <a:normAutofit/>
          </a:bodyPr>
          <a:lstStyle/>
          <a:p>
            <a:r>
              <a:rPr lang="en-US" altLang="zh-CN" dirty="0"/>
              <a:t>Disadvantage: Slow  </a:t>
            </a:r>
            <a:r>
              <a:rPr lang="zh-CN" altLang="en-US" dirty="0"/>
              <a:t>缺点：慢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/>
              <a:t>Overhead in walking through statements &amp; translating to instructions</a:t>
            </a:r>
            <a:br>
              <a:rPr lang="en-US" altLang="zh-CN" dirty="0"/>
            </a:br>
            <a:r>
              <a:rPr lang="zh-CN" altLang="en-US" dirty="0"/>
              <a:t>逐行追踪语句和翻译指令的开销</a:t>
            </a:r>
            <a:endParaRPr lang="en-US" altLang="zh-CN" dirty="0"/>
          </a:p>
          <a:p>
            <a:pPr lvl="1"/>
            <a:r>
              <a:rPr lang="en-US" altLang="zh-CN" dirty="0"/>
              <a:t>Repeated work, e.g.,  </a:t>
            </a:r>
            <a:r>
              <a:rPr lang="zh-CN" altLang="en-US" dirty="0"/>
              <a:t>重复工作，例如</a:t>
            </a:r>
            <a:endParaRPr lang="en-US" altLang="zh-CN" dirty="0"/>
          </a:p>
          <a:p>
            <a:pPr lvl="2"/>
            <a:r>
              <a:rPr lang="en-US" altLang="zh-CN" dirty="0"/>
              <a:t>Translation of the same statement executed repeatedly  </a:t>
            </a:r>
            <a:r>
              <a:rPr lang="zh-CN" altLang="en-US" dirty="0"/>
              <a:t>同一语句多次执行时的翻译</a:t>
            </a:r>
            <a:endParaRPr lang="en-US" altLang="zh-CN" dirty="0"/>
          </a:p>
          <a:p>
            <a:pPr lvl="2"/>
            <a:r>
              <a:rPr lang="en-US" altLang="zh-CN" dirty="0"/>
              <a:t>Interpretation of repeated execution of the same program  </a:t>
            </a:r>
            <a:r>
              <a:rPr lang="zh-CN" altLang="en-US" dirty="0"/>
              <a:t>同一程序多次执行时的解释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BBFA33-3CE1-6D23-07AF-EAFB3C23C3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18293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09A6B-FEB5-549C-7245-22CDBFB5B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7B1EE-230C-AACA-E14B-3765FAED4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Natural Questions</a:t>
            </a:r>
            <a:br>
              <a:rPr lang="en-US" altLang="zh-CN" dirty="0"/>
            </a:br>
            <a:r>
              <a:rPr lang="zh-CN" altLang="en-US" dirty="0"/>
              <a:t>自然而然的问题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26634F-5454-8E57-4F9E-3434D4372F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254E0C-798D-DA1A-CB01-A971340AAD49}"/>
              </a:ext>
            </a:extLst>
          </p:cNvPr>
          <p:cNvSpPr txBox="1"/>
          <p:nvPr/>
        </p:nvSpPr>
        <p:spPr>
          <a:xfrm>
            <a:off x="297180" y="1600200"/>
            <a:ext cx="85496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Can we minimize the walk-through </a:t>
            </a:r>
            <a:br>
              <a:rPr lang="en-US" altLang="zh-CN" sz="2800" dirty="0"/>
            </a:br>
            <a:r>
              <a:rPr lang="en-US" altLang="zh-CN" sz="2800" dirty="0"/>
              <a:t>overhead &amp; the repetitive work?</a:t>
            </a:r>
          </a:p>
          <a:p>
            <a:pPr algn="ctr"/>
            <a:r>
              <a:rPr lang="zh-CN" altLang="en-US" sz="2800" dirty="0"/>
              <a:t>我们能不能尽量减少逐行追踪语句的开销和重复工作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D1BCF8-5418-09E2-11BF-FDDD27B08370}"/>
              </a:ext>
            </a:extLst>
          </p:cNvPr>
          <p:cNvSpPr txBox="1"/>
          <p:nvPr/>
        </p:nvSpPr>
        <p:spPr>
          <a:xfrm>
            <a:off x="372291" y="3276600"/>
            <a:ext cx="85496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If anyway we need to execute in CPU instructions, can we perform the conversion once &amp; for all?</a:t>
            </a:r>
          </a:p>
          <a:p>
            <a:pPr algn="ctr"/>
            <a:r>
              <a:rPr lang="zh-CN" altLang="en-US" sz="2800" dirty="0"/>
              <a:t>倘若无论如何我们需要执行</a:t>
            </a:r>
            <a:r>
              <a:rPr lang="en-US" altLang="zh-CN" sz="2800" dirty="0"/>
              <a:t>CPU</a:t>
            </a:r>
            <a:r>
              <a:rPr lang="zh-CN" altLang="en-US" sz="2800" dirty="0"/>
              <a:t>指令，我们能不能一劳永逸地进行一次性的指令转换？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CC9122-DFE7-26C2-2137-B0772DFB73FE}"/>
              </a:ext>
            </a:extLst>
          </p:cNvPr>
          <p:cNvSpPr txBox="1"/>
          <p:nvPr/>
        </p:nvSpPr>
        <p:spPr>
          <a:xfrm>
            <a:off x="301534" y="5442577"/>
            <a:ext cx="8549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This is compilation  </a:t>
            </a:r>
            <a:r>
              <a:rPr lang="zh-CN" altLang="en-US" sz="2800" dirty="0"/>
              <a:t>这就是编译？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79111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D11A0-2801-C131-C416-302F24014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011F2-414E-6F3F-82AE-0234A8B99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2.2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2.2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7FF2FF-EEA0-83FE-83B8-1C851E60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DABB43F-0049-B06F-B05B-B830ED860FDE}"/>
              </a:ext>
            </a:extLst>
          </p:cNvPr>
          <p:cNvSpPr txBox="1"/>
          <p:nvPr/>
        </p:nvSpPr>
        <p:spPr>
          <a:xfrm>
            <a:off x="266700" y="16002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iterative calculation compiled</a:t>
            </a:r>
          </a:p>
          <a:p>
            <a:pPr algn="ctr"/>
            <a:r>
              <a:rPr lang="zh-CN" altLang="en-US" sz="2200" dirty="0"/>
              <a:t>实践时刻：编译的迭代计算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44F4A2-FD48-0D68-8111-827358A5CDA8}"/>
              </a:ext>
            </a:extLst>
          </p:cNvPr>
          <p:cNvSpPr txBox="1"/>
          <p:nvPr/>
        </p:nvSpPr>
        <p:spPr>
          <a:xfrm>
            <a:off x="381000" y="51054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Use C/C++ to write the simple program</a:t>
            </a:r>
          </a:p>
          <a:p>
            <a:pPr algn="ctr"/>
            <a:r>
              <a:rPr lang="zh-CN" altLang="en-US" sz="2200" dirty="0"/>
              <a:t>用</a:t>
            </a:r>
            <a:r>
              <a:rPr lang="en-US" altLang="zh-CN" sz="2200" dirty="0"/>
              <a:t>C/C++</a:t>
            </a:r>
            <a:r>
              <a:rPr lang="zh-CN" altLang="en-US" sz="2200"/>
              <a:t>编写这个简</a:t>
            </a:r>
            <a:r>
              <a:rPr lang="zh-CN" altLang="en-US" sz="2200" dirty="0"/>
              <a:t>单的程序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BC6DCFF-F4D1-E69A-0CDA-742DEE14D3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6676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78EEC-2277-A2E3-241C-DC409CEDC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E65FD-550C-BF04-1B80-797FEF021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What’s Your Feeling?</a:t>
            </a:r>
            <a:br>
              <a:rPr lang="en-US" altLang="zh-CN" dirty="0"/>
            </a:br>
            <a:r>
              <a:rPr lang="zh-CN" altLang="en-US" dirty="0"/>
              <a:t>感觉如何？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4B0D8-5CA8-B72B-886A-43EDD5023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643438"/>
          </a:xfrm>
        </p:spPr>
        <p:txBody>
          <a:bodyPr>
            <a:normAutofit/>
          </a:bodyPr>
          <a:lstStyle/>
          <a:p>
            <a:r>
              <a:rPr lang="en-US" altLang="zh-CN" dirty="0"/>
              <a:t>More Code  </a:t>
            </a:r>
            <a:r>
              <a:rPr lang="zh-CN" altLang="en-US" dirty="0"/>
              <a:t>代码更多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/>
              <a:t>More formal, e.g.   </a:t>
            </a:r>
            <a:r>
              <a:rPr lang="zh-CN" altLang="en-US" dirty="0"/>
              <a:t>更正规，例如</a:t>
            </a:r>
            <a:endParaRPr lang="en-US" altLang="zh-CN" dirty="0"/>
          </a:p>
          <a:p>
            <a:pPr lvl="2"/>
            <a:r>
              <a:rPr lang="en-US" altLang="zh-CN" dirty="0"/>
              <a:t>Variables w/ data types specified  </a:t>
            </a:r>
            <a:br>
              <a:rPr lang="en-US" altLang="zh-CN" dirty="0"/>
            </a:br>
            <a:r>
              <a:rPr lang="zh-CN" altLang="en-US" dirty="0"/>
              <a:t>变量需要确定数据类型</a:t>
            </a:r>
            <a:br>
              <a:rPr lang="en-US" altLang="zh-CN" dirty="0"/>
            </a:br>
            <a:br>
              <a:rPr lang="en-US" altLang="zh-CN" dirty="0"/>
            </a:br>
            <a:endParaRPr lang="en-US" altLang="zh-CN" dirty="0"/>
          </a:p>
          <a:p>
            <a:pPr lvl="2"/>
            <a:r>
              <a:rPr lang="en-US" altLang="zh-CN" dirty="0"/>
              <a:t>Function &amp; return  </a:t>
            </a:r>
            <a:r>
              <a:rPr lang="zh-CN" altLang="en-US" dirty="0"/>
              <a:t>函数与返回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2376F6-40D6-5BCF-EA87-EE6EB294AA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8D3BCD-0A61-5B73-F125-0A5864B47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3498530"/>
            <a:ext cx="1543265" cy="2743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5F90E1-2C98-793D-A09A-E670A0C06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3891068"/>
            <a:ext cx="2857898" cy="2972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642EE1-8086-4EC5-3C22-5EF2D98AA9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3840" y="4724400"/>
            <a:ext cx="1577560" cy="131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153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97DEB-2055-60CD-6C60-F74D0EEDD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41A59-89DC-1B49-166B-C85D398E5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What’s Your Feeling?</a:t>
            </a:r>
            <a:br>
              <a:rPr lang="en-US" altLang="zh-CN" dirty="0"/>
            </a:br>
            <a:r>
              <a:rPr lang="zh-CN" altLang="en-US" dirty="0"/>
              <a:t>感觉如何？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3D763-3D90-445F-D54F-0959FA763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643438"/>
          </a:xfrm>
        </p:spPr>
        <p:txBody>
          <a:bodyPr>
            <a:normAutofit/>
          </a:bodyPr>
          <a:lstStyle/>
          <a:p>
            <a:r>
              <a:rPr lang="en-US" altLang="zh-CN" dirty="0"/>
              <a:t>Compilation First  </a:t>
            </a:r>
            <a:r>
              <a:rPr lang="zh-CN" altLang="en-US" dirty="0"/>
              <a:t>先编译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/>
              <a:t>Before we can execute  </a:t>
            </a:r>
            <a:r>
              <a:rPr lang="zh-CN" altLang="en-US" dirty="0"/>
              <a:t>需在执行之前</a:t>
            </a:r>
            <a:endParaRPr lang="en-US" altLang="zh-CN" dirty="0"/>
          </a:p>
          <a:p>
            <a:r>
              <a:rPr lang="en-US" altLang="zh-CN" dirty="0"/>
              <a:t>Much Faster Execution  </a:t>
            </a:r>
            <a:r>
              <a:rPr lang="zh-CN" altLang="en-US" dirty="0"/>
              <a:t>执行快很多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/>
              <a:t>Order-of-magnitude difference</a:t>
            </a:r>
            <a:br>
              <a:rPr lang="en-US" altLang="zh-CN" dirty="0"/>
            </a:br>
            <a:r>
              <a:rPr lang="zh-CN" altLang="en-US" dirty="0"/>
              <a:t>有数量级的差异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B64268-B6A8-88EB-944F-B57CFC43B5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03030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A80BE-1195-8D80-CB9A-55B8AC590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E11FA-D49B-4ADD-CE26-0DF0C48FD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Recall …  </a:t>
            </a:r>
            <a:r>
              <a:rPr lang="zh-CN" altLang="en-US" dirty="0"/>
              <a:t>回忆</a:t>
            </a:r>
            <a:r>
              <a:rPr lang="en-US" altLang="zh-CN" dirty="0"/>
              <a:t>……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569A41-2A38-4AC0-54C9-7A77E4ECF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87ADD2-DD4F-725A-31CF-8E0C45C700FD}"/>
              </a:ext>
            </a:extLst>
          </p:cNvPr>
          <p:cNvSpPr txBox="1"/>
          <p:nvPr/>
        </p:nvSpPr>
        <p:spPr>
          <a:xfrm>
            <a:off x="415290" y="1865293"/>
            <a:ext cx="83134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We write programs to solve computing problems</a:t>
            </a:r>
          </a:p>
          <a:p>
            <a:pPr algn="ctr"/>
            <a:r>
              <a:rPr lang="zh-CN" altLang="en-US" sz="2800" dirty="0"/>
              <a:t>我们用编程来解决计算问题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401D76-4FA1-F549-33FC-FF297079131E}"/>
              </a:ext>
            </a:extLst>
          </p:cNvPr>
          <p:cNvSpPr txBox="1"/>
          <p:nvPr/>
        </p:nvSpPr>
        <p:spPr>
          <a:xfrm>
            <a:off x="533400" y="3200400"/>
            <a:ext cx="8077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This problem sounds like a trivial toy</a:t>
            </a:r>
          </a:p>
          <a:p>
            <a:pPr algn="ctr"/>
            <a:r>
              <a:rPr lang="zh-CN" altLang="en-US" sz="2800" dirty="0"/>
              <a:t>这个问题看起来象一个寡淡无味的摆设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B59E9-6390-1B9E-23AD-3E69553CA0B4}"/>
              </a:ext>
            </a:extLst>
          </p:cNvPr>
          <p:cNvSpPr txBox="1"/>
          <p:nvPr/>
        </p:nvSpPr>
        <p:spPr>
          <a:xfrm>
            <a:off x="533400" y="4608493"/>
            <a:ext cx="8077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But is it really a trivial toy?</a:t>
            </a:r>
          </a:p>
          <a:p>
            <a:pPr algn="ctr"/>
            <a:r>
              <a:rPr lang="zh-CN" altLang="en-US" sz="2800" dirty="0"/>
              <a:t>但它真是一个寡淡无味的摆设吗？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0271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68BB8-4286-21DC-FED2-9ADC608A8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D1F70-743F-CBCD-FD43-C4F4C718C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2.3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2.3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9FFAC6-3828-5BCF-3547-7A6ABDECCE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7C4885-E429-C8CA-34CE-085FAD9AE45E}"/>
                  </a:ext>
                </a:extLst>
              </p:cNvPr>
              <p:cNvSpPr txBox="1"/>
              <p:nvPr/>
            </p:nvSpPr>
            <p:spPr>
              <a:xfrm>
                <a:off x="266700" y="1600200"/>
                <a:ext cx="8610600" cy="813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Practice time: change 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CN" sz="2200" dirty="0"/>
                  <a:t> &amp; see what happens</a:t>
                </a:r>
              </a:p>
              <a:p>
                <a:pPr algn="ctr"/>
                <a:r>
                  <a:rPr lang="zh-CN" altLang="en-US" sz="2200" dirty="0"/>
                  <a:t>实践时刻：改变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sz="2200" dirty="0"/>
                  <a:t>看看发生了什么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7C4885-E429-C8CA-34CE-085FAD9AE4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" y="1600200"/>
                <a:ext cx="8610600" cy="813941"/>
              </a:xfrm>
              <a:prstGeom prst="rect">
                <a:avLst/>
              </a:prstGeom>
              <a:blipFill>
                <a:blip r:embed="rId4"/>
                <a:stretch>
                  <a:fillRect t="-3008" b="-11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1B48F22E-A725-0BDB-AF1E-0B85DC58CF3B}"/>
              </a:ext>
            </a:extLst>
          </p:cNvPr>
          <p:cNvSpPr txBox="1"/>
          <p:nvPr/>
        </p:nvSpPr>
        <p:spPr>
          <a:xfrm>
            <a:off x="381000" y="51054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Try both Python &amp; C/C++ programs</a:t>
            </a:r>
          </a:p>
          <a:p>
            <a:pPr algn="ctr"/>
            <a:r>
              <a:rPr lang="zh-CN" altLang="en-US" sz="2200" dirty="0"/>
              <a:t>分别用</a:t>
            </a:r>
            <a:r>
              <a:rPr lang="en-US" altLang="zh-CN" sz="2200" dirty="0"/>
              <a:t>Python</a:t>
            </a:r>
            <a:r>
              <a:rPr lang="zh-CN" altLang="en-US" sz="2200" dirty="0"/>
              <a:t>和</a:t>
            </a:r>
            <a:r>
              <a:rPr lang="en-US" altLang="zh-CN" sz="2200" dirty="0"/>
              <a:t>C/C++</a:t>
            </a:r>
            <a:r>
              <a:rPr lang="zh-CN" altLang="en-US" sz="2200" dirty="0"/>
              <a:t>程序尝试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E0DD690-48F9-7DB0-43C0-ED09F44B4C9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59260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BC030-0AFB-F9FE-4E93-A6B3CFE7E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30777DF-EE73-EF7E-2DCD-7C32EF337E3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Changing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CN" dirty="0"/>
                  <a:t>  </a:t>
                </a:r>
                <a:r>
                  <a:rPr lang="zh-CN" altLang="en-US" dirty="0"/>
                  <a:t>改变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b="1" dirty="0"/>
                  <a:t> </a:t>
                </a:r>
                <a:r>
                  <a:rPr lang="en-US" altLang="zh-CN" dirty="0"/>
                  <a:t>(1)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30777DF-EE73-EF7E-2DCD-7C32EF337E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737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6ABB8F-7537-9EAC-A947-FC0ED36CFA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A2972D-BCD6-5FC8-EC7A-D98E065A130A}"/>
              </a:ext>
            </a:extLst>
          </p:cNvPr>
          <p:cNvSpPr txBox="1"/>
          <p:nvPr/>
        </p:nvSpPr>
        <p:spPr>
          <a:xfrm>
            <a:off x="533400" y="5257800"/>
            <a:ext cx="8077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Period-2 cycle  </a:t>
            </a:r>
          </a:p>
          <a:p>
            <a:pPr algn="ctr"/>
            <a:r>
              <a:rPr lang="en-US" altLang="zh-CN" sz="2800" dirty="0"/>
              <a:t>2-</a:t>
            </a:r>
            <a:r>
              <a:rPr lang="zh-CN" altLang="en-US" sz="2800" dirty="0"/>
              <a:t>周期吸引子</a:t>
            </a:r>
            <a:endParaRPr lang="en-US" altLang="zh-CN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970A7D-B5BC-EDA6-C6D9-635D0AD43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1219" y="1809724"/>
            <a:ext cx="5901561" cy="332945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85221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F2C66-8E4F-C968-C797-BB6EDC3C0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8572C3E-D930-7419-EB3A-6664B71B633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Changing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CN" dirty="0"/>
                  <a:t>  </a:t>
                </a:r>
                <a:r>
                  <a:rPr lang="zh-CN" altLang="en-US" dirty="0"/>
                  <a:t>改变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b="1" dirty="0"/>
                  <a:t> </a:t>
                </a:r>
                <a:r>
                  <a:rPr lang="en-US" altLang="zh-CN" dirty="0"/>
                  <a:t>(2)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8572C3E-D930-7419-EB3A-6664B71B63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737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5E4A8C-9265-A428-6083-32274CF815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B38422-E21D-D7B5-0BA1-54388C486828}"/>
              </a:ext>
            </a:extLst>
          </p:cNvPr>
          <p:cNvSpPr txBox="1"/>
          <p:nvPr/>
        </p:nvSpPr>
        <p:spPr>
          <a:xfrm>
            <a:off x="533400" y="5257800"/>
            <a:ext cx="8077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Period-4 cycle  </a:t>
            </a:r>
          </a:p>
          <a:p>
            <a:pPr algn="ctr"/>
            <a:r>
              <a:rPr lang="en-US" altLang="zh-CN" sz="2800" dirty="0"/>
              <a:t>4-</a:t>
            </a:r>
            <a:r>
              <a:rPr lang="zh-CN" altLang="en-US" sz="2800" dirty="0"/>
              <a:t>周期吸引子</a:t>
            </a:r>
            <a:endParaRPr lang="en-US" altLang="zh-CN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56CB5B-9014-0612-047E-80821841E0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6199" y="1787076"/>
            <a:ext cx="6051601" cy="335803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5408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E1BBF-67AD-2753-26F7-F2B284A1F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E46CF-5552-1F27-AE39-0D6DC668B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Now What’s Your Feeling?</a:t>
            </a:r>
            <a:br>
              <a:rPr lang="en-US" altLang="zh-CN" dirty="0"/>
            </a:br>
            <a:r>
              <a:rPr lang="zh-CN" altLang="en-US" dirty="0"/>
              <a:t>现在感觉如何？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028B3D-6C2D-07B8-135A-71DA0C7DCF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6A8A43-A8FE-2E56-AC45-746DD7D7DFD8}"/>
              </a:ext>
            </a:extLst>
          </p:cNvPr>
          <p:cNvSpPr txBox="1"/>
          <p:nvPr/>
        </p:nvSpPr>
        <p:spPr>
          <a:xfrm>
            <a:off x="415290" y="1676400"/>
            <a:ext cx="83134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While the compiled execution is faster …</a:t>
            </a:r>
          </a:p>
          <a:p>
            <a:pPr algn="ctr"/>
            <a:r>
              <a:rPr lang="zh-CN" altLang="en-US" sz="2800" dirty="0"/>
              <a:t>尽管编译执行更快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1B06A0-CE4E-D4ED-6045-BD76F5E8899A}"/>
              </a:ext>
            </a:extLst>
          </p:cNvPr>
          <p:cNvSpPr txBox="1"/>
          <p:nvPr/>
        </p:nvSpPr>
        <p:spPr>
          <a:xfrm>
            <a:off x="129540" y="2703493"/>
            <a:ext cx="88849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Each change needs the compilation before running</a:t>
            </a:r>
          </a:p>
          <a:p>
            <a:pPr algn="ctr"/>
            <a:r>
              <a:rPr lang="zh-CN" altLang="en-US" sz="2800" dirty="0"/>
              <a:t>每次程序改动我们都需要重新编译才能运行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1BE41F-2AA9-5010-F762-BA95D19621A0}"/>
              </a:ext>
            </a:extLst>
          </p:cNvPr>
          <p:cNvSpPr txBox="1"/>
          <p:nvPr/>
        </p:nvSpPr>
        <p:spPr>
          <a:xfrm>
            <a:off x="533400" y="3846493"/>
            <a:ext cx="8077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Interpreted execution can start promptly</a:t>
            </a:r>
          </a:p>
          <a:p>
            <a:pPr algn="ctr"/>
            <a:r>
              <a:rPr lang="zh-CN" altLang="en-US" sz="2800" dirty="0"/>
              <a:t>解释执行随时可以进行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8ED361-6404-80FA-E018-C44461B72ACE}"/>
              </a:ext>
            </a:extLst>
          </p:cNvPr>
          <p:cNvSpPr txBox="1"/>
          <p:nvPr/>
        </p:nvSpPr>
        <p:spPr>
          <a:xfrm>
            <a:off x="1234314" y="4989493"/>
            <a:ext cx="66753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But wait, can’t we calculate multiple series in 1 program?  </a:t>
            </a:r>
            <a:r>
              <a:rPr lang="zh-CN" altLang="en-US" sz="2800" dirty="0"/>
              <a:t>等一下，我们难道不能在一个程序里计算多个数列吗？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5098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  <p:bldP spid="5" grpId="0"/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5EEA0-BA23-B11B-6DAD-9A79117F4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CE076-5F50-4562-6269-C36841F81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2.4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2.4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FF4B80-662A-AFEA-A632-347314EFCE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8BE005B-F329-FB1F-0BA5-9D2177121CED}"/>
              </a:ext>
            </a:extLst>
          </p:cNvPr>
          <p:cNvSpPr txBox="1"/>
          <p:nvPr/>
        </p:nvSpPr>
        <p:spPr>
          <a:xfrm>
            <a:off x="266700" y="16002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calculate 16 series in 1 program</a:t>
            </a:r>
          </a:p>
          <a:p>
            <a:pPr algn="ctr"/>
            <a:r>
              <a:rPr lang="zh-CN" altLang="en-US" sz="2200" dirty="0"/>
              <a:t>实践时刻：一个程序计算</a:t>
            </a:r>
            <a:r>
              <a:rPr lang="en-US" altLang="zh-CN" sz="2200" dirty="0"/>
              <a:t>16</a:t>
            </a:r>
            <a:r>
              <a:rPr lang="zh-CN" altLang="en-US" sz="2200" dirty="0"/>
              <a:t>个序列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40B391-30F5-6EA9-05B7-0330FA827DD2}"/>
              </a:ext>
            </a:extLst>
          </p:cNvPr>
          <p:cNvSpPr txBox="1"/>
          <p:nvPr/>
        </p:nvSpPr>
        <p:spPr>
          <a:xfrm>
            <a:off x="381000" y="51054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Try Python first</a:t>
            </a:r>
          </a:p>
          <a:p>
            <a:pPr algn="ctr"/>
            <a:r>
              <a:rPr lang="zh-CN" altLang="en-US" sz="2200" dirty="0"/>
              <a:t>先用</a:t>
            </a:r>
            <a:r>
              <a:rPr lang="en-US" altLang="zh-CN" sz="2200"/>
              <a:t>Python</a:t>
            </a:r>
            <a:endParaRPr lang="zh-CN" altLang="en-US" sz="2200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8887ACC-3F8B-446A-BA6B-591D502AFA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3461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9098A-D7FB-FFE8-EED5-1084282FC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F2C7F-CF06-3BEA-8D5D-8AA2A282F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More &amp; More Chaotic</a:t>
            </a:r>
            <a:br>
              <a:rPr lang="en-US" altLang="zh-CN" dirty="0"/>
            </a:br>
            <a:r>
              <a:rPr lang="zh-CN" altLang="en-US" dirty="0"/>
              <a:t>愈发混乱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387E3-D37C-C0AF-42DD-4B08139FDA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04D1F2C1-05C8-8971-A2FC-8507601E66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8308502"/>
                  </p:ext>
                </p:extLst>
              </p:nvPr>
            </p:nvGraphicFramePr>
            <p:xfrm>
              <a:off x="529590" y="1905000"/>
              <a:ext cx="8084820" cy="381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2723">
                      <a:extLst>
                        <a:ext uri="{9D8B030D-6E8A-4147-A177-3AD203B41FA5}">
                          <a16:colId xmlns:a16="http://schemas.microsoft.com/office/drawing/2014/main" val="2922499984"/>
                        </a:ext>
                      </a:extLst>
                    </a:gridCol>
                    <a:gridCol w="6872097">
                      <a:extLst>
                        <a:ext uri="{9D8B030D-6E8A-4147-A177-3AD203B41FA5}">
                          <a16:colId xmlns:a16="http://schemas.microsoft.com/office/drawing/2014/main" val="175284357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Attractor(s)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798490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0.732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03457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0, 1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53191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1.368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0.995, -0.354, 0.828, 0.061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7393460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1.394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0.999, -0.392, 0.786, 0.139, 0.973, -0.320, 0.857, -0.024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4830131"/>
                      </a:ext>
                    </a:extLst>
                  </a:tr>
                  <a:tr h="6223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1.399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1.000, -0.399, 0.778, 0.154, 0.967, -0.307, 0.868, -0.053, 0.996, -0.388, 0.790, 0.128, 0.977, -0.336, 0.842, 0.008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50667931"/>
                      </a:ext>
                    </a:extLst>
                  </a:tr>
                  <a:tr h="6223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1.4008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1.000, -0.401, 0.775, 0.159, 0.965, -0.304, 0.871, -0.062, 0.995, -0.386, 0.791, 0.122, 0.979, -0.343, 0.836, 0.022, 0.999, -0.399, 0.777, 0.154, 0.967, -0.309, 0.866, -0.051, 0.996, -0.391, 0.786, 0.134, 0.975, -0.331, 0.846, -0.004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972365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04D1F2C1-05C8-8971-A2FC-8507601E66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8308502"/>
                  </p:ext>
                </p:extLst>
              </p:nvPr>
            </p:nvGraphicFramePr>
            <p:xfrm>
              <a:off x="529590" y="1905000"/>
              <a:ext cx="8084820" cy="381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2723">
                      <a:extLst>
                        <a:ext uri="{9D8B030D-6E8A-4147-A177-3AD203B41FA5}">
                          <a16:colId xmlns:a16="http://schemas.microsoft.com/office/drawing/2014/main" val="2922499984"/>
                        </a:ext>
                      </a:extLst>
                    </a:gridCol>
                    <a:gridCol w="6872097">
                      <a:extLst>
                        <a:ext uri="{9D8B030D-6E8A-4147-A177-3AD203B41FA5}">
                          <a16:colId xmlns:a16="http://schemas.microsoft.com/office/drawing/2014/main" val="175284357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3" t="-4762" r="-569347" b="-91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Attractor(s)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798490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0.732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03457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0, 1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53191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1.368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0.995, -0.354, 0.828, 0.061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7393460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1.394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0.999, -0.392, 0.786, 0.139, 0.973, -0.320, 0.857, -0.024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483013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1.399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1.000, -0.399, 0.778, 0.154, 0.967, -0.307, 0.868, -0.053, 0.996, -0.388, 0.790, 0.128, 0.977, -0.336, 0.842, 0.008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50667931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1.4008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1.000, -0.401, 0.775, 0.159, 0.965, -0.304, 0.871, -0.062, 0.995, -0.386, 0.791, 0.122, 0.979, -0.343, 0.836, 0.022, 0.999, -0.399, 0.777, 0.154, 0.967, -0.309, 0.866, -0.051, 0.996, -0.391, 0.786, 0.134, 0.975, -0.331, 0.846, -0.004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9723653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3AD0D01D-4DCA-D34C-27D4-A4A5B63780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7287818"/>
                  </p:ext>
                </p:extLst>
              </p:nvPr>
            </p:nvGraphicFramePr>
            <p:xfrm>
              <a:off x="530352" y="1909137"/>
              <a:ext cx="8084820" cy="762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2723">
                      <a:extLst>
                        <a:ext uri="{9D8B030D-6E8A-4147-A177-3AD203B41FA5}">
                          <a16:colId xmlns:a16="http://schemas.microsoft.com/office/drawing/2014/main" val="2922499984"/>
                        </a:ext>
                      </a:extLst>
                    </a:gridCol>
                    <a:gridCol w="6872097">
                      <a:extLst>
                        <a:ext uri="{9D8B030D-6E8A-4147-A177-3AD203B41FA5}">
                          <a16:colId xmlns:a16="http://schemas.microsoft.com/office/drawing/2014/main" val="175284357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Attractor(s)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798490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0.732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0345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3AD0D01D-4DCA-D34C-27D4-A4A5B63780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7287818"/>
                  </p:ext>
                </p:extLst>
              </p:nvPr>
            </p:nvGraphicFramePr>
            <p:xfrm>
              <a:off x="530352" y="1909137"/>
              <a:ext cx="8084820" cy="762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2723">
                      <a:extLst>
                        <a:ext uri="{9D8B030D-6E8A-4147-A177-3AD203B41FA5}">
                          <a16:colId xmlns:a16="http://schemas.microsoft.com/office/drawing/2014/main" val="2922499984"/>
                        </a:ext>
                      </a:extLst>
                    </a:gridCol>
                    <a:gridCol w="6872097">
                      <a:extLst>
                        <a:ext uri="{9D8B030D-6E8A-4147-A177-3AD203B41FA5}">
                          <a16:colId xmlns:a16="http://schemas.microsoft.com/office/drawing/2014/main" val="175284357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5" t="-4762" r="-568844" b="-12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Attractor(s)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798490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0.732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03457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6E4419AD-E378-B97C-11AE-1B5677700D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991536"/>
                  </p:ext>
                </p:extLst>
              </p:nvPr>
            </p:nvGraphicFramePr>
            <p:xfrm>
              <a:off x="530352" y="1909137"/>
              <a:ext cx="8084820" cy="114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2723">
                      <a:extLst>
                        <a:ext uri="{9D8B030D-6E8A-4147-A177-3AD203B41FA5}">
                          <a16:colId xmlns:a16="http://schemas.microsoft.com/office/drawing/2014/main" val="2922499984"/>
                        </a:ext>
                      </a:extLst>
                    </a:gridCol>
                    <a:gridCol w="6872097">
                      <a:extLst>
                        <a:ext uri="{9D8B030D-6E8A-4147-A177-3AD203B41FA5}">
                          <a16:colId xmlns:a16="http://schemas.microsoft.com/office/drawing/2014/main" val="175284357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Attractor(s)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798490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0.732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03457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0, 1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53191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6E4419AD-E378-B97C-11AE-1B5677700D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991536"/>
                  </p:ext>
                </p:extLst>
              </p:nvPr>
            </p:nvGraphicFramePr>
            <p:xfrm>
              <a:off x="530352" y="1909137"/>
              <a:ext cx="8084820" cy="114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2723">
                      <a:extLst>
                        <a:ext uri="{9D8B030D-6E8A-4147-A177-3AD203B41FA5}">
                          <a16:colId xmlns:a16="http://schemas.microsoft.com/office/drawing/2014/main" val="2922499984"/>
                        </a:ext>
                      </a:extLst>
                    </a:gridCol>
                    <a:gridCol w="6872097">
                      <a:extLst>
                        <a:ext uri="{9D8B030D-6E8A-4147-A177-3AD203B41FA5}">
                          <a16:colId xmlns:a16="http://schemas.microsoft.com/office/drawing/2014/main" val="175284357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05" t="-4762" r="-568844" b="-2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Attractor(s)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798490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0.732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03457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0, 1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531917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2136B1EB-3DBF-71B9-16A7-ABF98D010A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5498101"/>
                  </p:ext>
                </p:extLst>
              </p:nvPr>
            </p:nvGraphicFramePr>
            <p:xfrm>
              <a:off x="530352" y="1909137"/>
              <a:ext cx="8084820" cy="1600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2723">
                      <a:extLst>
                        <a:ext uri="{9D8B030D-6E8A-4147-A177-3AD203B41FA5}">
                          <a16:colId xmlns:a16="http://schemas.microsoft.com/office/drawing/2014/main" val="2922499984"/>
                        </a:ext>
                      </a:extLst>
                    </a:gridCol>
                    <a:gridCol w="6872097">
                      <a:extLst>
                        <a:ext uri="{9D8B030D-6E8A-4147-A177-3AD203B41FA5}">
                          <a16:colId xmlns:a16="http://schemas.microsoft.com/office/drawing/2014/main" val="175284357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Attractor(s)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798490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0.732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03457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0, 1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53191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1.368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0.995, -0.354, 0.828, 0.061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73934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2136B1EB-3DBF-71B9-16A7-ABF98D010A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5498101"/>
                  </p:ext>
                </p:extLst>
              </p:nvPr>
            </p:nvGraphicFramePr>
            <p:xfrm>
              <a:off x="530352" y="1909137"/>
              <a:ext cx="8084820" cy="1600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2723">
                      <a:extLst>
                        <a:ext uri="{9D8B030D-6E8A-4147-A177-3AD203B41FA5}">
                          <a16:colId xmlns:a16="http://schemas.microsoft.com/office/drawing/2014/main" val="2922499984"/>
                        </a:ext>
                      </a:extLst>
                    </a:gridCol>
                    <a:gridCol w="6872097">
                      <a:extLst>
                        <a:ext uri="{9D8B030D-6E8A-4147-A177-3AD203B41FA5}">
                          <a16:colId xmlns:a16="http://schemas.microsoft.com/office/drawing/2014/main" val="175284357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005" t="-4762" r="-568844" b="-3317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Attractor(s)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798490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0.732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03457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0, 1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53191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1.368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0.995, -0.354, 0.828, 0.061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739346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EED70400-9B4C-C25A-3535-EDAEA0070C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2029835"/>
                  </p:ext>
                </p:extLst>
              </p:nvPr>
            </p:nvGraphicFramePr>
            <p:xfrm>
              <a:off x="530352" y="1909137"/>
              <a:ext cx="8084820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2723">
                      <a:extLst>
                        <a:ext uri="{9D8B030D-6E8A-4147-A177-3AD203B41FA5}">
                          <a16:colId xmlns:a16="http://schemas.microsoft.com/office/drawing/2014/main" val="2922499984"/>
                        </a:ext>
                      </a:extLst>
                    </a:gridCol>
                    <a:gridCol w="6872097">
                      <a:extLst>
                        <a:ext uri="{9D8B030D-6E8A-4147-A177-3AD203B41FA5}">
                          <a16:colId xmlns:a16="http://schemas.microsoft.com/office/drawing/2014/main" val="175284357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Attractor(s)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798490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0.732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03457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0, 1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53191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1.368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0.995, -0.354, 0.828, 0.061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7393460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1.394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0.999, -0.392, 0.786, 0.139, 0.973, -0.320, 0.857, -0.024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48301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EED70400-9B4C-C25A-3535-EDAEA0070C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2029835"/>
                  </p:ext>
                </p:extLst>
              </p:nvPr>
            </p:nvGraphicFramePr>
            <p:xfrm>
              <a:off x="530352" y="1909137"/>
              <a:ext cx="8084820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2723">
                      <a:extLst>
                        <a:ext uri="{9D8B030D-6E8A-4147-A177-3AD203B41FA5}">
                          <a16:colId xmlns:a16="http://schemas.microsoft.com/office/drawing/2014/main" val="2922499984"/>
                        </a:ext>
                      </a:extLst>
                    </a:gridCol>
                    <a:gridCol w="6872097">
                      <a:extLst>
                        <a:ext uri="{9D8B030D-6E8A-4147-A177-3AD203B41FA5}">
                          <a16:colId xmlns:a16="http://schemas.microsoft.com/office/drawing/2014/main" val="175284357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005" t="-4762" r="-568844" b="-4412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Attractor(s)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798490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0.732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03457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0, 1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53191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1.368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0.995, -0.354, 0.828, 0.061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7393460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1.394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0.999, -0.392, 0.786, 0.139, 0.973, -0.320, 0.857, -0.024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483013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3E2A274-A43B-E3A4-65F9-7381325BEE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5897109"/>
                  </p:ext>
                </p:extLst>
              </p:nvPr>
            </p:nvGraphicFramePr>
            <p:xfrm>
              <a:off x="530352" y="1909137"/>
              <a:ext cx="8084820" cy="2621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2723">
                      <a:extLst>
                        <a:ext uri="{9D8B030D-6E8A-4147-A177-3AD203B41FA5}">
                          <a16:colId xmlns:a16="http://schemas.microsoft.com/office/drawing/2014/main" val="2922499984"/>
                        </a:ext>
                      </a:extLst>
                    </a:gridCol>
                    <a:gridCol w="6872097">
                      <a:extLst>
                        <a:ext uri="{9D8B030D-6E8A-4147-A177-3AD203B41FA5}">
                          <a16:colId xmlns:a16="http://schemas.microsoft.com/office/drawing/2014/main" val="175284357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Attractor(s)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798490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0.732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03457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0, 1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53191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1.368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0.995, -0.354, 0.828, 0.061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7393460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1.394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0.999, -0.392, 0.786, 0.139, 0.973, -0.320, 0.857, -0.024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4830131"/>
                      </a:ext>
                    </a:extLst>
                  </a:tr>
                  <a:tr h="6223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1.399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1.000, -0.399, 0.778, 0.154, 0.967, -0.307, 0.868, -0.053, 0.996, -0.388, 0.790, 0.128, 0.977, -0.336, 0.842, 0.008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506679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3E2A274-A43B-E3A4-65F9-7381325BEE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5897109"/>
                  </p:ext>
                </p:extLst>
              </p:nvPr>
            </p:nvGraphicFramePr>
            <p:xfrm>
              <a:off x="530352" y="1909137"/>
              <a:ext cx="8084820" cy="2621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2723">
                      <a:extLst>
                        <a:ext uri="{9D8B030D-6E8A-4147-A177-3AD203B41FA5}">
                          <a16:colId xmlns:a16="http://schemas.microsoft.com/office/drawing/2014/main" val="2922499984"/>
                        </a:ext>
                      </a:extLst>
                    </a:gridCol>
                    <a:gridCol w="6872097">
                      <a:extLst>
                        <a:ext uri="{9D8B030D-6E8A-4147-A177-3AD203B41FA5}">
                          <a16:colId xmlns:a16="http://schemas.microsoft.com/office/drawing/2014/main" val="175284357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005" t="-4762" r="-568844" b="-60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Attractor(s)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798490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0.732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03457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0, 1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53191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1.368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0.995, -0.354, 0.828, 0.061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7393460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1.394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0.999, -0.392, 0.786, 0.139, 0.973, -0.320, 0.857, -0.024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483013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1.399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1.000, -0.399, 0.778, 0.154, 0.967, -0.307, 0.868, -0.053, 0.996, -0.388, 0.790, 0.128, 0.977, -0.336, 0.842, 0.008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5066793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14845986-149A-C259-0FB1-13D4ACF8BC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13742597"/>
                  </p:ext>
                </p:extLst>
              </p:nvPr>
            </p:nvGraphicFramePr>
            <p:xfrm>
              <a:off x="530352" y="1905000"/>
              <a:ext cx="8084820" cy="4267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2723">
                      <a:extLst>
                        <a:ext uri="{9D8B030D-6E8A-4147-A177-3AD203B41FA5}">
                          <a16:colId xmlns:a16="http://schemas.microsoft.com/office/drawing/2014/main" val="2922499984"/>
                        </a:ext>
                      </a:extLst>
                    </a:gridCol>
                    <a:gridCol w="6872097">
                      <a:extLst>
                        <a:ext uri="{9D8B030D-6E8A-4147-A177-3AD203B41FA5}">
                          <a16:colId xmlns:a16="http://schemas.microsoft.com/office/drawing/2014/main" val="175284357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Attractor(s)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798490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0.732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03457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0, 1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53191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1.368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0.995, -0.354, 0.828, 0.061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7393460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1.394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0.999, -0.392, 0.786, 0.139, 0.973, -0.320, 0.857, -0.024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4830131"/>
                      </a:ext>
                    </a:extLst>
                  </a:tr>
                  <a:tr h="6223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1.399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1.000, -0.399, 0.778, 0.154, 0.967, -0.307, 0.868, -0.053, 0.996, -0.388, 0.790, 0.128, 0.977, -0.336, 0.842, 0.008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50667931"/>
                      </a:ext>
                    </a:extLst>
                  </a:tr>
                  <a:tr h="6223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1.4008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1.000, -0.401, 0.775, 0.159, 0.965, -0.304, 0.871, -0.062, 0.995, -0.386, 0.791, 0.122, 0.979, -0.343, 0.836, 0.022, 0.999, -0.399, 0.777, 0.154, 0.967, -0.309, 0.866, -0.051, 0.996, -0.391, 0.786, 0.134, 0.975, -0.331, 0.846, -0.004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9723653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…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02800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14845986-149A-C259-0FB1-13D4ACF8BC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13742597"/>
                  </p:ext>
                </p:extLst>
              </p:nvPr>
            </p:nvGraphicFramePr>
            <p:xfrm>
              <a:off x="530352" y="1905000"/>
              <a:ext cx="8084820" cy="4267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2723">
                      <a:extLst>
                        <a:ext uri="{9D8B030D-6E8A-4147-A177-3AD203B41FA5}">
                          <a16:colId xmlns:a16="http://schemas.microsoft.com/office/drawing/2014/main" val="2922499984"/>
                        </a:ext>
                      </a:extLst>
                    </a:gridCol>
                    <a:gridCol w="6872097">
                      <a:extLst>
                        <a:ext uri="{9D8B030D-6E8A-4147-A177-3AD203B41FA5}">
                          <a16:colId xmlns:a16="http://schemas.microsoft.com/office/drawing/2014/main" val="175284357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1005" t="-4762" r="-568844" b="-10269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Attractor(s)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798490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0.732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03457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0, 1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53191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1.368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0.995, -0.354, 0.828, 0.061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7393460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1.394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0.999, -0.392, 0.786, 0.139, 0.973, -0.320, 0.857, -0.024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483013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1.399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1.000, -0.399, 0.778, 0.154, 0.967, -0.307, 0.868, -0.053, 0.996, -0.388, 0.790, 0.128, 0.977, -0.336, 0.842, 0.008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50667931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1.4008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1.000, -0.401, 0.775, 0.159, 0.965, -0.304, 0.871, -0.062, 0.995, -0.386, 0.791, 0.122, 0.979, -0.343, 0.836, 0.022, 0.999, -0.399, 0.777, 0.154, 0.967, -0.309, 0.866, -0.051, 0.996, -0.391, 0.786, 0.134, 0.975, -0.331, 0.846, -0.004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9723653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…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0280090"/>
                      </a:ext>
                    </a:extLst>
                  </a:tr>
                </a:tbl>
              </a:graphicData>
            </a:graphic>
          </p:graphicFrame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413789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9BE42-53D9-0701-76D8-9535ED3D1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FAAD8-919D-8113-EDF1-F6DC247A1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Feigenbaum Bifurcation</a:t>
            </a:r>
            <a:br>
              <a:rPr lang="en-US" altLang="zh-CN" dirty="0"/>
            </a:br>
            <a:r>
              <a:rPr lang="zh-CN" altLang="en-US" dirty="0"/>
              <a:t>费根鲍姆分岔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66263D-854D-CF62-AC8D-3F14DBB0DD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34FC71-13EC-C7CA-F27F-220335580E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674222"/>
            <a:ext cx="7620000" cy="4572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185010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41EED-1045-B872-E563-412F8795D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4C731-F4F5-FD82-BF44-9E9B66F5D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2.5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2.5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14D99D-FC76-77A8-538A-B0510F2FC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83F2F21-3C5D-096F-F163-39522F5B00F9}"/>
              </a:ext>
            </a:extLst>
          </p:cNvPr>
          <p:cNvSpPr txBox="1"/>
          <p:nvPr/>
        </p:nvSpPr>
        <p:spPr>
          <a:xfrm>
            <a:off x="266700" y="16002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calculate 16 series in 1 program</a:t>
            </a:r>
          </a:p>
          <a:p>
            <a:pPr algn="ctr"/>
            <a:r>
              <a:rPr lang="zh-CN" altLang="en-US" sz="2200" dirty="0"/>
              <a:t>实践时刻：一个程序计算</a:t>
            </a:r>
            <a:r>
              <a:rPr lang="en-US" altLang="zh-CN" sz="2200" dirty="0"/>
              <a:t>16</a:t>
            </a:r>
            <a:r>
              <a:rPr lang="zh-CN" altLang="en-US" sz="2200" dirty="0"/>
              <a:t>个序列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785A3A-843C-43CB-C45B-B861316CDD0C}"/>
              </a:ext>
            </a:extLst>
          </p:cNvPr>
          <p:cNvSpPr txBox="1"/>
          <p:nvPr/>
        </p:nvSpPr>
        <p:spPr>
          <a:xfrm>
            <a:off x="381000" y="51054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Try C/C++ then</a:t>
            </a:r>
          </a:p>
          <a:p>
            <a:pPr algn="ctr"/>
            <a:r>
              <a:rPr lang="zh-CN" altLang="en-US" sz="2200" dirty="0"/>
              <a:t>再用</a:t>
            </a:r>
            <a:r>
              <a:rPr lang="en-US" altLang="zh-CN" sz="2200" dirty="0"/>
              <a:t>C/C++</a:t>
            </a:r>
            <a:endParaRPr lang="zh-CN" altLang="en-US" sz="2200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136F5E0-CBEE-492D-1F45-0F52373EFC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969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4422-5A08-0D22-72CF-97EB7EB82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B8426-4E87-88D2-1B05-3481BA5D2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Chaos &amp; Order</a:t>
            </a:r>
            <a:br>
              <a:rPr lang="en-US" altLang="zh-CN" dirty="0"/>
            </a:br>
            <a:r>
              <a:rPr lang="zh-CN" altLang="en-US" dirty="0"/>
              <a:t>混沌与有序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46CE9E-306B-7B70-5944-2C8B63AA55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166A1FB1-2BE3-C3C2-43AF-A82DAB6FC1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5368216"/>
                  </p:ext>
                </p:extLst>
              </p:nvPr>
            </p:nvGraphicFramePr>
            <p:xfrm>
              <a:off x="530352" y="1755648"/>
              <a:ext cx="8084820" cy="762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2723">
                      <a:extLst>
                        <a:ext uri="{9D8B030D-6E8A-4147-A177-3AD203B41FA5}">
                          <a16:colId xmlns:a16="http://schemas.microsoft.com/office/drawing/2014/main" val="2922499984"/>
                        </a:ext>
                      </a:extLst>
                    </a:gridCol>
                    <a:gridCol w="6872097">
                      <a:extLst>
                        <a:ext uri="{9D8B030D-6E8A-4147-A177-3AD203B41FA5}">
                          <a16:colId xmlns:a16="http://schemas.microsoft.com/office/drawing/2014/main" val="175284357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Attractor(s)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798490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Chaos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0345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166A1FB1-2BE3-C3C2-43AF-A82DAB6FC1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5368216"/>
                  </p:ext>
                </p:extLst>
              </p:nvPr>
            </p:nvGraphicFramePr>
            <p:xfrm>
              <a:off x="530352" y="1755648"/>
              <a:ext cx="8084820" cy="762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2723">
                      <a:extLst>
                        <a:ext uri="{9D8B030D-6E8A-4147-A177-3AD203B41FA5}">
                          <a16:colId xmlns:a16="http://schemas.microsoft.com/office/drawing/2014/main" val="2922499984"/>
                        </a:ext>
                      </a:extLst>
                    </a:gridCol>
                    <a:gridCol w="6872097">
                      <a:extLst>
                        <a:ext uri="{9D8B030D-6E8A-4147-A177-3AD203B41FA5}">
                          <a16:colId xmlns:a16="http://schemas.microsoft.com/office/drawing/2014/main" val="175284357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5" t="-4762" r="-568844" b="-12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Attractor(s)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798490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Chaos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03457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161CF9AE-A5C1-2D30-0211-1A2143ACCA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8686389"/>
                  </p:ext>
                </p:extLst>
              </p:nvPr>
            </p:nvGraphicFramePr>
            <p:xfrm>
              <a:off x="530352" y="1755648"/>
              <a:ext cx="8084820" cy="114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2723">
                      <a:extLst>
                        <a:ext uri="{9D8B030D-6E8A-4147-A177-3AD203B41FA5}">
                          <a16:colId xmlns:a16="http://schemas.microsoft.com/office/drawing/2014/main" val="2922499984"/>
                        </a:ext>
                      </a:extLst>
                    </a:gridCol>
                    <a:gridCol w="6872097">
                      <a:extLst>
                        <a:ext uri="{9D8B030D-6E8A-4147-A177-3AD203B41FA5}">
                          <a16:colId xmlns:a16="http://schemas.microsoft.com/office/drawing/2014/main" val="175284357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Attractor(s)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798490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Chaos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03457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</a:t>
                          </a:r>
                          <a:r>
                            <a:rPr lang="en-US" altLang="zh-CN" dirty="0"/>
                            <a:t>575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-0.002, 1.000, -0.575, 0.479, 0.638, 0.359, 0.798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53191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161CF9AE-A5C1-2D30-0211-1A2143ACCA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8686389"/>
                  </p:ext>
                </p:extLst>
              </p:nvPr>
            </p:nvGraphicFramePr>
            <p:xfrm>
              <a:off x="530352" y="1755648"/>
              <a:ext cx="8084820" cy="114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2723">
                      <a:extLst>
                        <a:ext uri="{9D8B030D-6E8A-4147-A177-3AD203B41FA5}">
                          <a16:colId xmlns:a16="http://schemas.microsoft.com/office/drawing/2014/main" val="2922499984"/>
                        </a:ext>
                      </a:extLst>
                    </a:gridCol>
                    <a:gridCol w="6872097">
                      <a:extLst>
                        <a:ext uri="{9D8B030D-6E8A-4147-A177-3AD203B41FA5}">
                          <a16:colId xmlns:a16="http://schemas.microsoft.com/office/drawing/2014/main" val="175284357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5" t="-4762" r="-568844" b="-2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Attractor(s)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798490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Chaos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03457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</a:t>
                          </a:r>
                          <a:r>
                            <a:rPr lang="en-US" altLang="zh-CN" dirty="0"/>
                            <a:t>575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-0.002, 1.000, -0.575, 0.479, 0.638, 0.359, 0.798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531917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8ECE4E05-DDD5-10C2-DCD4-378FFD63CE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8879323"/>
                  </p:ext>
                </p:extLst>
              </p:nvPr>
            </p:nvGraphicFramePr>
            <p:xfrm>
              <a:off x="530352" y="1755648"/>
              <a:ext cx="8084820" cy="1600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2723">
                      <a:extLst>
                        <a:ext uri="{9D8B030D-6E8A-4147-A177-3AD203B41FA5}">
                          <a16:colId xmlns:a16="http://schemas.microsoft.com/office/drawing/2014/main" val="2922499984"/>
                        </a:ext>
                      </a:extLst>
                    </a:gridCol>
                    <a:gridCol w="6872097">
                      <a:extLst>
                        <a:ext uri="{9D8B030D-6E8A-4147-A177-3AD203B41FA5}">
                          <a16:colId xmlns:a16="http://schemas.microsoft.com/office/drawing/2014/main" val="175284357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Attractor(s)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798490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Chaos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03457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</a:t>
                          </a:r>
                          <a:r>
                            <a:rPr lang="en-US" altLang="zh-CN" dirty="0"/>
                            <a:t>575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-0.002, 1.000, -0.575, 0.479, 0.638, 0.359, 0.798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53191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Chaos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73934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8ECE4E05-DDD5-10C2-DCD4-378FFD63CE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8879323"/>
                  </p:ext>
                </p:extLst>
              </p:nvPr>
            </p:nvGraphicFramePr>
            <p:xfrm>
              <a:off x="530352" y="1755648"/>
              <a:ext cx="8084820" cy="1600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2723">
                      <a:extLst>
                        <a:ext uri="{9D8B030D-6E8A-4147-A177-3AD203B41FA5}">
                          <a16:colId xmlns:a16="http://schemas.microsoft.com/office/drawing/2014/main" val="2922499984"/>
                        </a:ext>
                      </a:extLst>
                    </a:gridCol>
                    <a:gridCol w="6872097">
                      <a:extLst>
                        <a:ext uri="{9D8B030D-6E8A-4147-A177-3AD203B41FA5}">
                          <a16:colId xmlns:a16="http://schemas.microsoft.com/office/drawing/2014/main" val="175284357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05" t="-4762" r="-568844" b="-3317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Attractor(s)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798490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Chaos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03457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</a:t>
                          </a:r>
                          <a:r>
                            <a:rPr lang="en-US" altLang="zh-CN" dirty="0"/>
                            <a:t>575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-0.002, 1.000, -0.575, 0.479, 0.638, 0.359, 0.798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53191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Chaos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739346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4397FC6C-CB95-3058-90D5-D75A320BBA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8756896"/>
                  </p:ext>
                </p:extLst>
              </p:nvPr>
            </p:nvGraphicFramePr>
            <p:xfrm>
              <a:off x="530352" y="1755648"/>
              <a:ext cx="8084820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2723">
                      <a:extLst>
                        <a:ext uri="{9D8B030D-6E8A-4147-A177-3AD203B41FA5}">
                          <a16:colId xmlns:a16="http://schemas.microsoft.com/office/drawing/2014/main" val="2922499984"/>
                        </a:ext>
                      </a:extLst>
                    </a:gridCol>
                    <a:gridCol w="6872097">
                      <a:extLst>
                        <a:ext uri="{9D8B030D-6E8A-4147-A177-3AD203B41FA5}">
                          <a16:colId xmlns:a16="http://schemas.microsoft.com/office/drawing/2014/main" val="175284357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Attractor(s)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798490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Chaos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03457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</a:t>
                          </a:r>
                          <a:r>
                            <a:rPr lang="en-US" altLang="zh-CN" dirty="0"/>
                            <a:t>575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-0.002, 1.000, -0.575, 0.479, 0.638, 0.359, 0.798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53191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Chaos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7393460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1.626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-0.004,  1.000, -0.626,  0.363,  0.786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48301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4397FC6C-CB95-3058-90D5-D75A320BBA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8756896"/>
                  </p:ext>
                </p:extLst>
              </p:nvPr>
            </p:nvGraphicFramePr>
            <p:xfrm>
              <a:off x="530352" y="1755648"/>
              <a:ext cx="8084820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2723">
                      <a:extLst>
                        <a:ext uri="{9D8B030D-6E8A-4147-A177-3AD203B41FA5}">
                          <a16:colId xmlns:a16="http://schemas.microsoft.com/office/drawing/2014/main" val="2922499984"/>
                        </a:ext>
                      </a:extLst>
                    </a:gridCol>
                    <a:gridCol w="6872097">
                      <a:extLst>
                        <a:ext uri="{9D8B030D-6E8A-4147-A177-3AD203B41FA5}">
                          <a16:colId xmlns:a16="http://schemas.microsoft.com/office/drawing/2014/main" val="175284357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005" t="-4762" r="-568844" b="-4412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Attractor(s)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798490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Chaos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03457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</a:t>
                          </a:r>
                          <a:r>
                            <a:rPr lang="en-US" altLang="zh-CN" dirty="0"/>
                            <a:t>575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-0.002, 1.000, -0.575, 0.479, 0.638, 0.359, 0.798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53191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Chaos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7393460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1.626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-0.004,  1.000, -0.626,  0.363,  0.786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483013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EE6E938E-A923-790E-285A-E94412B2A5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6878557"/>
                  </p:ext>
                </p:extLst>
              </p:nvPr>
            </p:nvGraphicFramePr>
            <p:xfrm>
              <a:off x="530352" y="1755648"/>
              <a:ext cx="8084820" cy="2621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2723">
                      <a:extLst>
                        <a:ext uri="{9D8B030D-6E8A-4147-A177-3AD203B41FA5}">
                          <a16:colId xmlns:a16="http://schemas.microsoft.com/office/drawing/2014/main" val="2922499984"/>
                        </a:ext>
                      </a:extLst>
                    </a:gridCol>
                    <a:gridCol w="6872097">
                      <a:extLst>
                        <a:ext uri="{9D8B030D-6E8A-4147-A177-3AD203B41FA5}">
                          <a16:colId xmlns:a16="http://schemas.microsoft.com/office/drawing/2014/main" val="175284357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Attractor(s)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798490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Chaos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03457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</a:t>
                          </a:r>
                          <a:r>
                            <a:rPr lang="en-US" altLang="zh-CN" dirty="0"/>
                            <a:t>575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-0.002, 1.000, -0.575, 0.479, 0.638, 0.359, 0.798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53191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Chaos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7393460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1.626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-0.004,  1.000, -0.626,  0.363,  0.786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4830131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1.629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-0.027, 0.999, -0.625, 0.363, 10.785, </a:t>
                          </a:r>
                        </a:p>
                        <a:p>
                          <a:pPr algn="ctr"/>
                          <a:r>
                            <a:rPr lang="en-US" dirty="0"/>
                            <a:t>-0.004, 1.000, -0.629, 0.356, 0.794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913759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EE6E938E-A923-790E-285A-E94412B2A5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6878557"/>
                  </p:ext>
                </p:extLst>
              </p:nvPr>
            </p:nvGraphicFramePr>
            <p:xfrm>
              <a:off x="530352" y="1755648"/>
              <a:ext cx="8084820" cy="2621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2723">
                      <a:extLst>
                        <a:ext uri="{9D8B030D-6E8A-4147-A177-3AD203B41FA5}">
                          <a16:colId xmlns:a16="http://schemas.microsoft.com/office/drawing/2014/main" val="2922499984"/>
                        </a:ext>
                      </a:extLst>
                    </a:gridCol>
                    <a:gridCol w="6872097">
                      <a:extLst>
                        <a:ext uri="{9D8B030D-6E8A-4147-A177-3AD203B41FA5}">
                          <a16:colId xmlns:a16="http://schemas.microsoft.com/office/drawing/2014/main" val="175284357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005" t="-4762" r="-568844" b="-60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Attractor(s)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798490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Chaos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03457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</a:t>
                          </a:r>
                          <a:r>
                            <a:rPr lang="en-US" altLang="zh-CN" dirty="0"/>
                            <a:t>575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-0.002, 1.000, -0.575, 0.479, 0.638, 0.359, 0.798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53191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Chaos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7393460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1.626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-0.004,  1.000, -0.626,  0.363,  0.786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483013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1.629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-0.027, 0.999, -0.625, 0.363, 10.785, </a:t>
                          </a:r>
                        </a:p>
                        <a:p>
                          <a:pPr algn="ctr"/>
                          <a:r>
                            <a:rPr lang="en-US" dirty="0"/>
                            <a:t>-0.004, 1.000, -0.629, 0.356, 0.794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913759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C88BEE13-2B71-D416-A473-A4AFB057BD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9626304"/>
                  </p:ext>
                </p:extLst>
              </p:nvPr>
            </p:nvGraphicFramePr>
            <p:xfrm>
              <a:off x="530352" y="1755648"/>
              <a:ext cx="8084820" cy="3002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2723">
                      <a:extLst>
                        <a:ext uri="{9D8B030D-6E8A-4147-A177-3AD203B41FA5}">
                          <a16:colId xmlns:a16="http://schemas.microsoft.com/office/drawing/2014/main" val="2922499984"/>
                        </a:ext>
                      </a:extLst>
                    </a:gridCol>
                    <a:gridCol w="6872097">
                      <a:extLst>
                        <a:ext uri="{9D8B030D-6E8A-4147-A177-3AD203B41FA5}">
                          <a16:colId xmlns:a16="http://schemas.microsoft.com/office/drawing/2014/main" val="175284357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Attractor(s)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798490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Chaos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03457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</a:t>
                          </a:r>
                          <a:r>
                            <a:rPr lang="en-US" altLang="zh-CN" dirty="0"/>
                            <a:t>575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-0.002, 1.000, -0.575, 0.479, 0.638, 0.359, 0.798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53191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Chaos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7393460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1.626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-0.004,  1.000, -0.626,  0.363,  0.786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4830131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1.629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-0.027, 0.999, -0.625, 0.363, 10.785, </a:t>
                          </a:r>
                        </a:p>
                        <a:p>
                          <a:pPr algn="ctr"/>
                          <a:r>
                            <a:rPr lang="en-US" dirty="0"/>
                            <a:t>-0.004, 1.000, -0.629, 0.356, 0.794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9137595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1.74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Chaos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097423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C88BEE13-2B71-D416-A473-A4AFB057BD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9626304"/>
                  </p:ext>
                </p:extLst>
              </p:nvPr>
            </p:nvGraphicFramePr>
            <p:xfrm>
              <a:off x="530352" y="1755648"/>
              <a:ext cx="8084820" cy="3002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2723">
                      <a:extLst>
                        <a:ext uri="{9D8B030D-6E8A-4147-A177-3AD203B41FA5}">
                          <a16:colId xmlns:a16="http://schemas.microsoft.com/office/drawing/2014/main" val="2922499984"/>
                        </a:ext>
                      </a:extLst>
                    </a:gridCol>
                    <a:gridCol w="6872097">
                      <a:extLst>
                        <a:ext uri="{9D8B030D-6E8A-4147-A177-3AD203B41FA5}">
                          <a16:colId xmlns:a16="http://schemas.microsoft.com/office/drawing/2014/main" val="175284357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005" t="-4762" r="-568844" b="-7063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Attractor(s)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798490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Chaos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03457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</a:t>
                          </a:r>
                          <a:r>
                            <a:rPr lang="en-US" altLang="zh-CN" dirty="0"/>
                            <a:t>575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-0.002, 1.000, -0.575, 0.479, 0.638, 0.359, 0.798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53191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Chaos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7393460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1.626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-0.004,  1.000, -0.626,  0.363,  0.786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483013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1.629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-0.027, 0.999, -0.625, 0.363, 10.785, </a:t>
                          </a:r>
                        </a:p>
                        <a:p>
                          <a:pPr algn="ctr"/>
                          <a:r>
                            <a:rPr lang="en-US" dirty="0"/>
                            <a:t>-0.004, 1.000, -0.629, 0.356, 0.794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9137595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1.74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Chaos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0974231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AFFDA196-D749-314A-8FEE-A711D0B10FF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682000"/>
                  </p:ext>
                </p:extLst>
              </p:nvPr>
            </p:nvGraphicFramePr>
            <p:xfrm>
              <a:off x="530352" y="1755648"/>
              <a:ext cx="8084820" cy="3383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2723">
                      <a:extLst>
                        <a:ext uri="{9D8B030D-6E8A-4147-A177-3AD203B41FA5}">
                          <a16:colId xmlns:a16="http://schemas.microsoft.com/office/drawing/2014/main" val="2922499984"/>
                        </a:ext>
                      </a:extLst>
                    </a:gridCol>
                    <a:gridCol w="6872097">
                      <a:extLst>
                        <a:ext uri="{9D8B030D-6E8A-4147-A177-3AD203B41FA5}">
                          <a16:colId xmlns:a16="http://schemas.microsoft.com/office/drawing/2014/main" val="175284357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Attractor(s)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798490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Chaos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03457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</a:t>
                          </a:r>
                          <a:r>
                            <a:rPr lang="en-US" altLang="zh-CN" dirty="0"/>
                            <a:t>575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-0.002, 1.000, -0.575, 0.479, 0.638, 0.359, 0.798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53191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Chaos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7393460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1.626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-0.004,  1.000, -0.626,  0.363,  0.786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4830131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1.629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-0.027, 0.999, -0.625, 0.363, 10.785, </a:t>
                          </a:r>
                        </a:p>
                        <a:p>
                          <a:pPr algn="ctr"/>
                          <a:r>
                            <a:rPr lang="en-US" dirty="0"/>
                            <a:t>-0.004, 1.000, -0.629, 0.356, 0.794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9137595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1.74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Chaos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09742315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1.76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1.000, -0.759, -0.014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679047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AFFDA196-D749-314A-8FEE-A711D0B10FF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682000"/>
                  </p:ext>
                </p:extLst>
              </p:nvPr>
            </p:nvGraphicFramePr>
            <p:xfrm>
              <a:off x="530352" y="1755648"/>
              <a:ext cx="8084820" cy="3383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2723">
                      <a:extLst>
                        <a:ext uri="{9D8B030D-6E8A-4147-A177-3AD203B41FA5}">
                          <a16:colId xmlns:a16="http://schemas.microsoft.com/office/drawing/2014/main" val="2922499984"/>
                        </a:ext>
                      </a:extLst>
                    </a:gridCol>
                    <a:gridCol w="6872097">
                      <a:extLst>
                        <a:ext uri="{9D8B030D-6E8A-4147-A177-3AD203B41FA5}">
                          <a16:colId xmlns:a16="http://schemas.microsoft.com/office/drawing/2014/main" val="175284357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1005" t="-4762" r="-568844" b="-8063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Attractor(s)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798490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Chaos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03457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</a:t>
                          </a:r>
                          <a:r>
                            <a:rPr lang="en-US" altLang="zh-CN" dirty="0"/>
                            <a:t>575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-0.002, 1.000, -0.575, 0.479, 0.638, 0.359, 0.798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53191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Chaos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7393460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1.626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-0.004,  1.000, -0.626,  0.363,  0.786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483013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1.629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-0.027, 0.999, -0.625, 0.363, 10.785, </a:t>
                          </a:r>
                        </a:p>
                        <a:p>
                          <a:pPr algn="ctr"/>
                          <a:r>
                            <a:rPr lang="en-US" dirty="0"/>
                            <a:t>-0.004, 1.000, -0.629, 0.356, 0.794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9137595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1.74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Chaos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09742315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1.76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1.000, -0.759, -0.014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6790475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16E04D1D-647B-5849-970F-D72A7604CB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4012931"/>
                  </p:ext>
                </p:extLst>
              </p:nvPr>
            </p:nvGraphicFramePr>
            <p:xfrm>
              <a:off x="529590" y="1752600"/>
              <a:ext cx="8084820" cy="3764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2723">
                      <a:extLst>
                        <a:ext uri="{9D8B030D-6E8A-4147-A177-3AD203B41FA5}">
                          <a16:colId xmlns:a16="http://schemas.microsoft.com/office/drawing/2014/main" val="2922499984"/>
                        </a:ext>
                      </a:extLst>
                    </a:gridCol>
                    <a:gridCol w="6872097">
                      <a:extLst>
                        <a:ext uri="{9D8B030D-6E8A-4147-A177-3AD203B41FA5}">
                          <a16:colId xmlns:a16="http://schemas.microsoft.com/office/drawing/2014/main" val="175284357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Attractor(s)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798490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Chaos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03457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</a:t>
                          </a:r>
                          <a:r>
                            <a:rPr lang="en-US" altLang="zh-CN" dirty="0"/>
                            <a:t>575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-0.002, 1.000, -0.575, 0.479, 0.638, 0.359, 0.798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53191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Chaos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7393460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1.626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-0.004,  1.000, -0.626,  0.363,  0.786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4830131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1.629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-0.027, 0.999, -0.625, 0.363, 10.785, </a:t>
                          </a:r>
                        </a:p>
                        <a:p>
                          <a:pPr algn="ctr"/>
                          <a:r>
                            <a:rPr lang="en-US" dirty="0"/>
                            <a:t>-0.004, 1.000, -0.629, 0.356, 0.794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9137595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1.74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Chaos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09742315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1.76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1.000, -0.759, -0.014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67904750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1.78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Chaos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009158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16E04D1D-647B-5849-970F-D72A7604CB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4012931"/>
                  </p:ext>
                </p:extLst>
              </p:nvPr>
            </p:nvGraphicFramePr>
            <p:xfrm>
              <a:off x="529590" y="1752600"/>
              <a:ext cx="8084820" cy="3764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2723">
                      <a:extLst>
                        <a:ext uri="{9D8B030D-6E8A-4147-A177-3AD203B41FA5}">
                          <a16:colId xmlns:a16="http://schemas.microsoft.com/office/drawing/2014/main" val="2922499984"/>
                        </a:ext>
                      </a:extLst>
                    </a:gridCol>
                    <a:gridCol w="6872097">
                      <a:extLst>
                        <a:ext uri="{9D8B030D-6E8A-4147-A177-3AD203B41FA5}">
                          <a16:colId xmlns:a16="http://schemas.microsoft.com/office/drawing/2014/main" val="175284357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0"/>
                          <a:stretch>
                            <a:fillRect l="-503" t="-4762" r="-569347" b="-9063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Attractor(s)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798490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Chaos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03457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</a:t>
                          </a:r>
                          <a:r>
                            <a:rPr lang="en-US" altLang="zh-CN" dirty="0"/>
                            <a:t>575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-0.002, 1.000, -0.575, 0.479, 0.638, 0.359, 0.798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53191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1.58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Chaos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7393460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1.626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-0.004,  1.000, -0.626,  0.363,  0.786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483013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1.629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-0.027, 0.999, -0.625, 0.363, 10.785, </a:t>
                          </a:r>
                        </a:p>
                        <a:p>
                          <a:pPr algn="ctr"/>
                          <a:r>
                            <a:rPr lang="en-US" dirty="0"/>
                            <a:t>-0.004, 1.000, -0.629, 0.356, 0.794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9137595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1.74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Chaos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09742315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1.76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1.000, -0.759, -0.014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67904750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1.78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Chaos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00915861"/>
                      </a:ext>
                    </a:extLst>
                  </a:tr>
                </a:tbl>
              </a:graphicData>
            </a:graphic>
          </p:graphicFrame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117417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389A3-3045-7AE8-584D-7FB816FF1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4CDF8-1011-1347-B05F-0970E4C7D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Reinforcing the Feeling</a:t>
            </a:r>
            <a:br>
              <a:rPr lang="en-US" altLang="zh-CN" dirty="0"/>
            </a:br>
            <a:r>
              <a:rPr lang="zh-CN" altLang="en-US" dirty="0"/>
              <a:t>强化我们的感觉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E876D4-B608-C6F7-12A5-9BBF1E7EB6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79CE64C-E140-11CC-35CC-FBCDCC9C57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124870"/>
              </p:ext>
            </p:extLst>
          </p:nvPr>
        </p:nvGraphicFramePr>
        <p:xfrm>
          <a:off x="481171" y="1752601"/>
          <a:ext cx="8181657" cy="4162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6020">
                  <a:extLst>
                    <a:ext uri="{9D8B030D-6E8A-4147-A177-3AD203B41FA5}">
                      <a16:colId xmlns:a16="http://schemas.microsoft.com/office/drawing/2014/main" val="2465937484"/>
                    </a:ext>
                  </a:extLst>
                </a:gridCol>
                <a:gridCol w="3008418">
                  <a:extLst>
                    <a:ext uri="{9D8B030D-6E8A-4147-A177-3AD203B41FA5}">
                      <a16:colId xmlns:a16="http://schemas.microsoft.com/office/drawing/2014/main" val="3061830146"/>
                    </a:ext>
                  </a:extLst>
                </a:gridCol>
                <a:gridCol w="2727219">
                  <a:extLst>
                    <a:ext uri="{9D8B030D-6E8A-4147-A177-3AD203B41FA5}">
                      <a16:colId xmlns:a16="http://schemas.microsoft.com/office/drawing/2014/main" val="569906194"/>
                    </a:ext>
                  </a:extLst>
                </a:gridCol>
              </a:tblGrid>
              <a:tr h="431386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Interpretation</a:t>
                      </a:r>
                    </a:p>
                    <a:p>
                      <a:pPr algn="ctr"/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解释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Compilation</a:t>
                      </a:r>
                    </a:p>
                    <a:p>
                      <a:pPr algn="ctr"/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编译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9237676"/>
                  </a:ext>
                </a:extLst>
              </a:tr>
              <a:tr h="776494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Execution speed </a:t>
                      </a:r>
                      <a:r>
                        <a:rPr lang="zh-CN" altLang="en-US" sz="2400" dirty="0"/>
                        <a:t>运行速度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Slow </a:t>
                      </a:r>
                    </a:p>
                    <a:p>
                      <a:pPr algn="ctr"/>
                      <a:r>
                        <a:rPr lang="zh-CN" altLang="en-US" sz="2400" dirty="0"/>
                        <a:t>慢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Fast</a:t>
                      </a:r>
                      <a:br>
                        <a:rPr lang="en-US" altLang="zh-CN" sz="2400" dirty="0"/>
                      </a:br>
                      <a:r>
                        <a:rPr lang="zh-CN" altLang="en-US" sz="2400" dirty="0"/>
                        <a:t>快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00295"/>
                  </a:ext>
                </a:extLst>
              </a:tr>
              <a:tr h="1121603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Bring up</a:t>
                      </a:r>
                    </a:p>
                    <a:p>
                      <a:r>
                        <a:rPr lang="zh-CN" altLang="en-US" sz="2400" dirty="0"/>
                        <a:t>开启运行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Instant</a:t>
                      </a:r>
                    </a:p>
                    <a:p>
                      <a:pPr algn="ctr"/>
                      <a:r>
                        <a:rPr lang="zh-CN" altLang="en-US" sz="2400" dirty="0"/>
                        <a:t>即刻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A compilation step first </a:t>
                      </a:r>
                      <a:br>
                        <a:rPr lang="en-US" altLang="zh-CN" sz="2400" dirty="0"/>
                      </a:br>
                      <a:r>
                        <a:rPr lang="zh-CN" altLang="en-US" sz="2400" dirty="0"/>
                        <a:t>预先编译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9541756"/>
                  </a:ext>
                </a:extLst>
              </a:tr>
              <a:tr h="1328116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Programming</a:t>
                      </a:r>
                    </a:p>
                    <a:p>
                      <a:r>
                        <a:rPr lang="zh-CN" altLang="en-US" sz="2400" dirty="0"/>
                        <a:t>编程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Naturally easy &amp; dynamic  </a:t>
                      </a:r>
                      <a:r>
                        <a:rPr lang="zh-CN" altLang="en-US" sz="2400" dirty="0"/>
                        <a:t>自然而然的便利和动态性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More rigid/static</a:t>
                      </a:r>
                      <a:br>
                        <a:rPr lang="en-US" altLang="zh-CN" sz="2400" dirty="0"/>
                      </a:br>
                      <a:r>
                        <a:rPr lang="zh-CN" altLang="en-US" sz="2400" dirty="0"/>
                        <a:t>更为严格、静态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00408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0B9C8CE-73E4-B75E-6E2C-4529DB8FD0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324395"/>
              </p:ext>
            </p:extLst>
          </p:nvPr>
        </p:nvGraphicFramePr>
        <p:xfrm>
          <a:off x="484632" y="1755648"/>
          <a:ext cx="8181657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6020">
                  <a:extLst>
                    <a:ext uri="{9D8B030D-6E8A-4147-A177-3AD203B41FA5}">
                      <a16:colId xmlns:a16="http://schemas.microsoft.com/office/drawing/2014/main" val="2465937484"/>
                    </a:ext>
                  </a:extLst>
                </a:gridCol>
                <a:gridCol w="3008418">
                  <a:extLst>
                    <a:ext uri="{9D8B030D-6E8A-4147-A177-3AD203B41FA5}">
                      <a16:colId xmlns:a16="http://schemas.microsoft.com/office/drawing/2014/main" val="3061830146"/>
                    </a:ext>
                  </a:extLst>
                </a:gridCol>
                <a:gridCol w="2727219">
                  <a:extLst>
                    <a:ext uri="{9D8B030D-6E8A-4147-A177-3AD203B41FA5}">
                      <a16:colId xmlns:a16="http://schemas.microsoft.com/office/drawing/2014/main" val="5699061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Interpretation</a:t>
                      </a:r>
                    </a:p>
                    <a:p>
                      <a:pPr algn="ctr"/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解释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Compilation</a:t>
                      </a:r>
                    </a:p>
                    <a:p>
                      <a:pPr algn="ctr"/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编译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9237676"/>
                  </a:ext>
                </a:extLst>
              </a:tr>
              <a:tr h="776494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Execution speed </a:t>
                      </a:r>
                      <a:r>
                        <a:rPr lang="zh-CN" altLang="en-US" sz="2400" dirty="0"/>
                        <a:t>运行速度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Slow </a:t>
                      </a:r>
                    </a:p>
                    <a:p>
                      <a:pPr algn="ctr"/>
                      <a:r>
                        <a:rPr lang="zh-CN" altLang="en-US" sz="2400" dirty="0"/>
                        <a:t>慢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Fast</a:t>
                      </a:r>
                      <a:br>
                        <a:rPr lang="en-US" altLang="zh-CN" sz="2400" dirty="0"/>
                      </a:br>
                      <a:r>
                        <a:rPr lang="zh-CN" altLang="en-US" sz="2400" dirty="0"/>
                        <a:t>快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0029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76436F5-B3BA-5C5E-19ED-2B2EEC61A7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248510"/>
              </p:ext>
            </p:extLst>
          </p:nvPr>
        </p:nvGraphicFramePr>
        <p:xfrm>
          <a:off x="484632" y="1755648"/>
          <a:ext cx="8181657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6020">
                  <a:extLst>
                    <a:ext uri="{9D8B030D-6E8A-4147-A177-3AD203B41FA5}">
                      <a16:colId xmlns:a16="http://schemas.microsoft.com/office/drawing/2014/main" val="2465937484"/>
                    </a:ext>
                  </a:extLst>
                </a:gridCol>
                <a:gridCol w="3008418">
                  <a:extLst>
                    <a:ext uri="{9D8B030D-6E8A-4147-A177-3AD203B41FA5}">
                      <a16:colId xmlns:a16="http://schemas.microsoft.com/office/drawing/2014/main" val="3061830146"/>
                    </a:ext>
                  </a:extLst>
                </a:gridCol>
                <a:gridCol w="2727219">
                  <a:extLst>
                    <a:ext uri="{9D8B030D-6E8A-4147-A177-3AD203B41FA5}">
                      <a16:colId xmlns:a16="http://schemas.microsoft.com/office/drawing/2014/main" val="569906194"/>
                    </a:ext>
                  </a:extLst>
                </a:gridCol>
              </a:tblGrid>
              <a:tr h="431386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Interpretation</a:t>
                      </a:r>
                    </a:p>
                    <a:p>
                      <a:pPr algn="ctr"/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解释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Compilation</a:t>
                      </a:r>
                    </a:p>
                    <a:p>
                      <a:pPr algn="ctr"/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编译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9237676"/>
                  </a:ext>
                </a:extLst>
              </a:tr>
              <a:tr h="776494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Execution speed </a:t>
                      </a:r>
                      <a:r>
                        <a:rPr lang="zh-CN" altLang="en-US" sz="2400" dirty="0"/>
                        <a:t>运行速度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Slow </a:t>
                      </a:r>
                    </a:p>
                    <a:p>
                      <a:pPr algn="ctr"/>
                      <a:r>
                        <a:rPr lang="zh-CN" altLang="en-US" sz="2400" dirty="0"/>
                        <a:t>慢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Fast</a:t>
                      </a:r>
                      <a:br>
                        <a:rPr lang="en-US" altLang="zh-CN" sz="2400" dirty="0"/>
                      </a:br>
                      <a:r>
                        <a:rPr lang="zh-CN" altLang="en-US" sz="2400" dirty="0"/>
                        <a:t>快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00295"/>
                  </a:ext>
                </a:extLst>
              </a:tr>
              <a:tr h="1121603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Bring up</a:t>
                      </a:r>
                    </a:p>
                    <a:p>
                      <a:r>
                        <a:rPr lang="zh-CN" altLang="en-US" sz="2400" dirty="0"/>
                        <a:t>开启运行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Instant</a:t>
                      </a:r>
                    </a:p>
                    <a:p>
                      <a:pPr algn="ctr"/>
                      <a:r>
                        <a:rPr lang="zh-CN" altLang="en-US" sz="2400" dirty="0"/>
                        <a:t>即刻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A compilation step first </a:t>
                      </a:r>
                      <a:br>
                        <a:rPr lang="en-US" altLang="zh-CN" sz="2400" dirty="0"/>
                      </a:br>
                      <a:r>
                        <a:rPr lang="zh-CN" altLang="en-US" sz="2400" dirty="0"/>
                        <a:t>预先编译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954175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880763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C581C-984F-80EE-E5BD-72182F0DD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5F562-1647-172A-6924-B81578BEA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But One More Thing</a:t>
            </a:r>
            <a:br>
              <a:rPr lang="en-US" altLang="zh-CN" dirty="0"/>
            </a:br>
            <a:r>
              <a:rPr lang="zh-CN" altLang="en-US" dirty="0"/>
              <a:t>但还有一点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2A0EC1-1B52-1E3F-64B6-3DE7AFD730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C5410B-86F9-43E1-1703-B4EF7561CE36}"/>
              </a:ext>
            </a:extLst>
          </p:cNvPr>
          <p:cNvSpPr txBox="1"/>
          <p:nvPr/>
        </p:nvSpPr>
        <p:spPr>
          <a:xfrm>
            <a:off x="6608618" y="1498821"/>
            <a:ext cx="2382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 err="1">
                <a:latin typeface="Consolas" panose="020B0609020204030204" pitchFamily="49" charset="0"/>
              </a:rPr>
              <a:t>mulsd</a:t>
            </a:r>
            <a:r>
              <a:rPr lang="en-US" altLang="zh-CN" sz="1800" dirty="0">
                <a:latin typeface="Consolas" panose="020B0609020204030204" pitchFamily="49" charset="0"/>
              </a:rPr>
              <a:t> %xmm0,%xmm1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0D8D79-44C9-2492-84EE-757A198A2BCC}"/>
              </a:ext>
            </a:extLst>
          </p:cNvPr>
          <p:cNvSpPr txBox="1"/>
          <p:nvPr/>
        </p:nvSpPr>
        <p:spPr>
          <a:xfrm>
            <a:off x="7092580" y="3581039"/>
            <a:ext cx="1828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 err="1">
                <a:latin typeface="Consolas" panose="020B0609020204030204" pitchFamily="49" charset="0"/>
              </a:rPr>
              <a:t>fmul</a:t>
            </a:r>
            <a:r>
              <a:rPr lang="en-US" altLang="zh-CN" sz="1800" dirty="0">
                <a:latin typeface="Consolas" panose="020B0609020204030204" pitchFamily="49" charset="0"/>
              </a:rPr>
              <a:t> d1, d1, d0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5DB10A-376A-A760-E1A0-8171F4A89913}"/>
              </a:ext>
            </a:extLst>
          </p:cNvPr>
          <p:cNvSpPr txBox="1"/>
          <p:nvPr/>
        </p:nvSpPr>
        <p:spPr>
          <a:xfrm>
            <a:off x="382731" y="5296908"/>
            <a:ext cx="83785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Remember: Different CPUs run different instructions  </a:t>
            </a:r>
            <a:r>
              <a:rPr lang="zh-CN" altLang="en-US" sz="2800" dirty="0"/>
              <a:t>记住：不同的</a:t>
            </a:r>
            <a:r>
              <a:rPr lang="en-US" altLang="zh-CN" sz="2800" dirty="0"/>
              <a:t>CPU</a:t>
            </a:r>
            <a:r>
              <a:rPr lang="zh-CN" altLang="en-US" sz="2800" dirty="0"/>
              <a:t>运行不同的指令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11519D7-8030-B0CB-5CAE-C5CF43CA4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760" y="3962400"/>
            <a:ext cx="1664440" cy="106161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2B57939-C2FB-7CCE-4190-BDB4870522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800" y="1984958"/>
            <a:ext cx="1647293" cy="111915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79937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3A4B1-4169-2DCA-5ABF-545196F41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E265C-8A16-3D71-E500-2B95B03E2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But One More Thing</a:t>
            </a:r>
            <a:br>
              <a:rPr lang="en-US" altLang="zh-CN" dirty="0"/>
            </a:br>
            <a:r>
              <a:rPr lang="zh-CN" altLang="en-US" dirty="0"/>
              <a:t>但还有一点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772783-AA95-9EA8-E3F4-5379485FF3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84561F-CF50-28D8-322F-507A8AF68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760" y="3962400"/>
            <a:ext cx="1664440" cy="10616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CBB100-FDAA-5B65-11D1-2883EF855E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800" y="1984958"/>
            <a:ext cx="1647293" cy="111915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16EFC88-23B3-27B0-46A3-FC9227C69E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891" y="1761563"/>
            <a:ext cx="2090553" cy="2489801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416B097-0749-7C26-CA56-C4739668E91E}"/>
              </a:ext>
            </a:extLst>
          </p:cNvPr>
          <p:cNvCxnSpPr>
            <a:cxnSpLocks/>
          </p:cNvCxnSpPr>
          <p:nvPr/>
        </p:nvCxnSpPr>
        <p:spPr bwMode="auto">
          <a:xfrm>
            <a:off x="2291443" y="2627943"/>
            <a:ext cx="1693768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74D77E1-172F-9FB9-FD42-525F57BB5E89}"/>
              </a:ext>
            </a:extLst>
          </p:cNvPr>
          <p:cNvCxnSpPr>
            <a:cxnSpLocks/>
          </p:cNvCxnSpPr>
          <p:nvPr/>
        </p:nvCxnSpPr>
        <p:spPr bwMode="auto">
          <a:xfrm>
            <a:off x="5480992" y="2627942"/>
            <a:ext cx="168180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B5F8DF9-1DA8-DB97-68B7-E8784DB023AC}"/>
              </a:ext>
            </a:extLst>
          </p:cNvPr>
          <p:cNvSpPr txBox="1"/>
          <p:nvPr/>
        </p:nvSpPr>
        <p:spPr>
          <a:xfrm>
            <a:off x="2272556" y="2161878"/>
            <a:ext cx="169376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/>
              <a:t>Compile</a:t>
            </a:r>
          </a:p>
          <a:p>
            <a:pPr algn="ctr"/>
            <a:r>
              <a:rPr lang="zh-CN" altLang="en-US" sz="2800" dirty="0"/>
              <a:t>编译</a:t>
            </a:r>
            <a:endParaRPr lang="en-US" altLang="zh-CN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CD2FEE-3F69-CB96-5D45-225BDA16D745}"/>
              </a:ext>
            </a:extLst>
          </p:cNvPr>
          <p:cNvSpPr txBox="1"/>
          <p:nvPr/>
        </p:nvSpPr>
        <p:spPr>
          <a:xfrm>
            <a:off x="5503667" y="2189946"/>
            <a:ext cx="169376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/>
              <a:t>Run</a:t>
            </a:r>
          </a:p>
          <a:p>
            <a:pPr algn="ctr"/>
            <a:r>
              <a:rPr lang="zh-CN" altLang="en-US" sz="2800" dirty="0"/>
              <a:t>运行</a:t>
            </a:r>
            <a:endParaRPr lang="en-US" altLang="zh-CN" sz="28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C8BBA8F-2D67-0D0A-A495-F886E2675677}"/>
              </a:ext>
            </a:extLst>
          </p:cNvPr>
          <p:cNvCxnSpPr>
            <a:cxnSpLocks/>
            <a:stCxn id="34" idx="2"/>
          </p:cNvCxnSpPr>
          <p:nvPr/>
        </p:nvCxnSpPr>
        <p:spPr bwMode="auto">
          <a:xfrm flipH="1">
            <a:off x="4727121" y="3232339"/>
            <a:ext cx="26723" cy="126086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0DEF29C-7B4A-DEB3-D9B2-F138F895BFD8}"/>
              </a:ext>
            </a:extLst>
          </p:cNvPr>
          <p:cNvCxnSpPr>
            <a:endCxn id="3" idx="1"/>
          </p:cNvCxnSpPr>
          <p:nvPr/>
        </p:nvCxnSpPr>
        <p:spPr bwMode="auto">
          <a:xfrm>
            <a:off x="4727121" y="4493207"/>
            <a:ext cx="244763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551BB8B-C9DE-17B0-F276-66D1FD7D2972}"/>
              </a:ext>
            </a:extLst>
          </p:cNvPr>
          <p:cNvSpPr txBox="1"/>
          <p:nvPr/>
        </p:nvSpPr>
        <p:spPr>
          <a:xfrm>
            <a:off x="4869999" y="3522165"/>
            <a:ext cx="253360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/>
              <a:t>Not runnable</a:t>
            </a:r>
          </a:p>
          <a:p>
            <a:pPr algn="ctr"/>
            <a:r>
              <a:rPr lang="zh-CN" altLang="en-US" sz="2800" dirty="0"/>
              <a:t>无法运行</a:t>
            </a:r>
            <a:endParaRPr lang="en-US" altLang="zh-CN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BF95DA-FEA2-841D-FB0B-9D23BEDF9DDA}"/>
              </a:ext>
            </a:extLst>
          </p:cNvPr>
          <p:cNvSpPr txBox="1"/>
          <p:nvPr/>
        </p:nvSpPr>
        <p:spPr>
          <a:xfrm>
            <a:off x="4568496" y="3860069"/>
            <a:ext cx="9780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36CCF0-B864-8D07-330C-0EC2128740A0}"/>
              </a:ext>
            </a:extLst>
          </p:cNvPr>
          <p:cNvSpPr txBox="1"/>
          <p:nvPr/>
        </p:nvSpPr>
        <p:spPr>
          <a:xfrm>
            <a:off x="-36196" y="5296908"/>
            <a:ext cx="92163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Executables compiled for your PC cannot run on your phone  </a:t>
            </a:r>
            <a:r>
              <a:rPr lang="zh-CN" altLang="en-US" sz="2800" dirty="0"/>
              <a:t>为</a:t>
            </a:r>
            <a:r>
              <a:rPr lang="en-US" altLang="zh-CN" sz="2800" dirty="0"/>
              <a:t>PC</a:t>
            </a:r>
            <a:r>
              <a:rPr lang="zh-CN" altLang="en-US" sz="2800" dirty="0"/>
              <a:t>编译的可执行程序不能在手机上运行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7472FB5-0E24-1BF4-CFC9-1435B60DE6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5358" y="1879242"/>
            <a:ext cx="1476972" cy="135309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68613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7" grpId="0"/>
      <p:bldP spid="29" grpId="0"/>
      <p:bldP spid="3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598E6-D883-0010-12BD-DAFF9974B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73D1E-BA58-B138-16E2-2B13804A2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But One More Thing</a:t>
            </a:r>
            <a:br>
              <a:rPr lang="en-US" altLang="zh-CN" dirty="0"/>
            </a:br>
            <a:r>
              <a:rPr lang="zh-CN" altLang="en-US" dirty="0"/>
              <a:t>但还有一点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7429FC-0AC7-EB65-C4FD-09846A7113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316F7B-75E0-B364-94F8-0E1C2D8C5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760" y="3962400"/>
            <a:ext cx="1664440" cy="10616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90BE4E-4830-A0AA-F122-3C083865F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800" y="1984958"/>
            <a:ext cx="1647293" cy="111915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E205D5A-5D2C-6974-C376-CA736C138E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891" y="1761563"/>
            <a:ext cx="2090553" cy="2489801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F7E2273-149A-473E-2ADB-7469CC3AEAB4}"/>
              </a:ext>
            </a:extLst>
          </p:cNvPr>
          <p:cNvCxnSpPr>
            <a:cxnSpLocks/>
          </p:cNvCxnSpPr>
          <p:nvPr/>
        </p:nvCxnSpPr>
        <p:spPr bwMode="auto">
          <a:xfrm>
            <a:off x="2291443" y="2627943"/>
            <a:ext cx="1693768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CEAC728-B817-0905-0957-67108FA514C5}"/>
              </a:ext>
            </a:extLst>
          </p:cNvPr>
          <p:cNvCxnSpPr>
            <a:cxnSpLocks/>
          </p:cNvCxnSpPr>
          <p:nvPr/>
        </p:nvCxnSpPr>
        <p:spPr bwMode="auto">
          <a:xfrm>
            <a:off x="5480992" y="2627942"/>
            <a:ext cx="168180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BE092D9-4F5A-D0C5-58C8-4EF329371AAB}"/>
              </a:ext>
            </a:extLst>
          </p:cNvPr>
          <p:cNvSpPr txBox="1"/>
          <p:nvPr/>
        </p:nvSpPr>
        <p:spPr>
          <a:xfrm>
            <a:off x="2272556" y="2161878"/>
            <a:ext cx="169376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/>
              <a:t>Compile</a:t>
            </a:r>
          </a:p>
          <a:p>
            <a:pPr algn="ctr"/>
            <a:r>
              <a:rPr lang="zh-CN" altLang="en-US" sz="2800" dirty="0"/>
              <a:t>编译</a:t>
            </a:r>
            <a:endParaRPr lang="en-US" altLang="zh-CN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EAC309-C0F1-8A20-130C-DBCEA260EAD7}"/>
              </a:ext>
            </a:extLst>
          </p:cNvPr>
          <p:cNvSpPr txBox="1"/>
          <p:nvPr/>
        </p:nvSpPr>
        <p:spPr>
          <a:xfrm>
            <a:off x="5503667" y="2189946"/>
            <a:ext cx="169376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/>
              <a:t>Run</a:t>
            </a:r>
          </a:p>
          <a:p>
            <a:pPr algn="ctr"/>
            <a:r>
              <a:rPr lang="zh-CN" altLang="en-US" sz="2800" dirty="0"/>
              <a:t>运行</a:t>
            </a:r>
            <a:endParaRPr lang="en-US" altLang="zh-CN" sz="2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6707FD-6519-EC32-D9FC-4520B8EEEF84}"/>
              </a:ext>
            </a:extLst>
          </p:cNvPr>
          <p:cNvSpPr txBox="1"/>
          <p:nvPr/>
        </p:nvSpPr>
        <p:spPr>
          <a:xfrm>
            <a:off x="382731" y="5296908"/>
            <a:ext cx="83785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You need different compiled executables  </a:t>
            </a:r>
          </a:p>
          <a:p>
            <a:pPr algn="ctr"/>
            <a:r>
              <a:rPr lang="zh-CN" altLang="en-US" sz="2800" dirty="0"/>
              <a:t>你需要不同的编译后的可执行程序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80690E-D541-C420-6B4C-E5E92774B085}"/>
              </a:ext>
            </a:extLst>
          </p:cNvPr>
          <p:cNvSpPr txBox="1"/>
          <p:nvPr/>
        </p:nvSpPr>
        <p:spPr>
          <a:xfrm>
            <a:off x="187036" y="4365401"/>
            <a:ext cx="3657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/>
              <a:t>Compile differently</a:t>
            </a:r>
          </a:p>
          <a:p>
            <a:pPr algn="ctr"/>
            <a:r>
              <a:rPr lang="zh-CN" altLang="en-US" sz="2800" dirty="0"/>
              <a:t>不同的编译</a:t>
            </a:r>
            <a:endParaRPr lang="en-US" altLang="zh-CN" sz="28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8C30D95-A01D-AFE7-9AF4-D9CEBC8C883E}"/>
              </a:ext>
            </a:extLst>
          </p:cNvPr>
          <p:cNvCxnSpPr>
            <a:cxnSpLocks/>
          </p:cNvCxnSpPr>
          <p:nvPr/>
        </p:nvCxnSpPr>
        <p:spPr bwMode="auto">
          <a:xfrm>
            <a:off x="2272556" y="3412084"/>
            <a:ext cx="1693768" cy="101404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119864E-83B1-4B11-A5D0-92BDE1552B4E}"/>
              </a:ext>
            </a:extLst>
          </p:cNvPr>
          <p:cNvCxnSpPr>
            <a:cxnSpLocks/>
          </p:cNvCxnSpPr>
          <p:nvPr/>
        </p:nvCxnSpPr>
        <p:spPr bwMode="auto">
          <a:xfrm>
            <a:off x="5472172" y="4581488"/>
            <a:ext cx="168180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B5DC2BE-63D7-7AE8-D7B5-45E6C3F99071}"/>
              </a:ext>
            </a:extLst>
          </p:cNvPr>
          <p:cNvSpPr txBox="1"/>
          <p:nvPr/>
        </p:nvSpPr>
        <p:spPr>
          <a:xfrm>
            <a:off x="5494847" y="4143492"/>
            <a:ext cx="169376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/>
              <a:t>Run</a:t>
            </a:r>
          </a:p>
          <a:p>
            <a:pPr algn="ctr"/>
            <a:r>
              <a:rPr lang="zh-CN" altLang="en-US" sz="2800" dirty="0"/>
              <a:t>运行</a:t>
            </a:r>
            <a:endParaRPr lang="en-US" altLang="zh-CN" sz="28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A960888-4437-5068-F4C6-A017C85031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5358" y="1879242"/>
            <a:ext cx="1476972" cy="135309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71F3ADC-5BF9-8A3E-3727-64194C5A34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605" y="3735189"/>
            <a:ext cx="1438857" cy="135309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75410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1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13D94-14F3-519C-62B1-CD2321795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05813-AE98-D869-6B45-279AAD3D2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But One More Thing</a:t>
            </a:r>
            <a:br>
              <a:rPr lang="en-US" altLang="zh-CN" dirty="0"/>
            </a:br>
            <a:r>
              <a:rPr lang="zh-CN" altLang="en-US" dirty="0"/>
              <a:t>但还有一点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0AEA67-EF5C-E31D-9C91-44F08E4AAC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80FA3B-7632-F074-A1A8-A0B45B2F9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760" y="3962400"/>
            <a:ext cx="1664440" cy="10616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6C2248-DED5-4B61-FC45-702EB0D835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800" y="1984958"/>
            <a:ext cx="1647293" cy="111915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F484831-C4F2-49A8-0B0B-003165547834}"/>
              </a:ext>
            </a:extLst>
          </p:cNvPr>
          <p:cNvSpPr txBox="1"/>
          <p:nvPr/>
        </p:nvSpPr>
        <p:spPr>
          <a:xfrm>
            <a:off x="382731" y="5296908"/>
            <a:ext cx="83785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Different Python interpreters pre-installed</a:t>
            </a:r>
          </a:p>
          <a:p>
            <a:pPr algn="ctr"/>
            <a:r>
              <a:rPr lang="zh-CN" altLang="en-US" sz="2800" dirty="0"/>
              <a:t>不同的</a:t>
            </a:r>
            <a:r>
              <a:rPr lang="en-US" altLang="zh-CN" sz="2800" dirty="0"/>
              <a:t>Python</a:t>
            </a:r>
            <a:r>
              <a:rPr lang="zh-CN" altLang="en-US" sz="2800" dirty="0"/>
              <a:t>解释器已预装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2E201F-C8AC-884A-82CD-86251689608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598" y="1981200"/>
            <a:ext cx="1139349" cy="12689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E6A159-FF02-7183-73C4-E2383CE82B8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598" y="3775718"/>
            <a:ext cx="1139349" cy="124985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882C47D-1579-ADB7-863A-7C1720A22838}"/>
              </a:ext>
            </a:extLst>
          </p:cNvPr>
          <p:cNvSpPr/>
          <p:nvPr/>
        </p:nvSpPr>
        <p:spPr bwMode="auto">
          <a:xfrm>
            <a:off x="4953000" y="1867908"/>
            <a:ext cx="3962400" cy="155049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1E710F-A276-3487-EE56-E3D188019995}"/>
              </a:ext>
            </a:extLst>
          </p:cNvPr>
          <p:cNvSpPr/>
          <p:nvPr/>
        </p:nvSpPr>
        <p:spPr bwMode="auto">
          <a:xfrm>
            <a:off x="4953000" y="3631107"/>
            <a:ext cx="3962400" cy="155049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6474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8F169-0A5A-65AE-958E-7F14A7BD0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67930-3B6B-B77D-78E8-F4FA7BE36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But One More Thing</a:t>
            </a:r>
            <a:br>
              <a:rPr lang="en-US" altLang="zh-CN" dirty="0"/>
            </a:br>
            <a:r>
              <a:rPr lang="zh-CN" altLang="en-US" dirty="0"/>
              <a:t>但还有一点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F84904-5D48-FBD2-F744-98086EB9D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7065C0-1F4F-2EEA-B039-13E95759A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760" y="3962400"/>
            <a:ext cx="1664440" cy="10616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230FBF-7E34-3FD7-CB63-24B279FC70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800" y="1984958"/>
            <a:ext cx="1647293" cy="111915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E3CCA397-4B59-8937-B1DB-4BED1698DC13}"/>
              </a:ext>
            </a:extLst>
          </p:cNvPr>
          <p:cNvSpPr txBox="1"/>
          <p:nvPr/>
        </p:nvSpPr>
        <p:spPr>
          <a:xfrm>
            <a:off x="382731" y="5296908"/>
            <a:ext cx="83785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Cost of portability usually hidden</a:t>
            </a:r>
          </a:p>
          <a:p>
            <a:pPr algn="ctr"/>
            <a:r>
              <a:rPr lang="zh-CN" altLang="en-US" sz="2800" dirty="0"/>
              <a:t>移植的代价通常被隐藏了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1DA5AA1-D7C4-D449-98D8-AABE31791F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731" y="2164020"/>
            <a:ext cx="2103414" cy="2899815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123BB33-EDBC-0634-79D1-F96D780828D4}"/>
              </a:ext>
            </a:extLst>
          </p:cNvPr>
          <p:cNvCxnSpPr>
            <a:cxnSpLocks/>
          </p:cNvCxnSpPr>
          <p:nvPr/>
        </p:nvCxnSpPr>
        <p:spPr bwMode="auto">
          <a:xfrm flipV="1">
            <a:off x="2486145" y="2656347"/>
            <a:ext cx="2695453" cy="1223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A8804E9-5590-8B7D-0AEB-94F8CFF73B93}"/>
              </a:ext>
            </a:extLst>
          </p:cNvPr>
          <p:cNvCxnSpPr>
            <a:cxnSpLocks/>
          </p:cNvCxnSpPr>
          <p:nvPr/>
        </p:nvCxnSpPr>
        <p:spPr bwMode="auto">
          <a:xfrm flipV="1">
            <a:off x="2486145" y="4428112"/>
            <a:ext cx="2695453" cy="1223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27" name="Arrow: Left-Right 26">
            <a:extLst>
              <a:ext uri="{FF2B5EF4-FFF2-40B4-BE49-F238E27FC236}">
                <a16:creationId xmlns:a16="http://schemas.microsoft.com/office/drawing/2014/main" id="{974945B2-4781-60D3-4EB3-CE38CAC16FCF}"/>
              </a:ext>
            </a:extLst>
          </p:cNvPr>
          <p:cNvSpPr/>
          <p:nvPr/>
        </p:nvSpPr>
        <p:spPr bwMode="auto">
          <a:xfrm>
            <a:off x="6257602" y="2438699"/>
            <a:ext cx="917158" cy="203183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8" name="Arrow: Left-Right 27">
            <a:extLst>
              <a:ext uri="{FF2B5EF4-FFF2-40B4-BE49-F238E27FC236}">
                <a16:creationId xmlns:a16="http://schemas.microsoft.com/office/drawing/2014/main" id="{F3494803-40B1-0856-D0F7-27D75D61CAF0}"/>
              </a:ext>
            </a:extLst>
          </p:cNvPr>
          <p:cNvSpPr/>
          <p:nvPr/>
        </p:nvSpPr>
        <p:spPr bwMode="auto">
          <a:xfrm>
            <a:off x="6269439" y="4348673"/>
            <a:ext cx="917158" cy="203183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789198-3B95-F467-EC05-F101B2BFA212}"/>
              </a:ext>
            </a:extLst>
          </p:cNvPr>
          <p:cNvSpPr txBox="1"/>
          <p:nvPr/>
        </p:nvSpPr>
        <p:spPr>
          <a:xfrm>
            <a:off x="2715514" y="3071295"/>
            <a:ext cx="230336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/>
              <a:t>Interpreted</a:t>
            </a:r>
          </a:p>
          <a:p>
            <a:pPr algn="ctr"/>
            <a:r>
              <a:rPr lang="zh-CN" altLang="en-US" sz="2800" dirty="0"/>
              <a:t>解释</a:t>
            </a:r>
            <a:endParaRPr lang="en-US" altLang="zh-CN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BEF18D-BD36-8129-B7AD-C0D4DF37FFA6}"/>
              </a:ext>
            </a:extLst>
          </p:cNvPr>
          <p:cNvSpPr txBox="1"/>
          <p:nvPr/>
        </p:nvSpPr>
        <p:spPr>
          <a:xfrm>
            <a:off x="5596170" y="3212705"/>
            <a:ext cx="230336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/>
              <a:t>Executed</a:t>
            </a:r>
          </a:p>
          <a:p>
            <a:pPr algn="ctr"/>
            <a:r>
              <a:rPr lang="zh-CN" altLang="en-US" sz="2800" dirty="0"/>
              <a:t>执行</a:t>
            </a:r>
            <a:endParaRPr lang="en-US" altLang="zh-CN" sz="28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29100E6-EC42-CB7C-C3BE-3B144443D0C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598" y="1981200"/>
            <a:ext cx="1139349" cy="126890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01B49D7-E551-86F8-6FBE-4D21E0C04E6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598" y="3775718"/>
            <a:ext cx="1139349" cy="1249854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4B9D1F55-F279-EB11-E705-D6CF0890614E}"/>
              </a:ext>
            </a:extLst>
          </p:cNvPr>
          <p:cNvSpPr/>
          <p:nvPr/>
        </p:nvSpPr>
        <p:spPr bwMode="auto">
          <a:xfrm>
            <a:off x="4953000" y="1867908"/>
            <a:ext cx="3962400" cy="155049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86A786A-49B8-AC41-8A5F-4949ADA0DA5B}"/>
              </a:ext>
            </a:extLst>
          </p:cNvPr>
          <p:cNvSpPr/>
          <p:nvPr/>
        </p:nvSpPr>
        <p:spPr bwMode="auto">
          <a:xfrm>
            <a:off x="4953000" y="3631107"/>
            <a:ext cx="3962400" cy="155049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0905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27" grpId="0" animBg="1"/>
      <p:bldP spid="28" grpId="0" animBg="1"/>
      <p:bldP spid="29" grpId="0"/>
      <p:bldP spid="3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E1B0C-9C9E-C1C9-E63C-0238DB709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9E773-62A8-B160-32E7-0BC297AA4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Natural Question  </a:t>
            </a:r>
            <a:br>
              <a:rPr lang="en-US" altLang="zh-CN" dirty="0"/>
            </a:br>
            <a:r>
              <a:rPr lang="zh-CN" altLang="en-US" dirty="0"/>
              <a:t>自然而然的问题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D6138B-FE88-FA60-6792-6610DA70709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75D319-8BB7-4EBB-2530-9FC748326B4D}"/>
              </a:ext>
            </a:extLst>
          </p:cNvPr>
          <p:cNvSpPr txBox="1"/>
          <p:nvPr/>
        </p:nvSpPr>
        <p:spPr>
          <a:xfrm>
            <a:off x="510099" y="1898302"/>
            <a:ext cx="81238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Interpretation or compilation, </a:t>
            </a:r>
          </a:p>
          <a:p>
            <a:pPr algn="ctr"/>
            <a:r>
              <a:rPr lang="en-US" altLang="zh-CN" sz="2800" dirty="0"/>
              <a:t>can we strike a balance?</a:t>
            </a:r>
          </a:p>
          <a:p>
            <a:pPr algn="ctr"/>
            <a:r>
              <a:rPr lang="zh-CN" altLang="en-US" sz="2800" dirty="0"/>
              <a:t>解释与编译，我们能不能在两者间找到一个平衡？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5A434B-A346-8FAC-65B2-A56852EA90E9}"/>
              </a:ext>
            </a:extLst>
          </p:cNvPr>
          <p:cNvSpPr txBox="1"/>
          <p:nvPr/>
        </p:nvSpPr>
        <p:spPr>
          <a:xfrm>
            <a:off x="527489" y="3720405"/>
            <a:ext cx="8077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Python, as a modern high-level programming language, is actual a hybrid</a:t>
            </a:r>
          </a:p>
          <a:p>
            <a:pPr algn="ctr"/>
            <a:r>
              <a:rPr lang="zh-CN" altLang="en-US" sz="2800" dirty="0"/>
              <a:t>作为现代编程语言，</a:t>
            </a:r>
            <a:r>
              <a:rPr lang="en-US" altLang="zh-CN" sz="2800" dirty="0"/>
              <a:t>Python</a:t>
            </a:r>
            <a:r>
              <a:rPr lang="zh-CN" altLang="en-US" sz="2800" dirty="0"/>
              <a:t>其实是两者的混合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8901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D3F68-C24A-EF8B-DBD6-5312B0969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142F1-5308-9AE7-5868-ABC7D9A9D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Recall the Repeated Work</a:t>
            </a:r>
            <a:br>
              <a:rPr lang="en-US" altLang="zh-CN" dirty="0"/>
            </a:br>
            <a:r>
              <a:rPr lang="zh-CN" altLang="en-US" dirty="0"/>
              <a:t>回忆重复的工作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CB0C5-C2BC-2734-E43C-6D1A290E0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643438"/>
          </a:xfrm>
        </p:spPr>
        <p:txBody>
          <a:bodyPr>
            <a:normAutofit/>
          </a:bodyPr>
          <a:lstStyle/>
          <a:p>
            <a:r>
              <a:rPr lang="en-US" altLang="zh-CN" dirty="0"/>
              <a:t>Translation of the Same Statement Executed Repeatedly  </a:t>
            </a:r>
            <a:br>
              <a:rPr lang="en-US" altLang="zh-CN" dirty="0"/>
            </a:br>
            <a:r>
              <a:rPr lang="zh-CN" altLang="en-US" dirty="0"/>
              <a:t>同一语句多次执行时的翻译</a:t>
            </a:r>
            <a:endParaRPr lang="en-US" altLang="zh-CN" dirty="0"/>
          </a:p>
          <a:p>
            <a:pPr lvl="1"/>
            <a:r>
              <a:rPr lang="en-US" altLang="zh-CN" dirty="0"/>
              <a:t>Python statement (string) </a:t>
            </a:r>
            <a:r>
              <a:rPr lang="en-US" altLang="zh-CN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→ </a:t>
            </a:r>
            <a:r>
              <a:rPr lang="en-US" altLang="zh-CN" dirty="0"/>
              <a:t>executing CPU instructions  </a:t>
            </a:r>
            <a:br>
              <a:rPr lang="en-US" altLang="zh-CN" dirty="0"/>
            </a:br>
            <a:r>
              <a:rPr lang="en-US" altLang="zh-CN" dirty="0"/>
              <a:t>Python</a:t>
            </a:r>
            <a:r>
              <a:rPr lang="zh-CN" altLang="en-US" dirty="0"/>
              <a:t>语句（字符串）</a:t>
            </a:r>
            <a:r>
              <a:rPr lang="en-US" altLang="zh-CN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 → </a:t>
            </a:r>
            <a:r>
              <a:rPr lang="zh-CN" altLang="en-US" dirty="0"/>
              <a:t>执行</a:t>
            </a:r>
            <a:r>
              <a:rPr lang="en-US" altLang="zh-CN" dirty="0"/>
              <a:t>CPU</a:t>
            </a:r>
            <a:r>
              <a:rPr lang="zh-CN" altLang="en-US" dirty="0"/>
              <a:t>指令</a:t>
            </a:r>
            <a:endParaRPr lang="en-US" altLang="zh-CN" dirty="0"/>
          </a:p>
          <a:p>
            <a:pPr lvl="1"/>
            <a:r>
              <a:rPr lang="en-US" altLang="zh-CN" dirty="0"/>
              <a:t>What need to be done in the process?</a:t>
            </a:r>
            <a:br>
              <a:rPr lang="en-US" altLang="zh-CN" dirty="0"/>
            </a:br>
            <a:r>
              <a:rPr lang="zh-CN" altLang="en-US" dirty="0"/>
              <a:t>过程中我们要做什么</a:t>
            </a:r>
            <a:r>
              <a:rPr lang="en-US" altLang="zh-CN" dirty="0"/>
              <a:t>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F1382D-77C9-8241-E2D3-32E3EB7382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01544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0AF42-4046-9DDA-5B09-CCB5B8B22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ECE82-4070-98B9-8151-4B661FE3F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to Be Done</a:t>
            </a:r>
            <a:br>
              <a:rPr lang="en-US" altLang="zh-CN" dirty="0"/>
            </a:br>
            <a:r>
              <a:rPr lang="zh-CN" altLang="en-US" dirty="0"/>
              <a:t>要做什么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A52A8-264C-964D-6181-5C0285080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643438"/>
          </a:xfrm>
        </p:spPr>
        <p:txBody>
          <a:bodyPr>
            <a:normAutofit/>
          </a:bodyPr>
          <a:lstStyle/>
          <a:p>
            <a:r>
              <a:rPr lang="en-US" altLang="zh-CN" dirty="0"/>
              <a:t>String Parsing  </a:t>
            </a:r>
            <a:r>
              <a:rPr lang="zh-CN" altLang="en-US" dirty="0"/>
              <a:t>字符串分析</a:t>
            </a:r>
            <a:endParaRPr lang="en-US" altLang="zh-CN" dirty="0"/>
          </a:p>
          <a:p>
            <a:pPr lvl="1"/>
            <a:r>
              <a:rPr lang="en-US" altLang="zh-CN" dirty="0"/>
              <a:t>Following Python grammar to extract the semantics, e.g., </a:t>
            </a:r>
            <a:br>
              <a:rPr lang="en-US" altLang="zh-CN" dirty="0"/>
            </a:br>
            <a:r>
              <a:rPr lang="zh-CN" altLang="en-US" dirty="0"/>
              <a:t>遵从</a:t>
            </a:r>
            <a:r>
              <a:rPr lang="en-US" altLang="zh-CN" dirty="0"/>
              <a:t>Python</a:t>
            </a:r>
            <a:r>
              <a:rPr lang="zh-CN" altLang="en-US" dirty="0"/>
              <a:t>语法以抽取语义，例如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572433-2E5D-2EC8-7E26-582E163357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88962B-997E-0539-2EBC-2EDC163B8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135" y="3658992"/>
            <a:ext cx="2217730" cy="2629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37E1CE-AEB1-CD71-7261-70BD50CA9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8978" y="4515896"/>
            <a:ext cx="1246044" cy="2629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E400A07-F8C2-BB58-EC5E-8B87ADE412CD}"/>
              </a:ext>
            </a:extLst>
          </p:cNvPr>
          <p:cNvSpPr txBox="1"/>
          <p:nvPr/>
        </p:nvSpPr>
        <p:spPr>
          <a:xfrm>
            <a:off x="2119646" y="4888069"/>
            <a:ext cx="57984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Spaces around operators do not matter</a:t>
            </a:r>
          </a:p>
          <a:p>
            <a:pPr algn="ctr"/>
            <a:r>
              <a:rPr lang="zh-CN" altLang="en-US" sz="2400" dirty="0"/>
              <a:t>操作符周围的空格无所谓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40720A-4E43-112A-8D02-1DCC1C4EC6C6}"/>
              </a:ext>
            </a:extLst>
          </p:cNvPr>
          <p:cNvSpPr txBox="1"/>
          <p:nvPr/>
        </p:nvSpPr>
        <p:spPr>
          <a:xfrm>
            <a:off x="1901365" y="3962400"/>
            <a:ext cx="5798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same as  </a:t>
            </a:r>
            <a:r>
              <a:rPr lang="zh-CN" altLang="en-US" sz="2400" dirty="0"/>
              <a:t>等同于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0952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/>
      <p:bldP spid="1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48562-BDF1-C19C-0940-1DED089C3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A5FBA-D5E8-CD62-39B9-0F08D2B90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to Be Done</a:t>
            </a:r>
            <a:br>
              <a:rPr lang="en-US" altLang="zh-CN" dirty="0"/>
            </a:br>
            <a:r>
              <a:rPr lang="zh-CN" altLang="en-US" dirty="0"/>
              <a:t>要做什么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A6C8C-1880-2D2E-9BDE-AE968D5FA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643438"/>
          </a:xfrm>
        </p:spPr>
        <p:txBody>
          <a:bodyPr>
            <a:normAutofit/>
          </a:bodyPr>
          <a:lstStyle/>
          <a:p>
            <a:r>
              <a:rPr lang="en-US" altLang="zh-CN" dirty="0"/>
              <a:t>String Parsing  </a:t>
            </a:r>
            <a:r>
              <a:rPr lang="zh-CN" altLang="en-US" dirty="0"/>
              <a:t>字符串分析</a:t>
            </a:r>
            <a:endParaRPr lang="en-US" altLang="zh-CN" dirty="0"/>
          </a:p>
          <a:p>
            <a:pPr lvl="1"/>
            <a:r>
              <a:rPr lang="en-US" altLang="zh-CN" dirty="0"/>
              <a:t>Following Python grammar to extract the semantics, e.g., </a:t>
            </a:r>
            <a:br>
              <a:rPr lang="en-US" altLang="zh-CN" dirty="0"/>
            </a:br>
            <a:r>
              <a:rPr lang="zh-CN" altLang="en-US" dirty="0"/>
              <a:t>遵从</a:t>
            </a:r>
            <a:r>
              <a:rPr lang="en-US" altLang="zh-CN" dirty="0"/>
              <a:t>Python</a:t>
            </a:r>
            <a:r>
              <a:rPr lang="zh-CN" altLang="en-US" dirty="0"/>
              <a:t>语法以抽取语义，例如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AABE95-4D58-E468-4AF2-517BE7E919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B35831-29AA-5AE5-CA3C-6133A1193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135" y="3658992"/>
            <a:ext cx="2217730" cy="26292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6CB088-B6D9-34BD-9288-0585F5209751}"/>
              </a:ext>
            </a:extLst>
          </p:cNvPr>
          <p:cNvSpPr/>
          <p:nvPr/>
        </p:nvSpPr>
        <p:spPr bwMode="auto">
          <a:xfrm>
            <a:off x="4413250" y="3678043"/>
            <a:ext cx="304800" cy="227208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4FEF4F0-9384-90C6-E5EB-25FEC70CADB3}"/>
              </a:ext>
            </a:extLst>
          </p:cNvPr>
          <p:cNvCxnSpPr>
            <a:endCxn id="5" idx="2"/>
          </p:cNvCxnSpPr>
          <p:nvPr/>
        </p:nvCxnSpPr>
        <p:spPr bwMode="auto">
          <a:xfrm flipH="1" flipV="1">
            <a:off x="4565650" y="3905251"/>
            <a:ext cx="6350" cy="81914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FC5C545-3325-DB0E-45A5-7F3E42110B03}"/>
              </a:ext>
            </a:extLst>
          </p:cNvPr>
          <p:cNvSpPr txBox="1"/>
          <p:nvPr/>
        </p:nvSpPr>
        <p:spPr>
          <a:xfrm>
            <a:off x="1672765" y="4724400"/>
            <a:ext cx="57984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It’s a name of a variable </a:t>
            </a:r>
          </a:p>
          <a:p>
            <a:pPr algn="ctr"/>
            <a:r>
              <a:rPr lang="zh-CN" altLang="en-US" sz="2400" dirty="0"/>
              <a:t>这是一个变量的名字</a:t>
            </a:r>
          </a:p>
        </p:txBody>
      </p:sp>
    </p:spTree>
    <p:extLst>
      <p:ext uri="{BB962C8B-B14F-4D97-AF65-F5344CB8AC3E}">
        <p14:creationId xmlns:p14="http://schemas.microsoft.com/office/powerpoint/2010/main" val="29151302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332F1-08F1-0AD7-449C-51452C5CF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B719-1F57-946F-509E-F2891F027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to Be Done</a:t>
            </a:r>
            <a:br>
              <a:rPr lang="en-US" altLang="zh-CN" dirty="0"/>
            </a:br>
            <a:r>
              <a:rPr lang="zh-CN" altLang="en-US" dirty="0"/>
              <a:t>要做什么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D6DF6-494A-0F5F-D3B1-239DB9784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5105400"/>
          </a:xfrm>
        </p:spPr>
        <p:txBody>
          <a:bodyPr>
            <a:normAutofit/>
          </a:bodyPr>
          <a:lstStyle/>
          <a:p>
            <a:r>
              <a:rPr lang="en-US" altLang="zh-CN" dirty="0"/>
              <a:t>String Parsing  </a:t>
            </a:r>
            <a:r>
              <a:rPr lang="zh-CN" altLang="en-US" dirty="0"/>
              <a:t>字符串分析</a:t>
            </a:r>
            <a:endParaRPr lang="en-US" altLang="zh-CN" dirty="0"/>
          </a:p>
          <a:p>
            <a:pPr lvl="1"/>
            <a:r>
              <a:rPr lang="en-US" altLang="zh-CN" dirty="0"/>
              <a:t>Following Python grammar to extract the semantics</a:t>
            </a:r>
            <a:br>
              <a:rPr lang="en-US" altLang="zh-CN" dirty="0"/>
            </a:br>
            <a:r>
              <a:rPr lang="zh-CN" altLang="en-US" dirty="0"/>
              <a:t>遵从</a:t>
            </a:r>
            <a:r>
              <a:rPr lang="en-US" altLang="zh-CN" dirty="0"/>
              <a:t>Python</a:t>
            </a:r>
            <a:r>
              <a:rPr lang="zh-CN" altLang="en-US" dirty="0"/>
              <a:t>语法以抽取语义</a:t>
            </a:r>
            <a:endParaRPr lang="en-US" altLang="zh-CN" dirty="0"/>
          </a:p>
          <a:p>
            <a:pPr lvl="1"/>
            <a:r>
              <a:rPr lang="en-US" altLang="zh-CN" dirty="0"/>
              <a:t>This can be done only once for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statement</a:t>
            </a:r>
            <a:r>
              <a:rPr lang="zh-CN" altLang="en-US" dirty="0"/>
              <a:t>  一句语句只需要做一次</a:t>
            </a:r>
            <a:endParaRPr lang="en-US" altLang="zh-CN" dirty="0"/>
          </a:p>
          <a:p>
            <a:r>
              <a:rPr lang="en-US" altLang="zh-CN" dirty="0"/>
              <a:t>Executing CPU Instructions</a:t>
            </a:r>
            <a:br>
              <a:rPr lang="en-US" altLang="zh-CN" dirty="0"/>
            </a:br>
            <a:r>
              <a:rPr lang="zh-CN" altLang="en-US" dirty="0"/>
              <a:t>执行</a:t>
            </a:r>
            <a:r>
              <a:rPr lang="en-US" altLang="zh-CN" dirty="0"/>
              <a:t>CPU</a:t>
            </a:r>
            <a:r>
              <a:rPr lang="zh-CN" altLang="en-US" dirty="0"/>
              <a:t>指令</a:t>
            </a:r>
            <a:r>
              <a:rPr lang="en-US" altLang="zh-CN" dirty="0"/>
              <a:t>  </a:t>
            </a:r>
          </a:p>
          <a:p>
            <a:pPr lvl="1"/>
            <a:r>
              <a:rPr lang="en-US" altLang="zh-CN" dirty="0"/>
              <a:t>Based on the semantics  </a:t>
            </a:r>
            <a:r>
              <a:rPr lang="zh-CN" altLang="en-US" dirty="0"/>
              <a:t>基于对应语义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8DCD05-BC80-10F3-A879-69C6DB2606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9154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785C0-794D-143F-B634-FD1A25889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ED02C-24B0-3968-0822-3480B750F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Partial Compilation  </a:t>
            </a:r>
            <a:r>
              <a:rPr lang="zh-CN" altLang="en-US" dirty="0"/>
              <a:t>部分编译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552214-AFDE-157D-D90D-41C6C44CF5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27EA42A-95C7-5F9B-930F-C43D6B034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65" y="1828800"/>
            <a:ext cx="2183435" cy="2514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EAB20C2-EAE8-DFCC-BFC4-0DF1D7B18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65" y="3429000"/>
            <a:ext cx="1851918" cy="2069119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50A92F6-C57A-7BAC-3F92-268CCD6A4208}"/>
              </a:ext>
            </a:extLst>
          </p:cNvPr>
          <p:cNvCxnSpPr>
            <a:stCxn id="11" idx="2"/>
            <a:endCxn id="12" idx="0"/>
          </p:cNvCxnSpPr>
          <p:nvPr/>
        </p:nvCxnSpPr>
        <p:spPr bwMode="auto">
          <a:xfrm flipH="1">
            <a:off x="1333324" y="2080295"/>
            <a:ext cx="13359" cy="13487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F651A22-1066-7A9F-4444-249048572DB0}"/>
              </a:ext>
            </a:extLst>
          </p:cNvPr>
          <p:cNvSpPr txBox="1"/>
          <p:nvPr/>
        </p:nvSpPr>
        <p:spPr>
          <a:xfrm>
            <a:off x="1672765" y="2154482"/>
            <a:ext cx="57984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Compile the statement (string) into an </a:t>
            </a:r>
            <a:r>
              <a:rPr lang="en-US" altLang="zh-CN" sz="2400" dirty="0">
                <a:solidFill>
                  <a:srgbClr val="C00000"/>
                </a:solidFill>
              </a:rPr>
              <a:t>intermediate representation </a:t>
            </a:r>
            <a:r>
              <a:rPr lang="en-US" altLang="zh-CN" sz="2400" dirty="0"/>
              <a:t>(IR) </a:t>
            </a:r>
          </a:p>
          <a:p>
            <a:pPr algn="ctr"/>
            <a:r>
              <a:rPr lang="zh-CN" altLang="en-US" sz="2400" dirty="0"/>
              <a:t>将语句（字符串）编译成一个</a:t>
            </a:r>
            <a:r>
              <a:rPr lang="zh-CN" altLang="en-US" sz="2400" dirty="0">
                <a:solidFill>
                  <a:srgbClr val="C00000"/>
                </a:solidFill>
              </a:rPr>
              <a:t>中间表示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283929-4A02-07D8-C222-0ED480C67495}"/>
              </a:ext>
            </a:extLst>
          </p:cNvPr>
          <p:cNvSpPr txBox="1"/>
          <p:nvPr/>
        </p:nvSpPr>
        <p:spPr>
          <a:xfrm>
            <a:off x="3352800" y="3676913"/>
            <a:ext cx="4953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Many other high-level programming languages employ such a step, e.g., Java, C#, etc. </a:t>
            </a:r>
          </a:p>
          <a:p>
            <a:pPr algn="ctr"/>
            <a:r>
              <a:rPr lang="zh-CN" altLang="en-US" sz="2400" dirty="0"/>
              <a:t>很多其他高级编程语言使用了这一步，例如</a:t>
            </a:r>
            <a:r>
              <a:rPr lang="en-US" altLang="zh-CN" sz="2400" dirty="0"/>
              <a:t>Java</a:t>
            </a:r>
            <a:r>
              <a:rPr lang="zh-CN" altLang="en-US" sz="2400" dirty="0"/>
              <a:t>、</a:t>
            </a:r>
            <a:r>
              <a:rPr lang="en-US" altLang="zh-CN" sz="2400" dirty="0"/>
              <a:t>C#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50552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EA6E5-D04D-0BD5-84E7-6561343C6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2DF3D-6028-57E2-DAA7-B0E81B3A1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Partial Compilation  </a:t>
            </a:r>
            <a:r>
              <a:rPr lang="zh-CN" altLang="en-US" dirty="0"/>
              <a:t>部分编译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4E52D2-C5DA-046C-A724-E7E8E86C97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E80987-7E84-B699-DA4B-439A006DA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65" y="1828800"/>
            <a:ext cx="2183435" cy="2514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D7A9B1E-21FD-43DA-EBDD-BEBE1D572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65" y="3429000"/>
            <a:ext cx="1851918" cy="2069119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2EFD0AD-0690-C96E-FEB1-CA6ED660C4E1}"/>
              </a:ext>
            </a:extLst>
          </p:cNvPr>
          <p:cNvCxnSpPr>
            <a:stCxn id="11" idx="2"/>
            <a:endCxn id="12" idx="0"/>
          </p:cNvCxnSpPr>
          <p:nvPr/>
        </p:nvCxnSpPr>
        <p:spPr bwMode="auto">
          <a:xfrm flipH="1">
            <a:off x="1333324" y="2080295"/>
            <a:ext cx="13359" cy="13487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9CB12BF0-F430-42C0-688B-55E233C870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5217" y="3535610"/>
            <a:ext cx="2526383" cy="50299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27E969E-9698-E6E1-3E7E-1B317802CC2D}"/>
              </a:ext>
            </a:extLst>
          </p:cNvPr>
          <p:cNvSpPr txBox="1"/>
          <p:nvPr/>
        </p:nvSpPr>
        <p:spPr>
          <a:xfrm>
            <a:off x="1672765" y="2154482"/>
            <a:ext cx="57984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Compile the statement (string) into an </a:t>
            </a:r>
            <a:r>
              <a:rPr lang="en-US" altLang="zh-CN" sz="2400" dirty="0">
                <a:solidFill>
                  <a:srgbClr val="C00000"/>
                </a:solidFill>
              </a:rPr>
              <a:t>intermediate representation </a:t>
            </a:r>
            <a:r>
              <a:rPr lang="en-US" altLang="zh-CN" sz="2400" dirty="0"/>
              <a:t>(IR) </a:t>
            </a:r>
          </a:p>
          <a:p>
            <a:pPr algn="ctr"/>
            <a:r>
              <a:rPr lang="zh-CN" altLang="en-US" sz="2400" dirty="0"/>
              <a:t>将语句（字符串）编译成一个</a:t>
            </a:r>
            <a:r>
              <a:rPr lang="zh-CN" altLang="en-US" sz="2400" dirty="0">
                <a:solidFill>
                  <a:srgbClr val="C00000"/>
                </a:solidFill>
              </a:rPr>
              <a:t>中间表示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BFC6EA2-F451-AF6F-484F-522B18D8BC60}"/>
              </a:ext>
            </a:extLst>
          </p:cNvPr>
          <p:cNvCxnSpPr>
            <a:cxnSpLocks/>
            <a:endCxn id="15" idx="1"/>
          </p:cNvCxnSpPr>
          <p:nvPr/>
        </p:nvCxnSpPr>
        <p:spPr bwMode="auto">
          <a:xfrm>
            <a:off x="2259283" y="3787105"/>
            <a:ext cx="420593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3E7426C-2E2C-FEFF-AED5-01BEC87B8D23}"/>
              </a:ext>
            </a:extLst>
          </p:cNvPr>
          <p:cNvSpPr txBox="1"/>
          <p:nvPr/>
        </p:nvSpPr>
        <p:spPr>
          <a:xfrm>
            <a:off x="2649538" y="3810000"/>
            <a:ext cx="38430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Follow the IR to execute CPU instructions</a:t>
            </a:r>
          </a:p>
          <a:p>
            <a:pPr algn="ctr"/>
            <a:r>
              <a:rPr lang="zh-CN" altLang="en-US" sz="2400" dirty="0"/>
              <a:t>根据中间表示执行</a:t>
            </a:r>
            <a:r>
              <a:rPr lang="en-US" altLang="zh-CN" sz="2400" dirty="0"/>
              <a:t>CPU</a:t>
            </a:r>
            <a:r>
              <a:rPr lang="zh-CN" altLang="en-US" sz="2400" dirty="0"/>
              <a:t>指令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EF28E2-FB07-E18C-6042-276008F3596B}"/>
              </a:ext>
            </a:extLst>
          </p:cNvPr>
          <p:cNvSpPr txBox="1"/>
          <p:nvPr/>
        </p:nvSpPr>
        <p:spPr>
          <a:xfrm>
            <a:off x="905915" y="5775014"/>
            <a:ext cx="7332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Next for this part  </a:t>
            </a:r>
            <a:r>
              <a:rPr lang="zh-CN" altLang="en-US" sz="2800" dirty="0"/>
              <a:t>然后我们看这部分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B900BF-A7D9-D538-DEF8-0FF57689D182}"/>
              </a:ext>
            </a:extLst>
          </p:cNvPr>
          <p:cNvSpPr/>
          <p:nvPr/>
        </p:nvSpPr>
        <p:spPr bwMode="auto">
          <a:xfrm>
            <a:off x="2662238" y="3873500"/>
            <a:ext cx="3817692" cy="1200328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25027F5-8DBC-6DD7-643F-61F28A93740F}"/>
              </a:ext>
            </a:extLst>
          </p:cNvPr>
          <p:cNvCxnSpPr>
            <a:cxnSpLocks/>
            <a:stCxn id="3" idx="0"/>
            <a:endCxn id="8" idx="2"/>
          </p:cNvCxnSpPr>
          <p:nvPr/>
        </p:nvCxnSpPr>
        <p:spPr bwMode="auto">
          <a:xfrm flipH="1" flipV="1">
            <a:off x="4571084" y="5073828"/>
            <a:ext cx="916" cy="70118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02123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F46DB-BEF7-2865-3877-8929461AD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6D989-778F-7191-4699-A55869165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Example: </a:t>
            </a:r>
            <a:r>
              <a:rPr lang="en-US" altLang="zh-CN" dirty="0" err="1"/>
              <a:t>PyTorch</a:t>
            </a:r>
            <a:r>
              <a:rPr lang="en-US" altLang="zh-CN" dirty="0"/>
              <a:t>  </a:t>
            </a:r>
            <a:br>
              <a:rPr lang="en-US" altLang="zh-CN" dirty="0"/>
            </a:br>
            <a:r>
              <a:rPr lang="zh-CN" altLang="en-US" dirty="0"/>
              <a:t>例子：</a:t>
            </a:r>
            <a:r>
              <a:rPr lang="en-US" altLang="zh-CN" dirty="0" err="1"/>
              <a:t>PyTorch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F40732-C293-D1BC-FC93-A5E8B9152F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7034DB-9B64-E560-06A5-7C2F4E7BD4FB}"/>
              </a:ext>
            </a:extLst>
          </p:cNvPr>
          <p:cNvSpPr txBox="1"/>
          <p:nvPr/>
        </p:nvSpPr>
        <p:spPr>
          <a:xfrm>
            <a:off x="504187" y="1648480"/>
            <a:ext cx="8123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We’re in the AI era  </a:t>
            </a:r>
            <a:r>
              <a:rPr lang="zh-CN" altLang="en-US" sz="2800" dirty="0"/>
              <a:t>我们身处</a:t>
            </a:r>
            <a:r>
              <a:rPr lang="en-US" altLang="zh-CN" sz="2800" dirty="0"/>
              <a:t>AI</a:t>
            </a:r>
            <a:r>
              <a:rPr lang="zh-CN" altLang="en-US" sz="2800" dirty="0"/>
              <a:t>时代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83EC7F-5FE7-133A-1407-40FE4796C90F}"/>
              </a:ext>
            </a:extLst>
          </p:cNvPr>
          <p:cNvSpPr txBox="1"/>
          <p:nvPr/>
        </p:nvSpPr>
        <p:spPr>
          <a:xfrm>
            <a:off x="527489" y="2438400"/>
            <a:ext cx="8077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err="1"/>
              <a:t>PyTorch</a:t>
            </a:r>
            <a:r>
              <a:rPr lang="en-US" altLang="zh-CN" sz="2800" dirty="0"/>
              <a:t> is the most popular </a:t>
            </a:r>
          </a:p>
          <a:p>
            <a:pPr algn="ctr"/>
            <a:r>
              <a:rPr lang="en-US" altLang="zh-CN" sz="2800" dirty="0"/>
              <a:t>AI framework extending Python</a:t>
            </a:r>
          </a:p>
          <a:p>
            <a:pPr algn="ctr"/>
            <a:r>
              <a:rPr lang="en-US" altLang="zh-CN" sz="2800" dirty="0" err="1"/>
              <a:t>PyTorch</a:t>
            </a:r>
            <a:r>
              <a:rPr lang="zh-CN" altLang="en-US" sz="2800" dirty="0"/>
              <a:t>拓展了</a:t>
            </a:r>
            <a:r>
              <a:rPr lang="en-US" altLang="zh-CN" sz="2800" dirty="0"/>
              <a:t>Python</a:t>
            </a:r>
            <a:r>
              <a:rPr lang="zh-CN" altLang="en-US" sz="2800" dirty="0"/>
              <a:t>，是最流行的</a:t>
            </a:r>
            <a:r>
              <a:rPr lang="en-US" altLang="zh-CN" sz="2800" dirty="0"/>
              <a:t>AI</a:t>
            </a:r>
            <a:r>
              <a:rPr lang="zh-CN" altLang="en-US" sz="2800" dirty="0"/>
              <a:t>编程框架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B6C644-7311-946A-54BD-FBD16F215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7245" y="3962400"/>
            <a:ext cx="2057687" cy="60015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25625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4375A-F229-6068-A547-F94976E69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F12B3-2D76-ED5D-17B2-5D29978A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Example: </a:t>
            </a:r>
            <a:r>
              <a:rPr lang="en-US" altLang="zh-CN" dirty="0" err="1"/>
              <a:t>PyTorch</a:t>
            </a:r>
            <a:r>
              <a:rPr lang="en-US" altLang="zh-CN" dirty="0"/>
              <a:t>  </a:t>
            </a:r>
            <a:br>
              <a:rPr lang="en-US" altLang="zh-CN" dirty="0"/>
            </a:br>
            <a:r>
              <a:rPr lang="zh-CN" altLang="en-US" dirty="0"/>
              <a:t>例子：</a:t>
            </a:r>
            <a:r>
              <a:rPr lang="en-US" altLang="zh-CN" dirty="0" err="1"/>
              <a:t>PyTorch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382E6E-6321-B4C8-7701-D5FE162509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6493E-F9D9-5292-CE3B-A47CB254493D}"/>
              </a:ext>
            </a:extLst>
          </p:cNvPr>
          <p:cNvSpPr txBox="1"/>
          <p:nvPr/>
        </p:nvSpPr>
        <p:spPr>
          <a:xfrm>
            <a:off x="504187" y="1648480"/>
            <a:ext cx="8123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We’re in the AI era  </a:t>
            </a:r>
            <a:r>
              <a:rPr lang="zh-CN" altLang="en-US" sz="2800" dirty="0"/>
              <a:t>我们身处</a:t>
            </a:r>
            <a:r>
              <a:rPr lang="en-US" altLang="zh-CN" sz="2800" dirty="0"/>
              <a:t>AI</a:t>
            </a:r>
            <a:r>
              <a:rPr lang="zh-CN" altLang="en-US" sz="2800" dirty="0"/>
              <a:t>时代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56EEB0-77D6-9A07-D044-0C7792C58B30}"/>
              </a:ext>
            </a:extLst>
          </p:cNvPr>
          <p:cNvSpPr txBox="1"/>
          <p:nvPr/>
        </p:nvSpPr>
        <p:spPr>
          <a:xfrm>
            <a:off x="527489" y="2438400"/>
            <a:ext cx="8077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err="1"/>
              <a:t>PyTorch</a:t>
            </a:r>
            <a:r>
              <a:rPr lang="en-US" altLang="zh-CN" sz="2800" dirty="0"/>
              <a:t> is the most popular </a:t>
            </a:r>
          </a:p>
          <a:p>
            <a:pPr algn="ctr"/>
            <a:r>
              <a:rPr lang="en-US" altLang="zh-CN" sz="2800" dirty="0"/>
              <a:t>AI framework extending Python</a:t>
            </a:r>
          </a:p>
          <a:p>
            <a:pPr algn="ctr"/>
            <a:r>
              <a:rPr lang="en-US" altLang="zh-CN" sz="2800" dirty="0" err="1"/>
              <a:t>PyTorch</a:t>
            </a:r>
            <a:r>
              <a:rPr lang="zh-CN" altLang="en-US" sz="2800" dirty="0"/>
              <a:t>拓展了</a:t>
            </a:r>
            <a:r>
              <a:rPr lang="en-US" altLang="zh-CN" sz="2800" dirty="0"/>
              <a:t>Python</a:t>
            </a:r>
            <a:r>
              <a:rPr lang="zh-CN" altLang="en-US" sz="2800" dirty="0"/>
              <a:t>，是最流行的</a:t>
            </a:r>
            <a:r>
              <a:rPr lang="en-US" altLang="zh-CN" sz="2800" dirty="0"/>
              <a:t>AI</a:t>
            </a:r>
            <a:r>
              <a:rPr lang="zh-CN" altLang="en-US" sz="2800" dirty="0"/>
              <a:t>编程框架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B9F95D-F0C2-3057-C9EA-B1033FD586F0}"/>
              </a:ext>
            </a:extLst>
          </p:cNvPr>
          <p:cNvSpPr txBox="1"/>
          <p:nvPr/>
        </p:nvSpPr>
        <p:spPr>
          <a:xfrm>
            <a:off x="527489" y="4139505"/>
            <a:ext cx="8077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A lot of AI operators predefined</a:t>
            </a:r>
          </a:p>
          <a:p>
            <a:pPr algn="ctr"/>
            <a:r>
              <a:rPr lang="zh-CN" altLang="en-US" sz="2800" dirty="0"/>
              <a:t>预定义了许多</a:t>
            </a:r>
            <a:r>
              <a:rPr lang="en-US" altLang="zh-CN" sz="2800" dirty="0"/>
              <a:t>AI</a:t>
            </a:r>
            <a:r>
              <a:rPr lang="zh-CN" altLang="en-US" sz="2800" dirty="0"/>
              <a:t>算子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454264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3185C-D38B-1F52-3728-9E2D06C76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AC1A4-DD30-FC0A-FCDD-056B95883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Pre-Compiled Implementation  </a:t>
            </a:r>
            <a:br>
              <a:rPr lang="en-US" altLang="zh-CN" dirty="0"/>
            </a:br>
            <a:r>
              <a:rPr lang="zh-CN" altLang="en-US" dirty="0"/>
              <a:t>预编译的实现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AF32A7-1DCD-AAF7-1F02-58B0DBC42C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9E6BA5-880C-542E-5E53-AAAA0497C6DB}"/>
              </a:ext>
            </a:extLst>
          </p:cNvPr>
          <p:cNvSpPr txBox="1"/>
          <p:nvPr/>
        </p:nvSpPr>
        <p:spPr>
          <a:xfrm>
            <a:off x="504187" y="1648480"/>
            <a:ext cx="8123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err="1"/>
              <a:t>PyTorch</a:t>
            </a:r>
            <a:r>
              <a:rPr lang="en-US" altLang="zh-CN" sz="2800" dirty="0"/>
              <a:t> SDPA operator  </a:t>
            </a:r>
            <a:r>
              <a:rPr lang="en-US" altLang="zh-CN" sz="2800" dirty="0" err="1"/>
              <a:t>PyTorch</a:t>
            </a:r>
            <a:r>
              <a:rPr lang="zh-CN" altLang="en-US" sz="2800" dirty="0"/>
              <a:t>的</a:t>
            </a:r>
            <a:r>
              <a:rPr lang="en-US" altLang="zh-CN" sz="2800" dirty="0"/>
              <a:t>SDPA</a:t>
            </a:r>
            <a:r>
              <a:rPr lang="zh-CN" altLang="en-US" sz="2800" dirty="0"/>
              <a:t>算子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2A9799-2BD2-1565-8CCB-63AAE346FE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648" y="2295542"/>
            <a:ext cx="6558878" cy="3143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E5C0A7-806F-E71E-7397-C2F33BDA56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399" y="3335973"/>
            <a:ext cx="5925377" cy="8764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6D88512-CFDF-B1D7-0BE9-EAF207084E32}"/>
              </a:ext>
            </a:extLst>
          </p:cNvPr>
          <p:cNvSpPr txBox="1"/>
          <p:nvPr/>
        </p:nvSpPr>
        <p:spPr>
          <a:xfrm>
            <a:off x="504187" y="2905780"/>
            <a:ext cx="8123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Very complex calculation  </a:t>
            </a:r>
            <a:r>
              <a:rPr lang="zh-CN" altLang="en-US" sz="2800" dirty="0"/>
              <a:t>非常复杂的计算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2AE719-C4BC-B7C6-C71B-46768D9150C5}"/>
              </a:ext>
            </a:extLst>
          </p:cNvPr>
          <p:cNvSpPr txBox="1"/>
          <p:nvPr/>
        </p:nvSpPr>
        <p:spPr>
          <a:xfrm>
            <a:off x="504187" y="4482405"/>
            <a:ext cx="8077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Dispatched by the interpreter to the implementation </a:t>
            </a:r>
            <a:r>
              <a:rPr lang="en-US" altLang="zh-CN" sz="2800" dirty="0">
                <a:solidFill>
                  <a:srgbClr val="C00000"/>
                </a:solidFill>
              </a:rPr>
              <a:t>pre-compiled</a:t>
            </a:r>
            <a:r>
              <a:rPr lang="en-US" altLang="zh-CN" sz="2800" dirty="0"/>
              <a:t> for the platform</a:t>
            </a:r>
          </a:p>
          <a:p>
            <a:pPr algn="ctr"/>
            <a:r>
              <a:rPr lang="zh-CN" altLang="en-US" sz="2800" dirty="0"/>
              <a:t>被解</a:t>
            </a:r>
            <a:r>
              <a:rPr lang="zh-CN" altLang="en-US" sz="2800"/>
              <a:t>释器调派给</a:t>
            </a:r>
            <a:r>
              <a:rPr lang="zh-CN" altLang="en-US" sz="2800" dirty="0"/>
              <a:t>了为该平台</a:t>
            </a:r>
            <a:r>
              <a:rPr lang="zh-CN" altLang="en-US" sz="2800" dirty="0">
                <a:solidFill>
                  <a:srgbClr val="C00000"/>
                </a:solidFill>
              </a:rPr>
              <a:t>预编译</a:t>
            </a:r>
            <a:r>
              <a:rPr lang="zh-CN" altLang="en-US" sz="2800" dirty="0"/>
              <a:t>的实现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4788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ECBF5-7AAA-4346-7DB3-1930C3196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E25D1-C533-E460-D911-D02B0453B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Then the Question</a:t>
            </a:r>
            <a:br>
              <a:rPr lang="en-US" altLang="zh-CN" dirty="0"/>
            </a:br>
            <a:r>
              <a:rPr lang="zh-CN" altLang="en-US" dirty="0"/>
              <a:t>随之而来的问题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F06FF5-7DEC-CA5E-ED9A-0D82740D0AF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3DF59E-8B06-6554-BEC1-27B43A884A13}"/>
              </a:ext>
            </a:extLst>
          </p:cNvPr>
          <p:cNvSpPr txBox="1"/>
          <p:nvPr/>
        </p:nvSpPr>
        <p:spPr>
          <a:xfrm>
            <a:off x="504187" y="1648480"/>
            <a:ext cx="812380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What if I have a</a:t>
            </a:r>
            <a:r>
              <a:rPr lang="zh-CN" altLang="en-US" sz="2800" dirty="0"/>
              <a:t> </a:t>
            </a:r>
            <a:r>
              <a:rPr lang="en-US" altLang="zh-CN" sz="2800" dirty="0"/>
              <a:t>customized expensive calculation w/o a precompiled implementation</a:t>
            </a:r>
          </a:p>
          <a:p>
            <a:pPr algn="ctr"/>
            <a:r>
              <a:rPr lang="zh-CN" altLang="en-US" sz="2800" dirty="0"/>
              <a:t>假如我有一个自己定制的高代价计算，</a:t>
            </a:r>
            <a:br>
              <a:rPr lang="en-US" altLang="zh-CN" sz="2800" dirty="0"/>
            </a:br>
            <a:r>
              <a:rPr lang="zh-CN" altLang="en-US" sz="2800" dirty="0"/>
              <a:t>并不存在已有的预编译实现呢？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EF93E2-82DB-92A2-2551-4C6D28C2ABFD}"/>
              </a:ext>
            </a:extLst>
          </p:cNvPr>
          <p:cNvSpPr txBox="1"/>
          <p:nvPr/>
        </p:nvSpPr>
        <p:spPr>
          <a:xfrm>
            <a:off x="504187" y="3733800"/>
            <a:ext cx="81238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Such as our iterative calculation example</a:t>
            </a:r>
          </a:p>
          <a:p>
            <a:pPr algn="ctr"/>
            <a:r>
              <a:rPr lang="zh-CN" altLang="en-US" sz="2800" dirty="0"/>
              <a:t>就像我们的迭代计算例子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AE061F-CCBA-61D7-D93B-077B758F0AE8}"/>
              </a:ext>
            </a:extLst>
          </p:cNvPr>
          <p:cNvSpPr txBox="1"/>
          <p:nvPr/>
        </p:nvSpPr>
        <p:spPr>
          <a:xfrm>
            <a:off x="527488" y="4936375"/>
            <a:ext cx="8077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rgbClr val="C00000"/>
                </a:solidFill>
              </a:rPr>
              <a:t>Just-in-time compilation</a:t>
            </a:r>
            <a:r>
              <a:rPr lang="en-US" altLang="zh-CN" sz="2800" dirty="0"/>
              <a:t> comes to play</a:t>
            </a:r>
          </a:p>
          <a:p>
            <a:pPr algn="ctr"/>
            <a:r>
              <a:rPr lang="zh-CN" altLang="en-US" sz="2800" dirty="0">
                <a:solidFill>
                  <a:srgbClr val="C00000"/>
                </a:solidFill>
              </a:rPr>
              <a:t>即时编译</a:t>
            </a:r>
            <a:r>
              <a:rPr lang="zh-CN" altLang="en-US" sz="2800" dirty="0"/>
              <a:t>出场了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1730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4721E-5E86-0B0B-1A1D-156DDBC8A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B5797-1DBA-6471-C9B8-7ACA03170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Just-in-Time Compilation</a:t>
            </a:r>
            <a:br>
              <a:rPr lang="en-US" altLang="zh-CN" dirty="0"/>
            </a:br>
            <a:r>
              <a:rPr lang="zh-CN" altLang="en-US" dirty="0"/>
              <a:t>即时编译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F293B-B709-92EE-7175-EC8542692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953000"/>
          </a:xfrm>
        </p:spPr>
        <p:txBody>
          <a:bodyPr>
            <a:normAutofit/>
          </a:bodyPr>
          <a:lstStyle/>
          <a:p>
            <a:r>
              <a:rPr lang="en-US" altLang="zh-CN" dirty="0"/>
              <a:t>Just-in-Time (JIT) </a:t>
            </a:r>
            <a:r>
              <a:rPr lang="zh-CN" altLang="en-US" dirty="0"/>
              <a:t>即时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en-US" altLang="zh-CN" dirty="0"/>
              <a:t>Right before ‘you need’</a:t>
            </a:r>
            <a:br>
              <a:rPr lang="en-US" altLang="zh-CN" dirty="0"/>
            </a:br>
            <a:r>
              <a:rPr lang="zh-CN" altLang="en-US" dirty="0"/>
              <a:t>恰好在“你需要”之时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en-US" altLang="zh-CN" dirty="0"/>
              <a:t>During interpretation, e.g.,</a:t>
            </a:r>
            <a:r>
              <a:rPr lang="zh-CN" altLang="en-US" dirty="0"/>
              <a:t>  </a:t>
            </a:r>
            <a:br>
              <a:rPr lang="en-US" altLang="zh-CN" dirty="0"/>
            </a:br>
            <a:r>
              <a:rPr lang="zh-CN" altLang="en-US" dirty="0"/>
              <a:t>在解释过程中，例如</a:t>
            </a:r>
            <a:endParaRPr lang="en-US" altLang="zh-CN" dirty="0"/>
          </a:p>
          <a:p>
            <a:pPr lvl="2">
              <a:spcBef>
                <a:spcPts val="550"/>
              </a:spcBef>
            </a:pPr>
            <a:r>
              <a:rPr lang="en-US" altLang="zh-CN" dirty="0"/>
              <a:t>Warm-up process  “</a:t>
            </a:r>
            <a:r>
              <a:rPr lang="zh-CN" altLang="en-US" dirty="0"/>
              <a:t>预热</a:t>
            </a:r>
            <a:r>
              <a:rPr lang="en-US" altLang="zh-CN" dirty="0"/>
              <a:t>”</a:t>
            </a:r>
            <a:r>
              <a:rPr lang="zh-CN" altLang="en-US" dirty="0"/>
              <a:t>过程</a:t>
            </a:r>
            <a:endParaRPr lang="en-US" altLang="zh-CN" dirty="0"/>
          </a:p>
          <a:p>
            <a:pPr>
              <a:spcBef>
                <a:spcPts val="700"/>
              </a:spcBef>
            </a:pPr>
            <a:r>
              <a:rPr lang="en-US" altLang="zh-CN" dirty="0"/>
              <a:t>Also a Common Feature</a:t>
            </a:r>
            <a:br>
              <a:rPr lang="en-US" altLang="zh-CN" dirty="0"/>
            </a:br>
            <a:r>
              <a:rPr lang="zh-CN" altLang="en-US" dirty="0"/>
              <a:t>也是一个常见的特性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en-US" altLang="zh-CN" dirty="0"/>
              <a:t>In, e.g., Java, C#, </a:t>
            </a:r>
            <a:r>
              <a:rPr lang="en-US" altLang="zh-CN" dirty="0" err="1"/>
              <a:t>torch.compile</a:t>
            </a:r>
            <a:r>
              <a:rPr lang="en-US" altLang="zh-CN" dirty="0"/>
              <a:t>  </a:t>
            </a:r>
            <a:br>
              <a:rPr lang="en-US" altLang="zh-CN" dirty="0"/>
            </a:br>
            <a:r>
              <a:rPr lang="zh-CN" altLang="en-US" dirty="0"/>
              <a:t>例如在</a:t>
            </a:r>
            <a:r>
              <a:rPr lang="en-US" altLang="zh-CN" dirty="0"/>
              <a:t>Java</a:t>
            </a:r>
            <a:r>
              <a:rPr lang="zh-CN" altLang="en-US" dirty="0"/>
              <a:t>、</a:t>
            </a:r>
            <a:r>
              <a:rPr lang="en-US" altLang="zh-CN" dirty="0"/>
              <a:t>C#</a:t>
            </a:r>
            <a:r>
              <a:rPr lang="zh-CN" altLang="en-US" dirty="0"/>
              <a:t>、</a:t>
            </a:r>
            <a:r>
              <a:rPr lang="en-US" altLang="zh-CN" dirty="0" err="1"/>
              <a:t>torch.compile</a:t>
            </a:r>
            <a:r>
              <a:rPr lang="zh-CN" altLang="en-US" dirty="0"/>
              <a:t>中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150655-3B16-E205-B456-34E42EAD6C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05450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4075B-D2E3-6272-1F31-690781B8A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A420A-61C1-7E8E-FE98-B00B26ADA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2.6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2.6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71E889-209C-4F7F-947B-A291FDBB05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EF70313-7BB6-9D5B-5D01-A4AEC1BBE57F}"/>
              </a:ext>
            </a:extLst>
          </p:cNvPr>
          <p:cNvSpPr txBox="1"/>
          <p:nvPr/>
        </p:nvSpPr>
        <p:spPr>
          <a:xfrm>
            <a:off x="266700" y="16002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calculate 16 series in Python</a:t>
            </a:r>
          </a:p>
          <a:p>
            <a:pPr algn="ctr"/>
            <a:r>
              <a:rPr lang="zh-CN" altLang="en-US" sz="2200" dirty="0"/>
              <a:t>实践时刻：</a:t>
            </a:r>
            <a:r>
              <a:rPr lang="en-US" altLang="zh-CN" sz="2200" dirty="0"/>
              <a:t>Python</a:t>
            </a:r>
            <a:r>
              <a:rPr lang="zh-CN" altLang="en-US" sz="2200" dirty="0"/>
              <a:t>程序计算</a:t>
            </a:r>
            <a:r>
              <a:rPr lang="en-US" altLang="zh-CN" sz="2200" dirty="0"/>
              <a:t>16</a:t>
            </a:r>
            <a:r>
              <a:rPr lang="zh-CN" altLang="en-US" sz="2200" dirty="0"/>
              <a:t>个序列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8A532A-FFA6-FAE0-0808-1214862CC164}"/>
              </a:ext>
            </a:extLst>
          </p:cNvPr>
          <p:cNvSpPr txBox="1"/>
          <p:nvPr/>
        </p:nvSpPr>
        <p:spPr>
          <a:xfrm>
            <a:off x="381000" y="51054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Try JIT compilation</a:t>
            </a:r>
          </a:p>
          <a:p>
            <a:pPr algn="ctr"/>
            <a:r>
              <a:rPr lang="zh-CN" altLang="en-US" sz="2200" dirty="0"/>
              <a:t>尝试即时编译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119016A-34C8-00F5-D92C-381363D2A0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1222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D7944-413C-1DA7-74F1-1BD2173AA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3A93E-59F3-34F6-8067-DEC118213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Highly Dynamic:</a:t>
            </a:r>
            <a:r>
              <a:rPr lang="zh-CN" altLang="en-US" dirty="0"/>
              <a:t> </a:t>
            </a:r>
            <a:r>
              <a:rPr lang="en-US" altLang="zh-CN" dirty="0"/>
              <a:t>Examples</a:t>
            </a:r>
            <a:br>
              <a:rPr lang="en-US" altLang="zh-CN" dirty="0"/>
            </a:br>
            <a:r>
              <a:rPr lang="zh-CN" altLang="en-US" dirty="0"/>
              <a:t>高动态性：例子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15C51-4192-7F65-EAE9-FB1092E9C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924800" cy="5105400"/>
          </a:xfrm>
        </p:spPr>
        <p:txBody>
          <a:bodyPr>
            <a:normAutofit/>
          </a:bodyPr>
          <a:lstStyle/>
          <a:p>
            <a:r>
              <a:rPr lang="en-US" altLang="zh-CN" dirty="0"/>
              <a:t>Hotspot Identification  </a:t>
            </a:r>
            <a:r>
              <a:rPr lang="zh-CN" altLang="en-US" dirty="0"/>
              <a:t>发现热点</a:t>
            </a:r>
            <a:endParaRPr lang="en-US" altLang="zh-CN" dirty="0"/>
          </a:p>
          <a:p>
            <a:pPr lvl="1"/>
            <a:r>
              <a:rPr lang="en-US" altLang="zh-CN" dirty="0"/>
              <a:t>Decide what to compile  </a:t>
            </a:r>
            <a:r>
              <a:rPr lang="zh-CN" altLang="en-US" dirty="0"/>
              <a:t>决定什么需要编译</a:t>
            </a:r>
            <a:endParaRPr lang="en-US" altLang="zh-CN" dirty="0"/>
          </a:p>
          <a:p>
            <a:r>
              <a:rPr lang="en-US" altLang="zh-CN" dirty="0"/>
              <a:t>On-Stack Replacement  </a:t>
            </a:r>
            <a:r>
              <a:rPr lang="zh-CN" altLang="en-US" dirty="0"/>
              <a:t>动态切换</a:t>
            </a:r>
            <a:endParaRPr lang="en-US" altLang="zh-CN" dirty="0"/>
          </a:p>
          <a:p>
            <a:pPr lvl="1"/>
            <a:r>
              <a:rPr lang="en-US" altLang="zh-CN" dirty="0"/>
              <a:t>Replace w/ the compile code online  </a:t>
            </a:r>
            <a:br>
              <a:rPr lang="en-US" altLang="zh-CN" dirty="0"/>
            </a:br>
            <a:r>
              <a:rPr lang="zh-CN" altLang="en-US" dirty="0"/>
              <a:t>在线加载编译后的实现</a:t>
            </a:r>
            <a:endParaRPr lang="en-US" altLang="zh-CN" dirty="0"/>
          </a:p>
          <a:p>
            <a:r>
              <a:rPr lang="en-US" altLang="zh-CN" dirty="0"/>
              <a:t>Guard the Dynamics  </a:t>
            </a:r>
            <a:r>
              <a:rPr lang="zh-CN" altLang="en-US" dirty="0"/>
              <a:t>守护动态性</a:t>
            </a:r>
            <a:endParaRPr lang="en-US" altLang="zh-CN" dirty="0"/>
          </a:p>
          <a:p>
            <a:pPr lvl="1"/>
            <a:r>
              <a:rPr lang="en-US" altLang="zh-CN" dirty="0"/>
              <a:t>De-optimize w/ an incompatible data type  </a:t>
            </a:r>
            <a:r>
              <a:rPr lang="zh-CN" altLang="en-US" dirty="0"/>
              <a:t>数据类型不匹配时放弃使用编译后的实现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1269E2-D912-3884-DB23-08EB9BB0A3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86173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4A24D-0E62-9FCC-5DA1-BAB4F4ACA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E5140-4F14-C1B9-5D41-95B78DFE7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It’s a Simple Introduction</a:t>
            </a:r>
            <a:br>
              <a:rPr lang="en-US" altLang="zh-CN" dirty="0"/>
            </a:br>
            <a:r>
              <a:rPr lang="zh-CN" altLang="en-US" dirty="0"/>
              <a:t>这是个简单的介绍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B3FFBC-B015-E807-DC58-A5B8514F6F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2. Compilation &amp; Interpretation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</a:t>
            </a:r>
            <a:r>
              <a:rPr lang="en-US" altLang="zh-CN" dirty="0"/>
              <a:t>2. </a:t>
            </a:r>
            <a:r>
              <a:rPr lang="zh-CN" altLang="en-US" dirty="0"/>
              <a:t>编译与解释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ACBC6D-CE94-9773-B239-56C5D2161064}"/>
              </a:ext>
            </a:extLst>
          </p:cNvPr>
          <p:cNvSpPr txBox="1"/>
          <p:nvPr/>
        </p:nvSpPr>
        <p:spPr>
          <a:xfrm>
            <a:off x="415290" y="2057400"/>
            <a:ext cx="83134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For us to get some ideas on how program runs</a:t>
            </a:r>
          </a:p>
          <a:p>
            <a:pPr algn="ctr"/>
            <a:r>
              <a:rPr lang="zh-CN" altLang="en-US" sz="2800" dirty="0"/>
              <a:t>使我们对程序如何运行有一些基本的了解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A82DAF-736A-09C9-EDC5-FED23DE3A04E}"/>
              </a:ext>
            </a:extLst>
          </p:cNvPr>
          <p:cNvSpPr txBox="1"/>
          <p:nvPr/>
        </p:nvSpPr>
        <p:spPr>
          <a:xfrm>
            <a:off x="533400" y="3544431"/>
            <a:ext cx="80772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In the future we’ll see how compilation further optimizes the execution beyond ‘eliminating repeated work of interpretation’</a:t>
            </a:r>
          </a:p>
          <a:p>
            <a:pPr algn="ctr"/>
            <a:r>
              <a:rPr lang="zh-CN" altLang="en-US" sz="2800" dirty="0"/>
              <a:t>未来的课程中我们还会看到，在消除解释执行的重复工作之外，编译如何进一步优化程序运行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0982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6e2f25c-537a-4a0c-91fb-0331a561253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40B1A4C5819246B9BFCCBA066F3ABE" ma:contentTypeVersion="19" ma:contentTypeDescription="Create a new document." ma:contentTypeScope="" ma:versionID="9692fad3877e1ae90f51e4baed900726">
  <xsd:schema xmlns:xsd="http://www.w3.org/2001/XMLSchema" xmlns:xs="http://www.w3.org/2001/XMLSchema" xmlns:p="http://schemas.microsoft.com/office/2006/metadata/properties" xmlns:ns3="96e2f25c-537a-4a0c-91fb-0331a5612536" xmlns:ns4="f66673be-3b20-4ac8-ba7c-00310aa8f626" targetNamespace="http://schemas.microsoft.com/office/2006/metadata/properties" ma:root="true" ma:fieldsID="a4d7b83b6d623c2308b23cc2086510ce" ns3:_="" ns4:_="">
    <xsd:import namespace="96e2f25c-537a-4a0c-91fb-0331a5612536"/>
    <xsd:import namespace="f66673be-3b20-4ac8-ba7c-00310aa8f62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e2f25c-537a-4a0c-91fb-0331a56125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6673be-3b20-4ac8-ba7c-00310aa8f626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7FA058F-C745-49C3-B04F-664AB4EC0AC0}">
  <ds:schemaRefs>
    <ds:schemaRef ds:uri="http://www.w3.org/XML/1998/namespace"/>
    <ds:schemaRef ds:uri="http://purl.org/dc/terms/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96e2f25c-537a-4a0c-91fb-0331a5612536"/>
    <ds:schemaRef ds:uri="http://schemas.openxmlformats.org/package/2006/metadata/core-properties"/>
    <ds:schemaRef ds:uri="f66673be-3b20-4ac8-ba7c-00310aa8f626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AF88747F-F311-4A49-9509-54EE6A6EEA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6e2f25c-537a-4a0c-91fb-0331a5612536"/>
    <ds:schemaRef ds:uri="f66673be-3b20-4ac8-ba7c-00310aa8f6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0A29639-2C97-4587-B7DD-B53C30F641B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12894</TotalTime>
  <Words>5538</Words>
  <Application>Microsoft Office PowerPoint</Application>
  <PresentationFormat>On-screen Show (4:3)</PresentationFormat>
  <Paragraphs>572</Paragraphs>
  <Slides>51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2" baseType="lpstr">
      <vt:lpstr>ＭＳ Ｐゴシック</vt:lpstr>
      <vt:lpstr>SimSun</vt:lpstr>
      <vt:lpstr>Arial</vt:lpstr>
      <vt:lpstr>Cambria Math</vt:lpstr>
      <vt:lpstr>Comic Sans MS</vt:lpstr>
      <vt:lpstr>Consolas</vt:lpstr>
      <vt:lpstr>Intel Clear</vt:lpstr>
      <vt:lpstr>Tahoma</vt:lpstr>
      <vt:lpstr>Times New Roman</vt:lpstr>
      <vt:lpstr>Wingdings</vt:lpstr>
      <vt:lpstr>Blends</vt:lpstr>
      <vt:lpstr>How Computing Works -  Modern Paradigms of Architecture &amp; System 2. Compilation &amp; Interpretation</vt:lpstr>
      <vt:lpstr>Let’s Start …  让我们开始……</vt:lpstr>
      <vt:lpstr>Iterative Calculation  迭代计算</vt:lpstr>
      <vt:lpstr>Practice 2.1  实践2.1</vt:lpstr>
      <vt:lpstr>What We Saw  我们看到了</vt:lpstr>
      <vt:lpstr>We Got the Execution Results   我们获得了运行结果</vt:lpstr>
      <vt:lpstr>Execution Not Simple   运行并非简单</vt:lpstr>
      <vt:lpstr>Low-Level CPU Instructions 底层CPU指令</vt:lpstr>
      <vt:lpstr>On a Different CPU … 换了一个CPU</vt:lpstr>
      <vt:lpstr>Rough View of Interpreter 解释器的粗略图景</vt:lpstr>
      <vt:lpstr>Rough View of Interpreter 解释器的粗略图景</vt:lpstr>
      <vt:lpstr>Rough View of Interpreter 解释器的粗略图景</vt:lpstr>
      <vt:lpstr>Rough View of Interpreter 解释器的粗略图景</vt:lpstr>
      <vt:lpstr>Interpreted Execution 解释执行 (1)</vt:lpstr>
      <vt:lpstr>Interpreted Execution 解释执行 (2)</vt:lpstr>
      <vt:lpstr>Natural Questions 自然而然的问题</vt:lpstr>
      <vt:lpstr>Practice 2.2  实践2.2</vt:lpstr>
      <vt:lpstr>What’s Your Feeling? 感觉如何？(1)</vt:lpstr>
      <vt:lpstr>What’s Your Feeling? 感觉如何？(2)</vt:lpstr>
      <vt:lpstr>Recall …  回忆……</vt:lpstr>
      <vt:lpstr>Practice 2.3  实践2.3</vt:lpstr>
      <vt:lpstr>Changing μ  改变μ (1)</vt:lpstr>
      <vt:lpstr>Changing μ  改变μ (2)</vt:lpstr>
      <vt:lpstr>Now What’s Your Feeling? 现在感觉如何？</vt:lpstr>
      <vt:lpstr>Practice 2.4  实践2.4</vt:lpstr>
      <vt:lpstr>More &amp; More Chaotic 愈发混乱</vt:lpstr>
      <vt:lpstr>Feigenbaum Bifurcation 费根鲍姆分岔</vt:lpstr>
      <vt:lpstr>Practice 2.5  实践2.5</vt:lpstr>
      <vt:lpstr>Chaos &amp; Order 混沌与有序</vt:lpstr>
      <vt:lpstr>Reinforcing the Feeling 强化我们的感觉</vt:lpstr>
      <vt:lpstr>But One More Thing 但还有一点</vt:lpstr>
      <vt:lpstr>But One More Thing 但还有一点</vt:lpstr>
      <vt:lpstr>But One More Thing 但还有一点</vt:lpstr>
      <vt:lpstr>But One More Thing 但还有一点</vt:lpstr>
      <vt:lpstr>But One More Thing 但还有一点</vt:lpstr>
      <vt:lpstr>Natural Question   自然而然的问题</vt:lpstr>
      <vt:lpstr>Recall the Repeated Work 回忆重复的工作</vt:lpstr>
      <vt:lpstr>What to Be Done 要做什么</vt:lpstr>
      <vt:lpstr>What to Be Done 要做什么</vt:lpstr>
      <vt:lpstr>What to Be Done 要做什么</vt:lpstr>
      <vt:lpstr>Partial Compilation  部分编译</vt:lpstr>
      <vt:lpstr>Partial Compilation  部分编译</vt:lpstr>
      <vt:lpstr>Example: PyTorch   例子：PyTorch</vt:lpstr>
      <vt:lpstr>Example: PyTorch   例子：PyTorch</vt:lpstr>
      <vt:lpstr>Pre-Compiled Implementation   预编译的实现</vt:lpstr>
      <vt:lpstr>Then the Question 随之而来的问题</vt:lpstr>
      <vt:lpstr>Just-in-Time Compilation 即时编译</vt:lpstr>
      <vt:lpstr>Practice 2.6  实践2.6</vt:lpstr>
      <vt:lpstr>Highly Dynamic: Examples 高动态性：例子</vt:lpstr>
      <vt:lpstr>It’s a Simple Introduction 这是个简单的介绍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1045</cp:revision>
  <dcterms:created xsi:type="dcterms:W3CDTF">2003-03-13T01:36:43Z</dcterms:created>
  <dcterms:modified xsi:type="dcterms:W3CDTF">2026-07-25T01:24:29Z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c0c0107d-b9fb-42c2-8cad-18a954c0a4de</vt:lpwstr>
  </property>
  <property fmtid="{D5CDD505-2E9C-101B-9397-08002B2CF9AE}" pid="3" name="CTP_TimeStamp">
    <vt:lpwstr>2020-08-17 11:43:15Z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  <property fmtid="{D5CDD505-2E9C-101B-9397-08002B2CF9AE}" pid="8" name="ContentTypeId">
    <vt:lpwstr>0x0101007C40B1A4C5819246B9BFCCBA066F3ABE</vt:lpwstr>
  </property>
</Properties>
</file>