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47"/>
  </p:notesMasterIdLst>
  <p:handoutMasterIdLst>
    <p:handoutMasterId r:id="rId48"/>
  </p:handoutMasterIdLst>
  <p:sldIdLst>
    <p:sldId id="286" r:id="rId5"/>
    <p:sldId id="645" r:id="rId6"/>
    <p:sldId id="692" r:id="rId7"/>
    <p:sldId id="694" r:id="rId8"/>
    <p:sldId id="693" r:id="rId9"/>
    <p:sldId id="695" r:id="rId10"/>
    <p:sldId id="696" r:id="rId11"/>
    <p:sldId id="697" r:id="rId12"/>
    <p:sldId id="698" r:id="rId13"/>
    <p:sldId id="702" r:id="rId14"/>
    <p:sldId id="703" r:id="rId15"/>
    <p:sldId id="704" r:id="rId16"/>
    <p:sldId id="705" r:id="rId17"/>
    <p:sldId id="706" r:id="rId18"/>
    <p:sldId id="709" r:id="rId19"/>
    <p:sldId id="707" r:id="rId20"/>
    <p:sldId id="708" r:id="rId21"/>
    <p:sldId id="710" r:id="rId22"/>
    <p:sldId id="711" r:id="rId23"/>
    <p:sldId id="712" r:id="rId24"/>
    <p:sldId id="713" r:id="rId25"/>
    <p:sldId id="714" r:id="rId26"/>
    <p:sldId id="715" r:id="rId27"/>
    <p:sldId id="716" r:id="rId28"/>
    <p:sldId id="717" r:id="rId29"/>
    <p:sldId id="718" r:id="rId30"/>
    <p:sldId id="719" r:id="rId31"/>
    <p:sldId id="720" r:id="rId32"/>
    <p:sldId id="721" r:id="rId33"/>
    <p:sldId id="722" r:id="rId34"/>
    <p:sldId id="723" r:id="rId35"/>
    <p:sldId id="724" r:id="rId36"/>
    <p:sldId id="725" r:id="rId37"/>
    <p:sldId id="728" r:id="rId38"/>
    <p:sldId id="729" r:id="rId39"/>
    <p:sldId id="730" r:id="rId40"/>
    <p:sldId id="726" r:id="rId41"/>
    <p:sldId id="727" r:id="rId42"/>
    <p:sldId id="700" r:id="rId43"/>
    <p:sldId id="701" r:id="rId44"/>
    <p:sldId id="699" r:id="rId45"/>
    <p:sldId id="353" r:id="rId4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EFE5D7"/>
    <a:srgbClr val="333399"/>
    <a:srgbClr val="B2B2B2"/>
    <a:srgbClr val="993366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14D35-63EA-49AB-B02A-5978EF51928F}" v="13332" dt="2026-10-25T22:18:37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4" autoAdjust="0"/>
    <p:restoredTop sz="89758" autoAdjust="0"/>
  </p:normalViewPr>
  <p:slideViewPr>
    <p:cSldViewPr>
      <p:cViewPr varScale="1">
        <p:scale>
          <a:sx n="64" d="100"/>
          <a:sy n="64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10-25T22:18:37.626" v="96601" actId="20577"/>
      <pc:docMkLst>
        <pc:docMk/>
      </pc:docMkLst>
      <pc:sldChg chg="modSp mod">
        <pc:chgData name="Li, Cong" userId="025630f4-267e-4cb3-8cd5-8795177f99f4" providerId="ADAL" clId="{929A2CC8-B112-421C-81E2-D5D63B23E300}" dt="2026-10-25T00:26:54.122" v="78297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10-25T00:26:54.122" v="78297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10-25T00:26:43.882" v="78283" actId="20577"/>
          <ac:spMkLst>
            <pc:docMk/>
            <pc:sldMk cId="0" sldId="286"/>
            <ac:spMk id="5122" creationId="{00000000-0000-0000-0000-000000000000}"/>
          </ac:spMkLst>
        </pc:spChg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271210309" sldId="494"/>
        </pc:sldMkLst>
      </pc:sldChg>
      <pc:sldChg chg="del">
        <pc:chgData name="Li, Cong" userId="025630f4-267e-4cb3-8cd5-8795177f99f4" providerId="ADAL" clId="{929A2CC8-B112-421C-81E2-D5D63B23E300}" dt="2026-10-24T01:15:57.643" v="63894" actId="2696"/>
        <pc:sldMkLst>
          <pc:docMk/>
          <pc:sldMk cId="39528855" sldId="496"/>
        </pc:sldMkLst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440668768" sldId="496"/>
        </pc:sldMkLst>
        <pc:spChg chg="mod">
          <ac:chgData name="Li, Cong" userId="025630f4-267e-4cb3-8cd5-8795177f99f4" providerId="ADAL" clId="{929A2CC8-B112-421C-81E2-D5D63B23E300}" dt="2026-10-24T01:16:15.251" v="63898" actId="20577"/>
          <ac:spMkLst>
            <pc:docMk/>
            <pc:sldMk cId="440668768" sldId="496"/>
            <ac:spMk id="2" creationId="{0C71DE47-5AB2-99D8-51F0-307C1E4DEA44}"/>
          </ac:spMkLst>
        </pc:spChg>
        <pc:spChg chg="mod">
          <ac:chgData name="Li, Cong" userId="025630f4-267e-4cb3-8cd5-8795177f99f4" providerId="ADAL" clId="{929A2CC8-B112-421C-81E2-D5D63B23E300}" dt="2026-10-24T01:16:11.840" v="63897"/>
          <ac:spMkLst>
            <pc:docMk/>
            <pc:sldMk cId="440668768" sldId="496"/>
            <ac:spMk id="4" creationId="{A3900F31-9938-6114-7313-304E3DDE4C3B}"/>
          </ac:spMkLst>
        </pc:spChg>
        <pc:spChg chg="mod">
          <ac:chgData name="Li, Cong" userId="025630f4-267e-4cb3-8cd5-8795177f99f4" providerId="ADAL" clId="{929A2CC8-B112-421C-81E2-D5D63B23E300}" dt="2026-10-24T01:16:44.286" v="63919" actId="1035"/>
          <ac:spMkLst>
            <pc:docMk/>
            <pc:sldMk cId="440668768" sldId="496"/>
            <ac:spMk id="13" creationId="{C999F6E5-6826-E32D-AC93-5354DA911E18}"/>
          </ac:spMkLst>
        </pc:spChg>
        <pc:spChg chg="mod">
          <ac:chgData name="Li, Cong" userId="025630f4-267e-4cb3-8cd5-8795177f99f4" providerId="ADAL" clId="{929A2CC8-B112-421C-81E2-D5D63B23E300}" dt="2026-10-24T01:16:50.180" v="63921" actId="6549"/>
          <ac:spMkLst>
            <pc:docMk/>
            <pc:sldMk cId="440668768" sldId="496"/>
            <ac:spMk id="16" creationId="{4B323714-A2D2-AD4F-E366-838463488D12}"/>
          </ac:spMkLst>
        </pc:spChg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2625912440" sldId="522"/>
        </pc:sldMkLst>
        <pc:spChg chg="mod">
          <ac:chgData name="Li, Cong" userId="025630f4-267e-4cb3-8cd5-8795177f99f4" providerId="ADAL" clId="{929A2CC8-B112-421C-81E2-D5D63B23E300}" dt="2026-10-24T09:08:30.112" v="74356" actId="20577"/>
          <ac:spMkLst>
            <pc:docMk/>
            <pc:sldMk cId="2625912440" sldId="522"/>
            <ac:spMk id="2" creationId="{0BFF52BB-D063-26B7-DE25-9DD38805769C}"/>
          </ac:spMkLst>
        </pc:spChg>
        <pc:spChg chg="mod">
          <ac:chgData name="Li, Cong" userId="025630f4-267e-4cb3-8cd5-8795177f99f4" providerId="ADAL" clId="{929A2CC8-B112-421C-81E2-D5D63B23E300}" dt="2026-10-24T09:08:58.346" v="74357"/>
          <ac:spMkLst>
            <pc:docMk/>
            <pc:sldMk cId="2625912440" sldId="522"/>
            <ac:spMk id="3" creationId="{8F7C02E2-CA31-F278-EF78-C89B0C9AA45E}"/>
          </ac:spMkLst>
        </pc:sp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2438670737" sldId="599"/>
        </pc:sldMkLst>
        <pc:spChg chg="mod">
          <ac:chgData name="Li, Cong" userId="025630f4-267e-4cb3-8cd5-8795177f99f4" providerId="ADAL" clId="{929A2CC8-B112-421C-81E2-D5D63B23E300}" dt="2026-10-24T06:13:35.055" v="69663" actId="20577"/>
          <ac:spMkLst>
            <pc:docMk/>
            <pc:sldMk cId="2438670737" sldId="599"/>
            <ac:spMk id="2" creationId="{4C690436-4620-53FF-D216-1D2D51EB2813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3" creationId="{44E08B56-5CE8-53BE-FAEC-CEDEEF177757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4" creationId="{0C1AEEBC-9953-F2A4-C103-7E43DACC6F22}"/>
          </ac:spMkLst>
        </pc:spChg>
        <pc:spChg chg="mod">
          <ac:chgData name="Li, Cong" userId="025630f4-267e-4cb3-8cd5-8795177f99f4" providerId="ADAL" clId="{929A2CC8-B112-421C-81E2-D5D63B23E300}" dt="2026-10-24T06:05:40.302" v="69452"/>
          <ac:spMkLst>
            <pc:docMk/>
            <pc:sldMk cId="2438670737" sldId="599"/>
            <ac:spMk id="5" creationId="{48508F7C-EF2B-DDBE-0185-113FDAF96DDF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6" creationId="{078999C7-D2DF-F329-1CB2-7C6BF62C3D05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7" creationId="{CD31603A-8350-6E4B-CA7F-9B70A011D698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8" creationId="{9AA2FB1E-2931-92DC-171B-0888BFE13705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9" creationId="{166C204D-9607-D01D-C059-66382E90E6BB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10" creationId="{D7991A7A-C9E0-7B8E-069C-0244DAFE35B3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11" creationId="{830641BD-2F43-E578-9977-6193378A672F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12" creationId="{AD67A706-7AD3-4782-CE4B-24B7FE54E2A6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13" creationId="{97D652ED-C996-3723-CB2A-19C4FA7DE37F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14" creationId="{F85E24DC-A77B-2523-CBBA-2BF4BB53B0DA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17" creationId="{6D45B63A-010D-907A-B0D4-0C8B2EC9705E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18" creationId="{D53237FE-44C3-6C55-C245-91C1779C3D8C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19" creationId="{668A7D04-1F4F-E856-EC76-955B512CBBBA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20" creationId="{7A6C51B8-888B-B3BE-C6E2-332327D99E79}"/>
          </ac:spMkLst>
        </pc:spChg>
        <pc:spChg chg="mod">
          <ac:chgData name="Li, Cong" userId="025630f4-267e-4cb3-8cd5-8795177f99f4" providerId="ADAL" clId="{929A2CC8-B112-421C-81E2-D5D63B23E300}" dt="2026-10-24T06:06:35.851" v="69577" actId="1038"/>
          <ac:spMkLst>
            <pc:docMk/>
            <pc:sldMk cId="2438670737" sldId="599"/>
            <ac:spMk id="21" creationId="{544AEA8A-9DC1-420C-93DA-F1AAFF3A7611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22" creationId="{1D3E6381-226D-8F4D-27CC-FBB17254423B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23" creationId="{BC27D98A-71E1-B352-7FA4-970E3550938B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24" creationId="{A355C7F6-101A-1032-DFEF-6C6529CEAC8C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27" creationId="{03FCD3D6-355F-818F-4C9D-32B7783703A8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28" creationId="{362F3A31-44E2-F168-9F6A-6A67EFDB1E59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29" creationId="{B45C24D8-2709-94DD-B52C-C6D7DE324318}"/>
          </ac:spMkLst>
        </pc:spChg>
        <pc:spChg chg="mod">
          <ac:chgData name="Li, Cong" userId="025630f4-267e-4cb3-8cd5-8795177f99f4" providerId="ADAL" clId="{929A2CC8-B112-421C-81E2-D5D63B23E300}" dt="2026-10-24T06:12:42.444" v="69636" actId="164"/>
          <ac:spMkLst>
            <pc:docMk/>
            <pc:sldMk cId="2438670737" sldId="599"/>
            <ac:spMk id="30" creationId="{3E4A09F4-94A0-45E9-C478-C766E81D9ADA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2" creationId="{D894AD2E-AB35-885D-94C9-9B893AA86F6A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33" creationId="{A5977837-9267-13DE-ACC9-D891DCC74D34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4" creationId="{DFAD8CA2-C4E6-3BF4-9323-B7C6B010947C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5" creationId="{BA69A577-8434-1875-EEAF-01CF0C8AEB94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36" creationId="{CDC50593-A26C-DD6C-B7AA-48D960D30821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7" creationId="{3C7D4B35-B710-D5C2-CED2-ACC15DACC85D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38" creationId="{3274CFF2-B133-5223-3BE8-2574F39F0E84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39" creationId="{1E8D4BE7-A4FB-7687-FEE8-C1A5B27A90DE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40" creationId="{0971EBB4-4351-5069-49C1-2416B54043F1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42" creationId="{AFDFD8CB-0B60-B52E-0F86-3C8A87D1E61F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43" creationId="{2ED429C8-BAD5-2229-3B46-F3EFBE610FF5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45" creationId="{3C33833E-5F0C-992D-5A8C-D8F5699A2343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48" creationId="{59634703-FD8C-4B20-8D7E-FFA2571A29CE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49" creationId="{8C531D8D-6A1F-2FD6-8A83-C743E4DCE31D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0" creationId="{2440F2FF-1254-A8AF-2849-BE18C674E9C0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1" creationId="{D8F55F51-31E4-9CFB-89FA-6C6E77EFA450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2" creationId="{FB04DE8E-59E3-9095-633E-5F168E3A245C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5" creationId="{6127B10B-17A4-CA7A-1DE7-A8E51B9005EF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57" creationId="{9CF80B2B-241A-2365-5904-A2A5910F24E8}"/>
          </ac:spMkLst>
        </pc:spChg>
        <pc:spChg chg="mod">
          <ac:chgData name="Li, Cong" userId="025630f4-267e-4cb3-8cd5-8795177f99f4" providerId="ADAL" clId="{929A2CC8-B112-421C-81E2-D5D63B23E300}" dt="2026-10-24T06:12:48.504" v="69637" actId="164"/>
          <ac:spMkLst>
            <pc:docMk/>
            <pc:sldMk cId="2438670737" sldId="599"/>
            <ac:spMk id="58" creationId="{ED98C4CC-8CF1-6BC3-D378-A7140E4FD8E1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59" creationId="{472E7A34-1AE4-F60F-F254-DE8B10E4EFDC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60" creationId="{BFC72E7F-EC0F-B11F-0036-338308EC55DF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1" creationId="{6C2767A4-F099-E977-BD43-2EC33B08B378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62" creationId="{80F7BD2F-9C65-0FCB-FC60-50146798473B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64" creationId="{F475D2F1-980E-63BD-01BB-48D0E4DBEEF8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6" creationId="{B2DAF080-7206-EFBD-9BED-2505D9BC27B3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7" creationId="{713C3DC6-D095-8906-6E25-9E835F49A441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9" creationId="{41831948-D56D-8869-158D-1BB9AD3F1C6F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0" creationId="{3B351792-CC71-A632-575F-405EC285F22D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72" creationId="{05C57121-259F-4A65-BC68-C5050A4CFCB2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3" creationId="{7CC1FE81-A244-8531-906E-B1A4FA6AABDA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4" creationId="{042F24F7-550C-E4B1-1B66-DC091E6C504A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8" creationId="{EBE8BFA7-DE47-4263-2866-8F3648E596C0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9" creationId="{23377DB0-5D52-E77C-C8AB-62710E67F466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80" creationId="{CCA6DA12-B47F-7509-A698-0D848C718286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81" creationId="{C192FE42-6F8B-C407-15FF-74590728CE23}"/>
          </ac:spMkLst>
        </pc:spChg>
        <pc:spChg chg="mod">
          <ac:chgData name="Li, Cong" userId="025630f4-267e-4cb3-8cd5-8795177f99f4" providerId="ADAL" clId="{929A2CC8-B112-421C-81E2-D5D63B23E300}" dt="2026-10-24T06:09:07.634" v="69605" actId="1076"/>
          <ac:spMkLst>
            <pc:docMk/>
            <pc:sldMk cId="2438670737" sldId="599"/>
            <ac:spMk id="83" creationId="{D20BA3DD-F805-7E95-3570-1FB6C4F4C4BC}"/>
          </ac:spMkLst>
        </pc:spChg>
        <pc:spChg chg="del">
          <ac:chgData name="Li, Cong" userId="025630f4-267e-4cb3-8cd5-8795177f99f4" providerId="ADAL" clId="{929A2CC8-B112-421C-81E2-D5D63B23E300}" dt="2026-10-24T06:06:24.378" v="69549" actId="478"/>
          <ac:spMkLst>
            <pc:docMk/>
            <pc:sldMk cId="2438670737" sldId="599"/>
            <ac:spMk id="86" creationId="{47E8FEA9-0B6A-A581-19DF-A222DBA47CF6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88" creationId="{040B7455-3AD0-DA56-4DD5-E0D57167A5FF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89" creationId="{99504C25-4A48-B802-0278-D1739BA11C5D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0" creationId="{5C7AE598-5AAC-9FC8-3955-64DCB250ABD5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1" creationId="{1FF1B3D6-C188-3841-AF11-8B6627D0696C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4" creationId="{EFDBA4E1-E14E-E38F-04AB-33BC3182618F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5" creationId="{9E0A3435-255C-3624-0400-98E3E0623A6F}"/>
          </ac:spMkLst>
        </pc:spChg>
        <pc:spChg chg="add mod">
          <ac:chgData name="Li, Cong" userId="025630f4-267e-4cb3-8cd5-8795177f99f4" providerId="ADAL" clId="{929A2CC8-B112-421C-81E2-D5D63B23E300}" dt="2026-10-24T06:06:55.056" v="69581" actId="1076"/>
          <ac:spMkLst>
            <pc:docMk/>
            <pc:sldMk cId="2438670737" sldId="599"/>
            <ac:spMk id="98" creationId="{EF3CCCFB-0989-A62D-BCC2-8795441B040B}"/>
          </ac:spMkLst>
        </pc:spChg>
        <pc:spChg chg="del">
          <ac:chgData name="Li, Cong" userId="025630f4-267e-4cb3-8cd5-8795177f99f4" providerId="ADAL" clId="{929A2CC8-B112-421C-81E2-D5D63B23E300}" dt="2026-10-24T06:06:22.203" v="69548" actId="478"/>
          <ac:spMkLst>
            <pc:docMk/>
            <pc:sldMk cId="2438670737" sldId="599"/>
            <ac:spMk id="100" creationId="{B3476F5B-01B8-D43E-5FDB-8B026579E52D}"/>
          </ac:spMkLst>
        </pc:spChg>
        <pc:spChg chg="add mod">
          <ac:chgData name="Li, Cong" userId="025630f4-267e-4cb3-8cd5-8795177f99f4" providerId="ADAL" clId="{929A2CC8-B112-421C-81E2-D5D63B23E300}" dt="2026-10-24T06:12:08.471" v="69635" actId="1036"/>
          <ac:spMkLst>
            <pc:docMk/>
            <pc:sldMk cId="2438670737" sldId="599"/>
            <ac:spMk id="101" creationId="{4DC2FAF0-625E-D5F1-67B6-23DFB4DE0B43}"/>
          </ac:spMkLst>
        </pc:spChg>
        <pc:spChg chg="add mod">
          <ac:chgData name="Li, Cong" userId="025630f4-267e-4cb3-8cd5-8795177f99f4" providerId="ADAL" clId="{929A2CC8-B112-421C-81E2-D5D63B23E300}" dt="2026-10-24T06:07:05.856" v="69585" actId="1076"/>
          <ac:spMkLst>
            <pc:docMk/>
            <pc:sldMk cId="2438670737" sldId="599"/>
            <ac:spMk id="103" creationId="{56FAFF51-D994-DA9C-788F-14E24ABB2D13}"/>
          </ac:spMkLst>
        </pc:spChg>
        <pc:spChg chg="add mod">
          <ac:chgData name="Li, Cong" userId="025630f4-267e-4cb3-8cd5-8795177f99f4" providerId="ADAL" clId="{929A2CC8-B112-421C-81E2-D5D63B23E300}" dt="2026-10-24T06:07:34.321" v="69587" actId="1076"/>
          <ac:spMkLst>
            <pc:docMk/>
            <pc:sldMk cId="2438670737" sldId="599"/>
            <ac:spMk id="105" creationId="{78066380-EBAA-C428-F0CC-0F15A81C6A3C}"/>
          </ac:spMkLst>
        </pc:spChg>
        <pc:spChg chg="add del mod">
          <ac:chgData name="Li, Cong" userId="025630f4-267e-4cb3-8cd5-8795177f99f4" providerId="ADAL" clId="{929A2CC8-B112-421C-81E2-D5D63B23E300}" dt="2026-10-24T06:09:02.704" v="69601" actId="22"/>
          <ac:spMkLst>
            <pc:docMk/>
            <pc:sldMk cId="2438670737" sldId="599"/>
            <ac:spMk id="110" creationId="{D1B5F9DF-6D75-DAA4-9BF6-B11B20919538}"/>
          </ac:spMkLst>
        </pc:spChg>
        <pc:spChg chg="add mod">
          <ac:chgData name="Li, Cong" userId="025630f4-267e-4cb3-8cd5-8795177f99f4" providerId="ADAL" clId="{929A2CC8-B112-421C-81E2-D5D63B23E300}" dt="2026-10-24T06:09:26.842" v="69607" actId="1076"/>
          <ac:spMkLst>
            <pc:docMk/>
            <pc:sldMk cId="2438670737" sldId="599"/>
            <ac:spMk id="112" creationId="{D488F240-5EA5-6DBB-FB7B-1649CD4F902D}"/>
          </ac:spMkLst>
        </pc:spChg>
        <pc:spChg chg="add del mod">
          <ac:chgData name="Li, Cong" userId="025630f4-267e-4cb3-8cd5-8795177f99f4" providerId="ADAL" clId="{929A2CC8-B112-421C-81E2-D5D63B23E300}" dt="2026-10-24T06:09:38.051" v="69611" actId="22"/>
          <ac:spMkLst>
            <pc:docMk/>
            <pc:sldMk cId="2438670737" sldId="599"/>
            <ac:spMk id="114" creationId="{03EDE6F1-4029-2D24-F6FF-01A4E0B0D19A}"/>
          </ac:spMkLst>
        </pc:spChg>
        <pc:spChg chg="add mod">
          <ac:chgData name="Li, Cong" userId="025630f4-267e-4cb3-8cd5-8795177f99f4" providerId="ADAL" clId="{929A2CC8-B112-421C-81E2-D5D63B23E300}" dt="2026-10-24T06:11:18.674" v="69619" actId="1076"/>
          <ac:spMkLst>
            <pc:docMk/>
            <pc:sldMk cId="2438670737" sldId="599"/>
            <ac:spMk id="122" creationId="{9AFEF9F4-BBEC-4E09-4AD0-73C35E17D0E4}"/>
          </ac:spMkLst>
        </pc:spChg>
        <pc:grpChg chg="add mod">
          <ac:chgData name="Li, Cong" userId="025630f4-267e-4cb3-8cd5-8795177f99f4" providerId="ADAL" clId="{929A2CC8-B112-421C-81E2-D5D63B23E300}" dt="2026-10-24T06:07:48.212" v="69588" actId="164"/>
          <ac:grpSpMkLst>
            <pc:docMk/>
            <pc:sldMk cId="2438670737" sldId="599"/>
            <ac:grpSpMk id="106" creationId="{00133C75-AD46-CF8A-3D53-936C2FBBA87E}"/>
          </ac:grpSpMkLst>
        </pc:grpChg>
        <pc:grpChg chg="add mod">
          <ac:chgData name="Li, Cong" userId="025630f4-267e-4cb3-8cd5-8795177f99f4" providerId="ADAL" clId="{929A2CC8-B112-421C-81E2-D5D63B23E300}" dt="2026-10-24T06:12:42.444" v="69636" actId="164"/>
          <ac:grpSpMkLst>
            <pc:docMk/>
            <pc:sldMk cId="2438670737" sldId="599"/>
            <ac:grpSpMk id="107" creationId="{C9BE8727-0585-6A01-6B4D-3A7BEA3AB1B7}"/>
          </ac:grpSpMkLst>
        </pc:grpChg>
        <pc:grpChg chg="add mod">
          <ac:chgData name="Li, Cong" userId="025630f4-267e-4cb3-8cd5-8795177f99f4" providerId="ADAL" clId="{929A2CC8-B112-421C-81E2-D5D63B23E300}" dt="2026-10-24T06:12:48.504" v="69637" actId="164"/>
          <ac:grpSpMkLst>
            <pc:docMk/>
            <pc:sldMk cId="2438670737" sldId="599"/>
            <ac:grpSpMk id="115" creationId="{C673CA16-028B-D892-4C39-26D7CA72FBCF}"/>
          </ac:grpSpMkLst>
        </pc:grpChg>
        <pc:grpChg chg="add mod">
          <ac:chgData name="Li, Cong" userId="025630f4-267e-4cb3-8cd5-8795177f99f4" providerId="ADAL" clId="{929A2CC8-B112-421C-81E2-D5D63B23E300}" dt="2026-10-24T06:10:32.961" v="69613" actId="164"/>
          <ac:grpSpMkLst>
            <pc:docMk/>
            <pc:sldMk cId="2438670737" sldId="599"/>
            <ac:grpSpMk id="116" creationId="{3FFA7E00-4B44-C916-4CF0-5A4BBA87CCF4}"/>
          </ac:grpSpMkLst>
        </pc:grpChg>
        <pc:grpChg chg="add mod">
          <ac:chgData name="Li, Cong" userId="025630f4-267e-4cb3-8cd5-8795177f99f4" providerId="ADAL" clId="{929A2CC8-B112-421C-81E2-D5D63B23E300}" dt="2026-10-24T06:12:42.444" v="69636" actId="164"/>
          <ac:grpSpMkLst>
            <pc:docMk/>
            <pc:sldMk cId="2438670737" sldId="599"/>
            <ac:grpSpMk id="123" creationId="{E667193B-18E7-7903-CCD4-D26107FC7287}"/>
          </ac:grpSpMkLst>
        </pc:grpChg>
        <pc:grpChg chg="add mod">
          <ac:chgData name="Li, Cong" userId="025630f4-267e-4cb3-8cd5-8795177f99f4" providerId="ADAL" clId="{929A2CC8-B112-421C-81E2-D5D63B23E300}" dt="2026-10-24T06:12:48.504" v="69637" actId="164"/>
          <ac:grpSpMkLst>
            <pc:docMk/>
            <pc:sldMk cId="2438670737" sldId="599"/>
            <ac:grpSpMk id="124" creationId="{F7184D6B-9F54-657F-EB18-C6E19FF96157}"/>
          </ac:grpSpMkLst>
        </pc:grpChg>
        <pc:cxnChg chg="del">
          <ac:chgData name="Li, Cong" userId="025630f4-267e-4cb3-8cd5-8795177f99f4" providerId="ADAL" clId="{929A2CC8-B112-421C-81E2-D5D63B23E300}" dt="2026-10-24T06:06:22.203" v="69548" actId="478"/>
          <ac:cxnSpMkLst>
            <pc:docMk/>
            <pc:sldMk cId="2438670737" sldId="599"/>
            <ac:cxnSpMk id="97" creationId="{6744AFDA-C714-CEE1-3D20-D650D571192F}"/>
          </ac:cxnSpMkLst>
        </pc:cxnChg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393626312" sldId="608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955151755" sldId="620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449511605" sldId="621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413070866" sldId="622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832066435" sldId="623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374870307" sldId="624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266771034" sldId="625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468417659" sldId="626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432225247" sldId="627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849628817" sldId="628"/>
        </pc:sldMkLst>
      </pc:sldChg>
      <pc:sldChg chg="addSp delSp 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1009159685" sldId="629"/>
        </pc:sldMkLst>
        <pc:spChg chg="mod">
          <ac:chgData name="Li, Cong" userId="025630f4-267e-4cb3-8cd5-8795177f99f4" providerId="ADAL" clId="{929A2CC8-B112-421C-81E2-D5D63B23E300}" dt="2026-10-24T01:17:47.719" v="63925" actId="20577"/>
          <ac:spMkLst>
            <pc:docMk/>
            <pc:sldMk cId="1009159685" sldId="629"/>
            <ac:spMk id="2" creationId="{85AD3796-BA15-7A68-398E-98E98E349CC9}"/>
          </ac:spMkLst>
        </pc:spChg>
        <pc:spChg chg="mod">
          <ac:chgData name="Li, Cong" userId="025630f4-267e-4cb3-8cd5-8795177f99f4" providerId="ADAL" clId="{929A2CC8-B112-421C-81E2-D5D63B23E300}" dt="2026-10-24T01:18:27.920" v="63947"/>
          <ac:spMkLst>
            <pc:docMk/>
            <pc:sldMk cId="1009159685" sldId="629"/>
            <ac:spMk id="4" creationId="{157EAA39-AE8D-748C-6A47-B403733576AB}"/>
          </ac:spMkLst>
        </pc:spChg>
        <pc:spChg chg="add del">
          <ac:chgData name="Li, Cong" userId="025630f4-267e-4cb3-8cd5-8795177f99f4" providerId="ADAL" clId="{929A2CC8-B112-421C-81E2-D5D63B23E300}" dt="2026-10-24T07:19:38.437" v="71324" actId="22"/>
          <ac:spMkLst>
            <pc:docMk/>
            <pc:sldMk cId="1009159685" sldId="629"/>
            <ac:spMk id="6" creationId="{4746810D-3541-A6E3-A083-A32E87ADC149}"/>
          </ac:spMkLst>
        </pc:spChg>
        <pc:spChg chg="mod">
          <ac:chgData name="Li, Cong" userId="025630f4-267e-4cb3-8cd5-8795177f99f4" providerId="ADAL" clId="{929A2CC8-B112-421C-81E2-D5D63B23E300}" dt="2026-10-24T01:18:12.048" v="63942" actId="1036"/>
          <ac:spMkLst>
            <pc:docMk/>
            <pc:sldMk cId="1009159685" sldId="629"/>
            <ac:spMk id="13" creationId="{BA7C7A8E-E6BE-D09B-7A35-D8D8BAA53AFC}"/>
          </ac:spMkLst>
        </pc:spChg>
        <pc:spChg chg="mod">
          <ac:chgData name="Li, Cong" userId="025630f4-267e-4cb3-8cd5-8795177f99f4" providerId="ADAL" clId="{929A2CC8-B112-421C-81E2-D5D63B23E300}" dt="2026-10-24T01:18:22.128" v="63946" actId="6549"/>
          <ac:spMkLst>
            <pc:docMk/>
            <pc:sldMk cId="1009159685" sldId="629"/>
            <ac:spMk id="16" creationId="{B03C2E51-67FD-0B83-1C3A-045D360D8D21}"/>
          </ac:spMkLst>
        </pc:spChg>
      </pc:sldChg>
      <pc:sldChg chg="del">
        <pc:chgData name="Li, Cong" userId="025630f4-267e-4cb3-8cd5-8795177f99f4" providerId="ADAL" clId="{929A2CC8-B112-421C-81E2-D5D63B23E300}" dt="2026-10-24T01:17:39.905" v="63922" actId="2696"/>
        <pc:sldMkLst>
          <pc:docMk/>
          <pc:sldMk cId="1873159088" sldId="629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507804104" sldId="630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430215282" sldId="631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922240735" sldId="632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132893933" sldId="633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985883900" sldId="634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181507037" sldId="635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28367382" sldId="636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594595758" sldId="637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846405356" sldId="638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592862289" sldId="639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422344838" sldId="640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696702995" sldId="641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652500846" sldId="642"/>
        </pc:sldMkLst>
      </pc:sldChg>
      <pc:sldChg chg="modSp add del mod modAnim">
        <pc:chgData name="Li, Cong" userId="025630f4-267e-4cb3-8cd5-8795177f99f4" providerId="ADAL" clId="{929A2CC8-B112-421C-81E2-D5D63B23E300}" dt="2026-10-24T07:08:35.966" v="71322" actId="47"/>
        <pc:sldMkLst>
          <pc:docMk/>
          <pc:sldMk cId="4156585488" sldId="643"/>
        </pc:sldMkLst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2607327523" sldId="644"/>
        </pc:sldMkLst>
      </pc:sldChg>
      <pc:sldChg chg="addSp delSp modSp add mod ord delAnim modAnim">
        <pc:chgData name="Li, Cong" userId="025630f4-267e-4cb3-8cd5-8795177f99f4" providerId="ADAL" clId="{929A2CC8-B112-421C-81E2-D5D63B23E300}" dt="2026-10-25T01:32:52.782" v="80159"/>
        <pc:sldMkLst>
          <pc:docMk/>
          <pc:sldMk cId="456377207" sldId="645"/>
        </pc:sldMkLst>
        <pc:spChg chg="mod">
          <ac:chgData name="Li, Cong" userId="025630f4-267e-4cb3-8cd5-8795177f99f4" providerId="ADAL" clId="{929A2CC8-B112-421C-81E2-D5D63B23E300}" dt="2026-10-25T00:36:00.869" v="78347" actId="20577"/>
          <ac:spMkLst>
            <pc:docMk/>
            <pc:sldMk cId="456377207" sldId="645"/>
            <ac:spMk id="2" creationId="{1EB7604A-B762-4EFF-7288-CF8C68EDE2F1}"/>
          </ac:spMkLst>
        </pc:spChg>
        <pc:spChg chg="add mod">
          <ac:chgData name="Li, Cong" userId="025630f4-267e-4cb3-8cd5-8795177f99f4" providerId="ADAL" clId="{929A2CC8-B112-421C-81E2-D5D63B23E300}" dt="2026-10-25T00:43:04.251" v="78783" actId="20577"/>
          <ac:spMkLst>
            <pc:docMk/>
            <pc:sldMk cId="456377207" sldId="645"/>
            <ac:spMk id="3" creationId="{1C096E36-81C0-9603-0E24-B58A319E9C07}"/>
          </ac:spMkLst>
        </pc:spChg>
        <pc:spChg chg="mod">
          <ac:chgData name="Li, Cong" userId="025630f4-267e-4cb3-8cd5-8795177f99f4" providerId="ADAL" clId="{929A2CC8-B112-421C-81E2-D5D63B23E300}" dt="2026-10-25T00:35:46.036" v="78304" actId="20577"/>
          <ac:spMkLst>
            <pc:docMk/>
            <pc:sldMk cId="456377207" sldId="645"/>
            <ac:spMk id="5" creationId="{3BF9CC28-E1BC-1E9C-DB57-62571AAACCD1}"/>
          </ac:spMkLst>
        </pc:spChg>
        <pc:spChg chg="mod">
          <ac:chgData name="Li, Cong" userId="025630f4-267e-4cb3-8cd5-8795177f99f4" providerId="ADAL" clId="{929A2CC8-B112-421C-81E2-D5D63B23E300}" dt="2026-10-25T00:38:47.751" v="78688" actId="20577"/>
          <ac:spMkLst>
            <pc:docMk/>
            <pc:sldMk cId="456377207" sldId="645"/>
            <ac:spMk id="6" creationId="{6D9CB325-88C4-0F3F-B97D-DC0E0F00364B}"/>
          </ac:spMkLst>
        </pc:spChg>
        <pc:spChg chg="mod">
          <ac:chgData name="Li, Cong" userId="025630f4-267e-4cb3-8cd5-8795177f99f4" providerId="ADAL" clId="{929A2CC8-B112-421C-81E2-D5D63B23E300}" dt="2026-10-25T00:37:32.671" v="78472" actId="1035"/>
          <ac:spMkLst>
            <pc:docMk/>
            <pc:sldMk cId="456377207" sldId="645"/>
            <ac:spMk id="10" creationId="{8CA2D213-5363-199C-E11A-691EE19F49D8}"/>
          </ac:spMkLst>
        </pc:spChg>
      </pc:sldChg>
      <pc:sldChg chg="addSp delSp modSp add del mod delAnim">
        <pc:chgData name="Li, Cong" userId="025630f4-267e-4cb3-8cd5-8795177f99f4" providerId="ADAL" clId="{929A2CC8-B112-421C-81E2-D5D63B23E300}" dt="2026-10-25T02:47:55.905" v="83660" actId="47"/>
        <pc:sldMkLst>
          <pc:docMk/>
          <pc:sldMk cId="1535622073" sldId="646"/>
        </pc:sldMkLst>
      </pc:sldChg>
      <pc:sldChg chg="modSp add del mod">
        <pc:chgData name="Li, Cong" userId="025630f4-267e-4cb3-8cd5-8795177f99f4" providerId="ADAL" clId="{929A2CC8-B112-421C-81E2-D5D63B23E300}" dt="2026-10-24T07:08:35.966" v="71322" actId="47"/>
        <pc:sldMkLst>
          <pc:docMk/>
          <pc:sldMk cId="1826353756" sldId="647"/>
        </pc:sldMkLst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337592539" sldId="648"/>
        </pc:sldMkLst>
        <pc:spChg chg="mod">
          <ac:chgData name="Li, Cong" userId="025630f4-267e-4cb3-8cd5-8795177f99f4" providerId="ADAL" clId="{929A2CC8-B112-421C-81E2-D5D63B23E300}" dt="2026-10-24T01:31:53.864" v="64644" actId="20577"/>
          <ac:spMkLst>
            <pc:docMk/>
            <pc:sldMk cId="337592539" sldId="648"/>
            <ac:spMk id="3" creationId="{E5DC32B4-94E5-4241-A3DA-2674ACC90455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4021112979" sldId="649"/>
        </pc:sldMkLst>
        <pc:spChg chg="mod">
          <ac:chgData name="Li, Cong" userId="025630f4-267e-4cb3-8cd5-8795177f99f4" providerId="ADAL" clId="{929A2CC8-B112-421C-81E2-D5D63B23E300}" dt="2026-10-24T00:18:52.855" v="63309" actId="20577"/>
          <ac:spMkLst>
            <pc:docMk/>
            <pc:sldMk cId="4021112979" sldId="649"/>
            <ac:spMk id="2" creationId="{E4DFB4D2-A5F7-2767-228B-BEA8FB06EC64}"/>
          </ac:spMkLst>
        </pc:spChg>
        <pc:spChg chg="mod">
          <ac:chgData name="Li, Cong" userId="025630f4-267e-4cb3-8cd5-8795177f99f4" providerId="ADAL" clId="{929A2CC8-B112-421C-81E2-D5D63B23E300}" dt="2026-10-24T01:10:44.448" v="63892" actId="20577"/>
          <ac:spMkLst>
            <pc:docMk/>
            <pc:sldMk cId="4021112979" sldId="649"/>
            <ac:spMk id="3" creationId="{8563D13A-D7B1-4264-0D54-837D0B01EA1A}"/>
          </ac:spMkLst>
        </pc:spChg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944223250" sldId="650"/>
        </pc:sldMkLst>
        <pc:spChg chg="mod">
          <ac:chgData name="Li, Cong" userId="025630f4-267e-4cb3-8cd5-8795177f99f4" providerId="ADAL" clId="{929A2CC8-B112-421C-81E2-D5D63B23E300}" dt="2026-10-24T01:18:47.874" v="63950" actId="20577"/>
          <ac:spMkLst>
            <pc:docMk/>
            <pc:sldMk cId="944223250" sldId="650"/>
            <ac:spMk id="2" creationId="{F3549C57-7CB6-D6A3-6C67-DAD1655B6187}"/>
          </ac:spMkLst>
        </pc:spChg>
        <pc:spChg chg="mod">
          <ac:chgData name="Li, Cong" userId="025630f4-267e-4cb3-8cd5-8795177f99f4" providerId="ADAL" clId="{929A2CC8-B112-421C-81E2-D5D63B23E300}" dt="2026-10-24T01:22:28.262" v="64121" actId="20577"/>
          <ac:spMkLst>
            <pc:docMk/>
            <pc:sldMk cId="944223250" sldId="650"/>
            <ac:spMk id="13" creationId="{8C7A1B61-E1D4-9565-6185-9DDE05D6348B}"/>
          </ac:spMkLst>
        </pc:spChg>
        <pc:spChg chg="mod">
          <ac:chgData name="Li, Cong" userId="025630f4-267e-4cb3-8cd5-8795177f99f4" providerId="ADAL" clId="{929A2CC8-B112-421C-81E2-D5D63B23E300}" dt="2026-10-24T01:20:24.254" v="64115" actId="20577"/>
          <ac:spMkLst>
            <pc:docMk/>
            <pc:sldMk cId="944223250" sldId="650"/>
            <ac:spMk id="16" creationId="{4B0C26B2-CB37-4C9B-4A7A-2D5398807327}"/>
          </ac:spMkLst>
        </pc:spChg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1952582907" sldId="651"/>
        </pc:sldMkLst>
        <pc:spChg chg="mod">
          <ac:chgData name="Li, Cong" userId="025630f4-267e-4cb3-8cd5-8795177f99f4" providerId="ADAL" clId="{929A2CC8-B112-421C-81E2-D5D63B23E300}" dt="2026-10-24T01:22:17.633" v="64119" actId="20577"/>
          <ac:spMkLst>
            <pc:docMk/>
            <pc:sldMk cId="1952582907" sldId="651"/>
            <ac:spMk id="2" creationId="{53ABF49F-D34C-FA70-CFD6-DF7C88B1727C}"/>
          </ac:spMkLst>
        </pc:spChg>
        <pc:spChg chg="mod">
          <ac:chgData name="Li, Cong" userId="025630f4-267e-4cb3-8cd5-8795177f99f4" providerId="ADAL" clId="{929A2CC8-B112-421C-81E2-D5D63B23E300}" dt="2026-10-24T01:23:02.837" v="64214" actId="20577"/>
          <ac:spMkLst>
            <pc:docMk/>
            <pc:sldMk cId="1952582907" sldId="651"/>
            <ac:spMk id="13" creationId="{09A65D23-9901-7B2D-A390-DB473197F6A9}"/>
          </ac:spMkLst>
        </pc:spChg>
        <pc:spChg chg="mod">
          <ac:chgData name="Li, Cong" userId="025630f4-267e-4cb3-8cd5-8795177f99f4" providerId="ADAL" clId="{929A2CC8-B112-421C-81E2-D5D63B23E300}" dt="2026-10-24T01:24:03.753" v="64301" actId="20577"/>
          <ac:spMkLst>
            <pc:docMk/>
            <pc:sldMk cId="1952582907" sldId="651"/>
            <ac:spMk id="16" creationId="{FA3E44C1-F9B1-A4F1-03E4-3E16071A4475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1924237332" sldId="652"/>
        </pc:sldMkLst>
        <pc:spChg chg="mod">
          <ac:chgData name="Li, Cong" userId="025630f4-267e-4cb3-8cd5-8795177f99f4" providerId="ADAL" clId="{929A2CC8-B112-421C-81E2-D5D63B23E300}" dt="2026-10-24T01:26:20.630" v="64343" actId="20577"/>
          <ac:spMkLst>
            <pc:docMk/>
            <pc:sldMk cId="1924237332" sldId="652"/>
            <ac:spMk id="2" creationId="{593F821A-0E31-085E-2D67-F9514AB1B921}"/>
          </ac:spMkLst>
        </pc:spChg>
        <pc:spChg chg="mod">
          <ac:chgData name="Li, Cong" userId="025630f4-267e-4cb3-8cd5-8795177f99f4" providerId="ADAL" clId="{929A2CC8-B112-421C-81E2-D5D63B23E300}" dt="2026-10-24T01:36:54.787" v="64845" actId="20577"/>
          <ac:spMkLst>
            <pc:docMk/>
            <pc:sldMk cId="1924237332" sldId="652"/>
            <ac:spMk id="3" creationId="{67DC7F7D-5F46-DCBF-56E1-5B54ACB44F09}"/>
          </ac:spMkLst>
        </pc:spChg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515799809" sldId="653"/>
        </pc:sldMkLst>
        <pc:spChg chg="mod">
          <ac:chgData name="Li, Cong" userId="025630f4-267e-4cb3-8cd5-8795177f99f4" providerId="ADAL" clId="{929A2CC8-B112-421C-81E2-D5D63B23E300}" dt="2026-10-24T01:42:38.459" v="64876" actId="20577"/>
          <ac:spMkLst>
            <pc:docMk/>
            <pc:sldMk cId="515799809" sldId="653"/>
            <ac:spMk id="2" creationId="{86A9E05F-4114-2076-FF99-4CE9B0AAD92F}"/>
          </ac:spMkLst>
        </pc:spChg>
        <pc:spChg chg="del">
          <ac:chgData name="Li, Cong" userId="025630f4-267e-4cb3-8cd5-8795177f99f4" providerId="ADAL" clId="{929A2CC8-B112-421C-81E2-D5D63B23E300}" dt="2026-10-24T01:42:41.428" v="64877" actId="478"/>
          <ac:spMkLst>
            <pc:docMk/>
            <pc:sldMk cId="515799809" sldId="653"/>
            <ac:spMk id="3" creationId="{9C88F1A0-D552-3728-F293-EE63DB48FC6C}"/>
          </ac:spMkLst>
        </pc:spChg>
        <pc:spChg chg="add del mod">
          <ac:chgData name="Li, Cong" userId="025630f4-267e-4cb3-8cd5-8795177f99f4" providerId="ADAL" clId="{929A2CC8-B112-421C-81E2-D5D63B23E300}" dt="2026-10-24T01:42:42.885" v="64878" actId="478"/>
          <ac:spMkLst>
            <pc:docMk/>
            <pc:sldMk cId="515799809" sldId="653"/>
            <ac:spMk id="4" creationId="{BF6183E3-CEAC-F8D1-5D31-5DFACA3CBB8B}"/>
          </ac:spMkLst>
        </pc:spChg>
        <pc:spChg chg="mod">
          <ac:chgData name="Li, Cong" userId="025630f4-267e-4cb3-8cd5-8795177f99f4" providerId="ADAL" clId="{929A2CC8-B112-421C-81E2-D5D63B23E300}" dt="2026-10-24T01:51:41.149" v="65056" actId="1076"/>
          <ac:spMkLst>
            <pc:docMk/>
            <pc:sldMk cId="515799809" sldId="653"/>
            <ac:spMk id="5" creationId="{1F2A67D4-EBC8-CA40-D6BA-968761336BD2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7" creationId="{DC2F091C-5B68-87CE-D9B9-162486990A6C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8" creationId="{9BDE8D57-091D-D101-265C-8C01C0F76965}"/>
          </ac:spMkLst>
        </pc:spChg>
        <pc:spChg chg="del mod topLvl">
          <ac:chgData name="Li, Cong" userId="025630f4-267e-4cb3-8cd5-8795177f99f4" providerId="ADAL" clId="{929A2CC8-B112-421C-81E2-D5D63B23E300}" dt="2026-10-24T01:45:08.498" v="65008" actId="478"/>
          <ac:spMkLst>
            <pc:docMk/>
            <pc:sldMk cId="515799809" sldId="653"/>
            <ac:spMk id="9" creationId="{8EF5776D-4655-34FC-6D18-E48120A9CF6C}"/>
          </ac:spMkLst>
        </pc:spChg>
        <pc:spChg chg="del mod topLvl">
          <ac:chgData name="Li, Cong" userId="025630f4-267e-4cb3-8cd5-8795177f99f4" providerId="ADAL" clId="{929A2CC8-B112-421C-81E2-D5D63B23E300}" dt="2026-10-24T01:44:44.761" v="65002" actId="478"/>
          <ac:spMkLst>
            <pc:docMk/>
            <pc:sldMk cId="515799809" sldId="653"/>
            <ac:spMk id="10" creationId="{4CD54311-2D12-FD4B-AD8F-CAA96BE19AE5}"/>
          </ac:spMkLst>
        </pc:spChg>
        <pc:spChg chg="del mod topLvl">
          <ac:chgData name="Li, Cong" userId="025630f4-267e-4cb3-8cd5-8795177f99f4" providerId="ADAL" clId="{929A2CC8-B112-421C-81E2-D5D63B23E300}" dt="2026-10-24T01:45:09.369" v="65009" actId="478"/>
          <ac:spMkLst>
            <pc:docMk/>
            <pc:sldMk cId="515799809" sldId="653"/>
            <ac:spMk id="11" creationId="{F986A008-90C2-3CC6-6D9A-0D297395DA85}"/>
          </ac:spMkLst>
        </pc:spChg>
        <pc:spChg chg="mod topLvl">
          <ac:chgData name="Li, Cong" userId="025630f4-267e-4cb3-8cd5-8795177f99f4" providerId="ADAL" clId="{929A2CC8-B112-421C-81E2-D5D63B23E300}" dt="2026-10-24T02:00:30.873" v="65316" actId="20577"/>
          <ac:spMkLst>
            <pc:docMk/>
            <pc:sldMk cId="515799809" sldId="653"/>
            <ac:spMk id="12" creationId="{8F6FE652-253F-0181-A8CE-72A9EF4E427A}"/>
          </ac:spMkLst>
        </pc:spChg>
        <pc:spChg chg="add del mod topLvl">
          <ac:chgData name="Li, Cong" userId="025630f4-267e-4cb3-8cd5-8795177f99f4" providerId="ADAL" clId="{929A2CC8-B112-421C-81E2-D5D63B23E300}" dt="2026-10-24T01:43:53.232" v="64912" actId="478"/>
          <ac:spMkLst>
            <pc:docMk/>
            <pc:sldMk cId="515799809" sldId="653"/>
            <ac:spMk id="13" creationId="{0591AA81-C272-DB91-595B-2AC5F8F9F8DF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14" creationId="{2301ACA0-D046-E86C-AB51-FE1DF25D5307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15" creationId="{A82B6406-14FE-3F4A-F93E-C0FE56884E88}"/>
          </ac:spMkLst>
        </pc:spChg>
        <pc:spChg chg="add del mod">
          <ac:chgData name="Li, Cong" userId="025630f4-267e-4cb3-8cd5-8795177f99f4" providerId="ADAL" clId="{929A2CC8-B112-421C-81E2-D5D63B23E300}" dt="2026-10-24T01:43:59.600" v="64915" actId="478"/>
          <ac:spMkLst>
            <pc:docMk/>
            <pc:sldMk cId="515799809" sldId="653"/>
            <ac:spMk id="17" creationId="{815BB0A3-E8B3-535D-274B-172A88FD4AF3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19" creationId="{54A9B152-9073-DB6B-6669-9993E0AC2215}"/>
          </ac:spMkLst>
        </pc:spChg>
        <pc:spChg chg="add mod">
          <ac:chgData name="Li, Cong" userId="025630f4-267e-4cb3-8cd5-8795177f99f4" providerId="ADAL" clId="{929A2CC8-B112-421C-81E2-D5D63B23E300}" dt="2026-10-24T01:45:51.398" v="65021" actId="14100"/>
          <ac:spMkLst>
            <pc:docMk/>
            <pc:sldMk cId="515799809" sldId="653"/>
            <ac:spMk id="21" creationId="{14085F2D-C4F3-85DD-94CA-F4974455B624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3" creationId="{CB16FB93-3AEC-627D-87A1-ACA9C8598A4C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5" creationId="{7AFDD004-468F-FC0B-BC4C-290A7D0479C2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6" creationId="{98711A58-3E1E-BDF6-9B88-8ECF932BE8F4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8" creationId="{7C2EE079-FFBE-2C3E-ADD5-1E1B8722B499}"/>
          </ac:spMkLst>
        </pc:spChg>
        <pc:spChg chg="add mod">
          <ac:chgData name="Li, Cong" userId="025630f4-267e-4cb3-8cd5-8795177f99f4" providerId="ADAL" clId="{929A2CC8-B112-421C-81E2-D5D63B23E300}" dt="2026-10-24T01:58:35.790" v="65235" actId="1076"/>
          <ac:spMkLst>
            <pc:docMk/>
            <pc:sldMk cId="515799809" sldId="653"/>
            <ac:spMk id="29" creationId="{27294D00-C802-CEB4-0BB8-6FA32747CF21}"/>
          </ac:spMkLst>
        </pc:spChg>
        <pc:grpChg chg="add del mod">
          <ac:chgData name="Li, Cong" userId="025630f4-267e-4cb3-8cd5-8795177f99f4" providerId="ADAL" clId="{929A2CC8-B112-421C-81E2-D5D63B23E300}" dt="2026-10-24T01:43:17.398" v="64882" actId="165"/>
          <ac:grpSpMkLst>
            <pc:docMk/>
            <pc:sldMk cId="515799809" sldId="653"/>
            <ac:grpSpMk id="6" creationId="{DC9F6552-5DEB-E87F-11D8-EABFB68967DE}"/>
          </ac:grpSpMkLst>
        </pc:grpChg>
        <pc:cxnChg chg="add mod">
          <ac:chgData name="Li, Cong" userId="025630f4-267e-4cb3-8cd5-8795177f99f4" providerId="ADAL" clId="{929A2CC8-B112-421C-81E2-D5D63B23E300}" dt="2026-10-24T01:58:35.790" v="65235" actId="1076"/>
          <ac:cxnSpMkLst>
            <pc:docMk/>
            <pc:sldMk cId="515799809" sldId="653"/>
            <ac:cxnSpMk id="30" creationId="{DAC1AF2F-65EE-23A6-D334-F99ECEEA4698}"/>
          </ac:cxnSpMkLst>
        </pc:cxnChg>
      </pc:sldChg>
      <pc:sldChg chg="add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3102104761" sldId="654"/>
        </pc:sldMkLst>
        <pc:spChg chg="mod">
          <ac:chgData name="Li, Cong" userId="025630f4-267e-4cb3-8cd5-8795177f99f4" providerId="ADAL" clId="{929A2CC8-B112-421C-81E2-D5D63B23E300}" dt="2026-10-24T02:04:42.470" v="65463" actId="20577"/>
          <ac:spMkLst>
            <pc:docMk/>
            <pc:sldMk cId="3102104761" sldId="654"/>
            <ac:spMk id="12" creationId="{25CDF756-AFAB-3A1B-8423-6AA394BABC62}"/>
          </ac:spMkLst>
        </pc:spChg>
        <pc:spChg chg="mod">
          <ac:chgData name="Li, Cong" userId="025630f4-267e-4cb3-8cd5-8795177f99f4" providerId="ADAL" clId="{929A2CC8-B112-421C-81E2-D5D63B23E300}" dt="2026-10-24T02:11:14.163" v="65528" actId="20577"/>
          <ac:spMkLst>
            <pc:docMk/>
            <pc:sldMk cId="3102104761" sldId="654"/>
            <ac:spMk id="29" creationId="{FED2E39E-EE29-F366-20DB-43AE59C35859}"/>
          </ac:spMkLst>
        </pc:spChg>
        <pc:cxnChg chg="add mod">
          <ac:chgData name="Li, Cong" userId="025630f4-267e-4cb3-8cd5-8795177f99f4" providerId="ADAL" clId="{929A2CC8-B112-421C-81E2-D5D63B23E300}" dt="2026-10-24T02:19:00.150" v="65913" actId="692"/>
          <ac:cxnSpMkLst>
            <pc:docMk/>
            <pc:sldMk cId="3102104761" sldId="654"/>
            <ac:cxnSpMk id="6" creationId="{18765939-5456-477A-F192-16F5DC866BC1}"/>
          </ac:cxnSpMkLst>
        </pc:cxnChg>
        <pc:cxnChg chg="add mod">
          <ac:chgData name="Li, Cong" userId="025630f4-267e-4cb3-8cd5-8795177f99f4" providerId="ADAL" clId="{929A2CC8-B112-421C-81E2-D5D63B23E300}" dt="2026-10-24T02:18:40.248" v="65895" actId="692"/>
          <ac:cxnSpMkLst>
            <pc:docMk/>
            <pc:sldMk cId="3102104761" sldId="654"/>
            <ac:cxnSpMk id="11" creationId="{31F98AE7-4196-C3C8-4D38-A9BAA9E7C10C}"/>
          </ac:cxnSpMkLst>
        </pc:cxnChg>
        <pc:cxnChg chg="add mod">
          <ac:chgData name="Li, Cong" userId="025630f4-267e-4cb3-8cd5-8795177f99f4" providerId="ADAL" clId="{929A2CC8-B112-421C-81E2-D5D63B23E300}" dt="2026-10-24T02:18:47.340" v="65901" actId="692"/>
          <ac:cxnSpMkLst>
            <pc:docMk/>
            <pc:sldMk cId="3102104761" sldId="654"/>
            <ac:cxnSpMk id="17" creationId="{FF769382-F049-7983-8B2F-9A7CA18433B4}"/>
          </ac:cxnSpMkLst>
        </pc:cxnChg>
        <pc:cxnChg chg="add mod">
          <ac:chgData name="Li, Cong" userId="025630f4-267e-4cb3-8cd5-8795177f99f4" providerId="ADAL" clId="{929A2CC8-B112-421C-81E2-D5D63B23E300}" dt="2026-10-24T02:19:09.422" v="65920" actId="692"/>
          <ac:cxnSpMkLst>
            <pc:docMk/>
            <pc:sldMk cId="3102104761" sldId="654"/>
            <ac:cxnSpMk id="22" creationId="{4B059FD4-7874-791C-333C-B8C898EE3B02}"/>
          </ac:cxnSpMkLst>
        </pc:cxnChg>
        <pc:cxnChg chg="mod">
          <ac:chgData name="Li, Cong" userId="025630f4-267e-4cb3-8cd5-8795177f99f4" providerId="ADAL" clId="{929A2CC8-B112-421C-81E2-D5D63B23E300}" dt="2026-10-24T02:18:52.573" v="65907" actId="692"/>
          <ac:cxnSpMkLst>
            <pc:docMk/>
            <pc:sldMk cId="3102104761" sldId="654"/>
            <ac:cxnSpMk id="30" creationId="{4A6FD18A-CBEE-872E-694F-262FB55C36FD}"/>
          </ac:cxnSpMkLst>
        </pc:cxnChg>
      </pc:sldChg>
      <pc:sldChg chg="addSp delSp 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1361454139" sldId="655"/>
        </pc:sldMkLst>
        <pc:spChg chg="add mod">
          <ac:chgData name="Li, Cong" userId="025630f4-267e-4cb3-8cd5-8795177f99f4" providerId="ADAL" clId="{929A2CC8-B112-421C-81E2-D5D63B23E300}" dt="2026-10-24T02:04:26.455" v="65459" actId="14100"/>
          <ac:spMkLst>
            <pc:docMk/>
            <pc:sldMk cId="1361454139" sldId="655"/>
            <ac:spMk id="4" creationId="{C456E46A-2A45-85EE-BC4B-ED7969D576E7}"/>
          </ac:spMkLst>
        </pc:spChg>
        <pc:spChg chg="mod">
          <ac:chgData name="Li, Cong" userId="025630f4-267e-4cb3-8cd5-8795177f99f4" providerId="ADAL" clId="{929A2CC8-B112-421C-81E2-D5D63B23E300}" dt="2026-10-24T02:05:20.807" v="65516" actId="207"/>
          <ac:spMkLst>
            <pc:docMk/>
            <pc:sldMk cId="1361454139" sldId="655"/>
            <ac:spMk id="7" creationId="{AA2D784F-9BEC-23A4-FB1F-503B732C13DC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8" creationId="{7920D0DC-C47D-577B-5EC6-47EC1EB640F2}"/>
          </ac:spMkLst>
        </pc:spChg>
        <pc:spChg chg="add mod">
          <ac:chgData name="Li, Cong" userId="025630f4-267e-4cb3-8cd5-8795177f99f4" providerId="ADAL" clId="{929A2CC8-B112-421C-81E2-D5D63B23E300}" dt="2026-10-24T02:01:59.686" v="65396" actId="1076"/>
          <ac:spMkLst>
            <pc:docMk/>
            <pc:sldMk cId="1361454139" sldId="655"/>
            <ac:spMk id="10" creationId="{C94AE14A-DFD1-B19D-20E3-B321EDA2237C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12" creationId="{97454C59-C3E9-7C26-27C3-FE56AD6F67F6}"/>
          </ac:spMkLst>
        </pc:spChg>
        <pc:spChg chg="mod">
          <ac:chgData name="Li, Cong" userId="025630f4-267e-4cb3-8cd5-8795177f99f4" providerId="ADAL" clId="{929A2CC8-B112-421C-81E2-D5D63B23E300}" dt="2026-10-24T02:06:36.416" v="65523" actId="20577"/>
          <ac:spMkLst>
            <pc:docMk/>
            <pc:sldMk cId="1361454139" sldId="655"/>
            <ac:spMk id="15" creationId="{985D93C9-F8B0-576F-77A3-F420402D4360}"/>
          </ac:spMkLst>
        </pc:spChg>
        <pc:spChg chg="add mod">
          <ac:chgData name="Li, Cong" userId="025630f4-267e-4cb3-8cd5-8795177f99f4" providerId="ADAL" clId="{929A2CC8-B112-421C-81E2-D5D63B23E300}" dt="2026-10-24T02:02:10.512" v="65399" actId="1076"/>
          <ac:spMkLst>
            <pc:docMk/>
            <pc:sldMk cId="1361454139" sldId="655"/>
            <ac:spMk id="16" creationId="{990CA7D5-C84E-82E4-A251-B39A8F1D2AE1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19" creationId="{F1FD4AB2-4079-2817-C721-FFE57D962AD8}"/>
          </ac:spMkLst>
        </pc:spChg>
        <pc:spChg chg="add mod">
          <ac:chgData name="Li, Cong" userId="025630f4-267e-4cb3-8cd5-8795177f99f4" providerId="ADAL" clId="{929A2CC8-B112-421C-81E2-D5D63B23E300}" dt="2026-10-24T02:02:27.139" v="65409" actId="20577"/>
          <ac:spMkLst>
            <pc:docMk/>
            <pc:sldMk cId="1361454139" sldId="655"/>
            <ac:spMk id="20" creationId="{49A09714-5FC2-FADD-A208-8C9CBBC367C8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1" creationId="{57B98067-786F-2313-3606-5DCB517DD46C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3" creationId="{D1268045-29EF-9F8E-0DC9-FE26818225F6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5" creationId="{F21AAD50-7364-D379-F7B5-D34C84D04084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6" creationId="{96993BEA-4AEA-4CDC-A149-402DAE6EFC40}"/>
          </ac:spMkLst>
        </pc:spChg>
        <pc:spChg chg="add mod">
          <ac:chgData name="Li, Cong" userId="025630f4-267e-4cb3-8cd5-8795177f99f4" providerId="ADAL" clId="{929A2CC8-B112-421C-81E2-D5D63B23E300}" dt="2026-10-24T02:02:33.200" v="65411" actId="1076"/>
          <ac:spMkLst>
            <pc:docMk/>
            <pc:sldMk cId="1361454139" sldId="655"/>
            <ac:spMk id="27" creationId="{DF9D6B29-5064-81C4-1816-9A022A27AD58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8" creationId="{1390B393-11FA-90CB-4782-CAD501CC976B}"/>
          </ac:spMkLst>
        </pc:spChg>
        <pc:spChg chg="del">
          <ac:chgData name="Li, Cong" userId="025630f4-267e-4cb3-8cd5-8795177f99f4" providerId="ADAL" clId="{929A2CC8-B112-421C-81E2-D5D63B23E300}" dt="2026-10-24T02:00:58.505" v="65318" actId="478"/>
          <ac:spMkLst>
            <pc:docMk/>
            <pc:sldMk cId="1361454139" sldId="655"/>
            <ac:spMk id="29" creationId="{EFE186EC-2712-2C99-A76B-92D75B3D768C}"/>
          </ac:spMkLst>
        </pc:spChg>
        <pc:spChg chg="add mod">
          <ac:chgData name="Li, Cong" userId="025630f4-267e-4cb3-8cd5-8795177f99f4" providerId="ADAL" clId="{929A2CC8-B112-421C-81E2-D5D63B23E300}" dt="2026-10-24T02:03:34.578" v="65429" actId="20577"/>
          <ac:spMkLst>
            <pc:docMk/>
            <pc:sldMk cId="1361454139" sldId="655"/>
            <ac:spMk id="40" creationId="{8E578453-ACCF-C8E3-5FB7-AE9D06E19212}"/>
          </ac:spMkLst>
        </pc:spChg>
        <pc:spChg chg="add mod">
          <ac:chgData name="Li, Cong" userId="025630f4-267e-4cb3-8cd5-8795177f99f4" providerId="ADAL" clId="{929A2CC8-B112-421C-81E2-D5D63B23E300}" dt="2026-10-24T02:03:40.591" v="65431" actId="1076"/>
          <ac:spMkLst>
            <pc:docMk/>
            <pc:sldMk cId="1361454139" sldId="655"/>
            <ac:spMk id="42" creationId="{6A8CF266-B005-16CC-E514-297A0309C7FA}"/>
          </ac:spMkLst>
        </pc:spChg>
        <pc:spChg chg="add mod">
          <ac:chgData name="Li, Cong" userId="025630f4-267e-4cb3-8cd5-8795177f99f4" providerId="ADAL" clId="{929A2CC8-B112-421C-81E2-D5D63B23E300}" dt="2026-10-24T02:05:56.151" v="65517" actId="14100"/>
          <ac:spMkLst>
            <pc:docMk/>
            <pc:sldMk cId="1361454139" sldId="655"/>
            <ac:spMk id="44" creationId="{5ECC67D3-D7F3-F9BD-8CB8-E1C59EFD079E}"/>
          </ac:spMkLst>
        </pc:spChg>
        <pc:grpChg chg="ord">
          <ac:chgData name="Li, Cong" userId="025630f4-267e-4cb3-8cd5-8795177f99f4" providerId="ADAL" clId="{929A2CC8-B112-421C-81E2-D5D63B23E300}" dt="2026-10-24T02:05:13.177" v="65465" actId="167"/>
          <ac:grpSpMkLst>
            <pc:docMk/>
            <pc:sldMk cId="1361454139" sldId="655"/>
            <ac:grpSpMk id="46" creationId="{56B1A4EA-09EA-B269-A917-3FF05F3CA969}"/>
          </ac:grpSpMkLst>
        </pc:grpChg>
        <pc:cxnChg chg="del mod">
          <ac:chgData name="Li, Cong" userId="025630f4-267e-4cb3-8cd5-8795177f99f4" providerId="ADAL" clId="{929A2CC8-B112-421C-81E2-D5D63B23E300}" dt="2026-10-24T02:01:02.103" v="65323" actId="478"/>
          <ac:cxnSpMkLst>
            <pc:docMk/>
            <pc:sldMk cId="1361454139" sldId="655"/>
            <ac:cxnSpMk id="6" creationId="{809AAAA2-EA2E-7A3E-88C9-0022878C77D5}"/>
          </ac:cxnSpMkLst>
        </pc:cxnChg>
        <pc:cxnChg chg="del mod">
          <ac:chgData name="Li, Cong" userId="025630f4-267e-4cb3-8cd5-8795177f99f4" providerId="ADAL" clId="{929A2CC8-B112-421C-81E2-D5D63B23E300}" dt="2026-10-24T02:01:01.424" v="65322" actId="478"/>
          <ac:cxnSpMkLst>
            <pc:docMk/>
            <pc:sldMk cId="1361454139" sldId="655"/>
            <ac:cxnSpMk id="11" creationId="{B6A6F253-1070-C032-43B2-E1538DEC89D2}"/>
          </ac:cxnSpMkLst>
        </pc:cxnChg>
        <pc:cxnChg chg="del mod">
          <ac:chgData name="Li, Cong" userId="025630f4-267e-4cb3-8cd5-8795177f99f4" providerId="ADAL" clId="{929A2CC8-B112-421C-81E2-D5D63B23E300}" dt="2026-10-24T02:00:59.912" v="65320" actId="478"/>
          <ac:cxnSpMkLst>
            <pc:docMk/>
            <pc:sldMk cId="1361454139" sldId="655"/>
            <ac:cxnSpMk id="17" creationId="{E80504F4-E272-865C-0755-15CCE63FB8F0}"/>
          </ac:cxnSpMkLst>
        </pc:cxnChg>
        <pc:cxnChg chg="del mod">
          <ac:chgData name="Li, Cong" userId="025630f4-267e-4cb3-8cd5-8795177f99f4" providerId="ADAL" clId="{929A2CC8-B112-421C-81E2-D5D63B23E300}" dt="2026-10-24T02:01:00.577" v="65321" actId="478"/>
          <ac:cxnSpMkLst>
            <pc:docMk/>
            <pc:sldMk cId="1361454139" sldId="655"/>
            <ac:cxnSpMk id="22" creationId="{3E86456E-A026-D7AC-977F-E5EE98774E76}"/>
          </ac:cxnSpMkLst>
        </pc:cxnChg>
        <pc:cxnChg chg="del mod">
          <ac:chgData name="Li, Cong" userId="025630f4-267e-4cb3-8cd5-8795177f99f4" providerId="ADAL" clId="{929A2CC8-B112-421C-81E2-D5D63B23E300}" dt="2026-10-24T02:00:59.286" v="65319" actId="478"/>
          <ac:cxnSpMkLst>
            <pc:docMk/>
            <pc:sldMk cId="1361454139" sldId="655"/>
            <ac:cxnSpMk id="30" creationId="{65FB06C2-0A73-4769-4713-541C92F07961}"/>
          </ac:cxnSpMkLst>
        </pc:cxnChg>
        <pc:cxnChg chg="add del mod">
          <ac:chgData name="Li, Cong" userId="025630f4-267e-4cb3-8cd5-8795177f99f4" providerId="ADAL" clId="{929A2CC8-B112-421C-81E2-D5D63B23E300}" dt="2026-10-24T02:02:54.694" v="65415" actId="478"/>
          <ac:cxnSpMkLst>
            <pc:docMk/>
            <pc:sldMk cId="1361454139" sldId="655"/>
            <ac:cxnSpMk id="32" creationId="{50B0927C-F8EF-1144-324D-7A8E8AD036C2}"/>
          </ac:cxnSpMkLst>
        </pc:cxnChg>
        <pc:cxnChg chg="add mod">
          <ac:chgData name="Li, Cong" userId="025630f4-267e-4cb3-8cd5-8795177f99f4" providerId="ADAL" clId="{929A2CC8-B112-421C-81E2-D5D63B23E300}" dt="2026-10-24T02:17:14.329" v="65854" actId="692"/>
          <ac:cxnSpMkLst>
            <pc:docMk/>
            <pc:sldMk cId="1361454139" sldId="655"/>
            <ac:cxnSpMk id="34" creationId="{195351FF-A323-55EE-BFE6-1923E0059C9E}"/>
          </ac:cxnSpMkLst>
        </pc:cxnChg>
        <pc:cxnChg chg="add mod">
          <ac:chgData name="Li, Cong" userId="025630f4-267e-4cb3-8cd5-8795177f99f4" providerId="ADAL" clId="{929A2CC8-B112-421C-81E2-D5D63B23E300}" dt="2026-10-24T02:17:29.981" v="65856" actId="14100"/>
          <ac:cxnSpMkLst>
            <pc:docMk/>
            <pc:sldMk cId="1361454139" sldId="655"/>
            <ac:cxnSpMk id="37" creationId="{A037B6A0-1579-72F2-1362-53CF9DC7F2E4}"/>
          </ac:cxnSpMkLst>
        </pc:cxnChg>
      </pc:sldChg>
      <pc:sldChg chg="addSp delSp 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27341985" sldId="656"/>
        </pc:sldMkLst>
        <pc:spChg chg="add mod">
          <ac:chgData name="Li, Cong" userId="025630f4-267e-4cb3-8cd5-8795177f99f4" providerId="ADAL" clId="{929A2CC8-B112-421C-81E2-D5D63B23E300}" dt="2026-10-24T10:40:06.010" v="78035" actId="20577"/>
          <ac:spMkLst>
            <pc:docMk/>
            <pc:sldMk cId="27341985" sldId="656"/>
            <ac:spMk id="6" creationId="{9CEBABBD-C82A-9268-1489-0AA0DCB9CB06}"/>
          </ac:spMkLst>
        </pc:spChg>
        <pc:grpChg chg="del">
          <ac:chgData name="Li, Cong" userId="025630f4-267e-4cb3-8cd5-8795177f99f4" providerId="ADAL" clId="{929A2CC8-B112-421C-81E2-D5D63B23E300}" dt="2026-10-24T02:10:59.586" v="65525" actId="478"/>
          <ac:grpSpMkLst>
            <pc:docMk/>
            <pc:sldMk cId="27341985" sldId="656"/>
            <ac:grpSpMk id="46" creationId="{680FB721-60F5-B317-4014-CCA497D3F8D8}"/>
          </ac:grpSpMkLst>
        </pc:grpChg>
        <pc:cxnChg chg="add mod">
          <ac:chgData name="Li, Cong" userId="025630f4-267e-4cb3-8cd5-8795177f99f4" providerId="ADAL" clId="{929A2CC8-B112-421C-81E2-D5D63B23E300}" dt="2026-10-24T02:12:38.813" v="65713" actId="14100"/>
          <ac:cxnSpMkLst>
            <pc:docMk/>
            <pc:sldMk cId="27341985" sldId="656"/>
            <ac:cxnSpMk id="9" creationId="{3898C39A-E2C9-BA60-F09B-B7B66109B366}"/>
          </ac:cxnSpMkLst>
        </pc:cxnChg>
        <pc:cxnChg chg="del">
          <ac:chgData name="Li, Cong" userId="025630f4-267e-4cb3-8cd5-8795177f99f4" providerId="ADAL" clId="{929A2CC8-B112-421C-81E2-D5D63B23E300}" dt="2026-10-24T02:11:02.056" v="65526" actId="478"/>
          <ac:cxnSpMkLst>
            <pc:docMk/>
            <pc:sldMk cId="27341985" sldId="656"/>
            <ac:cxnSpMk id="34" creationId="{65BB0F04-9B80-E3E1-72E6-E3A73C60D989}"/>
          </ac:cxnSpMkLst>
        </pc:cxnChg>
      </pc:sldChg>
      <pc:sldChg chg="addSp 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1137350092" sldId="657"/>
        </pc:sldMkLst>
        <pc:spChg chg="mod">
          <ac:chgData name="Li, Cong" userId="025630f4-267e-4cb3-8cd5-8795177f99f4" providerId="ADAL" clId="{929A2CC8-B112-421C-81E2-D5D63B23E300}" dt="2026-10-24T02:18:22.412" v="65888" actId="1035"/>
          <ac:spMkLst>
            <pc:docMk/>
            <pc:sldMk cId="1137350092" sldId="657"/>
            <ac:spMk id="6" creationId="{7F36FC2E-461E-3868-4DFA-2C279A0BEA96}"/>
          </ac:spMkLst>
        </pc:spChg>
        <pc:cxnChg chg="add 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8" creationId="{52CA688D-EC14-CAC5-FAFE-D026BB7EFF69}"/>
          </ac:cxnSpMkLst>
        </pc:cxnChg>
        <pc:cxnChg chg="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9" creationId="{C6F42858-8F88-792D-2EBC-F355BCC3619E}"/>
          </ac:cxnSpMkLst>
        </pc:cxnChg>
        <pc:cxnChg chg="add 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13" creationId="{5B98166D-CD5D-6579-7109-27C7EAAE408E}"/>
          </ac:cxnSpMkLst>
        </pc:cxnChg>
        <pc:cxnChg chg="add 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17" creationId="{9D60B6BA-DEC8-9E17-A90C-BC6EDA49E42D}"/>
          </ac:cxnSpMkLst>
        </pc:cxnChg>
        <pc:cxnChg chg="add mod">
          <ac:chgData name="Li, Cong" userId="025630f4-267e-4cb3-8cd5-8795177f99f4" providerId="ADAL" clId="{929A2CC8-B112-421C-81E2-D5D63B23E300}" dt="2026-10-24T02:18:26.526" v="65889" actId="14100"/>
          <ac:cxnSpMkLst>
            <pc:docMk/>
            <pc:sldMk cId="1137350092" sldId="657"/>
            <ac:cxnSpMk id="21" creationId="{8771C47C-B19E-EEFC-C50D-9D9C3C29C02D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2935658337" sldId="658"/>
        </pc:sldMkLst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" creationId="{1E40A25B-7A31-DE21-F456-1E89717526B4}"/>
          </ac:spMkLst>
        </pc:spChg>
        <pc:spChg chg="del">
          <ac:chgData name="Li, Cong" userId="025630f4-267e-4cb3-8cd5-8795177f99f4" providerId="ADAL" clId="{929A2CC8-B112-421C-81E2-D5D63B23E300}" dt="2026-10-24T02:22:57.209" v="65930" actId="478"/>
          <ac:spMkLst>
            <pc:docMk/>
            <pc:sldMk cId="2935658337" sldId="658"/>
            <ac:spMk id="6" creationId="{DF2C88C6-9ED3-E08F-351E-8C319CEFB1B0}"/>
          </ac:spMkLst>
        </pc:spChg>
        <pc:spChg chg="mod">
          <ac:chgData name="Li, Cong" userId="025630f4-267e-4cb3-8cd5-8795177f99f4" providerId="ADAL" clId="{929A2CC8-B112-421C-81E2-D5D63B23E300}" dt="2026-10-24T02:25:18.316" v="65933"/>
          <ac:spMkLst>
            <pc:docMk/>
            <pc:sldMk cId="2935658337" sldId="658"/>
            <ac:spMk id="8" creationId="{6C226452-194B-063E-C5C5-B88A1C35BD8A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10" creationId="{5C406877-F3D3-B063-9532-8A230707FA26}"/>
          </ac:spMkLst>
        </pc:spChg>
        <pc:spChg chg="mod">
          <ac:chgData name="Li, Cong" userId="025630f4-267e-4cb3-8cd5-8795177f99f4" providerId="ADAL" clId="{929A2CC8-B112-421C-81E2-D5D63B23E300}" dt="2026-10-24T02:25:18.316" v="65933"/>
          <ac:spMkLst>
            <pc:docMk/>
            <pc:sldMk cId="2935658337" sldId="658"/>
            <ac:spMk id="14" creationId="{D87BEEC3-5D41-8214-57E8-6FCA99BD4154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16" creationId="{9B38A4B3-DB8C-E2A5-E458-247F2E1D7142}"/>
          </ac:spMkLst>
        </pc:spChg>
        <pc:spChg chg="mod">
          <ac:chgData name="Li, Cong" userId="025630f4-267e-4cb3-8cd5-8795177f99f4" providerId="ADAL" clId="{929A2CC8-B112-421C-81E2-D5D63B23E300}" dt="2026-10-24T02:25:18.316" v="65933"/>
          <ac:spMkLst>
            <pc:docMk/>
            <pc:sldMk cId="2935658337" sldId="658"/>
            <ac:spMk id="19" creationId="{E68D38A6-6FBB-474F-C788-095A95896FE0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20" creationId="{86A5C13F-F803-4C08-97B1-8EA2969E6380}"/>
          </ac:spMkLst>
        </pc:spChg>
        <pc:spChg chg="add del mod">
          <ac:chgData name="Li, Cong" userId="025630f4-267e-4cb3-8cd5-8795177f99f4" providerId="ADAL" clId="{929A2CC8-B112-421C-81E2-D5D63B23E300}" dt="2026-10-24T02:26:51.594" v="65979" actId="478"/>
          <ac:spMkLst>
            <pc:docMk/>
            <pc:sldMk cId="2935658337" sldId="658"/>
            <ac:spMk id="22" creationId="{C4CE89E1-F01A-BA2D-6B9C-3C4F8171FDB3}"/>
          </ac:spMkLst>
        </pc:spChg>
        <pc:spChg chg="add del mod">
          <ac:chgData name="Li, Cong" userId="025630f4-267e-4cb3-8cd5-8795177f99f4" providerId="ADAL" clId="{929A2CC8-B112-421C-81E2-D5D63B23E300}" dt="2026-10-24T02:25:32.766" v="65963" actId="478"/>
          <ac:spMkLst>
            <pc:docMk/>
            <pc:sldMk cId="2935658337" sldId="658"/>
            <ac:spMk id="23" creationId="{D7F1B7B2-628C-B1FE-CEA8-B40419CA7817}"/>
          </ac:spMkLst>
        </pc:spChg>
        <pc:spChg chg="add del mod">
          <ac:chgData name="Li, Cong" userId="025630f4-267e-4cb3-8cd5-8795177f99f4" providerId="ADAL" clId="{929A2CC8-B112-421C-81E2-D5D63B23E300}" dt="2026-10-24T02:25:34.230" v="65964" actId="478"/>
          <ac:spMkLst>
            <pc:docMk/>
            <pc:sldMk cId="2935658337" sldId="658"/>
            <ac:spMk id="24" creationId="{483E542A-355E-9644-3858-C1B526524FE3}"/>
          </ac:spMkLst>
        </pc:spChg>
        <pc:spChg chg="add del mod">
          <ac:chgData name="Li, Cong" userId="025630f4-267e-4cb3-8cd5-8795177f99f4" providerId="ADAL" clId="{929A2CC8-B112-421C-81E2-D5D63B23E300}" dt="2026-10-24T02:25:36.264" v="65967"/>
          <ac:spMkLst>
            <pc:docMk/>
            <pc:sldMk cId="2935658337" sldId="658"/>
            <ac:spMk id="25" creationId="{B352A1C0-8CA8-E6EC-5855-9FD056835CE4}"/>
          </ac:spMkLst>
        </pc:spChg>
        <pc:spChg chg="add del mod">
          <ac:chgData name="Li, Cong" userId="025630f4-267e-4cb3-8cd5-8795177f99f4" providerId="ADAL" clId="{929A2CC8-B112-421C-81E2-D5D63B23E300}" dt="2026-10-24T02:25:38.402" v="65970"/>
          <ac:spMkLst>
            <pc:docMk/>
            <pc:sldMk cId="2935658337" sldId="658"/>
            <ac:spMk id="26" creationId="{8E10B42D-3BAF-8345-19FF-CC47A25A41E3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27" creationId="{22EC1737-0976-D9DC-C554-E9991AD79CC0}"/>
          </ac:spMkLst>
        </pc:spChg>
        <pc:spChg chg="add del mod">
          <ac:chgData name="Li, Cong" userId="025630f4-267e-4cb3-8cd5-8795177f99f4" providerId="ADAL" clId="{929A2CC8-B112-421C-81E2-D5D63B23E300}" dt="2026-10-24T02:26:33.049" v="65976" actId="478"/>
          <ac:spMkLst>
            <pc:docMk/>
            <pc:sldMk cId="2935658337" sldId="658"/>
            <ac:spMk id="28" creationId="{83ECFCF1-01B3-4B26-E5B5-5896DFECB303}"/>
          </ac:spMkLst>
        </pc:spChg>
        <pc:spChg chg="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31" creationId="{22827621-BA68-A31C-26FE-AE1CACC2B69B}"/>
          </ac:spMkLst>
        </pc:spChg>
        <pc:spChg chg="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35" creationId="{0A62B75F-A949-F436-EF4B-6A25654FD10A}"/>
          </ac:spMkLst>
        </pc:spChg>
        <pc:spChg chg="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39" creationId="{1887B264-E40B-B92D-6B04-0F3E06610572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0" creationId="{A222A415-18ED-37DC-6151-B8B7219B1160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2" creationId="{C170A998-FC1A-566C-F71E-5B121988B046}"/>
          </ac:spMkLst>
        </pc:spChg>
        <pc:spChg chg="add 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43" creationId="{D68C4E74-0694-C876-E035-5AE8CA508C5D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4" creationId="{C6281611-7AEB-83AC-63AE-E8F5697D2762}"/>
          </ac:spMkLst>
        </pc:spChg>
        <pc:spChg chg="add 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45" creationId="{A77AA012-7888-57FE-8B61-AD37854903EB}"/>
          </ac:spMkLst>
        </pc:spChg>
        <pc:spChg chg="add 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46" creationId="{13080DE4-AD58-A245-AB45-217D0422B0F0}"/>
          </ac:spMkLst>
        </pc:spChg>
        <pc:spChg chg="mod">
          <ac:chgData name="Li, Cong" userId="025630f4-267e-4cb3-8cd5-8795177f99f4" providerId="ADAL" clId="{929A2CC8-B112-421C-81E2-D5D63B23E300}" dt="2026-10-24T02:26:43.732" v="65977"/>
          <ac:spMkLst>
            <pc:docMk/>
            <pc:sldMk cId="2935658337" sldId="658"/>
            <ac:spMk id="51" creationId="{82B875B2-779D-18F6-C69E-C2D03A41FCA3}"/>
          </ac:spMkLst>
        </pc:spChg>
        <pc:spChg chg="add mod">
          <ac:chgData name="Li, Cong" userId="025630f4-267e-4cb3-8cd5-8795177f99f4" providerId="ADAL" clId="{929A2CC8-B112-421C-81E2-D5D63B23E300}" dt="2026-10-24T02:27:07.793" v="65998" actId="1076"/>
          <ac:spMkLst>
            <pc:docMk/>
            <pc:sldMk cId="2935658337" sldId="658"/>
            <ac:spMk id="52" creationId="{0237EFCB-C378-7021-4C85-3B259CA03E21}"/>
          </ac:spMkLst>
        </pc:spChg>
        <pc:spChg chg="add mod">
          <ac:chgData name="Li, Cong" userId="025630f4-267e-4cb3-8cd5-8795177f99f4" providerId="ADAL" clId="{929A2CC8-B112-421C-81E2-D5D63B23E300}" dt="2026-10-24T02:29:20.255" v="66260" actId="313"/>
          <ac:spMkLst>
            <pc:docMk/>
            <pc:sldMk cId="2935658337" sldId="658"/>
            <ac:spMk id="54" creationId="{53803225-72B2-884A-C659-42465D86BA17}"/>
          </ac:spMkLst>
        </pc:spChg>
        <pc:grpChg chg="del mod">
          <ac:chgData name="Li, Cong" userId="025630f4-267e-4cb3-8cd5-8795177f99f4" providerId="ADAL" clId="{929A2CC8-B112-421C-81E2-D5D63B23E300}" dt="2026-10-24T02:26:51.594" v="65979" actId="478"/>
          <ac:grpSpMkLst>
            <pc:docMk/>
            <pc:sldMk cId="2935658337" sldId="658"/>
            <ac:grpSpMk id="3" creationId="{5E68C94F-6474-E6E6-CE90-357829893111}"/>
          </ac:grpSpMkLst>
        </pc:grpChg>
        <pc:grpChg chg="del mod">
          <ac:chgData name="Li, Cong" userId="025630f4-267e-4cb3-8cd5-8795177f99f4" providerId="ADAL" clId="{929A2CC8-B112-421C-81E2-D5D63B23E300}" dt="2026-10-24T02:26:51.594" v="65979" actId="478"/>
          <ac:grpSpMkLst>
            <pc:docMk/>
            <pc:sldMk cId="2935658337" sldId="658"/>
            <ac:grpSpMk id="12" creationId="{11968383-4752-B2D2-AD9A-E8D5788BCFBB}"/>
          </ac:grpSpMkLst>
        </pc:grpChg>
        <pc:grpChg chg="del mod">
          <ac:chgData name="Li, Cong" userId="025630f4-267e-4cb3-8cd5-8795177f99f4" providerId="ADAL" clId="{929A2CC8-B112-421C-81E2-D5D63B23E300}" dt="2026-10-24T02:26:51.594" v="65979" actId="478"/>
          <ac:grpSpMkLst>
            <pc:docMk/>
            <pc:sldMk cId="2935658337" sldId="658"/>
            <ac:grpSpMk id="17" creationId="{F0E771FB-47D5-34A5-8CEE-3168BE5A7F14}"/>
          </ac:grpSpMkLst>
        </pc:grpChg>
        <pc:grpChg chg="add mod">
          <ac:chgData name="Li, Cong" userId="025630f4-267e-4cb3-8cd5-8795177f99f4" providerId="ADAL" clId="{929A2CC8-B112-421C-81E2-D5D63B23E300}" dt="2026-10-24T02:27:14.114" v="66004" actId="1035"/>
          <ac:grpSpMkLst>
            <pc:docMk/>
            <pc:sldMk cId="2935658337" sldId="658"/>
            <ac:grpSpMk id="47" creationId="{045982D8-56D1-C939-DCD7-E6F778FAEF6A}"/>
          </ac:grpSpMkLst>
        </pc:grpChg>
        <pc:grpChg chg="add mod">
          <ac:chgData name="Li, Cong" userId="025630f4-267e-4cb3-8cd5-8795177f99f4" providerId="ADAL" clId="{929A2CC8-B112-421C-81E2-D5D63B23E300}" dt="2026-10-24T04:45:31.606" v="67924" actId="164"/>
          <ac:grpSpMkLst>
            <pc:docMk/>
            <pc:sldMk cId="2935658337" sldId="658"/>
            <ac:grpSpMk id="55" creationId="{62440564-4964-B109-6C8E-1D7006C4288D}"/>
          </ac:grpSpMkLst>
        </pc:grp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7" creationId="{7B61C2CC-2A5B-6D31-FD80-17028184F33D}"/>
          </ac:picMkLst>
        </pc:pic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11" creationId="{FF8F5D96-1263-D41D-5E64-FEF04331D0F3}"/>
          </ac:picMkLst>
        </pc:pic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13" creationId="{BA78225B-9D80-C683-025E-8AF873F7207D}"/>
          </ac:picMkLst>
        </pc:pic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18" creationId="{F7EC780B-E579-7A30-97DB-913B1B52FB06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30" creationId="{0612CCD1-75E2-ACDA-2DCF-04202086946A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36" creationId="{FDC66FC0-5B11-FB3A-1DE5-471F84654041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38" creationId="{062F18D7-FB95-3CB6-1755-813A0CEA5768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41" creationId="{2F867EC3-BBE8-E7EE-26F2-1C04A4B39017}"/>
          </ac:picMkLst>
        </pc:picChg>
        <pc:picChg chg="mod">
          <ac:chgData name="Li, Cong" userId="025630f4-267e-4cb3-8cd5-8795177f99f4" providerId="ADAL" clId="{929A2CC8-B112-421C-81E2-D5D63B23E300}" dt="2026-10-24T02:26:43.732" v="65977"/>
          <ac:picMkLst>
            <pc:docMk/>
            <pc:sldMk cId="2935658337" sldId="658"/>
            <ac:picMk id="48" creationId="{D8802C31-1E50-AA93-5800-A1AD357256A7}"/>
          </ac:picMkLst>
        </pc:picChg>
        <pc:picChg chg="mod">
          <ac:chgData name="Li, Cong" userId="025630f4-267e-4cb3-8cd5-8795177f99f4" providerId="ADAL" clId="{929A2CC8-B112-421C-81E2-D5D63B23E300}" dt="2026-10-24T02:26:43.732" v="65977"/>
          <ac:picMkLst>
            <pc:docMk/>
            <pc:sldMk cId="2935658337" sldId="658"/>
            <ac:picMk id="49" creationId="{79C52833-D0C5-5EC4-4B08-5FFC99B2DEEA}"/>
          </ac:picMkLst>
        </pc:picChg>
        <pc:picChg chg="mod">
          <ac:chgData name="Li, Cong" userId="025630f4-267e-4cb3-8cd5-8795177f99f4" providerId="ADAL" clId="{929A2CC8-B112-421C-81E2-D5D63B23E300}" dt="2026-10-24T02:26:43.732" v="65977"/>
          <ac:picMkLst>
            <pc:docMk/>
            <pc:sldMk cId="2935658337" sldId="658"/>
            <ac:picMk id="50" creationId="{CE769ED6-752B-3216-44E9-18407B550950}"/>
          </ac:picMkLst>
        </pc:picChg>
        <pc:cxnChg chg="del mod">
          <ac:chgData name="Li, Cong" userId="025630f4-267e-4cb3-8cd5-8795177f99f4" providerId="ADAL" clId="{929A2CC8-B112-421C-81E2-D5D63B23E300}" dt="2026-10-24T02:22:57.209" v="65930" actId="478"/>
          <ac:cxnSpMkLst>
            <pc:docMk/>
            <pc:sldMk cId="2935658337" sldId="658"/>
            <ac:cxnSpMk id="9" creationId="{8384CC65-A31A-5152-8173-9027246B4C0B}"/>
          </ac:cxnSpMkLst>
        </pc:cxnChg>
      </pc:sldChg>
      <pc:sldChg chg="add del">
        <pc:chgData name="Li, Cong" userId="025630f4-267e-4cb3-8cd5-8795177f99f4" providerId="ADAL" clId="{929A2CC8-B112-421C-81E2-D5D63B23E300}" dt="2026-10-24T02:22:51.447" v="65928" actId="47"/>
        <pc:sldMkLst>
          <pc:docMk/>
          <pc:sldMk cId="3532415500" sldId="658"/>
        </pc:sldMkLst>
      </pc:sldChg>
      <pc:sldChg chg="addSp delSp modSp add del mod">
        <pc:chgData name="Li, Cong" userId="025630f4-267e-4cb3-8cd5-8795177f99f4" providerId="ADAL" clId="{929A2CC8-B112-421C-81E2-D5D63B23E300}" dt="2026-10-24T02:22:45.775" v="65926"/>
        <pc:sldMkLst>
          <pc:docMk/>
          <pc:sldMk cId="3927147983" sldId="658"/>
        </pc:sldMkLst>
        <pc:spChg chg="add mod">
          <ac:chgData name="Li, Cong" userId="025630f4-267e-4cb3-8cd5-8795177f99f4" providerId="ADAL" clId="{929A2CC8-B112-421C-81E2-D5D63B23E300}" dt="2026-10-24T02:22:45.384" v="65925" actId="767"/>
          <ac:spMkLst>
            <pc:docMk/>
            <pc:sldMk cId="3927147983" sldId="658"/>
            <ac:spMk id="3" creationId="{23037F97-F1FD-1E55-5F54-2E2346557396}"/>
          </ac:spMkLst>
        </pc:spChg>
        <pc:spChg chg="add del">
          <ac:chgData name="Li, Cong" userId="025630f4-267e-4cb3-8cd5-8795177f99f4" providerId="ADAL" clId="{929A2CC8-B112-421C-81E2-D5D63B23E300}" dt="2026-10-24T02:22:41.906" v="65923" actId="478"/>
          <ac:spMkLst>
            <pc:docMk/>
            <pc:sldMk cId="3927147983" sldId="658"/>
            <ac:spMk id="6" creationId="{72E1D357-C05D-4575-50E0-A6F0C0D0F478}"/>
          </ac:spMkLst>
        </pc:spChg>
        <pc:spChg chg="add del">
          <ac:chgData name="Li, Cong" userId="025630f4-267e-4cb3-8cd5-8795177f99f4" providerId="ADAL" clId="{929A2CC8-B112-421C-81E2-D5D63B23E300}" dt="2026-10-24T02:22:41.906" v="65923" actId="478"/>
          <ac:spMkLst>
            <pc:docMk/>
            <pc:sldMk cId="3927147983" sldId="658"/>
            <ac:spMk id="20" creationId="{7D3747A1-F16E-AAE1-96F4-F67143C8FB9A}"/>
          </ac:spMkLst>
        </pc:spChg>
        <pc:spChg chg="add del">
          <ac:chgData name="Li, Cong" userId="025630f4-267e-4cb3-8cd5-8795177f99f4" providerId="ADAL" clId="{929A2CC8-B112-421C-81E2-D5D63B23E300}" dt="2026-10-24T02:22:41.906" v="65923" actId="478"/>
          <ac:spMkLst>
            <pc:docMk/>
            <pc:sldMk cId="3927147983" sldId="658"/>
            <ac:spMk id="40" creationId="{8D79BD0C-146F-9EF5-BA6C-26995CEE310F}"/>
          </ac:spMkLst>
        </pc:sp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8" creationId="{598AF012-F9ED-1901-BC94-05F849FAFBCE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9" creationId="{B9BA8655-2201-C2BF-3BE2-38DC79EC9A89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13" creationId="{CE18CB33-A494-8EC1-FB9C-E085797AA292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17" creationId="{65C7377E-72ED-C9B1-AC29-6CD3DCA3E761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21" creationId="{401A83B8-CF76-CAC6-0B50-15634E2204FB}"/>
          </ac:cxnSpMkLst>
        </pc:cxnChg>
      </pc:sldChg>
      <pc:sldChg chg="add del">
        <pc:chgData name="Li, Cong" userId="025630f4-267e-4cb3-8cd5-8795177f99f4" providerId="ADAL" clId="{929A2CC8-B112-421C-81E2-D5D63B23E300}" dt="2026-10-24T02:25:10.987" v="65932"/>
        <pc:sldMkLst>
          <pc:docMk/>
          <pc:sldMk cId="1091328531" sldId="659"/>
        </pc:sldMkLst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3818523678" sldId="659"/>
        </pc:sldMkLst>
        <pc:spChg chg="mod">
          <ac:chgData name="Li, Cong" userId="025630f4-267e-4cb3-8cd5-8795177f99f4" providerId="ADAL" clId="{929A2CC8-B112-421C-81E2-D5D63B23E300}" dt="2026-10-24T02:33:25.351" v="66305" actId="20577"/>
          <ac:spMkLst>
            <pc:docMk/>
            <pc:sldMk cId="3818523678" sldId="659"/>
            <ac:spMk id="2" creationId="{2F1FFC49-F4BC-CB3F-02B5-892A1141F06D}"/>
          </ac:spMkLst>
        </pc:spChg>
        <pc:spChg chg="mod">
          <ac:chgData name="Li, Cong" userId="025630f4-267e-4cb3-8cd5-8795177f99f4" providerId="ADAL" clId="{929A2CC8-B112-421C-81E2-D5D63B23E300}" dt="2026-10-24T02:39:44.221" v="66778" actId="20577"/>
          <ac:spMkLst>
            <pc:docMk/>
            <pc:sldMk cId="3818523678" sldId="659"/>
            <ac:spMk id="3" creationId="{B399B755-0A8B-3A91-3E06-C21E99CD410D}"/>
          </ac:spMkLst>
        </pc:spChg>
        <pc:spChg chg="mod">
          <ac:chgData name="Li, Cong" userId="025630f4-267e-4cb3-8cd5-8795177f99f4" providerId="ADAL" clId="{929A2CC8-B112-421C-81E2-D5D63B23E300}" dt="2026-10-24T02:37:55.230" v="66651" actId="1036"/>
          <ac:spMkLst>
            <pc:docMk/>
            <pc:sldMk cId="3818523678" sldId="659"/>
            <ac:spMk id="6" creationId="{B78491AC-8092-211C-01B7-48958E4ECE24}"/>
          </ac:spMkLst>
        </pc:spChg>
        <pc:spChg chg="mod">
          <ac:chgData name="Li, Cong" userId="025630f4-267e-4cb3-8cd5-8795177f99f4" providerId="ADAL" clId="{929A2CC8-B112-421C-81E2-D5D63B23E300}" dt="2026-10-24T10:40:49.790" v="78047" actId="20577"/>
          <ac:spMkLst>
            <pc:docMk/>
            <pc:sldMk cId="3818523678" sldId="659"/>
            <ac:spMk id="10" creationId="{083F6D19-1503-E09B-040B-024F7FB6D8DD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51596517" sldId="660"/>
        </pc:sldMkLst>
        <pc:spChg chg="mod">
          <ac:chgData name="Li, Cong" userId="025630f4-267e-4cb3-8cd5-8795177f99f4" providerId="ADAL" clId="{929A2CC8-B112-421C-81E2-D5D63B23E300}" dt="2026-10-24T04:53:56.232" v="67933" actId="20577"/>
          <ac:spMkLst>
            <pc:docMk/>
            <pc:sldMk cId="51596517" sldId="660"/>
            <ac:spMk id="2" creationId="{0BC79352-113B-5413-5F2D-225461DE5AB0}"/>
          </ac:spMkLst>
        </pc:spChg>
        <pc:spChg chg="mod">
          <ac:chgData name="Li, Cong" userId="025630f4-267e-4cb3-8cd5-8795177f99f4" providerId="ADAL" clId="{929A2CC8-B112-421C-81E2-D5D63B23E300}" dt="2026-10-24T04:55:53.516" v="68002" actId="20577"/>
          <ac:spMkLst>
            <pc:docMk/>
            <pc:sldMk cId="51596517" sldId="660"/>
            <ac:spMk id="3" creationId="{D3818968-97AC-8313-BEBB-1DF33F09AF16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379162673" sldId="661"/>
        </pc:sldMkLst>
        <pc:spChg chg="mod">
          <ac:chgData name="Li, Cong" userId="025630f4-267e-4cb3-8cd5-8795177f99f4" providerId="ADAL" clId="{929A2CC8-B112-421C-81E2-D5D63B23E300}" dt="2026-10-24T05:53:58.642" v="69448" actId="6549"/>
          <ac:spMkLst>
            <pc:docMk/>
            <pc:sldMk cId="379162673" sldId="661"/>
            <ac:spMk id="2" creationId="{1713F40B-0984-0A6E-974C-1B2D90DB31EB}"/>
          </ac:spMkLst>
        </pc:spChg>
        <pc:spChg chg="mod">
          <ac:chgData name="Li, Cong" userId="025630f4-267e-4cb3-8cd5-8795177f99f4" providerId="ADAL" clId="{929A2CC8-B112-421C-81E2-D5D63B23E300}" dt="2026-10-24T10:50:21.879" v="78274" actId="20577"/>
          <ac:spMkLst>
            <pc:docMk/>
            <pc:sldMk cId="379162673" sldId="661"/>
            <ac:spMk id="3" creationId="{9EC80566-09D9-5100-40FF-606F8AC3656A}"/>
          </ac:spMkLst>
        </pc:spChg>
        <pc:spChg chg="mod">
          <ac:chgData name="Li, Cong" userId="025630f4-267e-4cb3-8cd5-8795177f99f4" providerId="ADAL" clId="{929A2CC8-B112-421C-81E2-D5D63B23E300}" dt="2026-10-24T10:50:02.012" v="78268" actId="1076"/>
          <ac:spMkLst>
            <pc:docMk/>
            <pc:sldMk cId="379162673" sldId="661"/>
            <ac:spMk id="6" creationId="{DCCF16D1-6C7E-1B35-FFC6-A62548B172C6}"/>
          </ac:spMkLst>
        </pc:spChg>
        <pc:spChg chg="mod">
          <ac:chgData name="Li, Cong" userId="025630f4-267e-4cb3-8cd5-8795177f99f4" providerId="ADAL" clId="{929A2CC8-B112-421C-81E2-D5D63B23E300}" dt="2026-10-24T10:50:13.277" v="78270" actId="1076"/>
          <ac:spMkLst>
            <pc:docMk/>
            <pc:sldMk cId="379162673" sldId="661"/>
            <ac:spMk id="10" creationId="{C6DFE1A3-AF16-330C-8D83-CB3E4985D96A}"/>
          </ac:spMkLst>
        </pc:spChg>
      </pc:sldChg>
      <pc:sldChg chg="addSp delSp modSp add del mod delAnim">
        <pc:chgData name="Li, Cong" userId="025630f4-267e-4cb3-8cd5-8795177f99f4" providerId="ADAL" clId="{929A2CC8-B112-421C-81E2-D5D63B23E300}" dt="2026-10-24T05:49:53.423" v="69406" actId="47"/>
        <pc:sldMkLst>
          <pc:docMk/>
          <pc:sldMk cId="3205514826" sldId="662"/>
        </pc:sldMkLst>
        <pc:spChg chg="mod">
          <ac:chgData name="Li, Cong" userId="025630f4-267e-4cb3-8cd5-8795177f99f4" providerId="ADAL" clId="{929A2CC8-B112-421C-81E2-D5D63B23E300}" dt="2026-10-24T04:59:53.565" v="68436" actId="20577"/>
          <ac:spMkLst>
            <pc:docMk/>
            <pc:sldMk cId="3205514826" sldId="662"/>
            <ac:spMk id="2" creationId="{CF85457C-73CF-34BA-5FCA-CA2D0809E0B1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6" creationId="{5DD3F6A5-4086-8AC2-89BE-8047C03E32A4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7" creationId="{0A0A8A09-B1E8-A7D9-0CA7-F9C8C374F112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8" creationId="{374FF7E5-E250-76B8-1F95-55BCF33CACB4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9" creationId="{F999EE4B-211B-4AAB-98DE-105451652B24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1" creationId="{4C07CB82-004C-1152-A369-17AE468F0196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2" creationId="{6015BAEB-9C59-8F2E-ACD5-DEBFD2716CAF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3" creationId="{3BA12691-D944-97A3-05F4-5CAA2ADF799B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4" creationId="{38FEF11F-4DEE-46DF-AAEB-203BCA823E18}"/>
          </ac:spMkLst>
        </pc:spChg>
        <pc:spChg chg="del">
          <ac:chgData name="Li, Cong" userId="025630f4-267e-4cb3-8cd5-8795177f99f4" providerId="ADAL" clId="{929A2CC8-B112-421C-81E2-D5D63B23E300}" dt="2026-10-24T04:59:58.510" v="68437" actId="478"/>
          <ac:spMkLst>
            <pc:docMk/>
            <pc:sldMk cId="3205514826" sldId="662"/>
            <ac:spMk id="52" creationId="{D24BBF11-F7C6-735B-700E-2D993974456F}"/>
          </ac:spMkLst>
        </pc:spChg>
        <pc:spChg chg="del">
          <ac:chgData name="Li, Cong" userId="025630f4-267e-4cb3-8cd5-8795177f99f4" providerId="ADAL" clId="{929A2CC8-B112-421C-81E2-D5D63B23E300}" dt="2026-10-24T04:59:58.510" v="68437" actId="478"/>
          <ac:spMkLst>
            <pc:docMk/>
            <pc:sldMk cId="3205514826" sldId="662"/>
            <ac:spMk id="54" creationId="{154549A2-BD41-905A-9DD3-942C2D92C8A2}"/>
          </ac:spMkLst>
        </pc:spChg>
        <pc:grpChg chg="add del mod">
          <ac:chgData name="Li, Cong" userId="025630f4-267e-4cb3-8cd5-8795177f99f4" providerId="ADAL" clId="{929A2CC8-B112-421C-81E2-D5D63B23E300}" dt="2026-10-24T05:37:27.202" v="68443" actId="478"/>
          <ac:grpSpMkLst>
            <pc:docMk/>
            <pc:sldMk cId="3205514826" sldId="662"/>
            <ac:grpSpMk id="3" creationId="{88D1DF78-39F2-F823-68ED-601497F8175E}"/>
          </ac:grpSpMkLst>
        </pc:grpChg>
        <pc:grpChg chg="del">
          <ac:chgData name="Li, Cong" userId="025630f4-267e-4cb3-8cd5-8795177f99f4" providerId="ADAL" clId="{929A2CC8-B112-421C-81E2-D5D63B23E300}" dt="2026-10-24T04:59:58.510" v="68437" actId="478"/>
          <ac:grpSpMkLst>
            <pc:docMk/>
            <pc:sldMk cId="3205514826" sldId="662"/>
            <ac:grpSpMk id="47" creationId="{F0F7D0AB-6E37-3638-54F2-A7DA30DB668B}"/>
          </ac:grpSpMkLst>
        </pc:grpChg>
        <pc:grpChg chg="del mod">
          <ac:chgData name="Li, Cong" userId="025630f4-267e-4cb3-8cd5-8795177f99f4" providerId="ADAL" clId="{929A2CC8-B112-421C-81E2-D5D63B23E300}" dt="2026-10-24T05:37:27.202" v="68443" actId="478"/>
          <ac:grpSpMkLst>
            <pc:docMk/>
            <pc:sldMk cId="3205514826" sldId="662"/>
            <ac:grpSpMk id="55" creationId="{7E3AE25C-D5E8-0550-CDC1-EC7E4B042457}"/>
          </ac:grpSpMkLst>
        </pc:gr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1471535493" sldId="663"/>
        </pc:sldMkLst>
        <pc:spChg chg="mod">
          <ac:chgData name="Li, Cong" userId="025630f4-267e-4cb3-8cd5-8795177f99f4" providerId="ADAL" clId="{929A2CC8-B112-421C-81E2-D5D63B23E300}" dt="2026-10-24T04:54:10.263" v="67935" actId="20577"/>
          <ac:spMkLst>
            <pc:docMk/>
            <pc:sldMk cId="1471535493" sldId="663"/>
            <ac:spMk id="2" creationId="{C5C801F8-9DB2-E7D5-F1C3-78FCB0DB4811}"/>
          </ac:spMkLst>
        </pc:spChg>
        <pc:spChg chg="mod">
          <ac:chgData name="Li, Cong" userId="025630f4-267e-4cb3-8cd5-8795177f99f4" providerId="ADAL" clId="{929A2CC8-B112-421C-81E2-D5D63B23E300}" dt="2026-10-24T10:39:09.846" v="78012" actId="20577"/>
          <ac:spMkLst>
            <pc:docMk/>
            <pc:sldMk cId="1471535493" sldId="663"/>
            <ac:spMk id="3" creationId="{08F1D8DA-8321-89D6-BE5A-DF5C048BB098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2752727051" sldId="664"/>
        </pc:sldMkLst>
        <pc:spChg chg="mod">
          <ac:chgData name="Li, Cong" userId="025630f4-267e-4cb3-8cd5-8795177f99f4" providerId="ADAL" clId="{929A2CC8-B112-421C-81E2-D5D63B23E300}" dt="2026-10-24T05:46:04.586" v="69021" actId="20577"/>
          <ac:spMkLst>
            <pc:docMk/>
            <pc:sldMk cId="2752727051" sldId="664"/>
            <ac:spMk id="2" creationId="{FD10899E-595B-A7FB-5C01-61DFE13612C0}"/>
          </ac:spMkLst>
        </pc:spChg>
        <pc:spChg chg="mod">
          <ac:chgData name="Li, Cong" userId="025630f4-267e-4cb3-8cd5-8795177f99f4" providerId="ADAL" clId="{929A2CC8-B112-421C-81E2-D5D63B23E300}" dt="2026-10-24T06:48:38.726" v="70306" actId="20577"/>
          <ac:spMkLst>
            <pc:docMk/>
            <pc:sldMk cId="2752727051" sldId="664"/>
            <ac:spMk id="3" creationId="{5B6E49E7-0B23-060D-0B93-C861AAFA4EF4}"/>
          </ac:spMkLst>
        </pc:spChg>
      </pc:sldChg>
      <pc:sldChg chg="add del">
        <pc:chgData name="Li, Cong" userId="025630f4-267e-4cb3-8cd5-8795177f99f4" providerId="ADAL" clId="{929A2CC8-B112-421C-81E2-D5D63B23E300}" dt="2026-10-24T05:00:14.280" v="68440"/>
        <pc:sldMkLst>
          <pc:docMk/>
          <pc:sldMk cId="3736785450" sldId="664"/>
        </pc:sldMkLst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4279942667" sldId="665"/>
        </pc:sldMkLst>
        <pc:spChg chg="mod">
          <ac:chgData name="Li, Cong" userId="025630f4-267e-4cb3-8cd5-8795177f99f4" providerId="ADAL" clId="{929A2CC8-B112-421C-81E2-D5D63B23E300}" dt="2026-10-24T05:46:09.706" v="69023" actId="20577"/>
          <ac:spMkLst>
            <pc:docMk/>
            <pc:sldMk cId="4279942667" sldId="665"/>
            <ac:spMk id="2" creationId="{03A121BC-8AE8-7937-A714-0468260FD5D9}"/>
          </ac:spMkLst>
        </pc:spChg>
        <pc:spChg chg="mod">
          <ac:chgData name="Li, Cong" userId="025630f4-267e-4cb3-8cd5-8795177f99f4" providerId="ADAL" clId="{929A2CC8-B112-421C-81E2-D5D63B23E300}" dt="2026-10-24T06:48:30.886" v="70302" actId="20577"/>
          <ac:spMkLst>
            <pc:docMk/>
            <pc:sldMk cId="4279942667" sldId="665"/>
            <ac:spMk id="3" creationId="{97ACF699-C13A-7F68-DC54-AE400B589812}"/>
          </ac:spMkLst>
        </pc:spChg>
      </pc:sldChg>
      <pc:sldChg chg="add del">
        <pc:chgData name="Li, Cong" userId="025630f4-267e-4cb3-8cd5-8795177f99f4" providerId="ADAL" clId="{929A2CC8-B112-421C-81E2-D5D63B23E300}" dt="2026-10-24T06:05:26.921" v="69450"/>
        <pc:sldMkLst>
          <pc:docMk/>
          <pc:sldMk cId="2486763270" sldId="666"/>
        </pc:sldMkLst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2767785173" sldId="666"/>
        </pc:sldMkLst>
        <pc:spChg chg="mod">
          <ac:chgData name="Li, Cong" userId="025630f4-267e-4cb3-8cd5-8795177f99f4" providerId="ADAL" clId="{929A2CC8-B112-421C-81E2-D5D63B23E300}" dt="2026-10-24T06:18:50.905" v="69733" actId="20577"/>
          <ac:spMkLst>
            <pc:docMk/>
            <pc:sldMk cId="2767785173" sldId="666"/>
            <ac:spMk id="2" creationId="{18658D8E-216F-5B01-5654-95AE298A62B8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83" creationId="{7D5509EA-E8E9-87CD-DCCF-4B15A5437A31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85" creationId="{7DE43587-C267-320C-2AF1-E6E653C7F1FF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87" creationId="{7604602E-3FE0-2E15-9F33-473604D343A7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96" creationId="{B1050730-A992-2958-6D7E-F724A75B1F50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97" creationId="{DF3E9864-C712-31CC-5157-C4AF2550AE41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98" creationId="{E2288A13-3B2E-750F-44C1-3871532363F4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99" creationId="{C63A7019-0D31-CB2E-1750-50E8D4B50FA1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100" creationId="{27BA447B-10D0-2593-6247-1B175B4AC926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01" creationId="{418A4609-706E-E788-AE3D-B149462DE274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102" creationId="{F3012801-0AC4-8A1B-9AD1-3942E6AD9138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03" creationId="{09B201A0-D7D4-5156-6926-2EC168667FEE}"/>
          </ac:spMkLst>
        </pc:spChg>
        <pc:spChg chg="add mod">
          <ac:chgData name="Li, Cong" userId="025630f4-267e-4cb3-8cd5-8795177f99f4" providerId="ADAL" clId="{929A2CC8-B112-421C-81E2-D5D63B23E300}" dt="2026-10-24T10:23:32.633" v="77706" actId="20577"/>
          <ac:spMkLst>
            <pc:docMk/>
            <pc:sldMk cId="2767785173" sldId="666"/>
            <ac:spMk id="104" creationId="{D67617E4-5026-344F-447C-2943F6F9C596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05" creationId="{9885790B-0BCE-A38D-D801-7D9B833BE5BF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09" creationId="{40946502-7269-2C01-5C80-F565E390F0F6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11" creationId="{953C8D9E-339B-0178-3125-778D9B39EDD1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12" creationId="{1B302BDD-2712-C834-03B2-B7EEE826E3B9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13" creationId="{8508A2A4-A0C5-E2A1-8E27-3D72DA70433D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14" creationId="{82B42E83-FC8C-6718-700A-5BAAA018919E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21" creationId="{77F21FEA-BC7F-3C53-F615-4A60C382115D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22" creationId="{6070534F-265C-ABE9-D89B-F0C88ADBDDB0}"/>
          </ac:spMkLst>
        </pc:spChg>
        <pc:grpChg chg="add mod">
          <ac:chgData name="Li, Cong" userId="025630f4-267e-4cb3-8cd5-8795177f99f4" providerId="ADAL" clId="{929A2CC8-B112-421C-81E2-D5D63B23E300}" dt="2026-10-24T07:04:46.741" v="71062" actId="1035"/>
          <ac:grpSpMkLst>
            <pc:docMk/>
            <pc:sldMk cId="2767785173" sldId="666"/>
            <ac:grpSpMk id="86" creationId="{E259F8F3-463B-E687-35AF-39E2CE360133}"/>
          </ac:grpSpMkLst>
        </pc:grpChg>
        <pc:grpChg chg="del">
          <ac:chgData name="Li, Cong" userId="025630f4-267e-4cb3-8cd5-8795177f99f4" providerId="ADAL" clId="{929A2CC8-B112-421C-81E2-D5D63B23E300}" dt="2026-10-24T06:22:22.392" v="69734" actId="478"/>
          <ac:grpSpMkLst>
            <pc:docMk/>
            <pc:sldMk cId="2767785173" sldId="666"/>
            <ac:grpSpMk id="106" creationId="{91F08211-6867-AF84-D924-5DE7502927B5}"/>
          </ac:grpSpMkLst>
        </pc:grpChg>
        <pc:grpChg chg="add mod">
          <ac:chgData name="Li, Cong" userId="025630f4-267e-4cb3-8cd5-8795177f99f4" providerId="ADAL" clId="{929A2CC8-B112-421C-81E2-D5D63B23E300}" dt="2026-10-24T06:31:45.382" v="69917"/>
          <ac:grpSpMkLst>
            <pc:docMk/>
            <pc:sldMk cId="2767785173" sldId="666"/>
            <ac:grpSpMk id="108" creationId="{EDAD7989-BD74-0AE8-188A-50B983411BD1}"/>
          </ac:grpSpMkLst>
        </pc:grpChg>
        <pc:grpChg chg="mod">
          <ac:chgData name="Li, Cong" userId="025630f4-267e-4cb3-8cd5-8795177f99f4" providerId="ADAL" clId="{929A2CC8-B112-421C-81E2-D5D63B23E300}" dt="2026-10-24T06:31:45.382" v="69917"/>
          <ac:grpSpMkLst>
            <pc:docMk/>
            <pc:sldMk cId="2767785173" sldId="666"/>
            <ac:grpSpMk id="110" creationId="{64F96D76-1380-05FB-621A-0D79E127034C}"/>
          </ac:grpSpMkLst>
        </pc:grpChg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1208049748" sldId="667"/>
        </pc:sldMkLst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4" creationId="{B7B8EE05-E500-158C-6085-C31BD32AF63D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7" creationId="{C92E37DC-7FB4-3402-B127-B9264973C396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8" creationId="{FE2AEAC3-10F7-4F1F-E29A-2A14D3916146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9" creationId="{26BDA9AF-6DE6-D133-2FDF-C29680B103EB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10" creationId="{6EA2D4A6-D9CD-13E4-6BBB-751FEF311CA5}"/>
          </ac:spMkLst>
        </pc:spChg>
        <pc:spChg chg="add mod">
          <ac:chgData name="Li, Cong" userId="025630f4-267e-4cb3-8cd5-8795177f99f4" providerId="ADAL" clId="{929A2CC8-B112-421C-81E2-D5D63B23E300}" dt="2026-10-24T06:32:49.685" v="70057" actId="1076"/>
          <ac:spMkLst>
            <pc:docMk/>
            <pc:sldMk cId="1208049748" sldId="667"/>
            <ac:spMk id="11" creationId="{599BA8B4-5473-75E9-BDB3-70000DAC13A0}"/>
          </ac:spMkLst>
        </pc:spChg>
        <pc:spChg chg="add del">
          <ac:chgData name="Li, Cong" userId="025630f4-267e-4cb3-8cd5-8795177f99f4" providerId="ADAL" clId="{929A2CC8-B112-421C-81E2-D5D63B23E300}" dt="2026-10-24T06:49:02.144" v="70312" actId="22"/>
          <ac:spMkLst>
            <pc:docMk/>
            <pc:sldMk cId="1208049748" sldId="667"/>
            <ac:spMk id="13" creationId="{29E5EFC6-A34C-6062-C2FE-27B9C3A5EA33}"/>
          </ac:spMkLst>
        </pc:spChg>
        <pc:spChg chg="add del mod">
          <ac:chgData name="Li, Cong" userId="025630f4-267e-4cb3-8cd5-8795177f99f4" providerId="ADAL" clId="{929A2CC8-B112-421C-81E2-D5D63B23E300}" dt="2026-10-24T06:49:31.077" v="70317" actId="478"/>
          <ac:spMkLst>
            <pc:docMk/>
            <pc:sldMk cId="1208049748" sldId="667"/>
            <ac:spMk id="104" creationId="{3C39493C-B9F5-72D2-FFFA-C6F51D3A6B27}"/>
          </ac:spMkLst>
        </pc:spChg>
        <pc:grpChg chg="add mod">
          <ac:chgData name="Li, Cong" userId="025630f4-267e-4cb3-8cd5-8795177f99f4" providerId="ADAL" clId="{929A2CC8-B112-421C-81E2-D5D63B23E300}" dt="2026-10-24T06:31:50.465" v="69919"/>
          <ac:grpSpMkLst>
            <pc:docMk/>
            <pc:sldMk cId="1208049748" sldId="667"/>
            <ac:grpSpMk id="3" creationId="{A95BABBC-21D0-A3AE-E437-595D698BCD54}"/>
          </ac:grpSpMkLst>
        </pc:grpChg>
        <pc:grpChg chg="mod">
          <ac:chgData name="Li, Cong" userId="025630f4-267e-4cb3-8cd5-8795177f99f4" providerId="ADAL" clId="{929A2CC8-B112-421C-81E2-D5D63B23E300}" dt="2026-10-24T06:31:50.465" v="69919"/>
          <ac:grpSpMkLst>
            <pc:docMk/>
            <pc:sldMk cId="1208049748" sldId="667"/>
            <ac:grpSpMk id="6" creationId="{B45CA7F0-E4B8-E6CA-8A22-854F754F25CC}"/>
          </ac:grpSpMkLst>
        </pc:grpChg>
        <pc:grpChg chg="mod">
          <ac:chgData name="Li, Cong" userId="025630f4-267e-4cb3-8cd5-8795177f99f4" providerId="ADAL" clId="{929A2CC8-B112-421C-81E2-D5D63B23E300}" dt="2026-10-24T07:04:40.462" v="71061" actId="1035"/>
          <ac:grpSpMkLst>
            <pc:docMk/>
            <pc:sldMk cId="1208049748" sldId="667"/>
            <ac:grpSpMk id="86" creationId="{2C8ADE4D-E412-7C61-235D-8FA97D845ECB}"/>
          </ac:grpSpMkLst>
        </pc:grp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4078939705" sldId="668"/>
        </pc:sldMkLst>
        <pc:spChg chg="mod">
          <ac:chgData name="Li, Cong" userId="025630f4-267e-4cb3-8cd5-8795177f99f4" providerId="ADAL" clId="{929A2CC8-B112-421C-81E2-D5D63B23E300}" dt="2026-10-24T06:47:18.769" v="70211" actId="20577"/>
          <ac:spMkLst>
            <pc:docMk/>
            <pc:sldMk cId="4078939705" sldId="668"/>
            <ac:spMk id="11" creationId="{38B33F5A-ADEB-5FA4-EE66-EF1F0F5BA8EE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3" creationId="{EED5C13D-BEA2-06E5-38DC-7B6D861F5C71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5" creationId="{EF105EE1-24AF-0367-7645-47B0C7E03895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7" creationId="{47B46E9B-2169-C909-3E2B-D4C46A31DF16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9" creationId="{47A5E92E-196E-EB8E-CB15-3BF6B15F0734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0" creationId="{06FD6090-5698-B118-6012-973401CEB372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2" creationId="{80231E45-9ED0-911E-1B72-54485A9927DA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3" creationId="{4EEB75AB-01B7-D914-632F-91CD36666F44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4" creationId="{72F05E13-47F6-F40A-B837-1D93DB7BEB0E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5" creationId="{3CA18C91-0BDB-A538-3D51-822665A3DAA8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9" creationId="{263FE53A-0FC6-B948-CB1C-76260DA6A372}"/>
          </ac:spMkLst>
        </pc:spChg>
        <pc:spChg chg="del">
          <ac:chgData name="Li, Cong" userId="025630f4-267e-4cb3-8cd5-8795177f99f4" providerId="ADAL" clId="{929A2CC8-B112-421C-81E2-D5D63B23E300}" dt="2026-10-24T06:49:34.880" v="70318" actId="478"/>
          <ac:spMkLst>
            <pc:docMk/>
            <pc:sldMk cId="4078939705" sldId="668"/>
            <ac:spMk id="104" creationId="{CD8F9BD9-B559-0C58-3577-8405C2389D52}"/>
          </ac:spMkLst>
        </pc:spChg>
        <pc:grpChg chg="del">
          <ac:chgData name="Li, Cong" userId="025630f4-267e-4cb3-8cd5-8795177f99f4" providerId="ADAL" clId="{929A2CC8-B112-421C-81E2-D5D63B23E300}" dt="2026-10-24T06:49:14.700" v="70314" actId="21"/>
          <ac:grpSpMkLst>
            <pc:docMk/>
            <pc:sldMk cId="4078939705" sldId="668"/>
            <ac:grpSpMk id="12" creationId="{0D4B54B9-AAFF-CCF0-19DB-064A8C6CDFD0}"/>
          </ac:grpSpMkLst>
        </pc:grpChg>
        <pc:grpChg chg="mod">
          <ac:chgData name="Li, Cong" userId="025630f4-267e-4cb3-8cd5-8795177f99f4" providerId="ADAL" clId="{929A2CC8-B112-421C-81E2-D5D63B23E300}" dt="2026-10-24T07:04:30.941" v="71060" actId="1035"/>
          <ac:grpSpMkLst>
            <pc:docMk/>
            <pc:sldMk cId="4078939705" sldId="668"/>
            <ac:grpSpMk id="86" creationId="{307BA2A2-E29C-431E-8953-FDC857FE68FD}"/>
          </ac:grpSpMkLst>
        </pc:grp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1417012964" sldId="669"/>
        </pc:sldMkLst>
        <pc:spChg chg="mod">
          <ac:chgData name="Li, Cong" userId="025630f4-267e-4cb3-8cd5-8795177f99f4" providerId="ADAL" clId="{929A2CC8-B112-421C-81E2-D5D63B23E300}" dt="2026-10-24T06:48:53.329" v="70310" actId="20577"/>
          <ac:spMkLst>
            <pc:docMk/>
            <pc:sldMk cId="1417012964" sldId="669"/>
            <ac:spMk id="11" creationId="{E259FB0E-A892-EC81-794B-2E93AEEF8977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17" creationId="{47B46E9B-2169-C909-3E2B-D4C46A31DF16}"/>
          </ac:spMkLst>
        </pc:spChg>
        <pc:spChg chg="de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18" creationId="{D967186C-AF0A-3BA2-B413-0E4847C17FDD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0" creationId="{06FD6090-5698-B118-6012-973401CEB372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1" creationId="{803D3B3E-0653-2B78-F9E7-C53AC5C9D180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2" creationId="{80231E45-9ED0-911E-1B72-54485A9927DA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3" creationId="{4EEB75AB-01B7-D914-632F-91CD36666F44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4" creationId="{72F05E13-47F6-F40A-B837-1D93DB7BEB0E}"/>
          </ac:spMkLst>
        </pc:spChg>
        <pc:spChg chg="mod topLvl">
          <ac:chgData name="Li, Cong" userId="025630f4-267e-4cb3-8cd5-8795177f99f4" providerId="ADAL" clId="{929A2CC8-B112-421C-81E2-D5D63B23E300}" dt="2026-10-24T06:50:27.883" v="70321" actId="165"/>
          <ac:spMkLst>
            <pc:docMk/>
            <pc:sldMk cId="1417012964" sldId="669"/>
            <ac:spMk id="25" creationId="{3CA18C91-0BDB-A538-3D51-822665A3DAA8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6" creationId="{CA4F7B38-3DB5-196D-5689-337388409C81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7" creationId="{A0FFE0B7-0781-98A1-24AC-1FCC447CE60C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8" creationId="{03B055E8-8E54-1FDA-4311-6E7795F5472F}"/>
          </ac:spMkLst>
        </pc:spChg>
        <pc:spChg chg="add mod">
          <ac:chgData name="Li, Cong" userId="025630f4-267e-4cb3-8cd5-8795177f99f4" providerId="ADAL" clId="{929A2CC8-B112-421C-81E2-D5D63B23E300}" dt="2026-10-24T06:52:20.739" v="70505" actId="1076"/>
          <ac:spMkLst>
            <pc:docMk/>
            <pc:sldMk cId="1417012964" sldId="669"/>
            <ac:spMk id="30" creationId="{03AB316B-A54E-0B5F-88F5-D7D39F6CDB36}"/>
          </ac:spMkLst>
        </pc:spChg>
        <pc:spChg chg="del">
          <ac:chgData name="Li, Cong" userId="025630f4-267e-4cb3-8cd5-8795177f99f4" providerId="ADAL" clId="{929A2CC8-B112-421C-81E2-D5D63B23E300}" dt="2026-10-24T06:49:37.927" v="70319" actId="478"/>
          <ac:spMkLst>
            <pc:docMk/>
            <pc:sldMk cId="1417012964" sldId="669"/>
            <ac:spMk id="104" creationId="{16F52145-5F7D-D127-3506-AA92910159C7}"/>
          </ac:spMkLst>
        </pc:spChg>
        <pc:grpChg chg="mod">
          <ac:chgData name="Li, Cong" userId="025630f4-267e-4cb3-8cd5-8795177f99f4" providerId="ADAL" clId="{929A2CC8-B112-421C-81E2-D5D63B23E300}" dt="2026-10-24T07:04:24.336" v="71059" actId="1035"/>
          <ac:grpSpMkLst>
            <pc:docMk/>
            <pc:sldMk cId="1417012964" sldId="669"/>
            <ac:grpSpMk id="86" creationId="{CE473508-C453-1082-1265-6CCCB86B8DCA}"/>
          </ac:grpSpMkLst>
        </pc:grpChg>
        <pc:cxnChg chg="add mod">
          <ac:chgData name="Li, Cong" userId="025630f4-267e-4cb3-8cd5-8795177f99f4" providerId="ADAL" clId="{929A2CC8-B112-421C-81E2-D5D63B23E300}" dt="2026-10-24T06:55:35.437" v="70638" actId="1076"/>
          <ac:cxnSpMkLst>
            <pc:docMk/>
            <pc:sldMk cId="1417012964" sldId="669"/>
            <ac:cxnSpMk id="32" creationId="{BCB63A2E-1957-552E-562D-51EB4439C12F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3097563623" sldId="670"/>
        </pc:sldMkLst>
        <pc:spChg chg="del">
          <ac:chgData name="Li, Cong" userId="025630f4-267e-4cb3-8cd5-8795177f99f4" providerId="ADAL" clId="{929A2CC8-B112-421C-81E2-D5D63B23E300}" dt="2026-10-24T06:53:53.777" v="70512" actId="478"/>
          <ac:spMkLst>
            <pc:docMk/>
            <pc:sldMk cId="3097563623" sldId="670"/>
            <ac:spMk id="11" creationId="{856FADFD-6A4F-7E3D-CCA1-07D732D0BD66}"/>
          </ac:spMkLst>
        </pc:spChg>
        <pc:spChg chg="mod">
          <ac:chgData name="Li, Cong" userId="025630f4-267e-4cb3-8cd5-8795177f99f4" providerId="ADAL" clId="{929A2CC8-B112-421C-81E2-D5D63B23E300}" dt="2026-10-24T06:55:10.638" v="70636" actId="20577"/>
          <ac:spMkLst>
            <pc:docMk/>
            <pc:sldMk cId="3097563623" sldId="670"/>
            <ac:spMk id="30" creationId="{6E6658D8-2CCE-FE14-C1FB-870768E129FB}"/>
          </ac:spMkLst>
        </pc:spChg>
        <pc:grpChg chg="mod">
          <ac:chgData name="Li, Cong" userId="025630f4-267e-4cb3-8cd5-8795177f99f4" providerId="ADAL" clId="{929A2CC8-B112-421C-81E2-D5D63B23E300}" dt="2026-10-24T07:04:20.343" v="71058" actId="1035"/>
          <ac:grpSpMkLst>
            <pc:docMk/>
            <pc:sldMk cId="3097563623" sldId="670"/>
            <ac:grpSpMk id="86" creationId="{F58119EB-4183-5DD5-AFC1-29F6235C7412}"/>
          </ac:grpSpMkLst>
        </pc:grpChg>
        <pc:cxnChg chg="add mod">
          <ac:chgData name="Li, Cong" userId="025630f4-267e-4cb3-8cd5-8795177f99f4" providerId="ADAL" clId="{929A2CC8-B112-421C-81E2-D5D63B23E300}" dt="2026-10-24T06:55:51.700" v="70643"/>
          <ac:cxnSpMkLst>
            <pc:docMk/>
            <pc:sldMk cId="3097563623" sldId="670"/>
            <ac:cxnSpMk id="12" creationId="{6667EBAD-99A6-B397-DA13-41E71AAE6B66}"/>
          </ac:cxnSpMkLst>
        </pc:cxnChg>
      </pc:sldChg>
      <pc:sldChg chg="add del">
        <pc:chgData name="Li, Cong" userId="025630f4-267e-4cb3-8cd5-8795177f99f4" providerId="ADAL" clId="{929A2CC8-B112-421C-81E2-D5D63B23E300}" dt="2026-10-24T06:55:43.852" v="70641"/>
        <pc:sldMkLst>
          <pc:docMk/>
          <pc:sldMk cId="1046230137" sldId="671"/>
        </pc:sldMkLst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2786018410" sldId="671"/>
        </pc:sldMkLst>
        <pc:spChg chg="del">
          <ac:chgData name="Li, Cong" userId="025630f4-267e-4cb3-8cd5-8795177f99f4" providerId="ADAL" clId="{929A2CC8-B112-421C-81E2-D5D63B23E300}" dt="2026-10-24T06:58:43.578" v="70646" actId="478"/>
          <ac:spMkLst>
            <pc:docMk/>
            <pc:sldMk cId="2786018410" sldId="671"/>
            <ac:spMk id="30" creationId="{9E813EF1-02DA-EF9B-91C1-63DE54627867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33" creationId="{E246C607-224F-77AB-AA0E-7C6106B8810D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36" creationId="{FC62E924-6A7D-F627-F1D5-24F78C11C443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37" creationId="{4EA5DF99-4BD4-026C-BC42-3E553B65B943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41" creationId="{B1901A2B-72F4-0E9E-9DE1-67D87B1F9DC0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43" creationId="{854A9B9E-8021-3795-0121-D35E5C1CFD83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44" creationId="{4E6ABE01-0092-48F2-8039-B8294EC0BC37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1" creationId="{226E54C5-8B0E-5DFD-2718-F0C8BE5C9068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3" creationId="{B75459BF-B865-85B1-82F4-B0AC7A0D6944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5" creationId="{57B5D237-3986-3348-374C-3CC9BD64201C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6" creationId="{7B69961A-6D3A-B4CF-6EAA-1384881E4752}"/>
          </ac:spMkLst>
        </pc:spChg>
        <pc:spChg chg="add mod">
          <ac:chgData name="Li, Cong" userId="025630f4-267e-4cb3-8cd5-8795177f99f4" providerId="ADAL" clId="{929A2CC8-B112-421C-81E2-D5D63B23E300}" dt="2026-10-24T07:00:49.062" v="70912" actId="1076"/>
          <ac:spMkLst>
            <pc:docMk/>
            <pc:sldMk cId="2786018410" sldId="671"/>
            <ac:spMk id="60" creationId="{0A97A5FC-5B73-9E5D-1B66-478F4AE67939}"/>
          </ac:spMkLst>
        </pc:spChg>
        <pc:grpChg chg="mod">
          <ac:chgData name="Li, Cong" userId="025630f4-267e-4cb3-8cd5-8795177f99f4" providerId="ADAL" clId="{929A2CC8-B112-421C-81E2-D5D63B23E300}" dt="2026-10-24T07:04:15.848" v="71057" actId="1035"/>
          <ac:grpSpMkLst>
            <pc:docMk/>
            <pc:sldMk cId="2786018410" sldId="671"/>
            <ac:grpSpMk id="86" creationId="{5145C427-A717-BC72-D1FB-1CECA4830ABE}"/>
          </ac:grpSpMkLst>
        </pc:grpChg>
        <pc:cxnChg chg="add mod">
          <ac:chgData name="Li, Cong" userId="025630f4-267e-4cb3-8cd5-8795177f99f4" providerId="ADAL" clId="{929A2CC8-B112-421C-81E2-D5D63B23E300}" dt="2026-10-24T07:00:04.686" v="70764" actId="14100"/>
          <ac:cxnSpMkLst>
            <pc:docMk/>
            <pc:sldMk cId="2786018410" sldId="671"/>
            <ac:cxnSpMk id="11" creationId="{B5E51D36-CDDA-DB5F-2F8D-261343CB1851}"/>
          </ac:cxnSpMkLst>
        </pc:cxnChg>
        <pc:cxnChg chg="del">
          <ac:chgData name="Li, Cong" userId="025630f4-267e-4cb3-8cd5-8795177f99f4" providerId="ADAL" clId="{929A2CC8-B112-421C-81E2-D5D63B23E300}" dt="2026-10-24T07:01:03.033" v="70913" actId="478"/>
          <ac:cxnSpMkLst>
            <pc:docMk/>
            <pc:sldMk cId="2786018410" sldId="671"/>
            <ac:cxnSpMk id="12" creationId="{BAA8265C-EB67-6E7B-9400-85F3321D5841}"/>
          </ac:cxnSpMkLst>
        </pc:cxnChg>
        <pc:cxnChg chg="add mod">
          <ac:chgData name="Li, Cong" userId="025630f4-267e-4cb3-8cd5-8795177f99f4" providerId="ADAL" clId="{929A2CC8-B112-421C-81E2-D5D63B23E300}" dt="2026-10-24T06:59:10.046" v="70653" actId="1076"/>
          <ac:cxnSpMkLst>
            <pc:docMk/>
            <pc:sldMk cId="2786018410" sldId="671"/>
            <ac:cxnSpMk id="58" creationId="{355F30F4-F7BD-82F4-8C37-89076CA1B314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3467815374" sldId="672"/>
        </pc:sldMkLst>
        <pc:spChg chg="add mod">
          <ac:chgData name="Li, Cong" userId="025630f4-267e-4cb3-8cd5-8795177f99f4" providerId="ADAL" clId="{929A2CC8-B112-421C-81E2-D5D63B23E300}" dt="2026-10-24T07:01:23.979" v="70917"/>
          <ac:spMkLst>
            <pc:docMk/>
            <pc:sldMk cId="3467815374" sldId="672"/>
            <ac:spMk id="30" creationId="{1ACEA227-9E56-2C71-58AF-8B783B913C30}"/>
          </ac:spMkLst>
        </pc:spChg>
        <pc:spChg chg="add mod">
          <ac:chgData name="Li, Cong" userId="025630f4-267e-4cb3-8cd5-8795177f99f4" providerId="ADAL" clId="{929A2CC8-B112-421C-81E2-D5D63B23E300}" dt="2026-10-24T07:01:23.979" v="70917"/>
          <ac:spMkLst>
            <pc:docMk/>
            <pc:sldMk cId="3467815374" sldId="672"/>
            <ac:spMk id="31" creationId="{F4B4072B-3BEA-B7A9-CB4B-BB5D902C4C39}"/>
          </ac:spMkLst>
        </pc:spChg>
        <pc:spChg chg="mod">
          <ac:chgData name="Li, Cong" userId="025630f4-267e-4cb3-8cd5-8795177f99f4" providerId="ADAL" clId="{929A2CC8-B112-421C-81E2-D5D63B23E300}" dt="2026-10-24T07:02:01.671" v="71035" actId="20577"/>
          <ac:spMkLst>
            <pc:docMk/>
            <pc:sldMk cId="3467815374" sldId="672"/>
            <ac:spMk id="60" creationId="{D9E5BBF3-CFD8-53A3-9731-80333CB5DEB6}"/>
          </ac:spMkLst>
        </pc:spChg>
        <pc:grpChg chg="mod">
          <ac:chgData name="Li, Cong" userId="025630f4-267e-4cb3-8cd5-8795177f99f4" providerId="ADAL" clId="{929A2CC8-B112-421C-81E2-D5D63B23E300}" dt="2026-10-24T07:04:09.026" v="71056" actId="1035"/>
          <ac:grpSpMkLst>
            <pc:docMk/>
            <pc:sldMk cId="3467815374" sldId="672"/>
            <ac:grpSpMk id="86" creationId="{672AFF0D-1A35-B1C3-2B5F-E6EBD00294EE}"/>
          </ac:grpSpMkLst>
        </pc:grpChg>
        <pc:cxnChg chg="mod">
          <ac:chgData name="Li, Cong" userId="025630f4-267e-4cb3-8cd5-8795177f99f4" providerId="ADAL" clId="{929A2CC8-B112-421C-81E2-D5D63B23E300}" dt="2026-10-24T07:01:14.767" v="70916" actId="14100"/>
          <ac:cxnSpMkLst>
            <pc:docMk/>
            <pc:sldMk cId="3467815374" sldId="672"/>
            <ac:cxnSpMk id="11" creationId="{4D3BBF67-65F0-064A-A92C-6D1CE82967DA}"/>
          </ac:cxnSpMkLst>
        </pc:cxnChg>
        <pc:cxnChg chg="del">
          <ac:chgData name="Li, Cong" userId="025630f4-267e-4cb3-8cd5-8795177f99f4" providerId="ADAL" clId="{929A2CC8-B112-421C-81E2-D5D63B23E300}" dt="2026-10-24T07:01:12.254" v="70915" actId="478"/>
          <ac:cxnSpMkLst>
            <pc:docMk/>
            <pc:sldMk cId="3467815374" sldId="672"/>
            <ac:cxnSpMk id="58" creationId="{46FCF982-949F-4089-B714-63F702290F99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1418775150" sldId="673"/>
        </pc:sldMkLst>
        <pc:spChg chg="del">
          <ac:chgData name="Li, Cong" userId="025630f4-267e-4cb3-8cd5-8795177f99f4" providerId="ADAL" clId="{929A2CC8-B112-421C-81E2-D5D63B23E300}" dt="2026-10-24T07:03:07.359" v="71039" actId="478"/>
          <ac:spMkLst>
            <pc:docMk/>
            <pc:sldMk cId="1418775150" sldId="673"/>
            <ac:spMk id="60" creationId="{5092496C-24EA-3E42-97CD-FBF2CDED4EB5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64" creationId="{B23B2290-53C9-8E94-3AD0-5D875CDFDDA6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78" creationId="{6654C406-76CC-FA79-AD11-FA37750D1EEA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83" creationId="{B03F36EE-F701-C479-2D31-3F6C41DE2EC4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85" creationId="{F35D5154-47AC-CAB9-9F1A-267FE2435921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2" creationId="{A5EDAD3C-DDD3-FDEE-1D46-13A800DA2FF2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3" creationId="{25A3682D-1383-E6E5-4079-C7954CD3B698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5" creationId="{086CE599-FCC5-4F5E-38E3-73A0C6DF6AED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8" creationId="{9CBFAC31-C1B4-4F69-70E4-FEA853D91A64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101" creationId="{09B3E06C-2217-3D1B-3A7A-AC587D4D3E82}"/>
          </ac:spMkLst>
        </pc:spChg>
        <pc:spChg chg="mod">
          <ac:chgData name="Li, Cong" userId="025630f4-267e-4cb3-8cd5-8795177f99f4" providerId="ADAL" clId="{929A2CC8-B112-421C-81E2-D5D63B23E300}" dt="2026-10-24T07:03:55.909" v="71051" actId="1037"/>
          <ac:spMkLst>
            <pc:docMk/>
            <pc:sldMk cId="1418775150" sldId="673"/>
            <ac:spMk id="106" creationId="{BF38E58D-A9C2-6772-3002-D6D6F3DAB421}"/>
          </ac:spMkLst>
        </pc:spChg>
        <pc:spChg chg="add 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108" creationId="{4DE16A0B-D0B7-0054-0117-1149E0C02086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1" creationId="{75EA8BE2-13F9-704A-6410-BD4305C00E92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2" creationId="{70E32085-C70B-0768-6DF7-134F4C129B34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3" creationId="{5E0AFAF5-1343-E41E-7AFB-3BF50F9E9CBE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4" creationId="{E6D93CC8-C9AA-2720-3B2F-B602A8C2D8E4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5" creationId="{3545CC11-3A36-37F4-8A22-FC96EE778791}"/>
          </ac:spMkLst>
        </pc:spChg>
        <pc:spChg chg="add mod">
          <ac:chgData name="Li, Cong" userId="025630f4-267e-4cb3-8cd5-8795177f99f4" providerId="ADAL" clId="{929A2CC8-B112-421C-81E2-D5D63B23E300}" dt="2026-10-24T10:22:03.073" v="77670" actId="20577"/>
          <ac:spMkLst>
            <pc:docMk/>
            <pc:sldMk cId="1418775150" sldId="673"/>
            <ac:spMk id="117" creationId="{D5A26DB6-2EC4-139B-29B2-3CBAFD5FFBDD}"/>
          </ac:spMkLst>
        </pc:spChg>
        <pc:grpChg chg="mod">
          <ac:chgData name="Li, Cong" userId="025630f4-267e-4cb3-8cd5-8795177f99f4" providerId="ADAL" clId="{929A2CC8-B112-421C-81E2-D5D63B23E300}" dt="2026-10-24T07:03:55.909" v="71051" actId="1037"/>
          <ac:grpSpMkLst>
            <pc:docMk/>
            <pc:sldMk cId="1418775150" sldId="673"/>
            <ac:grpSpMk id="12" creationId="{165B9942-26DA-633B-C42D-0BAEFBB1A547}"/>
          </ac:grpSpMkLst>
        </pc:grpChg>
        <pc:grpChg chg="del mod">
          <ac:chgData name="Li, Cong" userId="025630f4-267e-4cb3-8cd5-8795177f99f4" providerId="ADAL" clId="{929A2CC8-B112-421C-81E2-D5D63B23E300}" dt="2026-10-24T07:05:09.588" v="71063" actId="478"/>
          <ac:grpSpMkLst>
            <pc:docMk/>
            <pc:sldMk cId="1418775150" sldId="673"/>
            <ac:grpSpMk id="86" creationId="{092E6EF0-244A-8BE1-4FAB-C6D8BC1F5515}"/>
          </ac:grpSpMkLst>
        </pc:grpChg>
        <pc:grpChg chg="add mod">
          <ac:chgData name="Li, Cong" userId="025630f4-267e-4cb3-8cd5-8795177f99f4" providerId="ADAL" clId="{929A2CC8-B112-421C-81E2-D5D63B23E300}" dt="2026-10-24T07:05:14.603" v="71064"/>
          <ac:grpSpMkLst>
            <pc:docMk/>
            <pc:sldMk cId="1418775150" sldId="673"/>
            <ac:grpSpMk id="110" creationId="{D17F6982-A0E4-E6B3-232C-D9BAFC7C7E7F}"/>
          </ac:grpSpMkLst>
        </pc:grpChg>
        <pc:cxnChg chg="del">
          <ac:chgData name="Li, Cong" userId="025630f4-267e-4cb3-8cd5-8795177f99f4" providerId="ADAL" clId="{929A2CC8-B112-421C-81E2-D5D63B23E300}" dt="2026-10-24T07:03:06.622" v="71038" actId="478"/>
          <ac:cxnSpMkLst>
            <pc:docMk/>
            <pc:sldMk cId="1418775150" sldId="673"/>
            <ac:cxnSpMk id="11" creationId="{CE8CD351-B267-4B3F-8CA6-A619F1B60B33}"/>
          </ac:cxnSpMkLst>
        </pc:cxnChg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3300590521" sldId="674"/>
        </pc:sldMkLst>
        <pc:spChg chg="mod">
          <ac:chgData name="Li, Cong" userId="025630f4-267e-4cb3-8cd5-8795177f99f4" providerId="ADAL" clId="{929A2CC8-B112-421C-81E2-D5D63B23E300}" dt="2026-10-24T07:08:13.190" v="71321" actId="6549"/>
          <ac:spMkLst>
            <pc:docMk/>
            <pc:sldMk cId="3300590521" sldId="674"/>
            <ac:spMk id="117" creationId="{955F56CD-AD58-5FE6-60DC-A59E918A7323}"/>
          </ac:spMkLst>
        </pc:spChg>
      </pc:sldChg>
      <pc:sldChg chg="add del">
        <pc:chgData name="Li, Cong" userId="025630f4-267e-4cb3-8cd5-8795177f99f4" providerId="ADAL" clId="{929A2CC8-B112-421C-81E2-D5D63B23E300}" dt="2026-10-24T07:03:26.045" v="71041"/>
        <pc:sldMkLst>
          <pc:docMk/>
          <pc:sldMk cId="3670680612" sldId="674"/>
        </pc:sldMkLst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1259981469" sldId="675"/>
        </pc:sldMkLst>
        <pc:spChg chg="mod">
          <ac:chgData name="Li, Cong" userId="025630f4-267e-4cb3-8cd5-8795177f99f4" providerId="ADAL" clId="{929A2CC8-B112-421C-81E2-D5D63B23E300}" dt="2026-10-24T07:20:07.429" v="71399" actId="20577"/>
          <ac:spMkLst>
            <pc:docMk/>
            <pc:sldMk cId="1259981469" sldId="675"/>
            <ac:spMk id="2" creationId="{291BED82-4D00-667A-9455-1A4B0FFB8289}"/>
          </ac:spMkLst>
        </pc:spChg>
        <pc:spChg chg="mod">
          <ac:chgData name="Li, Cong" userId="025630f4-267e-4cb3-8cd5-8795177f99f4" providerId="ADAL" clId="{929A2CC8-B112-421C-81E2-D5D63B23E300}" dt="2026-10-24T07:24:08.364" v="71872" actId="20577"/>
          <ac:spMkLst>
            <pc:docMk/>
            <pc:sldMk cId="1259981469" sldId="675"/>
            <ac:spMk id="3" creationId="{D883C258-C4BA-A414-C9B6-96DD997C7424}"/>
          </ac:spMkLst>
        </pc:spChg>
        <pc:spChg chg="mod">
          <ac:chgData name="Li, Cong" userId="025630f4-267e-4cb3-8cd5-8795177f99f4" providerId="ADAL" clId="{929A2CC8-B112-421C-81E2-D5D63B23E300}" dt="2026-10-24T10:41:42.545" v="78068" actId="20577"/>
          <ac:spMkLst>
            <pc:docMk/>
            <pc:sldMk cId="1259981469" sldId="675"/>
            <ac:spMk id="6" creationId="{3B2CE3C6-A2EB-4059-367D-C48EC2947D6E}"/>
          </ac:spMkLst>
        </pc:spChg>
        <pc:spChg chg="mod">
          <ac:chgData name="Li, Cong" userId="025630f4-267e-4cb3-8cd5-8795177f99f4" providerId="ADAL" clId="{929A2CC8-B112-421C-81E2-D5D63B23E300}" dt="2026-10-24T10:41:14.095" v="78049" actId="20577"/>
          <ac:spMkLst>
            <pc:docMk/>
            <pc:sldMk cId="1259981469" sldId="675"/>
            <ac:spMk id="10" creationId="{9FE4B3B8-D5E7-A182-B16A-621E779A26AD}"/>
          </ac:spMkLst>
        </pc:spChg>
      </pc:sldChg>
      <pc:sldChg chg="modSp add del mod">
        <pc:chgData name="Li, Cong" userId="025630f4-267e-4cb3-8cd5-8795177f99f4" providerId="ADAL" clId="{929A2CC8-B112-421C-81E2-D5D63B23E300}" dt="2026-10-25T02:47:55.905" v="83660" actId="47"/>
        <pc:sldMkLst>
          <pc:docMk/>
          <pc:sldMk cId="492437470" sldId="676"/>
        </pc:sldMkLst>
        <pc:spChg chg="mod">
          <ac:chgData name="Li, Cong" userId="025630f4-267e-4cb3-8cd5-8795177f99f4" providerId="ADAL" clId="{929A2CC8-B112-421C-81E2-D5D63B23E300}" dt="2026-10-24T07:28:31.900" v="71982" actId="20577"/>
          <ac:spMkLst>
            <pc:docMk/>
            <pc:sldMk cId="492437470" sldId="676"/>
            <ac:spMk id="54" creationId="{E06A6C26-CE4D-FB53-9873-FF8D482BF066}"/>
          </ac:spMkLst>
        </pc:spChg>
      </pc:sldChg>
      <pc:sldChg chg="addSp delSp modSp add del mod setBg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172383689" sldId="677"/>
        </pc:sldMkLst>
        <pc:spChg chg="mod">
          <ac:chgData name="Li, Cong" userId="025630f4-267e-4cb3-8cd5-8795177f99f4" providerId="ADAL" clId="{929A2CC8-B112-421C-81E2-D5D63B23E300}" dt="2026-10-24T07:29:24.965" v="72016" actId="20577"/>
          <ac:spMkLst>
            <pc:docMk/>
            <pc:sldMk cId="172383689" sldId="677"/>
            <ac:spMk id="2" creationId="{3956D4F7-3D44-4DAD-AC7B-F9A0C6487C79}"/>
          </ac:spMkLst>
        </pc:spChg>
        <pc:spChg chg="del">
          <ac:chgData name="Li, Cong" userId="025630f4-267e-4cb3-8cd5-8795177f99f4" providerId="ADAL" clId="{929A2CC8-B112-421C-81E2-D5D63B23E300}" dt="2026-10-24T07:29:29.422" v="72017" actId="478"/>
          <ac:spMkLst>
            <pc:docMk/>
            <pc:sldMk cId="172383689" sldId="677"/>
            <ac:spMk id="3" creationId="{85C505D8-7DE8-EE10-3AB2-9AAEAEE39F8C}"/>
          </ac:spMkLst>
        </pc:spChg>
        <pc:spChg chg="del">
          <ac:chgData name="Li, Cong" userId="025630f4-267e-4cb3-8cd5-8795177f99f4" providerId="ADAL" clId="{929A2CC8-B112-421C-81E2-D5D63B23E300}" dt="2026-10-24T07:29:29.422" v="72017" actId="478"/>
          <ac:spMkLst>
            <pc:docMk/>
            <pc:sldMk cId="172383689" sldId="677"/>
            <ac:spMk id="6" creationId="{E3A9B05F-F065-ED0D-EB3C-9B44E5DEEB13}"/>
          </ac:spMkLst>
        </pc:spChg>
        <pc:spChg chg="add mod">
          <ac:chgData name="Li, Cong" userId="025630f4-267e-4cb3-8cd5-8795177f99f4" providerId="ADAL" clId="{929A2CC8-B112-421C-81E2-D5D63B23E300}" dt="2026-10-24T07:37:35.568" v="72111" actId="1035"/>
          <ac:spMkLst>
            <pc:docMk/>
            <pc:sldMk cId="172383689" sldId="677"/>
            <ac:spMk id="7" creationId="{3B9AADD9-7758-E309-312F-C2BE635343BA}"/>
          </ac:spMkLst>
        </pc:spChg>
        <pc:spChg chg="add mod">
          <ac:chgData name="Li, Cong" userId="025630f4-267e-4cb3-8cd5-8795177f99f4" providerId="ADAL" clId="{929A2CC8-B112-421C-81E2-D5D63B23E300}" dt="2026-10-24T07:42:03.879" v="72235" actId="1076"/>
          <ac:spMkLst>
            <pc:docMk/>
            <pc:sldMk cId="172383689" sldId="677"/>
            <ac:spMk id="9" creationId="{20F800D1-B7B5-5FBE-4EC5-D0E77B1347E9}"/>
          </ac:spMkLst>
        </pc:spChg>
        <pc:spChg chg="del">
          <ac:chgData name="Li, Cong" userId="025630f4-267e-4cb3-8cd5-8795177f99f4" providerId="ADAL" clId="{929A2CC8-B112-421C-81E2-D5D63B23E300}" dt="2026-10-24T07:29:29.422" v="72017" actId="478"/>
          <ac:spMkLst>
            <pc:docMk/>
            <pc:sldMk cId="172383689" sldId="677"/>
            <ac:spMk id="10" creationId="{732CDE3D-C7D6-A4A3-E70E-4908C137D617}"/>
          </ac:spMkLst>
        </pc:spChg>
        <pc:spChg chg="add mod">
          <ac:chgData name="Li, Cong" userId="025630f4-267e-4cb3-8cd5-8795177f99f4" providerId="ADAL" clId="{929A2CC8-B112-421C-81E2-D5D63B23E300}" dt="2026-10-24T07:41:35.696" v="72232" actId="14100"/>
          <ac:spMkLst>
            <pc:docMk/>
            <pc:sldMk cId="172383689" sldId="677"/>
            <ac:spMk id="12" creationId="{977E830D-0445-6CBE-CEF5-BE6402700235}"/>
          </ac:spMkLst>
        </pc:spChg>
        <pc:spChg chg="add mod">
          <ac:chgData name="Li, Cong" userId="025630f4-267e-4cb3-8cd5-8795177f99f4" providerId="ADAL" clId="{929A2CC8-B112-421C-81E2-D5D63B23E300}" dt="2026-10-24T07:37:39.777" v="72112" actId="1076"/>
          <ac:spMkLst>
            <pc:docMk/>
            <pc:sldMk cId="172383689" sldId="677"/>
            <ac:spMk id="14" creationId="{5D9296EC-AAFD-D411-3CE3-C0C11360374B}"/>
          </ac:spMkLst>
        </pc:spChg>
        <pc:spChg chg="add mod">
          <ac:chgData name="Li, Cong" userId="025630f4-267e-4cb3-8cd5-8795177f99f4" providerId="ADAL" clId="{929A2CC8-B112-421C-81E2-D5D63B23E300}" dt="2026-10-24T07:38:26.695" v="72131" actId="1037"/>
          <ac:spMkLst>
            <pc:docMk/>
            <pc:sldMk cId="172383689" sldId="677"/>
            <ac:spMk id="18" creationId="{E785ACB1-1A7E-C124-6325-A98A6BD25671}"/>
          </ac:spMkLst>
        </pc:spChg>
        <pc:spChg chg="add mod">
          <ac:chgData name="Li, Cong" userId="025630f4-267e-4cb3-8cd5-8795177f99f4" providerId="ADAL" clId="{929A2CC8-B112-421C-81E2-D5D63B23E300}" dt="2026-10-24T07:38:12.185" v="72122" actId="571"/>
          <ac:spMkLst>
            <pc:docMk/>
            <pc:sldMk cId="172383689" sldId="677"/>
            <ac:spMk id="20" creationId="{8C156742-0610-C8CA-A2B5-75A413FAAB02}"/>
          </ac:spMkLst>
        </pc:spChg>
        <pc:spChg chg="add mod">
          <ac:chgData name="Li, Cong" userId="025630f4-267e-4cb3-8cd5-8795177f99f4" providerId="ADAL" clId="{929A2CC8-B112-421C-81E2-D5D63B23E300}" dt="2026-10-24T07:39:01.482" v="72181" actId="14100"/>
          <ac:spMkLst>
            <pc:docMk/>
            <pc:sldMk cId="172383689" sldId="677"/>
            <ac:spMk id="25" creationId="{3ABBD91C-5CF3-5FE3-6B6A-8FCEA6E97339}"/>
          </ac:spMkLst>
        </pc:spChg>
        <pc:spChg chg="add del">
          <ac:chgData name="Li, Cong" userId="025630f4-267e-4cb3-8cd5-8795177f99f4" providerId="ADAL" clId="{929A2CC8-B112-421C-81E2-D5D63B23E300}" dt="2026-10-24T07:39:17.415" v="72184" actId="11529"/>
          <ac:spMkLst>
            <pc:docMk/>
            <pc:sldMk cId="172383689" sldId="677"/>
            <ac:spMk id="27" creationId="{AA971C58-EA4B-A4DC-9AE4-000FAC397BEB}"/>
          </ac:spMkLst>
        </pc:spChg>
        <pc:spChg chg="add mod">
          <ac:chgData name="Li, Cong" userId="025630f4-267e-4cb3-8cd5-8795177f99f4" providerId="ADAL" clId="{929A2CC8-B112-421C-81E2-D5D63B23E300}" dt="2026-10-24T07:40:29.839" v="72229" actId="207"/>
          <ac:spMkLst>
            <pc:docMk/>
            <pc:sldMk cId="172383689" sldId="677"/>
            <ac:spMk id="28" creationId="{56C5EAB6-7515-77E8-29AB-9690C24A223C}"/>
          </ac:spMkLst>
        </pc:spChg>
        <pc:spChg chg="add mod">
          <ac:chgData name="Li, Cong" userId="025630f4-267e-4cb3-8cd5-8795177f99f4" providerId="ADAL" clId="{929A2CC8-B112-421C-81E2-D5D63B23E300}" dt="2026-10-24T07:42:30.763" v="72244" actId="6549"/>
          <ac:spMkLst>
            <pc:docMk/>
            <pc:sldMk cId="172383689" sldId="677"/>
            <ac:spMk id="30" creationId="{1838397A-E53E-CDC2-76EA-E58B987A005C}"/>
          </ac:spMkLst>
        </pc:spChg>
        <pc:spChg chg="add mod">
          <ac:chgData name="Li, Cong" userId="025630f4-267e-4cb3-8cd5-8795177f99f4" providerId="ADAL" clId="{929A2CC8-B112-421C-81E2-D5D63B23E300}" dt="2026-10-24T07:42:38.742" v="72245" actId="207"/>
          <ac:spMkLst>
            <pc:docMk/>
            <pc:sldMk cId="172383689" sldId="677"/>
            <ac:spMk id="36" creationId="{262B69A2-4AFF-F8E4-502E-7E10BA403657}"/>
          </ac:spMkLst>
        </pc:spChg>
        <pc:spChg chg="add mod">
          <ac:chgData name="Li, Cong" userId="025630f4-267e-4cb3-8cd5-8795177f99f4" providerId="ADAL" clId="{929A2CC8-B112-421C-81E2-D5D63B23E300}" dt="2026-10-24T07:44:06.180" v="72372" actId="1038"/>
          <ac:spMkLst>
            <pc:docMk/>
            <pc:sldMk cId="172383689" sldId="677"/>
            <ac:spMk id="38" creationId="{ED4CFC22-F04B-9C75-3695-54643648A473}"/>
          </ac:spMkLst>
        </pc:spChg>
        <pc:cxnChg chg="add mod">
          <ac:chgData name="Li, Cong" userId="025630f4-267e-4cb3-8cd5-8795177f99f4" providerId="ADAL" clId="{929A2CC8-B112-421C-81E2-D5D63B23E300}" dt="2026-10-24T07:41:35.696" v="72232" actId="14100"/>
          <ac:cxnSpMkLst>
            <pc:docMk/>
            <pc:sldMk cId="172383689" sldId="677"/>
            <ac:cxnSpMk id="15" creationId="{4E455347-845F-7FEC-D3F4-DB651D2A2227}"/>
          </ac:cxnSpMkLst>
        </pc:cxnChg>
        <pc:cxnChg chg="add mod">
          <ac:chgData name="Li, Cong" userId="025630f4-267e-4cb3-8cd5-8795177f99f4" providerId="ADAL" clId="{929A2CC8-B112-421C-81E2-D5D63B23E300}" dt="2026-10-24T07:39:03.337" v="72182" actId="14100"/>
          <ac:cxnSpMkLst>
            <pc:docMk/>
            <pc:sldMk cId="172383689" sldId="677"/>
            <ac:cxnSpMk id="21" creationId="{6A8DC8F5-6D61-04C2-055A-FD792A8715A1}"/>
          </ac:cxnSpMkLst>
        </pc:cxnChg>
        <pc:cxnChg chg="add mod">
          <ac:chgData name="Li, Cong" userId="025630f4-267e-4cb3-8cd5-8795177f99f4" providerId="ADAL" clId="{929A2CC8-B112-421C-81E2-D5D63B23E300}" dt="2026-10-24T07:42:30.763" v="72244" actId="6549"/>
          <ac:cxnSpMkLst>
            <pc:docMk/>
            <pc:sldMk cId="172383689" sldId="677"/>
            <ac:cxnSpMk id="29" creationId="{A08CF601-78FA-A9D5-32D6-99610F72173B}"/>
          </ac:cxnSpMkLst>
        </pc:cxnChg>
        <pc:cxnChg chg="add mod">
          <ac:chgData name="Li, Cong" userId="025630f4-267e-4cb3-8cd5-8795177f99f4" providerId="ADAL" clId="{929A2CC8-B112-421C-81E2-D5D63B23E300}" dt="2026-10-24T07:44:06.180" v="72372" actId="1038"/>
          <ac:cxnSpMkLst>
            <pc:docMk/>
            <pc:sldMk cId="172383689" sldId="677"/>
            <ac:cxnSpMk id="37" creationId="{B682B27B-DEC3-39B0-B1E5-BC1D120F8A5E}"/>
          </ac:cxnSpMkLst>
        </pc:cxnChg>
      </pc:sldChg>
      <pc:sldChg chg="addSp delSp modSp add del mod setBg modAnim">
        <pc:chgData name="Li, Cong" userId="025630f4-267e-4cb3-8cd5-8795177f99f4" providerId="ADAL" clId="{929A2CC8-B112-421C-81E2-D5D63B23E300}" dt="2026-10-25T02:47:55.905" v="83660" actId="47"/>
        <pc:sldMkLst>
          <pc:docMk/>
          <pc:sldMk cId="3869334679" sldId="678"/>
        </pc:sldMkLst>
        <pc:spChg chg="add mod">
          <ac:chgData name="Li, Cong" userId="025630f4-267e-4cb3-8cd5-8795177f99f4" providerId="ADAL" clId="{929A2CC8-B112-421C-81E2-D5D63B23E300}" dt="2026-10-24T07:48:38.340" v="72485" actId="14100"/>
          <ac:spMkLst>
            <pc:docMk/>
            <pc:sldMk cId="3869334679" sldId="678"/>
            <ac:spMk id="4" creationId="{D6EF9130-E6C5-0AE3-BF05-7A280ACE5F09}"/>
          </ac:spMkLst>
        </pc:spChg>
        <pc:spChg chg="mod">
          <ac:chgData name="Li, Cong" userId="025630f4-267e-4cb3-8cd5-8795177f99f4" providerId="ADAL" clId="{929A2CC8-B112-421C-81E2-D5D63B23E300}" dt="2026-10-24T07:48:28.072" v="72484" actId="1037"/>
          <ac:spMkLst>
            <pc:docMk/>
            <pc:sldMk cId="3869334679" sldId="678"/>
            <ac:spMk id="14" creationId="{526B30BE-E450-F8C4-C501-B3F2C0362FF3}"/>
          </ac:spMkLst>
        </pc:spChg>
        <pc:spChg chg="add mod">
          <ac:chgData name="Li, Cong" userId="025630f4-267e-4cb3-8cd5-8795177f99f4" providerId="ADAL" clId="{929A2CC8-B112-421C-81E2-D5D63B23E300}" dt="2026-10-24T07:49:04.890" v="72548" actId="1036"/>
          <ac:spMkLst>
            <pc:docMk/>
            <pc:sldMk cId="3869334679" sldId="678"/>
            <ac:spMk id="16" creationId="{A3C899EB-2BAC-B166-30EB-27F91A69463D}"/>
          </ac:spMkLst>
        </pc:spChg>
        <pc:spChg chg="add mod">
          <ac:chgData name="Li, Cong" userId="025630f4-267e-4cb3-8cd5-8795177f99f4" providerId="ADAL" clId="{929A2CC8-B112-421C-81E2-D5D63B23E300}" dt="2026-10-24T07:49:04.890" v="72548" actId="1036"/>
          <ac:spMkLst>
            <pc:docMk/>
            <pc:sldMk cId="3869334679" sldId="678"/>
            <ac:spMk id="19" creationId="{AA89C1C4-DB43-E725-C39A-E085E00B3424}"/>
          </ac:spMkLst>
        </pc:spChg>
        <pc:spChg chg="add mod">
          <ac:chgData name="Li, Cong" userId="025630f4-267e-4cb3-8cd5-8795177f99f4" providerId="ADAL" clId="{929A2CC8-B112-421C-81E2-D5D63B23E300}" dt="2026-10-24T07:49:24.916" v="72600" actId="1037"/>
          <ac:spMkLst>
            <pc:docMk/>
            <pc:sldMk cId="3869334679" sldId="678"/>
            <ac:spMk id="22" creationId="{3163FBE1-C6AF-18BF-FE85-29554BB9DDFE}"/>
          </ac:spMkLst>
        </pc:spChg>
        <pc:spChg chg="add mod">
          <ac:chgData name="Li, Cong" userId="025630f4-267e-4cb3-8cd5-8795177f99f4" providerId="ADAL" clId="{929A2CC8-B112-421C-81E2-D5D63B23E300}" dt="2026-10-24T07:50:16.516" v="72659" actId="1037"/>
          <ac:spMkLst>
            <pc:docMk/>
            <pc:sldMk cId="3869334679" sldId="678"/>
            <ac:spMk id="24" creationId="{0598D508-4EA9-2F73-A6C5-B8BE63F501C9}"/>
          </ac:spMkLst>
        </pc:spChg>
        <pc:spChg chg="del">
          <ac:chgData name="Li, Cong" userId="025630f4-267e-4cb3-8cd5-8795177f99f4" providerId="ADAL" clId="{929A2CC8-B112-421C-81E2-D5D63B23E300}" dt="2026-10-24T07:45:00.819" v="72380" actId="478"/>
          <ac:spMkLst>
            <pc:docMk/>
            <pc:sldMk cId="3869334679" sldId="678"/>
            <ac:spMk id="25" creationId="{4708485B-1C13-6EBF-A614-36A2BBDC9087}"/>
          </ac:spMkLst>
        </pc:spChg>
        <pc:spChg chg="add mod">
          <ac:chgData name="Li, Cong" userId="025630f4-267e-4cb3-8cd5-8795177f99f4" providerId="ADAL" clId="{929A2CC8-B112-421C-81E2-D5D63B23E300}" dt="2026-10-24T07:50:16.516" v="72659" actId="1037"/>
          <ac:spMkLst>
            <pc:docMk/>
            <pc:sldMk cId="3869334679" sldId="678"/>
            <ac:spMk id="27" creationId="{2D0676A5-3F0C-744A-9AF9-8FD31E81B5F4}"/>
          </ac:spMkLst>
        </pc:spChg>
        <pc:spChg chg="del">
          <ac:chgData name="Li, Cong" userId="025630f4-267e-4cb3-8cd5-8795177f99f4" providerId="ADAL" clId="{929A2CC8-B112-421C-81E2-D5D63B23E300}" dt="2026-10-24T07:44:54.390" v="72376" actId="478"/>
          <ac:spMkLst>
            <pc:docMk/>
            <pc:sldMk cId="3869334679" sldId="678"/>
            <ac:spMk id="30" creationId="{C48B2701-7217-8B28-9D6B-F6D9E4CF3E3C}"/>
          </ac:spMkLst>
        </pc:spChg>
        <pc:spChg chg="add mod">
          <ac:chgData name="Li, Cong" userId="025630f4-267e-4cb3-8cd5-8795177f99f4" providerId="ADAL" clId="{929A2CC8-B112-421C-81E2-D5D63B23E300}" dt="2026-10-24T07:52:17.017" v="72679" actId="1037"/>
          <ac:spMkLst>
            <pc:docMk/>
            <pc:sldMk cId="3869334679" sldId="678"/>
            <ac:spMk id="31" creationId="{E5692DF1-83F3-FB19-EF64-258BA71A3DA4}"/>
          </ac:spMkLst>
        </pc:spChg>
        <pc:spChg chg="add mod">
          <ac:chgData name="Li, Cong" userId="025630f4-267e-4cb3-8cd5-8795177f99f4" providerId="ADAL" clId="{929A2CC8-B112-421C-81E2-D5D63B23E300}" dt="2026-10-24T07:52:17.017" v="72679" actId="1037"/>
          <ac:spMkLst>
            <pc:docMk/>
            <pc:sldMk cId="3869334679" sldId="678"/>
            <ac:spMk id="32" creationId="{08ABFD28-D1C7-2DB4-13EB-9F2304F4E887}"/>
          </ac:spMkLst>
        </pc:spChg>
        <pc:spChg chg="add mod">
          <ac:chgData name="Li, Cong" userId="025630f4-267e-4cb3-8cd5-8795177f99f4" providerId="ADAL" clId="{929A2CC8-B112-421C-81E2-D5D63B23E300}" dt="2026-10-24T07:53:28.982" v="72800" actId="1035"/>
          <ac:spMkLst>
            <pc:docMk/>
            <pc:sldMk cId="3869334679" sldId="678"/>
            <ac:spMk id="33" creationId="{B86D7E7D-333D-5589-2AC3-50A7A89C034E}"/>
          </ac:spMkLst>
        </pc:spChg>
        <pc:spChg chg="del">
          <ac:chgData name="Li, Cong" userId="025630f4-267e-4cb3-8cd5-8795177f99f4" providerId="ADAL" clId="{929A2CC8-B112-421C-81E2-D5D63B23E300}" dt="2026-10-24T07:44:57.806" v="72378" actId="478"/>
          <ac:spMkLst>
            <pc:docMk/>
            <pc:sldMk cId="3869334679" sldId="678"/>
            <ac:spMk id="38" creationId="{855CB4AD-5F9F-1B8C-7AAA-8A1AB1AF4840}"/>
          </ac:spMkLst>
        </pc:spChg>
        <pc:cxnChg chg="mod">
          <ac:chgData name="Li, Cong" userId="025630f4-267e-4cb3-8cd5-8795177f99f4" providerId="ADAL" clId="{929A2CC8-B112-421C-81E2-D5D63B23E300}" dt="2026-10-24T07:48:38.340" v="72485" actId="14100"/>
          <ac:cxnSpMkLst>
            <pc:docMk/>
            <pc:sldMk cId="3869334679" sldId="678"/>
            <ac:cxnSpMk id="15" creationId="{23F1D0C0-F981-AE71-35E2-91678A9F40C6}"/>
          </ac:cxnSpMkLst>
        </pc:cxnChg>
        <pc:cxnChg chg="del mod">
          <ac:chgData name="Li, Cong" userId="025630f4-267e-4cb3-8cd5-8795177f99f4" providerId="ADAL" clId="{929A2CC8-B112-421C-81E2-D5D63B23E300}" dt="2026-10-24T07:44:59.276" v="72379" actId="478"/>
          <ac:cxnSpMkLst>
            <pc:docMk/>
            <pc:sldMk cId="3869334679" sldId="678"/>
            <ac:cxnSpMk id="21" creationId="{8DFEDE59-9493-8F9C-ABA9-4DDA5D1337E9}"/>
          </ac:cxnSpMkLst>
        </pc:cxnChg>
        <pc:cxnChg chg="del mod">
          <ac:chgData name="Li, Cong" userId="025630f4-267e-4cb3-8cd5-8795177f99f4" providerId="ADAL" clId="{929A2CC8-B112-421C-81E2-D5D63B23E300}" dt="2026-10-24T07:44:54.390" v="72376" actId="478"/>
          <ac:cxnSpMkLst>
            <pc:docMk/>
            <pc:sldMk cId="3869334679" sldId="678"/>
            <ac:cxnSpMk id="29" creationId="{49847B4C-3D88-7EC4-5278-A644400E3A4E}"/>
          </ac:cxnSpMkLst>
        </pc:cxnChg>
        <pc:cxnChg chg="del mod">
          <ac:chgData name="Li, Cong" userId="025630f4-267e-4cb3-8cd5-8795177f99f4" providerId="ADAL" clId="{929A2CC8-B112-421C-81E2-D5D63B23E300}" dt="2026-10-24T07:44:55.326" v="72377" actId="478"/>
          <ac:cxnSpMkLst>
            <pc:docMk/>
            <pc:sldMk cId="3869334679" sldId="678"/>
            <ac:cxnSpMk id="37" creationId="{390ADC61-DE68-107B-F090-B5472140424A}"/>
          </ac:cxnSpMkLst>
        </pc:cxnChg>
      </pc:sldChg>
      <pc:sldChg chg="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2956421229" sldId="679"/>
        </pc:sldMkLst>
        <pc:spChg chg="del">
          <ac:chgData name="Li, Cong" userId="025630f4-267e-4cb3-8cd5-8795177f99f4" providerId="ADAL" clId="{929A2CC8-B112-421C-81E2-D5D63B23E300}" dt="2026-10-24T07:54:24.743" v="72855" actId="478"/>
          <ac:spMkLst>
            <pc:docMk/>
            <pc:sldMk cId="2956421229" sldId="679"/>
            <ac:spMk id="14" creationId="{B16F5C5C-CE19-28FA-46A7-B3E0C3FBE50A}"/>
          </ac:spMkLst>
        </pc:spChg>
        <pc:spChg chg="mod">
          <ac:chgData name="Li, Cong" userId="025630f4-267e-4cb3-8cd5-8795177f99f4" providerId="ADAL" clId="{929A2CC8-B112-421C-81E2-D5D63B23E300}" dt="2026-10-24T07:53:51.362" v="72853" actId="20577"/>
          <ac:spMkLst>
            <pc:docMk/>
            <pc:sldMk cId="2956421229" sldId="679"/>
            <ac:spMk id="33" creationId="{D774F2EA-E591-8E35-E98D-2862E5898AB9}"/>
          </ac:spMkLst>
        </pc:spChg>
        <pc:cxnChg chg="del mod">
          <ac:chgData name="Li, Cong" userId="025630f4-267e-4cb3-8cd5-8795177f99f4" providerId="ADAL" clId="{929A2CC8-B112-421C-81E2-D5D63B23E300}" dt="2026-10-24T07:54:24.743" v="72855" actId="478"/>
          <ac:cxnSpMkLst>
            <pc:docMk/>
            <pc:sldMk cId="2956421229" sldId="679"/>
            <ac:cxnSpMk id="15" creationId="{242FFCAD-D8E4-817F-4F82-1972F14B5C5C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3685720987" sldId="680"/>
        </pc:sldMkLst>
        <pc:spChg chg="mod">
          <ac:chgData name="Li, Cong" userId="025630f4-267e-4cb3-8cd5-8795177f99f4" providerId="ADAL" clId="{929A2CC8-B112-421C-81E2-D5D63B23E300}" dt="2026-10-24T07:56:32.680" v="72934" actId="20577"/>
          <ac:spMkLst>
            <pc:docMk/>
            <pc:sldMk cId="3685720987" sldId="680"/>
            <ac:spMk id="2" creationId="{CBD168BD-DD46-2E2F-A0DC-F814D4E93445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3" creationId="{C377D23F-9EA8-9319-EE48-1BFC3001C0D9}"/>
          </ac:spMkLst>
        </pc:spChg>
        <pc:spChg chg="del">
          <ac:chgData name="Li, Cong" userId="025630f4-267e-4cb3-8cd5-8795177f99f4" providerId="ADAL" clId="{929A2CC8-B112-421C-81E2-D5D63B23E300}" dt="2026-10-24T07:56:52.202" v="72937" actId="478"/>
          <ac:spMkLst>
            <pc:docMk/>
            <pc:sldMk cId="3685720987" sldId="680"/>
            <ac:spMk id="4" creationId="{5553B52B-11F4-E68E-5B5D-0F9482F32E14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6" creationId="{5DD1680E-FF19-1E0E-0E5A-DA941272E5BB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8" creationId="{DBD690DE-ACFC-0389-3435-3A2DC582C4A9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0" creationId="{F1524228-F659-26CA-BC4E-9D2431456C02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1" creationId="{88B25D39-4D99-8043-52CC-2B79C3C69B59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3" creationId="{B02F6FD1-213C-B652-9BC8-4930D03D7390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4" creationId="{4E8E0C61-7ECC-B5D3-0B8E-BA501E80A1ED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5" creationId="{D11659B0-3720-2526-76CE-89EB28A0CE9C}"/>
          </ac:spMkLst>
        </pc:spChg>
        <pc:spChg chg="mod">
          <ac:chgData name="Li, Cong" userId="025630f4-267e-4cb3-8cd5-8795177f99f4" providerId="ADAL" clId="{929A2CC8-B112-421C-81E2-D5D63B23E300}" dt="2026-10-24T07:56:58.103" v="72962" actId="1037"/>
          <ac:spMkLst>
            <pc:docMk/>
            <pc:sldMk cId="3685720987" sldId="680"/>
            <ac:spMk id="16" creationId="{AE3249F1-CE29-5CB2-785B-516F0BEF3F8C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17" creationId="{20EBEBA7-7386-3498-9407-B1ACE5A5EF24}"/>
          </ac:spMkLst>
        </pc:spChg>
        <pc:spChg chg="mod">
          <ac:chgData name="Li, Cong" userId="025630f4-267e-4cb3-8cd5-8795177f99f4" providerId="ADAL" clId="{929A2CC8-B112-421C-81E2-D5D63B23E300}" dt="2026-10-24T07:56:58.103" v="72962" actId="1037"/>
          <ac:spMkLst>
            <pc:docMk/>
            <pc:sldMk cId="3685720987" sldId="680"/>
            <ac:spMk id="19" creationId="{FB9B359D-3FF9-BBB9-2352-F93328CA5EDA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20" creationId="{D7B4139E-45D3-4D67-AF95-7C7A332DF116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21" creationId="{E52E97B5-7BEC-1639-034D-99CDA12021FF}"/>
          </ac:spMkLst>
        </pc:spChg>
        <pc:spChg chg="mod">
          <ac:chgData name="Li, Cong" userId="025630f4-267e-4cb3-8cd5-8795177f99f4" providerId="ADAL" clId="{929A2CC8-B112-421C-81E2-D5D63B23E300}" dt="2026-10-24T08:05:34.181" v="73053" actId="14100"/>
          <ac:spMkLst>
            <pc:docMk/>
            <pc:sldMk cId="3685720987" sldId="680"/>
            <ac:spMk id="22" creationId="{63CAA6E6-6CE2-8E17-9C66-B0614B31DA5C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23" creationId="{D172933B-5AE1-5BC7-3173-995BE2F1781D}"/>
          </ac:spMkLst>
        </pc:spChg>
        <pc:spChg chg="del mod">
          <ac:chgData name="Li, Cong" userId="025630f4-267e-4cb3-8cd5-8795177f99f4" providerId="ADAL" clId="{929A2CC8-B112-421C-81E2-D5D63B23E300}" dt="2026-10-24T07:57:38.900" v="72969" actId="478"/>
          <ac:spMkLst>
            <pc:docMk/>
            <pc:sldMk cId="3685720987" sldId="680"/>
            <ac:spMk id="24" creationId="{AEDE4D1F-ED15-B33B-9F82-E7155F54F0AD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25" creationId="{AE32077F-CFA6-C074-1983-E45C7A863686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26" creationId="{4F261C89-6E2C-04B9-B6FB-921B5AB42825}"/>
          </ac:spMkLst>
        </pc:spChg>
        <pc:spChg chg="del">
          <ac:chgData name="Li, Cong" userId="025630f4-267e-4cb3-8cd5-8795177f99f4" providerId="ADAL" clId="{929A2CC8-B112-421C-81E2-D5D63B23E300}" dt="2026-10-24T07:57:38.900" v="72969" actId="478"/>
          <ac:spMkLst>
            <pc:docMk/>
            <pc:sldMk cId="3685720987" sldId="680"/>
            <ac:spMk id="27" creationId="{C34D47B8-FCFF-6814-8374-51B0485F0A3E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29" creationId="{FE4AB356-0BEE-E793-183C-CD58BE03B37D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30" creationId="{BDC867BC-FEFE-D358-5FEF-527AC1E25D08}"/>
          </ac:spMkLst>
        </pc:spChg>
        <pc:spChg chg="del">
          <ac:chgData name="Li, Cong" userId="025630f4-267e-4cb3-8cd5-8795177f99f4" providerId="ADAL" clId="{929A2CC8-B112-421C-81E2-D5D63B23E300}" dt="2026-10-24T07:56:37.775" v="72935" actId="478"/>
          <ac:spMkLst>
            <pc:docMk/>
            <pc:sldMk cId="3685720987" sldId="680"/>
            <ac:spMk id="33" creationId="{D9D12446-BB87-BB2E-10D7-805CAAEF0130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4" creationId="{E6905AE8-4F17-15EF-C275-8ACD4E2DD2BE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5" creationId="{3809AC2E-A7CD-EE4D-7B06-FCEE76D604D2}"/>
          </ac:spMkLst>
        </pc:spChg>
        <pc:spChg chg="mod">
          <ac:chgData name="Li, Cong" userId="025630f4-267e-4cb3-8cd5-8795177f99f4" providerId="ADAL" clId="{929A2CC8-B112-421C-81E2-D5D63B23E300}" dt="2026-10-24T08:05:00.908" v="73046" actId="14100"/>
          <ac:spMkLst>
            <pc:docMk/>
            <pc:sldMk cId="3685720987" sldId="680"/>
            <ac:spMk id="36" creationId="{D12B30ED-0BE7-BF3C-52D2-DB993533F7B3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7" creationId="{BBB70E5D-3DAF-C7DC-7874-C64BE6193222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8" creationId="{F18FD4F5-295C-DE0D-2E25-9F0696468361}"/>
          </ac:spMkLst>
        </pc:spChg>
        <pc:spChg chg="add mod">
          <ac:chgData name="Li, Cong" userId="025630f4-267e-4cb3-8cd5-8795177f99f4" providerId="ADAL" clId="{929A2CC8-B112-421C-81E2-D5D63B23E300}" dt="2026-10-24T08:07:42.541" v="73132" actId="20577"/>
          <ac:spMkLst>
            <pc:docMk/>
            <pc:sldMk cId="3685720987" sldId="680"/>
            <ac:spMk id="39" creationId="{86DE5CFA-4654-23A2-77B1-7070DF212EB8}"/>
          </ac:spMkLst>
        </pc:sp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1712827502" sldId="681"/>
        </pc:sldMkLst>
        <pc:spChg chg="mod">
          <ac:chgData name="Li, Cong" userId="025630f4-267e-4cb3-8cd5-8795177f99f4" providerId="ADAL" clId="{929A2CC8-B112-421C-81E2-D5D63B23E300}" dt="2026-10-24T08:10:02.350" v="73149" actId="20577"/>
          <ac:spMkLst>
            <pc:docMk/>
            <pc:sldMk cId="1712827502" sldId="681"/>
            <ac:spMk id="2" creationId="{C7F8431E-15BA-0F29-35F2-0A62C2820BC2}"/>
          </ac:spMkLst>
        </pc:spChg>
        <pc:spChg chg="del">
          <ac:chgData name="Li, Cong" userId="025630f4-267e-4cb3-8cd5-8795177f99f4" providerId="ADAL" clId="{929A2CC8-B112-421C-81E2-D5D63B23E300}" dt="2026-10-24T08:10:21.233" v="73150" actId="478"/>
          <ac:spMkLst>
            <pc:docMk/>
            <pc:sldMk cId="1712827502" sldId="681"/>
            <ac:spMk id="3" creationId="{D03668AC-00E7-9B8C-8CAA-18E86A05ED23}"/>
          </ac:spMkLst>
        </pc:spChg>
        <pc:spChg chg="add mod">
          <ac:chgData name="Li, Cong" userId="025630f4-267e-4cb3-8cd5-8795177f99f4" providerId="ADAL" clId="{929A2CC8-B112-421C-81E2-D5D63B23E300}" dt="2026-10-24T08:15:00.076" v="73746" actId="20577"/>
          <ac:spMkLst>
            <pc:docMk/>
            <pc:sldMk cId="1712827502" sldId="681"/>
            <ac:spMk id="4" creationId="{8E2F36F7-9F16-3D52-CE88-C2E227C523E4}"/>
          </ac:spMkLst>
        </pc:spChg>
        <pc:spChg chg="del">
          <ac:chgData name="Li, Cong" userId="025630f4-267e-4cb3-8cd5-8795177f99f4" providerId="ADAL" clId="{929A2CC8-B112-421C-81E2-D5D63B23E300}" dt="2026-10-24T08:10:21.233" v="73150" actId="478"/>
          <ac:spMkLst>
            <pc:docMk/>
            <pc:sldMk cId="1712827502" sldId="681"/>
            <ac:spMk id="6" creationId="{E615B15A-5168-772D-5B24-800F9DA948AB}"/>
          </ac:spMkLst>
        </pc:spChg>
        <pc:spChg chg="del">
          <ac:chgData name="Li, Cong" userId="025630f4-267e-4cb3-8cd5-8795177f99f4" providerId="ADAL" clId="{929A2CC8-B112-421C-81E2-D5D63B23E300}" dt="2026-10-24T08:10:21.233" v="73150" actId="478"/>
          <ac:spMkLst>
            <pc:docMk/>
            <pc:sldMk cId="1712827502" sldId="681"/>
            <ac:spMk id="10" creationId="{A1995D4A-D687-012D-4DDE-054A2FD3BFFB}"/>
          </ac:spMkLst>
        </pc:sp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2854482502" sldId="682"/>
        </pc:sldMkLst>
        <pc:spChg chg="mod">
          <ac:chgData name="Li, Cong" userId="025630f4-267e-4cb3-8cd5-8795177f99f4" providerId="ADAL" clId="{929A2CC8-B112-421C-81E2-D5D63B23E300}" dt="2026-10-24T08:54:10.900" v="74168" actId="20577"/>
          <ac:spMkLst>
            <pc:docMk/>
            <pc:sldMk cId="2854482502" sldId="682"/>
            <ac:spMk id="2" creationId="{B1E5202E-7E8D-1E55-1C05-34992EF83DE5}"/>
          </ac:spMkLst>
        </pc:spChg>
        <pc:spChg chg="mod">
          <ac:chgData name="Li, Cong" userId="025630f4-267e-4cb3-8cd5-8795177f99f4" providerId="ADAL" clId="{929A2CC8-B112-421C-81E2-D5D63B23E300}" dt="2026-10-24T08:54:20.415" v="74176" actId="1036"/>
          <ac:spMkLst>
            <pc:docMk/>
            <pc:sldMk cId="2854482502" sldId="682"/>
            <ac:spMk id="3" creationId="{001B71DA-F0B3-9D54-A687-B6E92B9A33EE}"/>
          </ac:spMkLst>
        </pc:spChg>
        <pc:spChg chg="add mod">
          <ac:chgData name="Li, Cong" userId="025630f4-267e-4cb3-8cd5-8795177f99f4" providerId="ADAL" clId="{929A2CC8-B112-421C-81E2-D5D63B23E300}" dt="2026-10-24T09:07:09.640" v="74307" actId="20577"/>
          <ac:spMkLst>
            <pc:docMk/>
            <pc:sldMk cId="2854482502" sldId="682"/>
            <ac:spMk id="4" creationId="{F549AAB6-DAFF-C363-95EB-32D91B077C97}"/>
          </ac:spMkLst>
        </pc:spChg>
        <pc:spChg chg="del">
          <ac:chgData name="Li, Cong" userId="025630f4-267e-4cb3-8cd5-8795177f99f4" providerId="ADAL" clId="{929A2CC8-B112-421C-81E2-D5D63B23E300}" dt="2026-10-24T08:53:14.960" v="74009" actId="478"/>
          <ac:spMkLst>
            <pc:docMk/>
            <pc:sldMk cId="2854482502" sldId="682"/>
            <ac:spMk id="6" creationId="{398A9110-0DA6-4F9A-13CC-0F9CCA4C0AE3}"/>
          </ac:spMkLst>
        </pc:spChg>
        <pc:spChg chg="mod">
          <ac:chgData name="Li, Cong" userId="025630f4-267e-4cb3-8cd5-8795177f99f4" providerId="ADAL" clId="{929A2CC8-B112-421C-81E2-D5D63B23E300}" dt="2026-10-24T10:42:11.822" v="78069" actId="20577"/>
          <ac:spMkLst>
            <pc:docMk/>
            <pc:sldMk cId="2854482502" sldId="682"/>
            <ac:spMk id="10" creationId="{947ECDA4-332A-77A9-A4BC-86FB924E0D55}"/>
          </ac:spMkLst>
        </pc:spChg>
      </pc:sldChg>
      <pc:sldChg chg="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2772184463" sldId="683"/>
        </pc:sldMkLst>
        <pc:spChg chg="del">
          <ac:chgData name="Li, Cong" userId="025630f4-267e-4cb3-8cd5-8795177f99f4" providerId="ADAL" clId="{929A2CC8-B112-421C-81E2-D5D63B23E300}" dt="2026-10-24T09:09:52.171" v="74470" actId="478"/>
          <ac:spMkLst>
            <pc:docMk/>
            <pc:sldMk cId="2772184463" sldId="683"/>
            <ac:spMk id="21" creationId="{B3B3F945-CB28-D366-E3C3-5D2FEED82959}"/>
          </ac:spMkLst>
        </pc:spChg>
        <pc:spChg chg="mod">
          <ac:chgData name="Li, Cong" userId="025630f4-267e-4cb3-8cd5-8795177f99f4" providerId="ADAL" clId="{929A2CC8-B112-421C-81E2-D5D63B23E300}" dt="2026-10-24T09:10:24.026" v="74548" actId="20577"/>
          <ac:spMkLst>
            <pc:docMk/>
            <pc:sldMk cId="2772184463" sldId="683"/>
            <ac:spMk id="56" creationId="{2DF204E5-ADFD-E446-1428-2873AE75E2D5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3467838845" sldId="684"/>
        </pc:sldMkLst>
        <pc:spChg chg="mod">
          <ac:chgData name="Li, Cong" userId="025630f4-267e-4cb3-8cd5-8795177f99f4" providerId="ADAL" clId="{929A2CC8-B112-421C-81E2-D5D63B23E300}" dt="2026-10-24T09:11:49.981" v="74600" actId="20577"/>
          <ac:spMkLst>
            <pc:docMk/>
            <pc:sldMk cId="3467838845" sldId="684"/>
            <ac:spMk id="2" creationId="{388BF394-8C21-6715-9A8C-8AEE0DCEF37C}"/>
          </ac:spMkLst>
        </pc:spChg>
        <pc:spChg chg="mod">
          <ac:chgData name="Li, Cong" userId="025630f4-267e-4cb3-8cd5-8795177f99f4" providerId="ADAL" clId="{929A2CC8-B112-421C-81E2-D5D63B23E300}" dt="2026-10-24T09:18:10.279" v="75005" actId="20577"/>
          <ac:spMkLst>
            <pc:docMk/>
            <pc:sldMk cId="3467838845" sldId="684"/>
            <ac:spMk id="4" creationId="{93A4AA13-BB38-9424-3955-CEBF0369F87E}"/>
          </ac:spMkLst>
        </pc:spChg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1308115475" sldId="685"/>
        </pc:sldMkLst>
        <pc:spChg chg="mod">
          <ac:chgData name="Li, Cong" userId="025630f4-267e-4cb3-8cd5-8795177f99f4" providerId="ADAL" clId="{929A2CC8-B112-421C-81E2-D5D63B23E300}" dt="2026-10-24T09:23:22.961" v="75062" actId="20577"/>
          <ac:spMkLst>
            <pc:docMk/>
            <pc:sldMk cId="1308115475" sldId="685"/>
            <ac:spMk id="2" creationId="{6F0B87CE-3AB2-0C28-993A-B6938364160D}"/>
          </ac:spMkLst>
        </pc:spChg>
        <pc:spChg chg="add del mod">
          <ac:chgData name="Li, Cong" userId="025630f4-267e-4cb3-8cd5-8795177f99f4" providerId="ADAL" clId="{929A2CC8-B112-421C-81E2-D5D63B23E300}" dt="2026-10-24T09:23:34.997" v="75064" actId="478"/>
          <ac:spMkLst>
            <pc:docMk/>
            <pc:sldMk cId="1308115475" sldId="685"/>
            <ac:spMk id="3" creationId="{CDD97B1E-E338-1D97-9795-4B8BF2C641F5}"/>
          </ac:spMkLst>
        </pc:spChg>
        <pc:spChg chg="del">
          <ac:chgData name="Li, Cong" userId="025630f4-267e-4cb3-8cd5-8795177f99f4" providerId="ADAL" clId="{929A2CC8-B112-421C-81E2-D5D63B23E300}" dt="2026-10-24T09:23:31.840" v="75063" actId="478"/>
          <ac:spMkLst>
            <pc:docMk/>
            <pc:sldMk cId="1308115475" sldId="685"/>
            <ac:spMk id="4" creationId="{7E30A8D9-E309-74D9-F68D-70FC6314004B}"/>
          </ac:spMkLst>
        </pc:spChg>
        <pc:spChg chg="add mod">
          <ac:chgData name="Li, Cong" userId="025630f4-267e-4cb3-8cd5-8795177f99f4" providerId="ADAL" clId="{929A2CC8-B112-421C-81E2-D5D63B23E300}" dt="2026-10-24T09:25:16.176" v="75298" actId="1076"/>
          <ac:spMkLst>
            <pc:docMk/>
            <pc:sldMk cId="1308115475" sldId="685"/>
            <ac:spMk id="7" creationId="{C2128E8E-6AE2-5D92-1796-EC7D09BFD001}"/>
          </ac:spMkLst>
        </pc:spChg>
        <pc:spChg chg="add mod">
          <ac:chgData name="Li, Cong" userId="025630f4-267e-4cb3-8cd5-8795177f99f4" providerId="ADAL" clId="{929A2CC8-B112-421C-81E2-D5D63B23E300}" dt="2026-10-24T09:27:25.082" v="75345" actId="1076"/>
          <ac:spMkLst>
            <pc:docMk/>
            <pc:sldMk cId="1308115475" sldId="685"/>
            <ac:spMk id="9" creationId="{EEBE0162-365A-3727-1C73-4DBBDF18E22A}"/>
          </ac:spMkLst>
        </pc:spChg>
        <pc:spChg chg="add mod">
          <ac:chgData name="Li, Cong" userId="025630f4-267e-4cb3-8cd5-8795177f99f4" providerId="ADAL" clId="{929A2CC8-B112-421C-81E2-D5D63B23E300}" dt="2026-10-24T09:27:19.930" v="75344" actId="1076"/>
          <ac:spMkLst>
            <pc:docMk/>
            <pc:sldMk cId="1308115475" sldId="685"/>
            <ac:spMk id="11" creationId="{485F6D82-6095-E0EF-B3CB-4DAFC153FF3B}"/>
          </ac:spMkLst>
        </pc:spChg>
        <pc:spChg chg="add mod">
          <ac:chgData name="Li, Cong" userId="025630f4-267e-4cb3-8cd5-8795177f99f4" providerId="ADAL" clId="{929A2CC8-B112-421C-81E2-D5D63B23E300}" dt="2026-10-24T09:27:16.475" v="75343" actId="1076"/>
          <ac:spMkLst>
            <pc:docMk/>
            <pc:sldMk cId="1308115475" sldId="685"/>
            <ac:spMk id="12" creationId="{FF53CCB4-C89D-2AD4-39A6-3ACF349C1A77}"/>
          </ac:spMkLst>
        </pc:spChg>
        <pc:spChg chg="add mod">
          <ac:chgData name="Li, Cong" userId="025630f4-267e-4cb3-8cd5-8795177f99f4" providerId="ADAL" clId="{929A2CC8-B112-421C-81E2-D5D63B23E300}" dt="2026-10-24T09:28:03.335" v="75412" actId="20577"/>
          <ac:spMkLst>
            <pc:docMk/>
            <pc:sldMk cId="1308115475" sldId="685"/>
            <ac:spMk id="13" creationId="{56B99E72-2A0C-83E7-3CE2-724025B0DBDB}"/>
          </ac:spMkLst>
        </pc:spChg>
        <pc:spChg chg="add mod">
          <ac:chgData name="Li, Cong" userId="025630f4-267e-4cb3-8cd5-8795177f99f4" providerId="ADAL" clId="{929A2CC8-B112-421C-81E2-D5D63B23E300}" dt="2026-10-24T09:29:29.304" v="75527" actId="20577"/>
          <ac:spMkLst>
            <pc:docMk/>
            <pc:sldMk cId="1308115475" sldId="685"/>
            <ac:spMk id="14" creationId="{0247071E-D2F9-BD9A-1AB0-99FFA36988DF}"/>
          </ac:spMkLst>
        </pc:spChg>
      </pc:sldChg>
      <pc:sldChg chg="addSp delSp modSp add del mod delAnim modAnim">
        <pc:chgData name="Li, Cong" userId="025630f4-267e-4cb3-8cd5-8795177f99f4" providerId="ADAL" clId="{929A2CC8-B112-421C-81E2-D5D63B23E300}" dt="2026-10-25T02:47:55.905" v="83660" actId="47"/>
        <pc:sldMkLst>
          <pc:docMk/>
          <pc:sldMk cId="221958194" sldId="686"/>
        </pc:sldMkLst>
        <pc:spChg chg="mod">
          <ac:chgData name="Li, Cong" userId="025630f4-267e-4cb3-8cd5-8795177f99f4" providerId="ADAL" clId="{929A2CC8-B112-421C-81E2-D5D63B23E300}" dt="2026-10-24T09:29:50.987" v="75563" actId="20577"/>
          <ac:spMkLst>
            <pc:docMk/>
            <pc:sldMk cId="221958194" sldId="686"/>
            <ac:spMk id="2" creationId="{C7036B81-1AD0-1EF4-6CCA-097098801E57}"/>
          </ac:spMkLst>
        </pc:spChg>
        <pc:spChg chg="add mod">
          <ac:chgData name="Li, Cong" userId="025630f4-267e-4cb3-8cd5-8795177f99f4" providerId="ADAL" clId="{929A2CC8-B112-421C-81E2-D5D63B23E300}" dt="2026-10-24T09:36:56.677" v="76232" actId="207"/>
          <ac:spMkLst>
            <pc:docMk/>
            <pc:sldMk cId="221958194" sldId="686"/>
            <ac:spMk id="4" creationId="{AC10ED55-88DC-C082-0EDB-2EF1CFF36977}"/>
          </ac:spMkLst>
        </pc:spChg>
        <pc:spChg chg="mod">
          <ac:chgData name="Li, Cong" userId="025630f4-267e-4cb3-8cd5-8795177f99f4" providerId="ADAL" clId="{929A2CC8-B112-421C-81E2-D5D63B23E300}" dt="2026-10-24T10:42:26.962" v="78073" actId="20577"/>
          <ac:spMkLst>
            <pc:docMk/>
            <pc:sldMk cId="221958194" sldId="686"/>
            <ac:spMk id="7" creationId="{E7B3CB64-B416-E86F-F933-49D9DBB9A3D3}"/>
          </ac:spMkLst>
        </pc:spChg>
        <pc:spChg chg="mod">
          <ac:chgData name="Li, Cong" userId="025630f4-267e-4cb3-8cd5-8795177f99f4" providerId="ADAL" clId="{929A2CC8-B112-421C-81E2-D5D63B23E300}" dt="2026-10-24T09:33:50.810" v="75932" actId="688"/>
          <ac:spMkLst>
            <pc:docMk/>
            <pc:sldMk cId="221958194" sldId="686"/>
            <ac:spMk id="12" creationId="{A297197A-0E98-7D95-3DD2-D753024CDD8D}"/>
          </ac:spMkLst>
        </pc:spChg>
        <pc:spChg chg="mod">
          <ac:chgData name="Li, Cong" userId="025630f4-267e-4cb3-8cd5-8795177f99f4" providerId="ADAL" clId="{929A2CC8-B112-421C-81E2-D5D63B23E300}" dt="2026-10-24T09:33:46.721" v="75931" actId="1076"/>
          <ac:spMkLst>
            <pc:docMk/>
            <pc:sldMk cId="221958194" sldId="686"/>
            <ac:spMk id="13" creationId="{1D5D4053-E2DC-674A-ECC7-C36671622C3F}"/>
          </ac:spMkLst>
        </pc:spChg>
        <pc:spChg chg="del">
          <ac:chgData name="Li, Cong" userId="025630f4-267e-4cb3-8cd5-8795177f99f4" providerId="ADAL" clId="{929A2CC8-B112-421C-81E2-D5D63B23E300}" dt="2026-10-24T09:33:53.627" v="75933" actId="478"/>
          <ac:spMkLst>
            <pc:docMk/>
            <pc:sldMk cId="221958194" sldId="686"/>
            <ac:spMk id="14" creationId="{7AD4DF39-91E1-6E30-E265-1D2EAD0CDBA9}"/>
          </ac:spMkLst>
        </pc:spChg>
      </pc:sldChg>
      <pc:sldChg chg="add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2278926780" sldId="687"/>
        </pc:sldMkLst>
        <pc:spChg chg="add mod">
          <ac:chgData name="Li, Cong" userId="025630f4-267e-4cb3-8cd5-8795177f99f4" providerId="ADAL" clId="{929A2CC8-B112-421C-81E2-D5D63B23E300}" dt="2026-10-24T09:35:54.222" v="76216" actId="20577"/>
          <ac:spMkLst>
            <pc:docMk/>
            <pc:sldMk cId="2278926780" sldId="687"/>
            <ac:spMk id="3" creationId="{D4C1FC02-5089-0336-76B4-560E7747A275}"/>
          </ac:spMkLst>
        </pc:spChg>
        <pc:spChg chg="mod">
          <ac:chgData name="Li, Cong" userId="025630f4-267e-4cb3-8cd5-8795177f99f4" providerId="ADAL" clId="{929A2CC8-B112-421C-81E2-D5D63B23E300}" dt="2026-10-24T10:42:31.561" v="78077" actId="20577"/>
          <ac:spMkLst>
            <pc:docMk/>
            <pc:sldMk cId="2278926780" sldId="687"/>
            <ac:spMk id="7" creationId="{286C110A-2E5D-2A3A-9B9A-BFDA5CAFA8FA}"/>
          </ac:spMkLst>
        </pc:spChg>
        <pc:spChg chg="mod">
          <ac:chgData name="Li, Cong" userId="025630f4-267e-4cb3-8cd5-8795177f99f4" providerId="ADAL" clId="{929A2CC8-B112-421C-81E2-D5D63B23E300}" dt="2026-10-24T09:37:36.235" v="76236" actId="207"/>
          <ac:spMkLst>
            <pc:docMk/>
            <pc:sldMk cId="2278926780" sldId="687"/>
            <ac:spMk id="11" creationId="{2586E9AC-C7D1-3EBE-4706-BBEB5C79A486}"/>
          </ac:spMkLst>
        </pc:spChg>
        <pc:spChg chg="mod">
          <ac:chgData name="Li, Cong" userId="025630f4-267e-4cb3-8cd5-8795177f99f4" providerId="ADAL" clId="{929A2CC8-B112-421C-81E2-D5D63B23E300}" dt="2026-10-24T09:34:06.636" v="75937" actId="688"/>
          <ac:spMkLst>
            <pc:docMk/>
            <pc:sldMk cId="2278926780" sldId="687"/>
            <ac:spMk id="12" creationId="{B84340B5-55E7-C174-1254-94F678DC67C9}"/>
          </ac:spMkLst>
        </pc:spChg>
        <pc:spChg chg="mod">
          <ac:chgData name="Li, Cong" userId="025630f4-267e-4cb3-8cd5-8795177f99f4" providerId="ADAL" clId="{929A2CC8-B112-421C-81E2-D5D63B23E300}" dt="2026-10-24T09:34:45.373" v="76024" actId="20577"/>
          <ac:spMkLst>
            <pc:docMk/>
            <pc:sldMk cId="2278926780" sldId="687"/>
            <ac:spMk id="13" creationId="{39186A07-C8F9-3A3B-F50F-3CC1EBF469EB}"/>
          </ac:spMkLst>
        </pc:spChg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2927516807" sldId="688"/>
        </pc:sldMkLst>
        <pc:spChg chg="mod">
          <ac:chgData name="Li, Cong" userId="025630f4-267e-4cb3-8cd5-8795177f99f4" providerId="ADAL" clId="{929A2CC8-B112-421C-81E2-D5D63B23E300}" dt="2026-10-24T09:43:36.515" v="76283" actId="20577"/>
          <ac:spMkLst>
            <pc:docMk/>
            <pc:sldMk cId="2927516807" sldId="688"/>
            <ac:spMk id="2" creationId="{1A71CFCE-96DD-EC19-50BE-4A5DACBD7277}"/>
          </ac:spMkLst>
        </pc:spChg>
        <pc:spChg chg="mod">
          <ac:chgData name="Li, Cong" userId="025630f4-267e-4cb3-8cd5-8795177f99f4" providerId="ADAL" clId="{929A2CC8-B112-421C-81E2-D5D63B23E300}" dt="2026-10-24T10:48:31.274" v="78107" actId="20577"/>
          <ac:spMkLst>
            <pc:docMk/>
            <pc:sldMk cId="2927516807" sldId="688"/>
            <ac:spMk id="4" creationId="{C7F78BA4-8F11-0977-3AC3-C75FFD269C60}"/>
          </ac:spMkLst>
        </pc:spChg>
      </pc:sldChg>
      <pc:sldChg chg="add del">
        <pc:chgData name="Li, Cong" userId="025630f4-267e-4cb3-8cd5-8795177f99f4" providerId="ADAL" clId="{929A2CC8-B112-421C-81E2-D5D63B23E300}" dt="2026-10-24T09:34:58.246" v="76027"/>
        <pc:sldMkLst>
          <pc:docMk/>
          <pc:sldMk cId="4168966036" sldId="688"/>
        </pc:sldMkLst>
      </pc:sldChg>
      <pc:sldChg chg="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3775875382" sldId="689"/>
        </pc:sldMkLst>
        <pc:spChg chg="mod">
          <ac:chgData name="Li, Cong" userId="025630f4-267e-4cb3-8cd5-8795177f99f4" providerId="ADAL" clId="{929A2CC8-B112-421C-81E2-D5D63B23E300}" dt="2026-10-24T10:00:50.637" v="77148" actId="20577"/>
          <ac:spMkLst>
            <pc:docMk/>
            <pc:sldMk cId="3775875382" sldId="689"/>
            <ac:spMk id="2" creationId="{EDB4FEC1-6784-C694-A862-2D5CFC296CBC}"/>
          </ac:spMkLst>
        </pc:spChg>
        <pc:spChg chg="mod">
          <ac:chgData name="Li, Cong" userId="025630f4-267e-4cb3-8cd5-8795177f99f4" providerId="ADAL" clId="{929A2CC8-B112-421C-81E2-D5D63B23E300}" dt="2026-10-24T10:12:40.548" v="77429" actId="1076"/>
          <ac:spMkLst>
            <pc:docMk/>
            <pc:sldMk cId="3775875382" sldId="689"/>
            <ac:spMk id="3" creationId="{D2CD213C-4D53-ED5E-431C-FAFCE8E366E4}"/>
          </ac:spMkLst>
        </pc:spChg>
        <pc:spChg chg="mod">
          <ac:chgData name="Li, Cong" userId="025630f4-267e-4cb3-8cd5-8795177f99f4" providerId="ADAL" clId="{929A2CC8-B112-421C-81E2-D5D63B23E300}" dt="2026-10-24T10:18:09.716" v="77450" actId="20577"/>
          <ac:spMkLst>
            <pc:docMk/>
            <pc:sldMk cId="3775875382" sldId="689"/>
            <ac:spMk id="4" creationId="{18D70942-4811-87D3-FC0B-4EFB4A21EEF9}"/>
          </ac:spMkLst>
        </pc:spChg>
        <pc:spChg chg="mod">
          <ac:chgData name="Li, Cong" userId="025630f4-267e-4cb3-8cd5-8795177f99f4" providerId="ADAL" clId="{929A2CC8-B112-421C-81E2-D5D63B23E300}" dt="2026-10-24T09:58:52.488" v="77118" actId="1076"/>
          <ac:spMkLst>
            <pc:docMk/>
            <pc:sldMk cId="3775875382" sldId="689"/>
            <ac:spMk id="10" creationId="{830A840A-AA37-D3C5-2B62-BB1AD66FF11D}"/>
          </ac:spMkLst>
        </pc:spChg>
      </pc:sldChg>
      <pc:sldChg chg="addSp delSp modSp add del mod modAnim">
        <pc:chgData name="Li, Cong" userId="025630f4-267e-4cb3-8cd5-8795177f99f4" providerId="ADAL" clId="{929A2CC8-B112-421C-81E2-D5D63B23E300}" dt="2026-10-25T02:47:55.905" v="83660" actId="47"/>
        <pc:sldMkLst>
          <pc:docMk/>
          <pc:sldMk cId="1837258851" sldId="690"/>
        </pc:sldMkLst>
        <pc:spChg chg="mod">
          <ac:chgData name="Li, Cong" userId="025630f4-267e-4cb3-8cd5-8795177f99f4" providerId="ADAL" clId="{929A2CC8-B112-421C-81E2-D5D63B23E300}" dt="2026-10-24T10:19:56.357" v="77483" actId="20577"/>
          <ac:spMkLst>
            <pc:docMk/>
            <pc:sldMk cId="1837258851" sldId="690"/>
            <ac:spMk id="2" creationId="{49D20778-020C-FB00-1FC5-DB886EC1326F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3" creationId="{F1064E87-4C38-5B82-0398-95F3E4D5C9B7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14" creationId="{DCC21BA2-1828-9475-A6C7-AF26B9673428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15" creationId="{4DF2436B-A92B-8AEA-D996-1440C568CD1B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7" creationId="{84ADA341-940E-CAA9-AD87-5FCDDFFCE366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8" creationId="{880E2997-E502-5004-E7FA-0B3A4B0197BE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9" creationId="{B44C4C05-ADDF-CCC8-8C4D-32CB7C5ABB56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0" creationId="{028D0882-DC74-EF5B-5B53-3A449687090C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1" creationId="{206D1DAF-A3C1-6797-6B7F-4DBCD4A8CAE0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22" creationId="{186EC471-AB83-0CAD-3798-37B583AED543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3" creationId="{379FFE28-D163-6CCC-6FB2-904561FE73FE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4" creationId="{95A03556-EB8A-F07F-E7E6-600BBA79C7B7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26" creationId="{935BC190-8BF9-4EAA-7B9D-BE1B523C52D4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7" creationId="{6E9032B6-B9CF-65B7-B8B5-EFBB81CAAF89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28" creationId="{702EFE02-4831-CECB-F1FC-EF4BF93ED94F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9" creationId="{2C7762D4-C919-0EBE-464A-B48585D8C60C}"/>
          </ac:spMkLst>
        </pc:spChg>
        <pc:spChg chg="del mod">
          <ac:chgData name="Li, Cong" userId="025630f4-267e-4cb3-8cd5-8795177f99f4" providerId="ADAL" clId="{929A2CC8-B112-421C-81E2-D5D63B23E300}" dt="2026-10-24T10:20:20.080" v="77511" actId="478"/>
          <ac:spMkLst>
            <pc:docMk/>
            <pc:sldMk cId="1837258851" sldId="690"/>
            <ac:spMk id="30" creationId="{2F8DC51D-C66E-25C6-6F15-AE4C0AB5E8DC}"/>
          </ac:spMkLst>
        </pc:spChg>
        <pc:spChg chg="del">
          <ac:chgData name="Li, Cong" userId="025630f4-267e-4cb3-8cd5-8795177f99f4" providerId="ADAL" clId="{929A2CC8-B112-421C-81E2-D5D63B23E300}" dt="2026-10-24T10:20:20.080" v="77511" actId="478"/>
          <ac:spMkLst>
            <pc:docMk/>
            <pc:sldMk cId="1837258851" sldId="690"/>
            <ac:spMk id="31" creationId="{B2A480FA-3DDE-A2DC-1CE3-8AEBCD969E00}"/>
          </ac:spMkLst>
        </pc:spChg>
        <pc:spChg chg="add mod">
          <ac:chgData name="Li, Cong" userId="025630f4-267e-4cb3-8cd5-8795177f99f4" providerId="ADAL" clId="{929A2CC8-B112-421C-81E2-D5D63B23E300}" dt="2026-10-24T10:25:22.019" v="77798" actId="1076"/>
          <ac:spMkLst>
            <pc:docMk/>
            <pc:sldMk cId="1837258851" sldId="690"/>
            <ac:spMk id="99" creationId="{7CD52261-5B4C-B1C1-C360-9AB52B35046D}"/>
          </ac:spMkLst>
        </pc:spChg>
        <pc:spChg chg="add mod">
          <ac:chgData name="Li, Cong" userId="025630f4-267e-4cb3-8cd5-8795177f99f4" providerId="ADAL" clId="{929A2CC8-B112-421C-81E2-D5D63B23E300}" dt="2026-10-24T10:26:02.034" v="77979" actId="20577"/>
          <ac:spMkLst>
            <pc:docMk/>
            <pc:sldMk cId="1837258851" sldId="690"/>
            <ac:spMk id="100" creationId="{8FFDD25C-EECD-642D-3B6A-981075E28EF4}"/>
          </ac:spMkLst>
        </pc:spChg>
        <pc:spChg chg="del mod">
          <ac:chgData name="Li, Cong" userId="025630f4-267e-4cb3-8cd5-8795177f99f4" providerId="ADAL" clId="{929A2CC8-B112-421C-81E2-D5D63B23E300}" dt="2026-10-24T10:20:20.080" v="77511" actId="478"/>
          <ac:spMkLst>
            <pc:docMk/>
            <pc:sldMk cId="1837258851" sldId="690"/>
            <ac:spMk id="105" creationId="{D3ACF43A-8100-2D3F-6FF8-3BFEF9EE1A29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6" creationId="{3251FE6F-81EB-2641-301A-58E0EE23B747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7" creationId="{ECFA7573-C5EF-871D-C3BB-B552C8B21AE8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8" creationId="{406850B3-A7E8-92AD-9B0B-0911E68C5D83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9" creationId="{4D71379E-D88E-F500-2664-10D4143F9D01}"/>
          </ac:spMkLst>
        </pc:spChg>
        <pc:spChg chg="add mod">
          <ac:chgData name="Li, Cong" userId="025630f4-267e-4cb3-8cd5-8795177f99f4" providerId="ADAL" clId="{929A2CC8-B112-421C-81E2-D5D63B23E300}" dt="2026-10-24T10:26:15.870" v="77981" actId="1076"/>
          <ac:spMkLst>
            <pc:docMk/>
            <pc:sldMk cId="1837258851" sldId="690"/>
            <ac:spMk id="116" creationId="{08C9D3B8-5506-3058-BD30-362206215E2C}"/>
          </ac:spMkLst>
        </pc:spChg>
        <pc:spChg chg="del">
          <ac:chgData name="Li, Cong" userId="025630f4-267e-4cb3-8cd5-8795177f99f4" providerId="ADAL" clId="{929A2CC8-B112-421C-81E2-D5D63B23E300}" dt="2026-10-24T10:20:09.029" v="77484" actId="478"/>
          <ac:spMkLst>
            <pc:docMk/>
            <pc:sldMk cId="1837258851" sldId="690"/>
            <ac:spMk id="117" creationId="{C53AF7D3-8052-58C8-E2AB-2E66E25A5C71}"/>
          </ac:spMkLst>
        </pc:spChg>
        <pc:spChg chg="add mod">
          <ac:chgData name="Li, Cong" userId="025630f4-267e-4cb3-8cd5-8795177f99f4" providerId="ADAL" clId="{929A2CC8-B112-421C-81E2-D5D63B23E300}" dt="2026-10-24T10:26:15.870" v="77981" actId="1076"/>
          <ac:spMkLst>
            <pc:docMk/>
            <pc:sldMk cId="1837258851" sldId="690"/>
            <ac:spMk id="119" creationId="{4F8DD67D-4056-FD23-7131-BD957859C7B9}"/>
          </ac:spMkLst>
        </pc:spChg>
        <pc:spChg chg="add mod">
          <ac:chgData name="Li, Cong" userId="025630f4-267e-4cb3-8cd5-8795177f99f4" providerId="ADAL" clId="{929A2CC8-B112-421C-81E2-D5D63B23E300}" dt="2026-10-24T10:26:15.870" v="77981" actId="1076"/>
          <ac:spMkLst>
            <pc:docMk/>
            <pc:sldMk cId="1837258851" sldId="690"/>
            <ac:spMk id="121" creationId="{5904BF54-E0D6-C759-59E1-AAAFD48CEADF}"/>
          </ac:spMkLst>
        </pc:spChg>
        <pc:spChg chg="add mod">
          <ac:chgData name="Li, Cong" userId="025630f4-267e-4cb3-8cd5-8795177f99f4" providerId="ADAL" clId="{929A2CC8-B112-421C-81E2-D5D63B23E300}" dt="2026-10-24T10:26:32.174" v="77983" actId="1076"/>
          <ac:spMkLst>
            <pc:docMk/>
            <pc:sldMk cId="1837258851" sldId="690"/>
            <ac:spMk id="123" creationId="{70EDFCED-BBF5-4605-5EAE-39FC0DCE75C4}"/>
          </ac:spMkLst>
        </pc:spChg>
        <pc:spChg chg="add mod">
          <ac:chgData name="Li, Cong" userId="025630f4-267e-4cb3-8cd5-8795177f99f4" providerId="ADAL" clId="{929A2CC8-B112-421C-81E2-D5D63B23E300}" dt="2026-10-24T10:26:32.174" v="77983" actId="1076"/>
          <ac:spMkLst>
            <pc:docMk/>
            <pc:sldMk cId="1837258851" sldId="690"/>
            <ac:spMk id="125" creationId="{956CDC2C-2F2F-CD29-6023-BB6AE4D27941}"/>
          </ac:spMkLst>
        </pc:spChg>
        <pc:spChg chg="add mod">
          <ac:chgData name="Li, Cong" userId="025630f4-267e-4cb3-8cd5-8795177f99f4" providerId="ADAL" clId="{929A2CC8-B112-421C-81E2-D5D63B23E300}" dt="2026-10-24T10:26:32.174" v="77983" actId="1076"/>
          <ac:spMkLst>
            <pc:docMk/>
            <pc:sldMk cId="1837258851" sldId="690"/>
            <ac:spMk id="127" creationId="{89F4BBDA-A094-25E7-9BD7-2DC90D2CBF45}"/>
          </ac:spMkLst>
        </pc:spChg>
        <pc:spChg chg="add del mod">
          <ac:chgData name="Li, Cong" userId="025630f4-267e-4cb3-8cd5-8795177f99f4" providerId="ADAL" clId="{929A2CC8-B112-421C-81E2-D5D63B23E300}" dt="2026-10-24T10:26:37.668" v="77987" actId="22"/>
          <ac:spMkLst>
            <pc:docMk/>
            <pc:sldMk cId="1837258851" sldId="690"/>
            <ac:spMk id="129" creationId="{264BFD79-A380-CF81-FF00-8026F9E5A99B}"/>
          </ac:spMkLst>
        </pc:spChg>
        <pc:spChg chg="add mod">
          <ac:chgData name="Li, Cong" userId="025630f4-267e-4cb3-8cd5-8795177f99f4" providerId="ADAL" clId="{929A2CC8-B112-421C-81E2-D5D63B23E300}" dt="2026-10-24T10:26:44.877" v="77989" actId="1076"/>
          <ac:spMkLst>
            <pc:docMk/>
            <pc:sldMk cId="1837258851" sldId="690"/>
            <ac:spMk id="131" creationId="{15153220-72DB-7D5B-C28E-63C8BD91D02D}"/>
          </ac:spMkLst>
        </pc:spChg>
        <pc:spChg chg="add del">
          <ac:chgData name="Li, Cong" userId="025630f4-267e-4cb3-8cd5-8795177f99f4" providerId="ADAL" clId="{929A2CC8-B112-421C-81E2-D5D63B23E300}" dt="2026-10-24T10:26:48.032" v="77991" actId="22"/>
          <ac:spMkLst>
            <pc:docMk/>
            <pc:sldMk cId="1837258851" sldId="690"/>
            <ac:spMk id="133" creationId="{4668BD59-F6ED-43FA-8846-293178BF6C4C}"/>
          </ac:spMkLst>
        </pc:spChg>
        <pc:cxnChg chg="add mod">
          <ac:chgData name="Li, Cong" userId="025630f4-267e-4cb3-8cd5-8795177f99f4" providerId="ADAL" clId="{929A2CC8-B112-421C-81E2-D5D63B23E300}" dt="2026-10-24T10:20:47.267" v="77519" actId="1036"/>
          <ac:cxnSpMkLst>
            <pc:docMk/>
            <pc:sldMk cId="1837258851" sldId="690"/>
            <ac:cxnSpMk id="11" creationId="{ED7FC8D6-6300-DEE7-2D94-DF95A5AA8EF2}"/>
          </ac:cxnSpMkLst>
        </pc:cxnChg>
        <pc:cxnChg chg="add mod">
          <ac:chgData name="Li, Cong" userId="025630f4-267e-4cb3-8cd5-8795177f99f4" providerId="ADAL" clId="{929A2CC8-B112-421C-81E2-D5D63B23E300}" dt="2026-10-24T10:20:49.666" v="77520" actId="1035"/>
          <ac:cxnSpMkLst>
            <pc:docMk/>
            <pc:sldMk cId="1837258851" sldId="690"/>
            <ac:cxnSpMk id="86" creationId="{A130A04C-AB71-6600-9C20-9BC1205156CB}"/>
          </ac:cxnSpMkLst>
        </pc:cxnChg>
        <pc:cxnChg chg="add mod">
          <ac:chgData name="Li, Cong" userId="025630f4-267e-4cb3-8cd5-8795177f99f4" providerId="ADAL" clId="{929A2CC8-B112-421C-81E2-D5D63B23E300}" dt="2026-10-24T10:27:00.787" v="78008" actId="1038"/>
          <ac:cxnSpMkLst>
            <pc:docMk/>
            <pc:sldMk cId="1837258851" sldId="690"/>
            <ac:cxnSpMk id="134" creationId="{FF8922FB-CCCA-EDA7-8AD5-43406E2807DE}"/>
          </ac:cxnSpMkLst>
        </pc:cxnChg>
      </pc:sldChg>
      <pc:sldChg chg="add del modAnim">
        <pc:chgData name="Li, Cong" userId="025630f4-267e-4cb3-8cd5-8795177f99f4" providerId="ADAL" clId="{929A2CC8-B112-421C-81E2-D5D63B23E300}" dt="2026-10-25T02:47:55.905" v="83660" actId="47"/>
        <pc:sldMkLst>
          <pc:docMk/>
          <pc:sldMk cId="2664850137" sldId="691"/>
        </pc:sldMkLst>
      </pc:sldChg>
      <pc:sldChg chg="addSp delSp modSp add mod addAnim delAnim modAnim">
        <pc:chgData name="Li, Cong" userId="025630f4-267e-4cb3-8cd5-8795177f99f4" providerId="ADAL" clId="{929A2CC8-B112-421C-81E2-D5D63B23E300}" dt="2026-10-25T01:32:57.309" v="80161"/>
        <pc:sldMkLst>
          <pc:docMk/>
          <pc:sldMk cId="2369497525" sldId="692"/>
        </pc:sldMkLst>
        <pc:spChg chg="mod">
          <ac:chgData name="Li, Cong" userId="025630f4-267e-4cb3-8cd5-8795177f99f4" providerId="ADAL" clId="{929A2CC8-B112-421C-81E2-D5D63B23E300}" dt="2026-10-25T01:17:06.099" v="79026" actId="20577"/>
          <ac:spMkLst>
            <pc:docMk/>
            <pc:sldMk cId="2369497525" sldId="692"/>
            <ac:spMk id="2" creationId="{4C127A61-5D0B-856D-2835-A13629E420F4}"/>
          </ac:spMkLst>
        </pc:spChg>
        <pc:spChg chg="mod">
          <ac:chgData name="Li, Cong" userId="025630f4-267e-4cb3-8cd5-8795177f99f4" providerId="ADAL" clId="{929A2CC8-B112-421C-81E2-D5D63B23E300}" dt="2026-10-25T01:19:35.367" v="79269" actId="1076"/>
          <ac:spMkLst>
            <pc:docMk/>
            <pc:sldMk cId="2369497525" sldId="692"/>
            <ac:spMk id="3" creationId="{53A1E2AE-1812-87DC-4673-ECA2B46E1ACC}"/>
          </ac:spMkLst>
        </pc:spChg>
        <pc:spChg chg="add del mod">
          <ac:chgData name="Li, Cong" userId="025630f4-267e-4cb3-8cd5-8795177f99f4" providerId="ADAL" clId="{929A2CC8-B112-421C-81E2-D5D63B23E300}" dt="2026-10-25T01:18:48.710" v="79156" actId="20577"/>
          <ac:spMkLst>
            <pc:docMk/>
            <pc:sldMk cId="2369497525" sldId="692"/>
            <ac:spMk id="6" creationId="{39BC6478-B539-E799-724F-78771624FB02}"/>
          </ac:spMkLst>
        </pc:spChg>
        <pc:spChg chg="mod">
          <ac:chgData name="Li, Cong" userId="025630f4-267e-4cb3-8cd5-8795177f99f4" providerId="ADAL" clId="{929A2CC8-B112-421C-81E2-D5D63B23E300}" dt="2026-10-25T00:59:54.433" v="79023" actId="20577"/>
          <ac:spMkLst>
            <pc:docMk/>
            <pc:sldMk cId="2369497525" sldId="692"/>
            <ac:spMk id="10" creationId="{0E4C9BE5-4043-6144-A130-00BEC8B9B11B}"/>
          </ac:spMkLst>
        </pc:spChg>
      </pc:sldChg>
      <pc:sldChg chg="modSp add mod modAnim">
        <pc:chgData name="Li, Cong" userId="025630f4-267e-4cb3-8cd5-8795177f99f4" providerId="ADAL" clId="{929A2CC8-B112-421C-81E2-D5D63B23E300}" dt="2026-10-25T03:02:12.591" v="84749" actId="1076"/>
        <pc:sldMkLst>
          <pc:docMk/>
          <pc:sldMk cId="1266593933" sldId="693"/>
        </pc:sldMkLst>
        <pc:spChg chg="mod">
          <ac:chgData name="Li, Cong" userId="025630f4-267e-4cb3-8cd5-8795177f99f4" providerId="ADAL" clId="{929A2CC8-B112-421C-81E2-D5D63B23E300}" dt="2026-10-25T01:37:25.885" v="80164" actId="20577"/>
          <ac:spMkLst>
            <pc:docMk/>
            <pc:sldMk cId="1266593933" sldId="693"/>
            <ac:spMk id="2" creationId="{48DEDC0C-901B-2FE5-1CB1-1EB2BB35E5D9}"/>
          </ac:spMkLst>
        </pc:spChg>
        <pc:spChg chg="mod">
          <ac:chgData name="Li, Cong" userId="025630f4-267e-4cb3-8cd5-8795177f99f4" providerId="ADAL" clId="{929A2CC8-B112-421C-81E2-D5D63B23E300}" dt="2026-10-25T03:02:07.106" v="84748" actId="1076"/>
          <ac:spMkLst>
            <pc:docMk/>
            <pc:sldMk cId="1266593933" sldId="693"/>
            <ac:spMk id="3" creationId="{7DCE80C1-0F20-A67A-7ADB-65A7DBD2A703}"/>
          </ac:spMkLst>
        </pc:spChg>
        <pc:spChg chg="mod">
          <ac:chgData name="Li, Cong" userId="025630f4-267e-4cb3-8cd5-8795177f99f4" providerId="ADAL" clId="{929A2CC8-B112-421C-81E2-D5D63B23E300}" dt="2026-10-25T03:02:12.591" v="84749" actId="1076"/>
          <ac:spMkLst>
            <pc:docMk/>
            <pc:sldMk cId="1266593933" sldId="693"/>
            <ac:spMk id="6" creationId="{8B21A85A-0093-270D-0A01-586C4F4C16FE}"/>
          </ac:spMkLst>
        </pc:spChg>
        <pc:spChg chg="mod">
          <ac:chgData name="Li, Cong" userId="025630f4-267e-4cb3-8cd5-8795177f99f4" providerId="ADAL" clId="{929A2CC8-B112-421C-81E2-D5D63B23E300}" dt="2026-10-25T01:21:26.911" v="79437" actId="113"/>
          <ac:spMkLst>
            <pc:docMk/>
            <pc:sldMk cId="1266593933" sldId="693"/>
            <ac:spMk id="10" creationId="{D0006DC3-6DDE-1DE4-FC98-8556CCA734F7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5T01:42:23.156" v="80818" actId="1076"/>
        <pc:sldMkLst>
          <pc:docMk/>
          <pc:sldMk cId="3688104606" sldId="694"/>
        </pc:sldMkLst>
        <pc:spChg chg="mod">
          <ac:chgData name="Li, Cong" userId="025630f4-267e-4cb3-8cd5-8795177f99f4" providerId="ADAL" clId="{929A2CC8-B112-421C-81E2-D5D63B23E300}" dt="2026-10-25T01:37:31.974" v="80166" actId="20577"/>
          <ac:spMkLst>
            <pc:docMk/>
            <pc:sldMk cId="3688104606" sldId="694"/>
            <ac:spMk id="2" creationId="{B0966BE9-EFA7-8288-D33B-00DBA461ECEB}"/>
          </ac:spMkLst>
        </pc:spChg>
        <pc:spChg chg="del">
          <ac:chgData name="Li, Cong" userId="025630f4-267e-4cb3-8cd5-8795177f99f4" providerId="ADAL" clId="{929A2CC8-B112-421C-81E2-D5D63B23E300}" dt="2026-10-25T01:39:14.026" v="80477" actId="478"/>
          <ac:spMkLst>
            <pc:docMk/>
            <pc:sldMk cId="3688104606" sldId="694"/>
            <ac:spMk id="3" creationId="{07654B4E-DA1B-7B52-B6A6-DC204C3CB125}"/>
          </ac:spMkLst>
        </pc:spChg>
        <pc:spChg chg="add mod">
          <ac:chgData name="Li, Cong" userId="025630f4-267e-4cb3-8cd5-8795177f99f4" providerId="ADAL" clId="{929A2CC8-B112-421C-81E2-D5D63B23E300}" dt="2026-10-25T01:42:23.156" v="80818" actId="1076"/>
          <ac:spMkLst>
            <pc:docMk/>
            <pc:sldMk cId="3688104606" sldId="694"/>
            <ac:spMk id="4" creationId="{582B8B91-6C8A-A2B5-A13D-61764F3BAC8F}"/>
          </ac:spMkLst>
        </pc:spChg>
        <pc:spChg chg="mod">
          <ac:chgData name="Li, Cong" userId="025630f4-267e-4cb3-8cd5-8795177f99f4" providerId="ADAL" clId="{929A2CC8-B112-421C-81E2-D5D63B23E300}" dt="2026-10-25T01:41:53.332" v="80813" actId="1076"/>
          <ac:spMkLst>
            <pc:docMk/>
            <pc:sldMk cId="3688104606" sldId="694"/>
            <ac:spMk id="6" creationId="{71C3297E-9E7E-9CE2-1B58-9FC0D9DE0D5E}"/>
          </ac:spMkLst>
        </pc:spChg>
        <pc:spChg chg="mod">
          <ac:chgData name="Li, Cong" userId="025630f4-267e-4cb3-8cd5-8795177f99f4" providerId="ADAL" clId="{929A2CC8-B112-421C-81E2-D5D63B23E300}" dt="2026-10-25T01:39:21.495" v="80484" actId="1035"/>
          <ac:spMkLst>
            <pc:docMk/>
            <pc:sldMk cId="3688104606" sldId="694"/>
            <ac:spMk id="10" creationId="{0F6DC3D4-2F28-786C-8CFD-ED104948C285}"/>
          </ac:spMkLst>
        </pc:spChg>
      </pc:sldChg>
      <pc:sldChg chg="delSp modSp add mod delAnim">
        <pc:chgData name="Li, Cong" userId="025630f4-267e-4cb3-8cd5-8795177f99f4" providerId="ADAL" clId="{929A2CC8-B112-421C-81E2-D5D63B23E300}" dt="2026-10-25T22:09:45.071" v="96480" actId="6549"/>
        <pc:sldMkLst>
          <pc:docMk/>
          <pc:sldMk cId="3038641637" sldId="695"/>
        </pc:sldMkLst>
        <pc:spChg chg="mod">
          <ac:chgData name="Li, Cong" userId="025630f4-267e-4cb3-8cd5-8795177f99f4" providerId="ADAL" clId="{929A2CC8-B112-421C-81E2-D5D63B23E300}" dt="2026-10-25T01:45:21.112" v="80820" actId="20577"/>
          <ac:spMkLst>
            <pc:docMk/>
            <pc:sldMk cId="3038641637" sldId="695"/>
            <ac:spMk id="2" creationId="{A17867E1-017A-7959-6EDC-778BBED11E78}"/>
          </ac:spMkLst>
        </pc:spChg>
        <pc:spChg chg="del">
          <ac:chgData name="Li, Cong" userId="025630f4-267e-4cb3-8cd5-8795177f99f4" providerId="ADAL" clId="{929A2CC8-B112-421C-81E2-D5D63B23E300}" dt="2026-10-25T01:52:45.502" v="81203" actId="478"/>
          <ac:spMkLst>
            <pc:docMk/>
            <pc:sldMk cId="3038641637" sldId="695"/>
            <ac:spMk id="3" creationId="{76417185-7986-4051-370A-428B82178155}"/>
          </ac:spMkLst>
        </pc:spChg>
        <pc:spChg chg="mod">
          <ac:chgData name="Li, Cong" userId="025630f4-267e-4cb3-8cd5-8795177f99f4" providerId="ADAL" clId="{929A2CC8-B112-421C-81E2-D5D63B23E300}" dt="2026-10-25T22:09:45.071" v="96480" actId="6549"/>
          <ac:spMkLst>
            <pc:docMk/>
            <pc:sldMk cId="3038641637" sldId="695"/>
            <ac:spMk id="6" creationId="{40D5F070-828A-B1E7-5D58-CCBC7AF120CA}"/>
          </ac:spMkLst>
        </pc:spChg>
        <pc:spChg chg="mod">
          <ac:chgData name="Li, Cong" userId="025630f4-267e-4cb3-8cd5-8795177f99f4" providerId="ADAL" clId="{929A2CC8-B112-421C-81E2-D5D63B23E300}" dt="2026-10-25T01:55:46.816" v="81225" actId="1076"/>
          <ac:spMkLst>
            <pc:docMk/>
            <pc:sldMk cId="3038641637" sldId="695"/>
            <ac:spMk id="10" creationId="{901C5377-2358-4CDF-D0D5-A47DD6EEBBBB}"/>
          </ac:spMkLst>
        </pc:spChg>
      </pc:sldChg>
      <pc:sldChg chg="modSp add mod">
        <pc:chgData name="Li, Cong" userId="025630f4-267e-4cb3-8cd5-8795177f99f4" providerId="ADAL" clId="{929A2CC8-B112-421C-81E2-D5D63B23E300}" dt="2026-10-25T02:06:07.325" v="82220" actId="2711"/>
        <pc:sldMkLst>
          <pc:docMk/>
          <pc:sldMk cId="655378907" sldId="696"/>
        </pc:sldMkLst>
        <pc:spChg chg="mod">
          <ac:chgData name="Li, Cong" userId="025630f4-267e-4cb3-8cd5-8795177f99f4" providerId="ADAL" clId="{929A2CC8-B112-421C-81E2-D5D63B23E300}" dt="2026-10-25T01:59:55.916" v="81392" actId="20577"/>
          <ac:spMkLst>
            <pc:docMk/>
            <pc:sldMk cId="655378907" sldId="696"/>
            <ac:spMk id="2" creationId="{2B36B4F6-7021-F0DD-E443-E371E73C1134}"/>
          </ac:spMkLst>
        </pc:spChg>
        <pc:spChg chg="mod">
          <ac:chgData name="Li, Cong" userId="025630f4-267e-4cb3-8cd5-8795177f99f4" providerId="ADAL" clId="{929A2CC8-B112-421C-81E2-D5D63B23E300}" dt="2026-10-25T02:06:07.325" v="82220" actId="2711"/>
          <ac:spMkLst>
            <pc:docMk/>
            <pc:sldMk cId="655378907" sldId="696"/>
            <ac:spMk id="6" creationId="{2507F449-89A5-D45C-1EC7-49CB24FF6B01}"/>
          </ac:spMkLst>
        </pc:spChg>
        <pc:spChg chg="mod">
          <ac:chgData name="Li, Cong" userId="025630f4-267e-4cb3-8cd5-8795177f99f4" providerId="ADAL" clId="{929A2CC8-B112-421C-81E2-D5D63B23E300}" dt="2026-10-25T02:05:48.029" v="82216" actId="1076"/>
          <ac:spMkLst>
            <pc:docMk/>
            <pc:sldMk cId="655378907" sldId="696"/>
            <ac:spMk id="10" creationId="{4A0E65DF-400A-A0ED-29AC-E725B8FC95CD}"/>
          </ac:spMkLst>
        </pc:spChg>
      </pc:sldChg>
      <pc:sldChg chg="addSp modSp add mod modAnim">
        <pc:chgData name="Li, Cong" userId="025630f4-267e-4cb3-8cd5-8795177f99f4" providerId="ADAL" clId="{929A2CC8-B112-421C-81E2-D5D63B23E300}" dt="2026-10-25T22:05:54.311" v="96455" actId="20577"/>
        <pc:sldMkLst>
          <pc:docMk/>
          <pc:sldMk cId="4196240190" sldId="697"/>
        </pc:sldMkLst>
        <pc:spChg chg="mod">
          <ac:chgData name="Li, Cong" userId="025630f4-267e-4cb3-8cd5-8795177f99f4" providerId="ADAL" clId="{929A2CC8-B112-421C-81E2-D5D63B23E300}" dt="2026-10-25T02:06:17.465" v="82222" actId="20577"/>
          <ac:spMkLst>
            <pc:docMk/>
            <pc:sldMk cId="4196240190" sldId="697"/>
            <ac:spMk id="2" creationId="{C73A7F01-D7A9-F9F7-ED6B-41101E2FCAF3}"/>
          </ac:spMkLst>
        </pc:spChg>
        <pc:spChg chg="add mod">
          <ac:chgData name="Li, Cong" userId="025630f4-267e-4cb3-8cd5-8795177f99f4" providerId="ADAL" clId="{929A2CC8-B112-421C-81E2-D5D63B23E300}" dt="2026-10-25T22:05:54.311" v="96455" actId="20577"/>
          <ac:spMkLst>
            <pc:docMk/>
            <pc:sldMk cId="4196240190" sldId="697"/>
            <ac:spMk id="3" creationId="{E007EEA2-8A1E-FE4A-139A-ECD5952B0651}"/>
          </ac:spMkLst>
        </pc:spChg>
        <pc:spChg chg="mod">
          <ac:chgData name="Li, Cong" userId="025630f4-267e-4cb3-8cd5-8795177f99f4" providerId="ADAL" clId="{929A2CC8-B112-421C-81E2-D5D63B23E300}" dt="2026-10-25T02:11:11.892" v="82757" actId="1076"/>
          <ac:spMkLst>
            <pc:docMk/>
            <pc:sldMk cId="4196240190" sldId="697"/>
            <ac:spMk id="6" creationId="{0F48C965-7D4E-0E85-D70F-C702CDE51D09}"/>
          </ac:spMkLst>
        </pc:spChg>
        <pc:spChg chg="mod">
          <ac:chgData name="Li, Cong" userId="025630f4-267e-4cb3-8cd5-8795177f99f4" providerId="ADAL" clId="{929A2CC8-B112-421C-81E2-D5D63B23E300}" dt="2026-10-25T02:08:12.297" v="82527" actId="113"/>
          <ac:spMkLst>
            <pc:docMk/>
            <pc:sldMk cId="4196240190" sldId="697"/>
            <ac:spMk id="10" creationId="{3DD587ED-6739-00ED-A5A5-62EABC225537}"/>
          </ac:spMkLst>
        </pc:spChg>
      </pc:sldChg>
      <pc:sldChg chg="modSp add mod modAnim">
        <pc:chgData name="Li, Cong" userId="025630f4-267e-4cb3-8cd5-8795177f99f4" providerId="ADAL" clId="{929A2CC8-B112-421C-81E2-D5D63B23E300}" dt="2026-10-25T22:13:04.473" v="96534" actId="20577"/>
        <pc:sldMkLst>
          <pc:docMk/>
          <pc:sldMk cId="2698511096" sldId="698"/>
        </pc:sldMkLst>
        <pc:spChg chg="mod">
          <ac:chgData name="Li, Cong" userId="025630f4-267e-4cb3-8cd5-8795177f99f4" providerId="ADAL" clId="{929A2CC8-B112-421C-81E2-D5D63B23E300}" dt="2026-10-25T05:16:42.381" v="85057" actId="20577"/>
          <ac:spMkLst>
            <pc:docMk/>
            <pc:sldMk cId="2698511096" sldId="698"/>
            <ac:spMk id="2" creationId="{63294291-AB81-EB19-F001-591BFF22B65C}"/>
          </ac:spMkLst>
        </pc:spChg>
        <pc:spChg chg="mod">
          <ac:chgData name="Li, Cong" userId="025630f4-267e-4cb3-8cd5-8795177f99f4" providerId="ADAL" clId="{929A2CC8-B112-421C-81E2-D5D63B23E300}" dt="2026-10-25T22:13:04.473" v="96534" actId="20577"/>
          <ac:spMkLst>
            <pc:docMk/>
            <pc:sldMk cId="2698511096" sldId="698"/>
            <ac:spMk id="3" creationId="{118DC431-018E-D6A9-B4C0-43AEFFCDC013}"/>
          </ac:spMkLst>
        </pc:spChg>
        <pc:spChg chg="mod">
          <ac:chgData name="Li, Cong" userId="025630f4-267e-4cb3-8cd5-8795177f99f4" providerId="ADAL" clId="{929A2CC8-B112-421C-81E2-D5D63B23E300}" dt="2026-10-25T02:12:51.063" v="82759"/>
          <ac:spMkLst>
            <pc:docMk/>
            <pc:sldMk cId="2698511096" sldId="698"/>
            <ac:spMk id="5" creationId="{E211DADC-B506-D87E-1B09-737FC3F20032}"/>
          </ac:spMkLst>
        </pc:spChg>
      </pc:sldChg>
      <pc:sldChg chg="modSp add mod">
        <pc:chgData name="Li, Cong" userId="025630f4-267e-4cb3-8cd5-8795177f99f4" providerId="ADAL" clId="{929A2CC8-B112-421C-81E2-D5D63B23E300}" dt="2026-10-25T22:12:37.762" v="96530" actId="6549"/>
        <pc:sldMkLst>
          <pc:docMk/>
          <pc:sldMk cId="2858452758" sldId="699"/>
        </pc:sldMkLst>
        <pc:spChg chg="mod">
          <ac:chgData name="Li, Cong" userId="025630f4-267e-4cb3-8cd5-8795177f99f4" providerId="ADAL" clId="{929A2CC8-B112-421C-81E2-D5D63B23E300}" dt="2026-10-25T05:53:42.437" v="86013" actId="20577"/>
          <ac:spMkLst>
            <pc:docMk/>
            <pc:sldMk cId="2858452758" sldId="699"/>
            <ac:spMk id="2" creationId="{C49E8181-3015-9495-2176-83C3C283E768}"/>
          </ac:spMkLst>
        </pc:spChg>
        <pc:spChg chg="mod">
          <ac:chgData name="Li, Cong" userId="025630f4-267e-4cb3-8cd5-8795177f99f4" providerId="ADAL" clId="{929A2CC8-B112-421C-81E2-D5D63B23E300}" dt="2026-10-25T05:54:39.194" v="86042" actId="20577"/>
          <ac:spMkLst>
            <pc:docMk/>
            <pc:sldMk cId="2858452758" sldId="699"/>
            <ac:spMk id="3" creationId="{F2739CE1-452A-E47E-A57F-AD61ADEBC2F2}"/>
          </ac:spMkLst>
        </pc:spChg>
        <pc:spChg chg="mod">
          <ac:chgData name="Li, Cong" userId="025630f4-267e-4cb3-8cd5-8795177f99f4" providerId="ADAL" clId="{929A2CC8-B112-421C-81E2-D5D63B23E300}" dt="2026-10-25T22:12:37.762" v="96530" actId="6549"/>
          <ac:spMkLst>
            <pc:docMk/>
            <pc:sldMk cId="2858452758" sldId="699"/>
            <ac:spMk id="6" creationId="{64A164F6-2453-86A8-66AB-44A8A2882D52}"/>
          </ac:spMkLst>
        </pc:spChg>
        <pc:spChg chg="mod">
          <ac:chgData name="Li, Cong" userId="025630f4-267e-4cb3-8cd5-8795177f99f4" providerId="ADAL" clId="{929A2CC8-B112-421C-81E2-D5D63B23E300}" dt="2026-10-25T22:12:03.837" v="96512" actId="1076"/>
          <ac:spMkLst>
            <pc:docMk/>
            <pc:sldMk cId="2858452758" sldId="699"/>
            <ac:spMk id="10" creationId="{1BE07659-D080-506F-7CF9-0D4376B2AEFC}"/>
          </ac:spMkLst>
        </pc:spChg>
      </pc:sldChg>
      <pc:sldChg chg="modSp add mod modAnim">
        <pc:chgData name="Li, Cong" userId="025630f4-267e-4cb3-8cd5-8795177f99f4" providerId="ADAL" clId="{929A2CC8-B112-421C-81E2-D5D63B23E300}" dt="2026-10-25T22:11:21.891" v="96502" actId="20577"/>
        <pc:sldMkLst>
          <pc:docMk/>
          <pc:sldMk cId="2219164100" sldId="700"/>
        </pc:sldMkLst>
        <pc:spChg chg="mod">
          <ac:chgData name="Li, Cong" userId="025630f4-267e-4cb3-8cd5-8795177f99f4" providerId="ADAL" clId="{929A2CC8-B112-421C-81E2-D5D63B23E300}" dt="2026-10-25T02:52:29.740" v="84212" actId="20577"/>
          <ac:spMkLst>
            <pc:docMk/>
            <pc:sldMk cId="2219164100" sldId="700"/>
            <ac:spMk id="2" creationId="{E1AAB224-ECA6-ADDE-6D7B-1EC78381B80A}"/>
          </ac:spMkLst>
        </pc:spChg>
        <pc:spChg chg="mod">
          <ac:chgData name="Li, Cong" userId="025630f4-267e-4cb3-8cd5-8795177f99f4" providerId="ADAL" clId="{929A2CC8-B112-421C-81E2-D5D63B23E300}" dt="2026-10-25T22:11:21.891" v="96502" actId="20577"/>
          <ac:spMkLst>
            <pc:docMk/>
            <pc:sldMk cId="2219164100" sldId="700"/>
            <ac:spMk id="3" creationId="{FB05941F-17C1-9E14-AEC0-D7C838CF3D3A}"/>
          </ac:spMkLst>
        </pc:spChg>
      </pc:sldChg>
      <pc:sldChg chg="modSp add mod modAnim">
        <pc:chgData name="Li, Cong" userId="025630f4-267e-4cb3-8cd5-8795177f99f4" providerId="ADAL" clId="{929A2CC8-B112-421C-81E2-D5D63B23E300}" dt="2026-10-25T22:11:39.207" v="96503" actId="6549"/>
        <pc:sldMkLst>
          <pc:docMk/>
          <pc:sldMk cId="3924990294" sldId="701"/>
        </pc:sldMkLst>
        <pc:spChg chg="mod">
          <ac:chgData name="Li, Cong" userId="025630f4-267e-4cb3-8cd5-8795177f99f4" providerId="ADAL" clId="{929A2CC8-B112-421C-81E2-D5D63B23E300}" dt="2026-10-25T02:53:47.450" v="84313" actId="20577"/>
          <ac:spMkLst>
            <pc:docMk/>
            <pc:sldMk cId="3924990294" sldId="701"/>
            <ac:spMk id="2" creationId="{3341079A-A305-3275-39E5-8B369A9BBE2F}"/>
          </ac:spMkLst>
        </pc:spChg>
        <pc:spChg chg="mod">
          <ac:chgData name="Li, Cong" userId="025630f4-267e-4cb3-8cd5-8795177f99f4" providerId="ADAL" clId="{929A2CC8-B112-421C-81E2-D5D63B23E300}" dt="2026-10-25T22:11:39.207" v="96503" actId="6549"/>
          <ac:spMkLst>
            <pc:docMk/>
            <pc:sldMk cId="3924990294" sldId="701"/>
            <ac:spMk id="3" creationId="{75D65BA1-E4E0-F5B7-24BD-F2C8FB9439BA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5T22:10:05.359" v="96481" actId="6549"/>
        <pc:sldMkLst>
          <pc:docMk/>
          <pc:sldMk cId="104085609" sldId="702"/>
        </pc:sldMkLst>
        <pc:spChg chg="mod">
          <ac:chgData name="Li, Cong" userId="025630f4-267e-4cb3-8cd5-8795177f99f4" providerId="ADAL" clId="{929A2CC8-B112-421C-81E2-D5D63B23E300}" dt="2026-10-25T05:27:24.134" v="85669" actId="20577"/>
          <ac:spMkLst>
            <pc:docMk/>
            <pc:sldMk cId="104085609" sldId="702"/>
            <ac:spMk id="2" creationId="{88146507-8C78-11B8-2A54-807275B7E3A0}"/>
          </ac:spMkLst>
        </pc:spChg>
        <pc:spChg chg="mod">
          <ac:chgData name="Li, Cong" userId="025630f4-267e-4cb3-8cd5-8795177f99f4" providerId="ADAL" clId="{929A2CC8-B112-421C-81E2-D5D63B23E300}" dt="2026-10-25T22:06:18.747" v="96467" actId="20577"/>
          <ac:spMkLst>
            <pc:docMk/>
            <pc:sldMk cId="104085609" sldId="702"/>
            <ac:spMk id="3" creationId="{015B2414-ED85-9A3D-FC34-4FE04FB8A0B1}"/>
          </ac:spMkLst>
        </pc:spChg>
        <pc:spChg chg="add mod">
          <ac:chgData name="Li, Cong" userId="025630f4-267e-4cb3-8cd5-8795177f99f4" providerId="ADAL" clId="{929A2CC8-B112-421C-81E2-D5D63B23E300}" dt="2026-10-25T22:10:05.359" v="96481" actId="6549"/>
          <ac:spMkLst>
            <pc:docMk/>
            <pc:sldMk cId="104085609" sldId="702"/>
            <ac:spMk id="4" creationId="{2B696103-1F93-AEEA-A0F7-947F7B9D8F00}"/>
          </ac:spMkLst>
        </pc:spChg>
        <pc:spChg chg="del">
          <ac:chgData name="Li, Cong" userId="025630f4-267e-4cb3-8cd5-8795177f99f4" providerId="ADAL" clId="{929A2CC8-B112-421C-81E2-D5D63B23E300}" dt="2026-10-25T05:17:30.459" v="85156" actId="478"/>
          <ac:spMkLst>
            <pc:docMk/>
            <pc:sldMk cId="104085609" sldId="702"/>
            <ac:spMk id="6" creationId="{C3117C61-B2F8-81EC-D0EC-611408F0CF22}"/>
          </ac:spMkLst>
        </pc:spChg>
        <pc:spChg chg="mod">
          <ac:chgData name="Li, Cong" userId="025630f4-267e-4cb3-8cd5-8795177f99f4" providerId="ADAL" clId="{929A2CC8-B112-421C-81E2-D5D63B23E300}" dt="2026-10-25T22:07:32.753" v="96479" actId="20577"/>
          <ac:spMkLst>
            <pc:docMk/>
            <pc:sldMk cId="104085609" sldId="702"/>
            <ac:spMk id="10" creationId="{3AEF6EB2-BB14-81EF-EE32-4C88A772BDB4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5T08:16:01.587" v="88329" actId="1035"/>
        <pc:sldMkLst>
          <pc:docMk/>
          <pc:sldMk cId="1761666980" sldId="703"/>
        </pc:sldMkLst>
        <pc:spChg chg="mod">
          <ac:chgData name="Li, Cong" userId="025630f4-267e-4cb3-8cd5-8795177f99f4" providerId="ADAL" clId="{929A2CC8-B112-421C-81E2-D5D63B23E300}" dt="2026-10-25T05:43:33.620" v="85736" actId="20577"/>
          <ac:spMkLst>
            <pc:docMk/>
            <pc:sldMk cId="1761666980" sldId="703"/>
            <ac:spMk id="2" creationId="{BB3078F0-FE09-8B6E-6DE0-FD03DFC71566}"/>
          </ac:spMkLst>
        </pc:spChg>
        <pc:spChg chg="del">
          <ac:chgData name="Li, Cong" userId="025630f4-267e-4cb3-8cd5-8795177f99f4" providerId="ADAL" clId="{929A2CC8-B112-421C-81E2-D5D63B23E300}" dt="2026-10-25T05:43:37.818" v="85738" actId="478"/>
          <ac:spMkLst>
            <pc:docMk/>
            <pc:sldMk cId="1761666980" sldId="703"/>
            <ac:spMk id="3" creationId="{CAAB77BE-2E99-8BF8-0897-E66B5BF1D37A}"/>
          </ac:spMkLst>
        </pc:spChg>
        <pc:spChg chg="del">
          <ac:chgData name="Li, Cong" userId="025630f4-267e-4cb3-8cd5-8795177f99f4" providerId="ADAL" clId="{929A2CC8-B112-421C-81E2-D5D63B23E300}" dt="2026-10-25T05:43:39.075" v="85739" actId="478"/>
          <ac:spMkLst>
            <pc:docMk/>
            <pc:sldMk cId="1761666980" sldId="703"/>
            <ac:spMk id="4" creationId="{A0A2CBB2-20A2-CE86-8C60-23D64BDC3CC1}"/>
          </ac:spMkLst>
        </pc:spChg>
        <pc:spChg chg="add del mod">
          <ac:chgData name="Li, Cong" userId="025630f4-267e-4cb3-8cd5-8795177f99f4" providerId="ADAL" clId="{929A2CC8-B112-421C-81E2-D5D63B23E300}" dt="2026-10-25T05:43:51.124" v="85741" actId="478"/>
          <ac:spMkLst>
            <pc:docMk/>
            <pc:sldMk cId="1761666980" sldId="703"/>
            <ac:spMk id="6" creationId="{B4E67019-0D81-ACE1-8A38-0EB35A1332AF}"/>
          </ac:spMkLst>
        </pc:spChg>
        <pc:spChg chg="add mod">
          <ac:chgData name="Li, Cong" userId="025630f4-267e-4cb3-8cd5-8795177f99f4" providerId="ADAL" clId="{929A2CC8-B112-421C-81E2-D5D63B23E300}" dt="2026-10-25T05:46:45.637" v="85923" actId="1076"/>
          <ac:spMkLst>
            <pc:docMk/>
            <pc:sldMk cId="1761666980" sldId="703"/>
            <ac:spMk id="8" creationId="{18585597-AF2C-AF4F-8B06-1EC969F476E4}"/>
          </ac:spMkLst>
        </pc:spChg>
        <pc:spChg chg="del">
          <ac:chgData name="Li, Cong" userId="025630f4-267e-4cb3-8cd5-8795177f99f4" providerId="ADAL" clId="{929A2CC8-B112-421C-81E2-D5D63B23E300}" dt="2026-10-25T05:43:36.570" v="85737" actId="478"/>
          <ac:spMkLst>
            <pc:docMk/>
            <pc:sldMk cId="1761666980" sldId="703"/>
            <ac:spMk id="10" creationId="{79AC3ED6-C841-96B8-6A0A-D4C646A67F13}"/>
          </ac:spMkLst>
        </pc:spChg>
        <pc:spChg chg="add mod">
          <ac:chgData name="Li, Cong" userId="025630f4-267e-4cb3-8cd5-8795177f99f4" providerId="ADAL" clId="{929A2CC8-B112-421C-81E2-D5D63B23E300}" dt="2026-10-25T08:16:01.587" v="88329" actId="1035"/>
          <ac:spMkLst>
            <pc:docMk/>
            <pc:sldMk cId="1761666980" sldId="703"/>
            <ac:spMk id="13" creationId="{50F5B071-7A37-DCF9-65DB-4F0EEA6EAD62}"/>
          </ac:spMkLst>
        </pc:spChg>
        <pc:spChg chg="add mod">
          <ac:chgData name="Li, Cong" userId="025630f4-267e-4cb3-8cd5-8795177f99f4" providerId="ADAL" clId="{929A2CC8-B112-421C-81E2-D5D63B23E300}" dt="2026-10-25T05:46:52.222" v="85925" actId="1076"/>
          <ac:spMkLst>
            <pc:docMk/>
            <pc:sldMk cId="1761666980" sldId="703"/>
            <ac:spMk id="15" creationId="{A84E96EE-38E5-F985-7A6D-2C74E968D063}"/>
          </ac:spMkLst>
        </pc:spChg>
        <pc:spChg chg="add mod">
          <ac:chgData name="Li, Cong" userId="025630f4-267e-4cb3-8cd5-8795177f99f4" providerId="ADAL" clId="{929A2CC8-B112-421C-81E2-D5D63B23E300}" dt="2026-10-25T05:50:55.407" v="85988" actId="1076"/>
          <ac:spMkLst>
            <pc:docMk/>
            <pc:sldMk cId="1761666980" sldId="703"/>
            <ac:spMk id="21" creationId="{473AA400-8544-D9C1-FC0B-44AEDB7A78D1}"/>
          </ac:spMkLst>
        </pc:spChg>
        <pc:spChg chg="add mod">
          <ac:chgData name="Li, Cong" userId="025630f4-267e-4cb3-8cd5-8795177f99f4" providerId="ADAL" clId="{929A2CC8-B112-421C-81E2-D5D63B23E300}" dt="2026-10-25T05:50:01.931" v="85980" actId="5793"/>
          <ac:spMkLst>
            <pc:docMk/>
            <pc:sldMk cId="1761666980" sldId="703"/>
            <ac:spMk id="26" creationId="{910B98BE-6CFD-A020-A0A2-6234BDCADD06}"/>
          </ac:spMkLst>
        </pc:spChg>
        <pc:spChg chg="add mod">
          <ac:chgData name="Li, Cong" userId="025630f4-267e-4cb3-8cd5-8795177f99f4" providerId="ADAL" clId="{929A2CC8-B112-421C-81E2-D5D63B23E300}" dt="2026-10-25T05:55:08.468" v="86044"/>
          <ac:spMkLst>
            <pc:docMk/>
            <pc:sldMk cId="1761666980" sldId="703"/>
            <ac:spMk id="28" creationId="{8046006E-C799-E983-F8EB-8727C328B481}"/>
          </ac:spMkLst>
        </pc:spChg>
        <pc:spChg chg="add mod">
          <ac:chgData name="Li, Cong" userId="025630f4-267e-4cb3-8cd5-8795177f99f4" providerId="ADAL" clId="{929A2CC8-B112-421C-81E2-D5D63B23E300}" dt="2026-10-25T05:58:24.312" v="86288" actId="1076"/>
          <ac:spMkLst>
            <pc:docMk/>
            <pc:sldMk cId="1761666980" sldId="703"/>
            <ac:spMk id="29" creationId="{8B13F43E-B524-41F4-FD0D-20F2B703B8C2}"/>
          </ac:spMkLst>
        </pc:spChg>
        <pc:spChg chg="add mod">
          <ac:chgData name="Li, Cong" userId="025630f4-267e-4cb3-8cd5-8795177f99f4" providerId="ADAL" clId="{929A2CC8-B112-421C-81E2-D5D63B23E300}" dt="2026-10-25T05:57:55.375" v="86282" actId="1076"/>
          <ac:spMkLst>
            <pc:docMk/>
            <pc:sldMk cId="1761666980" sldId="703"/>
            <ac:spMk id="37" creationId="{BF4CE9D5-CC26-A7FD-E444-0CECE6B4C7D8}"/>
          </ac:spMkLst>
        </pc:spChg>
        <pc:spChg chg="add mod">
          <ac:chgData name="Li, Cong" userId="025630f4-267e-4cb3-8cd5-8795177f99f4" providerId="ADAL" clId="{929A2CC8-B112-421C-81E2-D5D63B23E300}" dt="2026-10-25T05:58:59.144" v="86384" actId="1076"/>
          <ac:spMkLst>
            <pc:docMk/>
            <pc:sldMk cId="1761666980" sldId="703"/>
            <ac:spMk id="41" creationId="{2BA14678-B186-8756-087C-297504C751B4}"/>
          </ac:spMkLst>
        </pc:spChg>
        <pc:cxnChg chg="add mod">
          <ac:chgData name="Li, Cong" userId="025630f4-267e-4cb3-8cd5-8795177f99f4" providerId="ADAL" clId="{929A2CC8-B112-421C-81E2-D5D63B23E300}" dt="2026-10-25T08:16:01.587" v="88329" actId="1035"/>
          <ac:cxnSpMkLst>
            <pc:docMk/>
            <pc:sldMk cId="1761666980" sldId="703"/>
            <ac:cxnSpMk id="11" creationId="{1850FD35-D362-7F24-E3DD-3079DE204E54}"/>
          </ac:cxnSpMkLst>
        </pc:cxnChg>
        <pc:cxnChg chg="add mod">
          <ac:chgData name="Li, Cong" userId="025630f4-267e-4cb3-8cd5-8795177f99f4" providerId="ADAL" clId="{929A2CC8-B112-421C-81E2-D5D63B23E300}" dt="2026-10-25T05:46:57.821" v="85928" actId="14100"/>
          <ac:cxnSpMkLst>
            <pc:docMk/>
            <pc:sldMk cId="1761666980" sldId="703"/>
            <ac:cxnSpMk id="16" creationId="{29FCEAA0-098F-0173-BC11-DCFA930A50B4}"/>
          </ac:cxnSpMkLst>
        </pc:cxnChg>
        <pc:cxnChg chg="add mod">
          <ac:chgData name="Li, Cong" userId="025630f4-267e-4cb3-8cd5-8795177f99f4" providerId="ADAL" clId="{929A2CC8-B112-421C-81E2-D5D63B23E300}" dt="2026-10-25T05:49:20.006" v="85929"/>
          <ac:cxnSpMkLst>
            <pc:docMk/>
            <pc:sldMk cId="1761666980" sldId="703"/>
            <ac:cxnSpMk id="19" creationId="{672F4493-8B40-C815-A9B9-61D2212D6BD9}"/>
          </ac:cxnSpMkLst>
        </pc:cxnChg>
        <pc:cxnChg chg="add mod">
          <ac:chgData name="Li, Cong" userId="025630f4-267e-4cb3-8cd5-8795177f99f4" providerId="ADAL" clId="{929A2CC8-B112-421C-81E2-D5D63B23E300}" dt="2026-10-25T05:49:20.476" v="85930"/>
          <ac:cxnSpMkLst>
            <pc:docMk/>
            <pc:sldMk cId="1761666980" sldId="703"/>
            <ac:cxnSpMk id="20" creationId="{1C67D69A-A3CB-7126-155C-B214395E15B4}"/>
          </ac:cxnSpMkLst>
        </pc:cxnChg>
        <pc:cxnChg chg="add mod">
          <ac:chgData name="Li, Cong" userId="025630f4-267e-4cb3-8cd5-8795177f99f4" providerId="ADAL" clId="{929A2CC8-B112-421C-81E2-D5D63B23E300}" dt="2026-10-25T05:50:55.407" v="85988" actId="1076"/>
          <ac:cxnSpMkLst>
            <pc:docMk/>
            <pc:sldMk cId="1761666980" sldId="703"/>
            <ac:cxnSpMk id="22" creationId="{79548548-6C07-B16A-1922-2385571BF323}"/>
          </ac:cxnSpMkLst>
        </pc:cxnChg>
        <pc:cxnChg chg="add mod">
          <ac:chgData name="Li, Cong" userId="025630f4-267e-4cb3-8cd5-8795177f99f4" providerId="ADAL" clId="{929A2CC8-B112-421C-81E2-D5D63B23E300}" dt="2026-10-25T05:50:42.599" v="85987" actId="14100"/>
          <ac:cxnSpMkLst>
            <pc:docMk/>
            <pc:sldMk cId="1761666980" sldId="703"/>
            <ac:cxnSpMk id="23" creationId="{19DE4B3B-87D6-718F-7F3D-A3A6732A95F9}"/>
          </ac:cxnSpMkLst>
        </pc:cxnChg>
        <pc:cxnChg chg="add mod">
          <ac:chgData name="Li, Cong" userId="025630f4-267e-4cb3-8cd5-8795177f99f4" providerId="ADAL" clId="{929A2CC8-B112-421C-81E2-D5D63B23E300}" dt="2026-10-25T05:56:25.809" v="86175" actId="692"/>
          <ac:cxnSpMkLst>
            <pc:docMk/>
            <pc:sldMk cId="1761666980" sldId="703"/>
            <ac:cxnSpMk id="31" creationId="{F34650ED-4465-578B-2C63-71A60CAE4296}"/>
          </ac:cxnSpMkLst>
        </pc:cxnChg>
        <pc:cxnChg chg="add mod">
          <ac:chgData name="Li, Cong" userId="025630f4-267e-4cb3-8cd5-8795177f99f4" providerId="ADAL" clId="{929A2CC8-B112-421C-81E2-D5D63B23E300}" dt="2026-10-25T05:57:55.375" v="86282" actId="1076"/>
          <ac:cxnSpMkLst>
            <pc:docMk/>
            <pc:sldMk cId="1761666980" sldId="703"/>
            <ac:cxnSpMk id="34" creationId="{5B832501-2560-2E63-C06A-A837EB60935B}"/>
          </ac:cxnSpMkLst>
        </pc:cxnChg>
      </pc:sldChg>
      <pc:sldChg chg="delSp modSp add mod delAnim">
        <pc:chgData name="Li, Cong" userId="025630f4-267e-4cb3-8cd5-8795177f99f4" providerId="ADAL" clId="{929A2CC8-B112-421C-81E2-D5D63B23E300}" dt="2026-10-25T07:35:36.750" v="86895" actId="1076"/>
        <pc:sldMkLst>
          <pc:docMk/>
          <pc:sldMk cId="2736305692" sldId="704"/>
        </pc:sldMkLst>
        <pc:spChg chg="mod">
          <ac:chgData name="Li, Cong" userId="025630f4-267e-4cb3-8cd5-8795177f99f4" providerId="ADAL" clId="{929A2CC8-B112-421C-81E2-D5D63B23E300}" dt="2026-10-25T07:31:35.729" v="86482" actId="20577"/>
          <ac:spMkLst>
            <pc:docMk/>
            <pc:sldMk cId="2736305692" sldId="704"/>
            <ac:spMk id="2" creationId="{53BFB00F-AF26-36A0-E7E9-A2FBC2692048}"/>
          </ac:spMkLst>
        </pc:spChg>
        <pc:spChg chg="mod">
          <ac:chgData name="Li, Cong" userId="025630f4-267e-4cb3-8cd5-8795177f99f4" providerId="ADAL" clId="{929A2CC8-B112-421C-81E2-D5D63B23E300}" dt="2026-10-25T07:35:36.750" v="86895" actId="1076"/>
          <ac:spMkLst>
            <pc:docMk/>
            <pc:sldMk cId="2736305692" sldId="704"/>
            <ac:spMk id="3" creationId="{B1223B5F-14F6-880E-2964-D53D132D106C}"/>
          </ac:spMkLst>
        </pc:spChg>
        <pc:spChg chg="del">
          <ac:chgData name="Li, Cong" userId="025630f4-267e-4cb3-8cd5-8795177f99f4" providerId="ADAL" clId="{929A2CC8-B112-421C-81E2-D5D63B23E300}" dt="2026-10-25T07:35:10.056" v="86815" actId="478"/>
          <ac:spMkLst>
            <pc:docMk/>
            <pc:sldMk cId="2736305692" sldId="704"/>
            <ac:spMk id="4" creationId="{F58336EC-A9EA-7EC3-ED0C-9BBEA030DF23}"/>
          </ac:spMkLst>
        </pc:spChg>
        <pc:spChg chg="mod">
          <ac:chgData name="Li, Cong" userId="025630f4-267e-4cb3-8cd5-8795177f99f4" providerId="ADAL" clId="{929A2CC8-B112-421C-81E2-D5D63B23E300}" dt="2026-10-25T07:32:51.570" v="86711" actId="1076"/>
          <ac:spMkLst>
            <pc:docMk/>
            <pc:sldMk cId="2736305692" sldId="704"/>
            <ac:spMk id="10" creationId="{46927AA5-DC62-B4AB-8224-80CC2D33015E}"/>
          </ac:spMkLst>
        </pc:spChg>
      </pc:sldChg>
      <pc:sldChg chg="addSp modSp add mod modAnim">
        <pc:chgData name="Li, Cong" userId="025630f4-267e-4cb3-8cd5-8795177f99f4" providerId="ADAL" clId="{929A2CC8-B112-421C-81E2-D5D63B23E300}" dt="2026-10-25T22:13:22.701" v="96540" actId="20577"/>
        <pc:sldMkLst>
          <pc:docMk/>
          <pc:sldMk cId="3987495751" sldId="705"/>
        </pc:sldMkLst>
        <pc:spChg chg="mod">
          <ac:chgData name="Li, Cong" userId="025630f4-267e-4cb3-8cd5-8795177f99f4" providerId="ADAL" clId="{929A2CC8-B112-421C-81E2-D5D63B23E300}" dt="2026-10-25T07:45:59.561" v="86928" actId="20577"/>
          <ac:spMkLst>
            <pc:docMk/>
            <pc:sldMk cId="3987495751" sldId="705"/>
            <ac:spMk id="2" creationId="{559D39E4-BD40-650C-BA55-62266D8B8625}"/>
          </ac:spMkLst>
        </pc:spChg>
        <pc:spChg chg="mod">
          <ac:chgData name="Li, Cong" userId="025630f4-267e-4cb3-8cd5-8795177f99f4" providerId="ADAL" clId="{929A2CC8-B112-421C-81E2-D5D63B23E300}" dt="2026-10-25T07:51:39.977" v="87706" actId="1076"/>
          <ac:spMkLst>
            <pc:docMk/>
            <pc:sldMk cId="3987495751" sldId="705"/>
            <ac:spMk id="3" creationId="{33E12388-0334-9CB2-5F9A-508F65BC4E0D}"/>
          </ac:spMkLst>
        </pc:spChg>
        <pc:spChg chg="add mod">
          <ac:chgData name="Li, Cong" userId="025630f4-267e-4cb3-8cd5-8795177f99f4" providerId="ADAL" clId="{929A2CC8-B112-421C-81E2-D5D63B23E300}" dt="2026-10-25T22:13:22.701" v="96540" actId="20577"/>
          <ac:spMkLst>
            <pc:docMk/>
            <pc:sldMk cId="3987495751" sldId="705"/>
            <ac:spMk id="4" creationId="{3EF58B8B-74DD-E743-E487-FE230EEC93B0}"/>
          </ac:spMkLst>
        </pc:spChg>
        <pc:spChg chg="mod">
          <ac:chgData name="Li, Cong" userId="025630f4-267e-4cb3-8cd5-8795177f99f4" providerId="ADAL" clId="{929A2CC8-B112-421C-81E2-D5D63B23E300}" dt="2026-10-25T07:51:36.953" v="87705" actId="1076"/>
          <ac:spMkLst>
            <pc:docMk/>
            <pc:sldMk cId="3987495751" sldId="705"/>
            <ac:spMk id="10" creationId="{2423636F-C033-5019-FD09-EF8C45B9228C}"/>
          </ac:spMkLst>
        </pc:spChg>
      </pc:sldChg>
      <pc:sldChg chg="modSp add mod">
        <pc:chgData name="Li, Cong" userId="025630f4-267e-4cb3-8cd5-8795177f99f4" providerId="ADAL" clId="{929A2CC8-B112-421C-81E2-D5D63B23E300}" dt="2026-10-25T22:16:47.289" v="96586" actId="20577"/>
        <pc:sldMkLst>
          <pc:docMk/>
          <pc:sldMk cId="200489992" sldId="706"/>
        </pc:sldMkLst>
        <pc:spChg chg="mod">
          <ac:chgData name="Li, Cong" userId="025630f4-267e-4cb3-8cd5-8795177f99f4" providerId="ADAL" clId="{929A2CC8-B112-421C-81E2-D5D63B23E300}" dt="2026-10-25T07:56:26.625" v="87751" actId="20577"/>
          <ac:spMkLst>
            <pc:docMk/>
            <pc:sldMk cId="200489992" sldId="706"/>
            <ac:spMk id="2" creationId="{C00E00BC-E020-74B3-CF94-48E719D76F94}"/>
          </ac:spMkLst>
        </pc:spChg>
        <pc:spChg chg="mod">
          <ac:chgData name="Li, Cong" userId="025630f4-267e-4cb3-8cd5-8795177f99f4" providerId="ADAL" clId="{929A2CC8-B112-421C-81E2-D5D63B23E300}" dt="2026-10-25T08:00:10.037" v="88278" actId="1076"/>
          <ac:spMkLst>
            <pc:docMk/>
            <pc:sldMk cId="200489992" sldId="706"/>
            <ac:spMk id="3" creationId="{0B3CA4F8-1A1A-5699-81F9-ACE59843B702}"/>
          </ac:spMkLst>
        </pc:spChg>
        <pc:spChg chg="mod">
          <ac:chgData name="Li, Cong" userId="025630f4-267e-4cb3-8cd5-8795177f99f4" providerId="ADAL" clId="{929A2CC8-B112-421C-81E2-D5D63B23E300}" dt="2026-10-25T22:16:47.289" v="96586" actId="20577"/>
          <ac:spMkLst>
            <pc:docMk/>
            <pc:sldMk cId="200489992" sldId="706"/>
            <ac:spMk id="4" creationId="{B4F6152F-E9F1-B44B-D12F-E46E0D7EC27E}"/>
          </ac:spMkLst>
        </pc:spChg>
        <pc:spChg chg="mod">
          <ac:chgData name="Li, Cong" userId="025630f4-267e-4cb3-8cd5-8795177f99f4" providerId="ADAL" clId="{929A2CC8-B112-421C-81E2-D5D63B23E300}" dt="2026-10-25T22:13:39.075" v="96541" actId="20577"/>
          <ac:spMkLst>
            <pc:docMk/>
            <pc:sldMk cId="200489992" sldId="706"/>
            <ac:spMk id="10" creationId="{52C6EF6D-FB56-69AA-4FA6-5E5CE21345A6}"/>
          </ac:spMkLst>
        </pc:spChg>
      </pc:sldChg>
      <pc:sldChg chg="modSp add mod">
        <pc:chgData name="Li, Cong" userId="025630f4-267e-4cb3-8cd5-8795177f99f4" providerId="ADAL" clId="{929A2CC8-B112-421C-81E2-D5D63B23E300}" dt="2026-10-25T22:13:52.334" v="96542" actId="20577"/>
        <pc:sldMkLst>
          <pc:docMk/>
          <pc:sldMk cId="343007056" sldId="707"/>
        </pc:sldMkLst>
        <pc:spChg chg="mod">
          <ac:chgData name="Li, Cong" userId="025630f4-267e-4cb3-8cd5-8795177f99f4" providerId="ADAL" clId="{929A2CC8-B112-421C-81E2-D5D63B23E300}" dt="2026-10-25T09:05:56.982" v="89823" actId="20577"/>
          <ac:spMkLst>
            <pc:docMk/>
            <pc:sldMk cId="343007056" sldId="707"/>
            <ac:spMk id="2" creationId="{D68A7C7B-58EB-9EF9-8242-17C5632B887A}"/>
          </ac:spMkLst>
        </pc:spChg>
        <pc:spChg chg="mod">
          <ac:chgData name="Li, Cong" userId="025630f4-267e-4cb3-8cd5-8795177f99f4" providerId="ADAL" clId="{929A2CC8-B112-421C-81E2-D5D63B23E300}" dt="2026-10-25T22:06:24.458" v="96473" actId="20577"/>
          <ac:spMkLst>
            <pc:docMk/>
            <pc:sldMk cId="343007056" sldId="707"/>
            <ac:spMk id="3" creationId="{F20C19BE-0981-32B3-3027-20218C03EA4C}"/>
          </ac:spMkLst>
        </pc:spChg>
        <pc:spChg chg="mod">
          <ac:chgData name="Li, Cong" userId="025630f4-267e-4cb3-8cd5-8795177f99f4" providerId="ADAL" clId="{929A2CC8-B112-421C-81E2-D5D63B23E300}" dt="2026-10-25T22:07:03.782" v="96477" actId="20577"/>
          <ac:spMkLst>
            <pc:docMk/>
            <pc:sldMk cId="343007056" sldId="707"/>
            <ac:spMk id="4" creationId="{8E65871B-4B4D-8118-AB26-51CDE8731FB5}"/>
          </ac:spMkLst>
        </pc:spChg>
        <pc:spChg chg="mod">
          <ac:chgData name="Li, Cong" userId="025630f4-267e-4cb3-8cd5-8795177f99f4" providerId="ADAL" clId="{929A2CC8-B112-421C-81E2-D5D63B23E300}" dt="2026-10-25T22:13:52.334" v="96542" actId="20577"/>
          <ac:spMkLst>
            <pc:docMk/>
            <pc:sldMk cId="343007056" sldId="707"/>
            <ac:spMk id="10" creationId="{F6506330-E318-2765-737E-08E14FD87C06}"/>
          </ac:spMkLst>
        </pc:spChg>
      </pc:sldChg>
      <pc:sldChg chg="delSp modSp add mod delAnim">
        <pc:chgData name="Li, Cong" userId="025630f4-267e-4cb3-8cd5-8795177f99f4" providerId="ADAL" clId="{929A2CC8-B112-421C-81E2-D5D63B23E300}" dt="2026-10-25T08:51:26.372" v="89810" actId="1036"/>
        <pc:sldMkLst>
          <pc:docMk/>
          <pc:sldMk cId="3521352987" sldId="708"/>
        </pc:sldMkLst>
        <pc:spChg chg="mod">
          <ac:chgData name="Li, Cong" userId="025630f4-267e-4cb3-8cd5-8795177f99f4" providerId="ADAL" clId="{929A2CC8-B112-421C-81E2-D5D63B23E300}" dt="2026-10-25T08:45:53.381" v="89071" actId="20577"/>
          <ac:spMkLst>
            <pc:docMk/>
            <pc:sldMk cId="3521352987" sldId="708"/>
            <ac:spMk id="2" creationId="{B8C7F9C8-03ED-E865-2B7E-A9B356926950}"/>
          </ac:spMkLst>
        </pc:spChg>
        <pc:spChg chg="mod">
          <ac:chgData name="Li, Cong" userId="025630f4-267e-4cb3-8cd5-8795177f99f4" providerId="ADAL" clId="{929A2CC8-B112-421C-81E2-D5D63B23E300}" dt="2026-10-25T08:51:26.372" v="89810" actId="1036"/>
          <ac:spMkLst>
            <pc:docMk/>
            <pc:sldMk cId="3521352987" sldId="708"/>
            <ac:spMk id="3" creationId="{90941D40-B668-6C1A-9CFB-9AD9448E28E8}"/>
          </ac:spMkLst>
        </pc:spChg>
        <pc:spChg chg="del">
          <ac:chgData name="Li, Cong" userId="025630f4-267e-4cb3-8cd5-8795177f99f4" providerId="ADAL" clId="{929A2CC8-B112-421C-81E2-D5D63B23E300}" dt="2026-10-25T08:49:25.995" v="89548" actId="478"/>
          <ac:spMkLst>
            <pc:docMk/>
            <pc:sldMk cId="3521352987" sldId="708"/>
            <ac:spMk id="4" creationId="{2D77D4D2-6C98-C61D-FC37-101673A25C89}"/>
          </ac:spMkLst>
        </pc:spChg>
        <pc:spChg chg="mod">
          <ac:chgData name="Li, Cong" userId="025630f4-267e-4cb3-8cd5-8795177f99f4" providerId="ADAL" clId="{929A2CC8-B112-421C-81E2-D5D63B23E300}" dt="2026-10-25T08:51:23.753" v="89809" actId="1036"/>
          <ac:spMkLst>
            <pc:docMk/>
            <pc:sldMk cId="3521352987" sldId="708"/>
            <ac:spMk id="10" creationId="{DEDD15C8-9755-683C-8D6C-9C07C7D777D5}"/>
          </ac:spMkLst>
        </pc:spChg>
      </pc:sldChg>
      <pc:sldChg chg="delSp modSp add mod delAnim">
        <pc:chgData name="Li, Cong" userId="025630f4-267e-4cb3-8cd5-8795177f99f4" providerId="ADAL" clId="{929A2CC8-B112-421C-81E2-D5D63B23E300}" dt="2026-10-25T09:12:37.913" v="90653" actId="6549"/>
        <pc:sldMkLst>
          <pc:docMk/>
          <pc:sldMk cId="3192199583" sldId="709"/>
        </pc:sldMkLst>
        <pc:spChg chg="mod">
          <ac:chgData name="Li, Cong" userId="025630f4-267e-4cb3-8cd5-8795177f99f4" providerId="ADAL" clId="{929A2CC8-B112-421C-81E2-D5D63B23E300}" dt="2026-10-25T09:05:34.098" v="89817" actId="20577"/>
          <ac:spMkLst>
            <pc:docMk/>
            <pc:sldMk cId="3192199583" sldId="709"/>
            <ac:spMk id="2" creationId="{2341A491-3E03-E847-9A75-7D4C56ED8963}"/>
          </ac:spMkLst>
        </pc:spChg>
        <pc:spChg chg="mod">
          <ac:chgData name="Li, Cong" userId="025630f4-267e-4cb3-8cd5-8795177f99f4" providerId="ADAL" clId="{929A2CC8-B112-421C-81E2-D5D63B23E300}" dt="2026-10-25T09:12:37.913" v="90653" actId="6549"/>
          <ac:spMkLst>
            <pc:docMk/>
            <pc:sldMk cId="3192199583" sldId="709"/>
            <ac:spMk id="3" creationId="{FA6E45C1-3A12-BB55-7A57-CB8C5DA4F9C9}"/>
          </ac:spMkLst>
        </pc:spChg>
        <pc:spChg chg="del">
          <ac:chgData name="Li, Cong" userId="025630f4-267e-4cb3-8cd5-8795177f99f4" providerId="ADAL" clId="{929A2CC8-B112-421C-81E2-D5D63B23E300}" dt="2026-10-25T09:10:49.793" v="90583" actId="478"/>
          <ac:spMkLst>
            <pc:docMk/>
            <pc:sldMk cId="3192199583" sldId="709"/>
            <ac:spMk id="4" creationId="{0F954E88-F25B-14CB-AA65-C8255B7DEE60}"/>
          </ac:spMkLst>
        </pc:spChg>
        <pc:spChg chg="mod">
          <ac:chgData name="Li, Cong" userId="025630f4-267e-4cb3-8cd5-8795177f99f4" providerId="ADAL" clId="{929A2CC8-B112-421C-81E2-D5D63B23E300}" dt="2026-10-25T09:08:14.126" v="90192" actId="1076"/>
          <ac:spMkLst>
            <pc:docMk/>
            <pc:sldMk cId="3192199583" sldId="709"/>
            <ac:spMk id="10" creationId="{C2B5B0CA-6864-9E74-5FC3-17C688AA439B}"/>
          </ac:spMkLst>
        </pc:spChg>
      </pc:sldChg>
      <pc:sldChg chg="delSp modSp add mod delAnim">
        <pc:chgData name="Li, Cong" userId="025630f4-267e-4cb3-8cd5-8795177f99f4" providerId="ADAL" clId="{929A2CC8-B112-421C-81E2-D5D63B23E300}" dt="2026-10-25T09:45:10.432" v="91389" actId="1035"/>
        <pc:sldMkLst>
          <pc:docMk/>
          <pc:sldMk cId="2141865905" sldId="710"/>
        </pc:sldMkLst>
        <pc:spChg chg="mod">
          <ac:chgData name="Li, Cong" userId="025630f4-267e-4cb3-8cd5-8795177f99f4" providerId="ADAL" clId="{929A2CC8-B112-421C-81E2-D5D63B23E300}" dt="2026-10-25T09:20:24.566" v="90952" actId="20577"/>
          <ac:spMkLst>
            <pc:docMk/>
            <pc:sldMk cId="2141865905" sldId="710"/>
            <ac:spMk id="2" creationId="{CDB4E160-75D2-598E-F0B6-212F27823A01}"/>
          </ac:spMkLst>
        </pc:spChg>
        <pc:spChg chg="del">
          <ac:chgData name="Li, Cong" userId="025630f4-267e-4cb3-8cd5-8795177f99f4" providerId="ADAL" clId="{929A2CC8-B112-421C-81E2-D5D63B23E300}" dt="2026-10-25T09:20:52.073" v="90958" actId="478"/>
          <ac:spMkLst>
            <pc:docMk/>
            <pc:sldMk cId="2141865905" sldId="710"/>
            <ac:spMk id="3" creationId="{45D0CDFE-7170-79B1-5877-43882CC7FCE9}"/>
          </ac:spMkLst>
        </pc:spChg>
        <pc:spChg chg="mod">
          <ac:chgData name="Li, Cong" userId="025630f4-267e-4cb3-8cd5-8795177f99f4" providerId="ADAL" clId="{929A2CC8-B112-421C-81E2-D5D63B23E300}" dt="2026-10-25T09:33:31.352" v="91387" actId="20577"/>
          <ac:spMkLst>
            <pc:docMk/>
            <pc:sldMk cId="2141865905" sldId="710"/>
            <ac:spMk id="4" creationId="{4A96BB0F-3532-56AF-04E8-ED84ADC65677}"/>
          </ac:spMkLst>
        </pc:spChg>
        <pc:spChg chg="mod">
          <ac:chgData name="Li, Cong" userId="025630f4-267e-4cb3-8cd5-8795177f99f4" providerId="ADAL" clId="{929A2CC8-B112-421C-81E2-D5D63B23E300}" dt="2026-10-25T09:45:10.432" v="91389" actId="1035"/>
          <ac:spMkLst>
            <pc:docMk/>
            <pc:sldMk cId="2141865905" sldId="710"/>
            <ac:spMk id="10" creationId="{90C05E6E-FF93-8F65-D49D-BFCDBB8AE401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5T11:01:13.951" v="93385" actId="20577"/>
        <pc:sldMkLst>
          <pc:docMk/>
          <pc:sldMk cId="1952528516" sldId="711"/>
        </pc:sldMkLst>
        <pc:spChg chg="add del mod">
          <ac:chgData name="Li, Cong" userId="025630f4-267e-4cb3-8cd5-8795177f99f4" providerId="ADAL" clId="{929A2CC8-B112-421C-81E2-D5D63B23E300}" dt="2026-10-25T09:48:07.850" v="91480" actId="478"/>
          <ac:spMkLst>
            <pc:docMk/>
            <pc:sldMk cId="1952528516" sldId="711"/>
            <ac:spMk id="2" creationId="{80A2D16C-6E7F-E206-25E3-CCE2A33ED0C1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3" creationId="{7E8E97FB-A770-2DBA-878A-B6A304B6FA86}"/>
          </ac:spMkLst>
        </pc:spChg>
        <pc:spChg chg="del">
          <ac:chgData name="Li, Cong" userId="025630f4-267e-4cb3-8cd5-8795177f99f4" providerId="ADAL" clId="{929A2CC8-B112-421C-81E2-D5D63B23E300}" dt="2026-10-25T09:45:53.882" v="91392" actId="478"/>
          <ac:spMkLst>
            <pc:docMk/>
            <pc:sldMk cId="1952528516" sldId="711"/>
            <ac:spMk id="4" creationId="{20853FE5-8E6B-310C-2138-9785106ABF42}"/>
          </ac:spMkLst>
        </pc:spChg>
        <pc:spChg chg="add del">
          <ac:chgData name="Li, Cong" userId="025630f4-267e-4cb3-8cd5-8795177f99f4" providerId="ADAL" clId="{929A2CC8-B112-421C-81E2-D5D63B23E300}" dt="2026-10-25T09:48:07.850" v="91480" actId="478"/>
          <ac:spMkLst>
            <pc:docMk/>
            <pc:sldMk cId="1952528516" sldId="711"/>
            <ac:spMk id="5" creationId="{0C7C2920-CCE0-810F-378C-3B9AF16BCA88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7" creationId="{7D969C73-5464-068D-4388-CB66AAF4EB47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8" creationId="{F9AA801C-6072-3B52-6082-ACAA3C626CC8}"/>
          </ac:spMkLst>
        </pc:spChg>
        <pc:spChg chg="del">
          <ac:chgData name="Li, Cong" userId="025630f4-267e-4cb3-8cd5-8795177f99f4" providerId="ADAL" clId="{929A2CC8-B112-421C-81E2-D5D63B23E300}" dt="2026-10-25T09:45:53.882" v="91392" actId="478"/>
          <ac:spMkLst>
            <pc:docMk/>
            <pc:sldMk cId="1952528516" sldId="711"/>
            <ac:spMk id="10" creationId="{DCDCBABB-BC97-A63B-3819-A1DC90C39EF4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11" creationId="{C5E1F2DF-6318-3BEB-71CF-C1278B84CAAB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14" creationId="{87775D3F-3912-F414-DC72-92AC1D9E190E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16" creationId="{915AB0A1-0C11-51B9-3317-93BCC9A60667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17" creationId="{CF694727-9A08-88BF-F4BA-8DC382FE95C0}"/>
          </ac:spMkLst>
        </pc:spChg>
        <pc:spChg chg="add del mod">
          <ac:chgData name="Li, Cong" userId="025630f4-267e-4cb3-8cd5-8795177f99f4" providerId="ADAL" clId="{929A2CC8-B112-421C-81E2-D5D63B23E300}" dt="2026-10-25T10:02:04.617" v="92138" actId="478"/>
          <ac:spMkLst>
            <pc:docMk/>
            <pc:sldMk cId="1952528516" sldId="711"/>
            <ac:spMk id="19" creationId="{7CD28059-A0D0-E578-4E90-004777320CEB}"/>
          </ac:spMkLst>
        </pc:spChg>
        <pc:spChg chg="add mod">
          <ac:chgData name="Li, Cong" userId="025630f4-267e-4cb3-8cd5-8795177f99f4" providerId="ADAL" clId="{929A2CC8-B112-421C-81E2-D5D63B23E300}" dt="2026-10-25T09:48:06.911" v="91479" actId="478"/>
          <ac:spMkLst>
            <pc:docMk/>
            <pc:sldMk cId="1952528516" sldId="711"/>
            <ac:spMk id="20" creationId="{29E9434F-950D-4F1B-2051-5985957B73AF}"/>
          </ac:spMkLst>
        </pc:spChg>
        <pc:spChg chg="add mod">
          <ac:chgData name="Li, Cong" userId="025630f4-267e-4cb3-8cd5-8795177f99f4" providerId="ADAL" clId="{929A2CC8-B112-421C-81E2-D5D63B23E300}" dt="2026-10-25T11:01:13.951" v="93385" actId="20577"/>
          <ac:spMkLst>
            <pc:docMk/>
            <pc:sldMk cId="1952528516" sldId="711"/>
            <ac:spMk id="21" creationId="{DACB5C4D-851E-3111-4704-432D863AC1DB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22" creationId="{41E8FF55-9DB0-C801-ECA4-5261EB5C5DBA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24" creationId="{EDAE80BD-C96D-FDA4-1919-1C32459CAE02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27" creationId="{79CCBF33-EB4B-0FF2-B97B-F3ECA14C5365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29" creationId="{5AFB5402-26A0-526B-EE95-B73D24C056FC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30" creationId="{615C09E6-F248-95DE-685D-A0E6675C298E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31" creationId="{28E92554-7E98-180A-1A28-7211F88476B6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33" creationId="{BF8ADE90-B569-FCD8-04BF-3DA4614F8362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36" creationId="{604F8C62-38AD-0296-149C-20F4CA360633}"/>
          </ac:spMkLst>
        </pc:spChg>
        <pc:spChg chg="add mod">
          <ac:chgData name="Li, Cong" userId="025630f4-267e-4cb3-8cd5-8795177f99f4" providerId="ADAL" clId="{929A2CC8-B112-421C-81E2-D5D63B23E300}" dt="2026-10-25T10:02:12.263" v="92139"/>
          <ac:spMkLst>
            <pc:docMk/>
            <pc:sldMk cId="1952528516" sldId="711"/>
            <ac:spMk id="37" creationId="{37888348-348F-E46D-3965-93ED0A85A6CD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38" creationId="{485B5CC5-E1C3-4DF1-4FD4-2087D2235A8B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39" creationId="{23B24FBE-9D55-9AB2-7590-BD56330ABA6B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41" creationId="{12404D85-73EC-15C1-0A3B-7D6FDD8F49C8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44" creationId="{D286CFAC-4691-8D5A-C63F-52CC45102C4B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46" creationId="{8B604713-F340-C083-E026-C4B67D0824A7}"/>
          </ac:spMkLst>
        </pc:spChg>
        <pc:spChg chg="add mod ord">
          <ac:chgData name="Li, Cong" userId="025630f4-267e-4cb3-8cd5-8795177f99f4" providerId="ADAL" clId="{929A2CC8-B112-421C-81E2-D5D63B23E300}" dt="2026-10-25T10:02:38.488" v="92144" actId="166"/>
          <ac:spMkLst>
            <pc:docMk/>
            <pc:sldMk cId="1952528516" sldId="711"/>
            <ac:spMk id="47" creationId="{D7989C67-2AEA-3593-5B67-278E7347C0E6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48" creationId="{F97DF7F7-BF86-F5B1-4026-A45A2846A2EC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50" creationId="{4B77E84D-ECA6-6E24-C9F0-ACAFA6080400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53" creationId="{026904A0-8449-287D-0F68-C2948AD16753}"/>
          </ac:spMkLst>
        </pc:spChg>
        <pc:spChg chg="add mod">
          <ac:chgData name="Li, Cong" userId="025630f4-267e-4cb3-8cd5-8795177f99f4" providerId="ADAL" clId="{929A2CC8-B112-421C-81E2-D5D63B23E300}" dt="2026-10-25T10:02:20.122" v="92140"/>
          <ac:spMkLst>
            <pc:docMk/>
            <pc:sldMk cId="1952528516" sldId="711"/>
            <ac:spMk id="54" creationId="{9A04A302-9A7B-9554-87B7-0AABB5773B49}"/>
          </ac:spMkLst>
        </pc:spChg>
        <pc:cxnChg chg="add del mod">
          <ac:chgData name="Li, Cong" userId="025630f4-267e-4cb3-8cd5-8795177f99f4" providerId="ADAL" clId="{929A2CC8-B112-421C-81E2-D5D63B23E300}" dt="2026-10-25T10:02:04.617" v="92138" actId="478"/>
          <ac:cxnSpMkLst>
            <pc:docMk/>
            <pc:sldMk cId="1952528516" sldId="711"/>
            <ac:cxnSpMk id="6" creationId="{89A22B5F-38E6-CC17-45AF-5C726374D48C}"/>
          </ac:cxnSpMkLst>
        </pc:cxnChg>
        <pc:cxnChg chg="add mod">
          <ac:chgData name="Li, Cong" userId="025630f4-267e-4cb3-8cd5-8795177f99f4" providerId="ADAL" clId="{929A2CC8-B112-421C-81E2-D5D63B23E300}" dt="2026-10-25T09:45:54.270" v="91393"/>
          <ac:cxnSpMkLst>
            <pc:docMk/>
            <pc:sldMk cId="1952528516" sldId="711"/>
            <ac:cxnSpMk id="9" creationId="{CBC1B96D-42EC-B608-4724-C152A5C48F8F}"/>
          </ac:cxnSpMkLst>
        </pc:cxnChg>
        <pc:cxnChg chg="add del mod">
          <ac:chgData name="Li, Cong" userId="025630f4-267e-4cb3-8cd5-8795177f99f4" providerId="ADAL" clId="{929A2CC8-B112-421C-81E2-D5D63B23E300}" dt="2026-10-25T10:02:04.617" v="92138" actId="478"/>
          <ac:cxnSpMkLst>
            <pc:docMk/>
            <pc:sldMk cId="1952528516" sldId="711"/>
            <ac:cxnSpMk id="12" creationId="{75DF2DCE-1D47-6C2B-8523-3DB13A5608BC}"/>
          </ac:cxnSpMkLst>
        </pc:cxnChg>
        <pc:cxnChg chg="add mod">
          <ac:chgData name="Li, Cong" userId="025630f4-267e-4cb3-8cd5-8795177f99f4" providerId="ADAL" clId="{929A2CC8-B112-421C-81E2-D5D63B23E300}" dt="2026-10-25T09:45:54.270" v="91393"/>
          <ac:cxnSpMkLst>
            <pc:docMk/>
            <pc:sldMk cId="1952528516" sldId="711"/>
            <ac:cxnSpMk id="15" creationId="{5EABE900-0D47-EF78-CE86-E02D58E737C4}"/>
          </ac:cxnSpMkLst>
        </pc:cxnChg>
        <pc:cxnChg chg="add mod">
          <ac:chgData name="Li, Cong" userId="025630f4-267e-4cb3-8cd5-8795177f99f4" providerId="ADAL" clId="{929A2CC8-B112-421C-81E2-D5D63B23E300}" dt="2026-10-25T10:02:12.263" v="92139"/>
          <ac:cxnSpMkLst>
            <pc:docMk/>
            <pc:sldMk cId="1952528516" sldId="711"/>
            <ac:cxnSpMk id="28" creationId="{1DB37F88-44F7-A727-B232-F7AF2FFA4500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10-25T10:02:34.295" v="92143" actId="166"/>
        <pc:sldMkLst>
          <pc:docMk/>
          <pc:sldMk cId="4098264242" sldId="712"/>
        </pc:sldMkLst>
        <pc:spChg chg="del">
          <ac:chgData name="Li, Cong" userId="025630f4-267e-4cb3-8cd5-8795177f99f4" providerId="ADAL" clId="{929A2CC8-B112-421C-81E2-D5D63B23E300}" dt="2026-10-25T10:00:17.523" v="92108" actId="478"/>
          <ac:spMkLst>
            <pc:docMk/>
            <pc:sldMk cId="4098264242" sldId="712"/>
            <ac:spMk id="3" creationId="{B909F047-00DA-7B5D-5EA7-A835281AB024}"/>
          </ac:spMkLst>
        </pc:spChg>
        <pc:spChg chg="mod">
          <ac:chgData name="Li, Cong" userId="025630f4-267e-4cb3-8cd5-8795177f99f4" providerId="ADAL" clId="{929A2CC8-B112-421C-81E2-D5D63B23E300}" dt="2026-10-25T10:00:47.517" v="92118" actId="1076"/>
          <ac:spMkLst>
            <pc:docMk/>
            <pc:sldMk cId="4098264242" sldId="712"/>
            <ac:spMk id="7" creationId="{6AB7C1E8-1B27-EA8F-3AD9-847B11BEBC4D}"/>
          </ac:spMkLst>
        </pc:spChg>
        <pc:spChg chg="mod">
          <ac:chgData name="Li, Cong" userId="025630f4-267e-4cb3-8cd5-8795177f99f4" providerId="ADAL" clId="{929A2CC8-B112-421C-81E2-D5D63B23E300}" dt="2026-10-25T10:00:02.238" v="92106" actId="1037"/>
          <ac:spMkLst>
            <pc:docMk/>
            <pc:sldMk cId="4098264242" sldId="712"/>
            <ac:spMk id="8" creationId="{7B6E2E3D-1D7C-3F46-4BED-59BFD0E41458}"/>
          </ac:spMkLst>
        </pc:spChg>
        <pc:spChg chg="mod">
          <ac:chgData name="Li, Cong" userId="025630f4-267e-4cb3-8cd5-8795177f99f4" providerId="ADAL" clId="{929A2CC8-B112-421C-81E2-D5D63B23E300}" dt="2026-10-25T09:58:54.680" v="92074" actId="1035"/>
          <ac:spMkLst>
            <pc:docMk/>
            <pc:sldMk cId="4098264242" sldId="712"/>
            <ac:spMk id="11" creationId="{C97934C3-4717-D3DF-A4A9-0B8F3B0FB065}"/>
          </ac:spMkLst>
        </pc:spChg>
        <pc:spChg chg="mod">
          <ac:chgData name="Li, Cong" userId="025630f4-267e-4cb3-8cd5-8795177f99f4" providerId="ADAL" clId="{929A2CC8-B112-421C-81E2-D5D63B23E300}" dt="2026-10-25T09:59:15.180" v="92084" actId="1035"/>
          <ac:spMkLst>
            <pc:docMk/>
            <pc:sldMk cId="4098264242" sldId="712"/>
            <ac:spMk id="14" creationId="{ED5DC544-8C67-17BB-94BD-85EDEB7ACD7B}"/>
          </ac:spMkLst>
        </pc:spChg>
        <pc:spChg chg="mod">
          <ac:chgData name="Li, Cong" userId="025630f4-267e-4cb3-8cd5-8795177f99f4" providerId="ADAL" clId="{929A2CC8-B112-421C-81E2-D5D63B23E300}" dt="2026-10-25T09:58:50.245" v="92067" actId="1036"/>
          <ac:spMkLst>
            <pc:docMk/>
            <pc:sldMk cId="4098264242" sldId="712"/>
            <ac:spMk id="16" creationId="{6504F253-28A8-345D-3A4A-95A13E5AB30D}"/>
          </ac:spMkLst>
        </pc:spChg>
        <pc:spChg chg="mod ord">
          <ac:chgData name="Li, Cong" userId="025630f4-267e-4cb3-8cd5-8795177f99f4" providerId="ADAL" clId="{929A2CC8-B112-421C-81E2-D5D63B23E300}" dt="2026-10-25T10:01:58.403" v="92137" actId="14100"/>
          <ac:spMkLst>
            <pc:docMk/>
            <pc:sldMk cId="4098264242" sldId="712"/>
            <ac:spMk id="17" creationId="{12817B84-B9AF-56B6-9DA9-0EB80D659AAC}"/>
          </ac:spMkLst>
        </pc:spChg>
        <pc:spChg chg="mod ord">
          <ac:chgData name="Li, Cong" userId="025630f4-267e-4cb3-8cd5-8795177f99f4" providerId="ADAL" clId="{929A2CC8-B112-421C-81E2-D5D63B23E300}" dt="2026-10-25T10:02:34.295" v="92143" actId="166"/>
          <ac:spMkLst>
            <pc:docMk/>
            <pc:sldMk cId="4098264242" sldId="712"/>
            <ac:spMk id="19" creationId="{156A4824-C7B1-9DF4-3FE7-828BB3612D3B}"/>
          </ac:spMkLst>
        </pc:spChg>
        <pc:spChg chg="mod">
          <ac:chgData name="Li, Cong" userId="025630f4-267e-4cb3-8cd5-8795177f99f4" providerId="ADAL" clId="{929A2CC8-B112-421C-81E2-D5D63B23E300}" dt="2026-10-25T09:58:09.314" v="92059" actId="1076"/>
          <ac:spMkLst>
            <pc:docMk/>
            <pc:sldMk cId="4098264242" sldId="712"/>
            <ac:spMk id="21" creationId="{B2F75DFD-24F0-9890-76F9-FBC1664303D2}"/>
          </ac:spMkLst>
        </pc:spChg>
        <pc:spChg chg="add mod">
          <ac:chgData name="Li, Cong" userId="025630f4-267e-4cb3-8cd5-8795177f99f4" providerId="ADAL" clId="{929A2CC8-B112-421C-81E2-D5D63B23E300}" dt="2026-10-25T10:00:12.850" v="92107"/>
          <ac:spMkLst>
            <pc:docMk/>
            <pc:sldMk cId="4098264242" sldId="712"/>
            <ac:spMk id="22" creationId="{62B53466-E620-92B5-0FFE-ED780DF08FF0}"/>
          </ac:spMkLst>
        </pc:spChg>
        <pc:spChg chg="add mod">
          <ac:chgData name="Li, Cong" userId="025630f4-267e-4cb3-8cd5-8795177f99f4" providerId="ADAL" clId="{929A2CC8-B112-421C-81E2-D5D63B23E300}" dt="2026-10-25T10:00:12.850" v="92107"/>
          <ac:spMkLst>
            <pc:docMk/>
            <pc:sldMk cId="4098264242" sldId="712"/>
            <ac:spMk id="24" creationId="{2E94D8C9-8754-A1C3-95D6-D3C49CDA4A81}"/>
          </ac:spMkLst>
        </pc:spChg>
        <pc:spChg chg="add mod">
          <ac:chgData name="Li, Cong" userId="025630f4-267e-4cb3-8cd5-8795177f99f4" providerId="ADAL" clId="{929A2CC8-B112-421C-81E2-D5D63B23E300}" dt="2026-10-25T10:00:12.850" v="92107"/>
          <ac:spMkLst>
            <pc:docMk/>
            <pc:sldMk cId="4098264242" sldId="712"/>
            <ac:spMk id="27" creationId="{237F7281-4322-635E-EEA8-56964D9EB6B0}"/>
          </ac:spMkLst>
        </pc:spChg>
        <pc:spChg chg="add mod">
          <ac:chgData name="Li, Cong" userId="025630f4-267e-4cb3-8cd5-8795177f99f4" providerId="ADAL" clId="{929A2CC8-B112-421C-81E2-D5D63B23E300}" dt="2026-10-25T10:00:18.155" v="92109"/>
          <ac:spMkLst>
            <pc:docMk/>
            <pc:sldMk cId="4098264242" sldId="712"/>
            <ac:spMk id="28" creationId="{3B74A6E8-2978-C17F-049F-DBC08745729E}"/>
          </ac:spMkLst>
        </pc:spChg>
        <pc:spChg chg="add mod">
          <ac:chgData name="Li, Cong" userId="025630f4-267e-4cb3-8cd5-8795177f99f4" providerId="ADAL" clId="{929A2CC8-B112-421C-81E2-D5D63B23E300}" dt="2026-10-25T10:00:18.155" v="92109"/>
          <ac:spMkLst>
            <pc:docMk/>
            <pc:sldMk cId="4098264242" sldId="712"/>
            <ac:spMk id="30" creationId="{A728E4A2-9101-F03F-28F1-23B55F74F27B}"/>
          </ac:spMkLst>
        </pc:spChg>
        <pc:spChg chg="add mod">
          <ac:chgData name="Li, Cong" userId="025630f4-267e-4cb3-8cd5-8795177f99f4" providerId="ADAL" clId="{929A2CC8-B112-421C-81E2-D5D63B23E300}" dt="2026-10-25T10:00:18.155" v="92109"/>
          <ac:spMkLst>
            <pc:docMk/>
            <pc:sldMk cId="4098264242" sldId="712"/>
            <ac:spMk id="33" creationId="{1DEA2131-403B-F5AF-B574-E4C2035FB499}"/>
          </ac:spMkLst>
        </pc:spChg>
        <pc:spChg chg="add mod">
          <ac:chgData name="Li, Cong" userId="025630f4-267e-4cb3-8cd5-8795177f99f4" providerId="ADAL" clId="{929A2CC8-B112-421C-81E2-D5D63B23E300}" dt="2026-10-25T10:01:15.920" v="92129" actId="1037"/>
          <ac:spMkLst>
            <pc:docMk/>
            <pc:sldMk cId="4098264242" sldId="712"/>
            <ac:spMk id="34" creationId="{CB15E64D-9F06-FDE2-7BDD-20042E5C93FB}"/>
          </ac:spMkLst>
        </pc:spChg>
        <pc:spChg chg="add mod">
          <ac:chgData name="Li, Cong" userId="025630f4-267e-4cb3-8cd5-8795177f99f4" providerId="ADAL" clId="{929A2CC8-B112-421C-81E2-D5D63B23E300}" dt="2026-10-25T10:00:25.687" v="92112" actId="1076"/>
          <ac:spMkLst>
            <pc:docMk/>
            <pc:sldMk cId="4098264242" sldId="712"/>
            <ac:spMk id="36" creationId="{E32957AE-C0CC-C62D-BC03-8D2971FB10EE}"/>
          </ac:spMkLst>
        </pc:spChg>
        <pc:spChg chg="add mod">
          <ac:chgData name="Li, Cong" userId="025630f4-267e-4cb3-8cd5-8795177f99f4" providerId="ADAL" clId="{929A2CC8-B112-421C-81E2-D5D63B23E300}" dt="2026-10-25T10:00:25.687" v="92112" actId="1076"/>
          <ac:spMkLst>
            <pc:docMk/>
            <pc:sldMk cId="4098264242" sldId="712"/>
            <ac:spMk id="39" creationId="{5611F13D-6B7F-51F3-DB6C-A39371F2179E}"/>
          </ac:spMkLst>
        </pc:spChg>
        <pc:cxnChg chg="del mod">
          <ac:chgData name="Li, Cong" userId="025630f4-267e-4cb3-8cd5-8795177f99f4" providerId="ADAL" clId="{929A2CC8-B112-421C-81E2-D5D63B23E300}" dt="2026-10-25T10:00:21.488" v="92110" actId="478"/>
          <ac:cxnSpMkLst>
            <pc:docMk/>
            <pc:sldMk cId="4098264242" sldId="712"/>
            <ac:cxnSpMk id="6" creationId="{5E319510-938C-A59A-CF76-195330DF80EE}"/>
          </ac:cxnSpMkLst>
        </pc:cxnChg>
        <pc:cxnChg chg="mod">
          <ac:chgData name="Li, Cong" userId="025630f4-267e-4cb3-8cd5-8795177f99f4" providerId="ADAL" clId="{929A2CC8-B112-421C-81E2-D5D63B23E300}" dt="2026-10-25T10:00:02.238" v="92106" actId="1037"/>
          <ac:cxnSpMkLst>
            <pc:docMk/>
            <pc:sldMk cId="4098264242" sldId="712"/>
            <ac:cxnSpMk id="9" creationId="{4664C846-A28F-EC05-ED71-880CE72FF997}"/>
          </ac:cxnSpMkLst>
        </pc:cxnChg>
        <pc:cxnChg chg="mod">
          <ac:chgData name="Li, Cong" userId="025630f4-267e-4cb3-8cd5-8795177f99f4" providerId="ADAL" clId="{929A2CC8-B112-421C-81E2-D5D63B23E300}" dt="2026-10-25T09:59:32.580" v="92085" actId="14100"/>
          <ac:cxnSpMkLst>
            <pc:docMk/>
            <pc:sldMk cId="4098264242" sldId="712"/>
            <ac:cxnSpMk id="12" creationId="{AF2B70B6-6E11-95A6-B1D9-30855C6001E1}"/>
          </ac:cxnSpMkLst>
        </pc:cxnChg>
        <pc:cxnChg chg="mod">
          <ac:chgData name="Li, Cong" userId="025630f4-267e-4cb3-8cd5-8795177f99f4" providerId="ADAL" clId="{929A2CC8-B112-421C-81E2-D5D63B23E300}" dt="2026-10-25T10:00:39.500" v="92116" actId="14100"/>
          <ac:cxnSpMkLst>
            <pc:docMk/>
            <pc:sldMk cId="4098264242" sldId="712"/>
            <ac:cxnSpMk id="13" creationId="{49623E46-BD84-21CD-CFD7-79C39E04E227}"/>
          </ac:cxnSpMkLst>
        </pc:cxnChg>
        <pc:cxnChg chg="mod">
          <ac:chgData name="Li, Cong" userId="025630f4-267e-4cb3-8cd5-8795177f99f4" providerId="ADAL" clId="{929A2CC8-B112-421C-81E2-D5D63B23E300}" dt="2026-10-25T09:58:54.680" v="92074" actId="1035"/>
          <ac:cxnSpMkLst>
            <pc:docMk/>
            <pc:sldMk cId="4098264242" sldId="712"/>
            <ac:cxnSpMk id="15" creationId="{31BFFC68-E625-2D55-7E20-63E5C84FD186}"/>
          </ac:cxnSpMkLst>
        </pc:cxnChg>
        <pc:cxnChg chg="add mod">
          <ac:chgData name="Li, Cong" userId="025630f4-267e-4cb3-8cd5-8795177f99f4" providerId="ADAL" clId="{929A2CC8-B112-421C-81E2-D5D63B23E300}" dt="2026-10-25T10:00:12.850" v="92107"/>
          <ac:cxnSpMkLst>
            <pc:docMk/>
            <pc:sldMk cId="4098264242" sldId="712"/>
            <ac:cxnSpMk id="23" creationId="{F07010C5-8C30-67E0-326F-B8BDDDA17AE9}"/>
          </ac:cxnSpMkLst>
        </pc:cxnChg>
        <pc:cxnChg chg="add mod">
          <ac:chgData name="Li, Cong" userId="025630f4-267e-4cb3-8cd5-8795177f99f4" providerId="ADAL" clId="{929A2CC8-B112-421C-81E2-D5D63B23E300}" dt="2026-10-25T10:00:12.850" v="92107"/>
          <ac:cxnSpMkLst>
            <pc:docMk/>
            <pc:sldMk cId="4098264242" sldId="712"/>
            <ac:cxnSpMk id="25" creationId="{04E1D9AB-1252-1C05-94A9-DBD5ABF1DF3F}"/>
          </ac:cxnSpMkLst>
        </pc:cxnChg>
        <pc:cxnChg chg="add mod">
          <ac:chgData name="Li, Cong" userId="025630f4-267e-4cb3-8cd5-8795177f99f4" providerId="ADAL" clId="{929A2CC8-B112-421C-81E2-D5D63B23E300}" dt="2026-10-25T10:00:12.850" v="92107"/>
          <ac:cxnSpMkLst>
            <pc:docMk/>
            <pc:sldMk cId="4098264242" sldId="712"/>
            <ac:cxnSpMk id="26" creationId="{7A645A6B-C45C-8627-D22F-1C3BDE6A1C2B}"/>
          </ac:cxnSpMkLst>
        </pc:cxnChg>
        <pc:cxnChg chg="add mod">
          <ac:chgData name="Li, Cong" userId="025630f4-267e-4cb3-8cd5-8795177f99f4" providerId="ADAL" clId="{929A2CC8-B112-421C-81E2-D5D63B23E300}" dt="2026-10-25T10:00:18.155" v="92109"/>
          <ac:cxnSpMkLst>
            <pc:docMk/>
            <pc:sldMk cId="4098264242" sldId="712"/>
            <ac:cxnSpMk id="29" creationId="{56B96B74-AC10-E040-655B-A5C91DA13326}"/>
          </ac:cxnSpMkLst>
        </pc:cxnChg>
        <pc:cxnChg chg="add mod">
          <ac:chgData name="Li, Cong" userId="025630f4-267e-4cb3-8cd5-8795177f99f4" providerId="ADAL" clId="{929A2CC8-B112-421C-81E2-D5D63B23E300}" dt="2026-10-25T10:00:18.155" v="92109"/>
          <ac:cxnSpMkLst>
            <pc:docMk/>
            <pc:sldMk cId="4098264242" sldId="712"/>
            <ac:cxnSpMk id="31" creationId="{86D7333D-04C0-4618-51EF-5C0CAC0B3555}"/>
          </ac:cxnSpMkLst>
        </pc:cxnChg>
        <pc:cxnChg chg="add mod">
          <ac:chgData name="Li, Cong" userId="025630f4-267e-4cb3-8cd5-8795177f99f4" providerId="ADAL" clId="{929A2CC8-B112-421C-81E2-D5D63B23E300}" dt="2026-10-25T10:00:18.155" v="92109"/>
          <ac:cxnSpMkLst>
            <pc:docMk/>
            <pc:sldMk cId="4098264242" sldId="712"/>
            <ac:cxnSpMk id="32" creationId="{979A9A87-6D19-6B41-0BE1-D3D9C67E1A9C}"/>
          </ac:cxnSpMkLst>
        </pc:cxnChg>
        <pc:cxnChg chg="add mod">
          <ac:chgData name="Li, Cong" userId="025630f4-267e-4cb3-8cd5-8795177f99f4" providerId="ADAL" clId="{929A2CC8-B112-421C-81E2-D5D63B23E300}" dt="2026-10-25T10:01:15.920" v="92129" actId="1037"/>
          <ac:cxnSpMkLst>
            <pc:docMk/>
            <pc:sldMk cId="4098264242" sldId="712"/>
            <ac:cxnSpMk id="35" creationId="{59D5D188-3641-EC42-2ABE-B63E8732099C}"/>
          </ac:cxnSpMkLst>
        </pc:cxnChg>
        <pc:cxnChg chg="add mod">
          <ac:chgData name="Li, Cong" userId="025630f4-267e-4cb3-8cd5-8795177f99f4" providerId="ADAL" clId="{929A2CC8-B112-421C-81E2-D5D63B23E300}" dt="2026-10-25T10:00:25.687" v="92112" actId="1076"/>
          <ac:cxnSpMkLst>
            <pc:docMk/>
            <pc:sldMk cId="4098264242" sldId="712"/>
            <ac:cxnSpMk id="37" creationId="{04137FD4-C958-989E-4CA7-72CC221E577F}"/>
          </ac:cxnSpMkLst>
        </pc:cxnChg>
        <pc:cxnChg chg="add mod">
          <ac:chgData name="Li, Cong" userId="025630f4-267e-4cb3-8cd5-8795177f99f4" providerId="ADAL" clId="{929A2CC8-B112-421C-81E2-D5D63B23E300}" dt="2026-10-25T10:01:21.677" v="92130" actId="14100"/>
          <ac:cxnSpMkLst>
            <pc:docMk/>
            <pc:sldMk cId="4098264242" sldId="712"/>
            <ac:cxnSpMk id="38" creationId="{729C4592-8996-65DE-5699-82E3C42A8E64}"/>
          </ac:cxnSpMkLst>
        </pc:cxnChg>
      </pc:sldChg>
      <pc:sldChg chg="addSp delSp modSp add mod">
        <pc:chgData name="Li, Cong" userId="025630f4-267e-4cb3-8cd5-8795177f99f4" providerId="ADAL" clId="{929A2CC8-B112-421C-81E2-D5D63B23E300}" dt="2026-10-25T10:17:57.267" v="92453" actId="1076"/>
        <pc:sldMkLst>
          <pc:docMk/>
          <pc:sldMk cId="867745375" sldId="713"/>
        </pc:sldMkLst>
        <pc:spChg chg="add del mod">
          <ac:chgData name="Li, Cong" userId="025630f4-267e-4cb3-8cd5-8795177f99f4" providerId="ADAL" clId="{929A2CC8-B112-421C-81E2-D5D63B23E300}" dt="2026-10-25T10:17:25.070" v="92415" actId="478"/>
          <ac:spMkLst>
            <pc:docMk/>
            <pc:sldMk cId="867745375" sldId="713"/>
            <ac:spMk id="3" creationId="{E110AD2B-4181-100F-70D4-B0B2786BFAD0}"/>
          </ac:spMkLst>
        </pc:spChg>
        <pc:spChg chg="add mod">
          <ac:chgData name="Li, Cong" userId="025630f4-267e-4cb3-8cd5-8795177f99f4" providerId="ADAL" clId="{929A2CC8-B112-421C-81E2-D5D63B23E300}" dt="2026-10-25T10:17:39.939" v="92446" actId="207"/>
          <ac:spMkLst>
            <pc:docMk/>
            <pc:sldMk cId="867745375" sldId="713"/>
            <ac:spMk id="4" creationId="{9EF40CBD-77F4-C820-CF9A-D98E1972096F}"/>
          </ac:spMkLst>
        </pc:spChg>
        <pc:spChg chg="add mod">
          <ac:chgData name="Li, Cong" userId="025630f4-267e-4cb3-8cd5-8795177f99f4" providerId="ADAL" clId="{929A2CC8-B112-421C-81E2-D5D63B23E300}" dt="2026-10-25T10:17:46.617" v="92449" actId="1076"/>
          <ac:spMkLst>
            <pc:docMk/>
            <pc:sldMk cId="867745375" sldId="713"/>
            <ac:spMk id="10" creationId="{4D930EB2-15EF-3E6C-D1A8-578170868CD9}"/>
          </ac:spMkLst>
        </pc:spChg>
        <pc:spChg chg="add mod">
          <ac:chgData name="Li, Cong" userId="025630f4-267e-4cb3-8cd5-8795177f99f4" providerId="ADAL" clId="{929A2CC8-B112-421C-81E2-D5D63B23E300}" dt="2026-10-25T10:17:50.169" v="92451" actId="1076"/>
          <ac:spMkLst>
            <pc:docMk/>
            <pc:sldMk cId="867745375" sldId="713"/>
            <ac:spMk id="20" creationId="{D55F383A-3FC8-7E49-7A0C-BEBE89DD14D6}"/>
          </ac:spMkLst>
        </pc:spChg>
        <pc:spChg chg="mod">
          <ac:chgData name="Li, Cong" userId="025630f4-267e-4cb3-8cd5-8795177f99f4" providerId="ADAL" clId="{929A2CC8-B112-421C-81E2-D5D63B23E300}" dt="2026-10-25T10:17:02.326" v="92404" actId="20577"/>
          <ac:spMkLst>
            <pc:docMk/>
            <pc:sldMk cId="867745375" sldId="713"/>
            <ac:spMk id="21" creationId="{6C054981-3177-FCD5-A856-C77392895DA7}"/>
          </ac:spMkLst>
        </pc:spChg>
        <pc:spChg chg="add mod">
          <ac:chgData name="Li, Cong" userId="025630f4-267e-4cb3-8cd5-8795177f99f4" providerId="ADAL" clId="{929A2CC8-B112-421C-81E2-D5D63B23E300}" dt="2026-10-25T10:17:57.267" v="92453" actId="1076"/>
          <ac:spMkLst>
            <pc:docMk/>
            <pc:sldMk cId="867745375" sldId="713"/>
            <ac:spMk id="23" creationId="{E2C41396-6F93-BF56-AE55-BD9B9888209A}"/>
          </ac:spMkLst>
        </pc:spChg>
      </pc:sldChg>
      <pc:sldChg chg="modSp add mod">
        <pc:chgData name="Li, Cong" userId="025630f4-267e-4cb3-8cd5-8795177f99f4" providerId="ADAL" clId="{929A2CC8-B112-421C-81E2-D5D63B23E300}" dt="2026-10-25T10:22:13.738" v="92601" actId="14100"/>
        <pc:sldMkLst>
          <pc:docMk/>
          <pc:sldMk cId="2633767920" sldId="714"/>
        </pc:sldMkLst>
        <pc:spChg chg="mod">
          <ac:chgData name="Li, Cong" userId="025630f4-267e-4cb3-8cd5-8795177f99f4" providerId="ADAL" clId="{929A2CC8-B112-421C-81E2-D5D63B23E300}" dt="2026-10-25T10:19:46.485" v="92455" actId="20577"/>
          <ac:spMkLst>
            <pc:docMk/>
            <pc:sldMk cId="2633767920" sldId="714"/>
            <ac:spMk id="2" creationId="{F7A56E8A-8000-7C80-5064-5DA2474CC5ED}"/>
          </ac:spMkLst>
        </pc:spChg>
        <pc:spChg chg="mod">
          <ac:chgData name="Li, Cong" userId="025630f4-267e-4cb3-8cd5-8795177f99f4" providerId="ADAL" clId="{929A2CC8-B112-421C-81E2-D5D63B23E300}" dt="2026-10-25T10:22:13.738" v="92601" actId="14100"/>
          <ac:spMkLst>
            <pc:docMk/>
            <pc:sldMk cId="2633767920" sldId="714"/>
            <ac:spMk id="21" creationId="{892F0548-4506-9B03-C96E-5A5170A4773E}"/>
          </ac:spMkLst>
        </pc:spChg>
        <pc:spChg chg="mod">
          <ac:chgData name="Li, Cong" userId="025630f4-267e-4cb3-8cd5-8795177f99f4" providerId="ADAL" clId="{929A2CC8-B112-421C-81E2-D5D63B23E300}" dt="2026-10-25T10:22:06.785" v="92600" actId="14100"/>
          <ac:spMkLst>
            <pc:docMk/>
            <pc:sldMk cId="2633767920" sldId="714"/>
            <ac:spMk id="47" creationId="{77AD2445-0362-D6CA-101D-F75A7DE41C14}"/>
          </ac:spMkLst>
        </pc:spChg>
        <pc:spChg chg="mod">
          <ac:chgData name="Li, Cong" userId="025630f4-267e-4cb3-8cd5-8795177f99f4" providerId="ADAL" clId="{929A2CC8-B112-421C-81E2-D5D63B23E300}" dt="2026-10-25T10:21:56.281" v="92597" actId="14100"/>
          <ac:spMkLst>
            <pc:docMk/>
            <pc:sldMk cId="2633767920" sldId="714"/>
            <ac:spMk id="54" creationId="{18E62529-D901-4E89-4E0D-22F0C898B988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5T10:48:57.369" v="92808" actId="207"/>
        <pc:sldMkLst>
          <pc:docMk/>
          <pc:sldMk cId="4235899450" sldId="715"/>
        </pc:sldMkLst>
        <pc:spChg chg="add mod">
          <ac:chgData name="Li, Cong" userId="025630f4-267e-4cb3-8cd5-8795177f99f4" providerId="ADAL" clId="{929A2CC8-B112-421C-81E2-D5D63B23E300}" dt="2026-10-25T10:48:57.369" v="92808" actId="207"/>
          <ac:spMkLst>
            <pc:docMk/>
            <pc:sldMk cId="4235899450" sldId="715"/>
            <ac:spMk id="3" creationId="{AEBACAEE-F96E-EFF5-7720-476714AB986E}"/>
          </ac:spMkLst>
        </pc:spChg>
        <pc:spChg chg="add mod">
          <ac:chgData name="Li, Cong" userId="025630f4-267e-4cb3-8cd5-8795177f99f4" providerId="ADAL" clId="{929A2CC8-B112-421C-81E2-D5D63B23E300}" dt="2026-10-25T10:24:43.126" v="92632" actId="1076"/>
          <ac:spMkLst>
            <pc:docMk/>
            <pc:sldMk cId="4235899450" sldId="715"/>
            <ac:spMk id="6" creationId="{8A7D92EF-8D41-F43A-A066-206AA21899D9}"/>
          </ac:spMkLst>
        </pc:spChg>
        <pc:spChg chg="del">
          <ac:chgData name="Li, Cong" userId="025630f4-267e-4cb3-8cd5-8795177f99f4" providerId="ADAL" clId="{929A2CC8-B112-421C-81E2-D5D63B23E300}" dt="2026-10-25T10:23:54.611" v="92603" actId="478"/>
          <ac:spMkLst>
            <pc:docMk/>
            <pc:sldMk cId="4235899450" sldId="715"/>
            <ac:spMk id="21" creationId="{3F2796D8-DAD9-3916-B23A-332675C8EE6C}"/>
          </ac:spMkLst>
        </pc:spChg>
      </pc:sldChg>
      <pc:sldChg chg="addSp modSp add mod modAnim">
        <pc:chgData name="Li, Cong" userId="025630f4-267e-4cb3-8cd5-8795177f99f4" providerId="ADAL" clId="{929A2CC8-B112-421C-81E2-D5D63B23E300}" dt="2026-10-25T10:49:14.833" v="92811" actId="207"/>
        <pc:sldMkLst>
          <pc:docMk/>
          <pc:sldMk cId="2938213352" sldId="716"/>
        </pc:sldMkLst>
        <pc:spChg chg="mod">
          <ac:chgData name="Li, Cong" userId="025630f4-267e-4cb3-8cd5-8795177f99f4" providerId="ADAL" clId="{929A2CC8-B112-421C-81E2-D5D63B23E300}" dt="2026-10-25T10:49:14.833" v="92811" actId="207"/>
          <ac:spMkLst>
            <pc:docMk/>
            <pc:sldMk cId="2938213352" sldId="716"/>
            <ac:spMk id="3" creationId="{F38F82C3-C39D-356B-88B2-3473D94EF3C1}"/>
          </ac:spMkLst>
        </pc:spChg>
        <pc:spChg chg="mod">
          <ac:chgData name="Li, Cong" userId="025630f4-267e-4cb3-8cd5-8795177f99f4" providerId="ADAL" clId="{929A2CC8-B112-421C-81E2-D5D63B23E300}" dt="2026-10-25T10:24:53.633" v="92635" actId="20577"/>
          <ac:spMkLst>
            <pc:docMk/>
            <pc:sldMk cId="2938213352" sldId="716"/>
            <ac:spMk id="6" creationId="{9D65487E-CFD1-BFCB-2DA4-F0C1803C00BE}"/>
          </ac:spMkLst>
        </pc:spChg>
        <pc:spChg chg="add mod">
          <ac:chgData name="Li, Cong" userId="025630f4-267e-4cb3-8cd5-8795177f99f4" providerId="ADAL" clId="{929A2CC8-B112-421C-81E2-D5D63B23E300}" dt="2026-10-25T10:49:07.633" v="92809" actId="207"/>
          <ac:spMkLst>
            <pc:docMk/>
            <pc:sldMk cId="2938213352" sldId="716"/>
            <ac:spMk id="7" creationId="{29D0B5A7-E960-7829-B7E3-688D76013805}"/>
          </ac:spMkLst>
        </pc:spChg>
        <pc:spChg chg="add mod">
          <ac:chgData name="Li, Cong" userId="025630f4-267e-4cb3-8cd5-8795177f99f4" providerId="ADAL" clId="{929A2CC8-B112-421C-81E2-D5D63B23E300}" dt="2026-10-25T10:25:13.263" v="92638" actId="1076"/>
          <ac:spMkLst>
            <pc:docMk/>
            <pc:sldMk cId="2938213352" sldId="716"/>
            <ac:spMk id="9" creationId="{CA723BAF-78E8-F0FF-7B9B-56EEB0393329}"/>
          </ac:spMkLst>
        </pc:spChg>
        <pc:spChg chg="add mod">
          <ac:chgData name="Li, Cong" userId="025630f4-267e-4cb3-8cd5-8795177f99f4" providerId="ADAL" clId="{929A2CC8-B112-421C-81E2-D5D63B23E300}" dt="2026-10-25T10:41:36.836" v="92731" actId="1076"/>
          <ac:spMkLst>
            <pc:docMk/>
            <pc:sldMk cId="2938213352" sldId="716"/>
            <ac:spMk id="11" creationId="{C111B0AA-948D-B8DE-2275-D7BB92F0B1F7}"/>
          </ac:spMkLst>
        </pc:spChg>
        <pc:spChg chg="add mod">
          <ac:chgData name="Li, Cong" userId="025630f4-267e-4cb3-8cd5-8795177f99f4" providerId="ADAL" clId="{929A2CC8-B112-421C-81E2-D5D63B23E300}" dt="2026-10-25T10:41:59.724" v="92805" actId="1076"/>
          <ac:spMkLst>
            <pc:docMk/>
            <pc:sldMk cId="2938213352" sldId="716"/>
            <ac:spMk id="13" creationId="{9DCA799E-3928-BE72-D118-CB20BEEEBCB4}"/>
          </ac:spMkLst>
        </pc:spChg>
      </pc:sldChg>
      <pc:sldChg chg="modSp add mod modAnim">
        <pc:chgData name="Li, Cong" userId="025630f4-267e-4cb3-8cd5-8795177f99f4" providerId="ADAL" clId="{929A2CC8-B112-421C-81E2-D5D63B23E300}" dt="2026-10-25T22:18:26.701" v="96587" actId="20577"/>
        <pc:sldMkLst>
          <pc:docMk/>
          <pc:sldMk cId="569374965" sldId="717"/>
        </pc:sldMkLst>
        <pc:spChg chg="mod">
          <ac:chgData name="Li, Cong" userId="025630f4-267e-4cb3-8cd5-8795177f99f4" providerId="ADAL" clId="{929A2CC8-B112-421C-81E2-D5D63B23E300}" dt="2026-10-25T10:49:26.904" v="92813" actId="207"/>
          <ac:spMkLst>
            <pc:docMk/>
            <pc:sldMk cId="569374965" sldId="717"/>
            <ac:spMk id="3" creationId="{BA7E222D-6514-14E9-4493-267AE2A2B80E}"/>
          </ac:spMkLst>
        </pc:spChg>
        <pc:spChg chg="mod">
          <ac:chgData name="Li, Cong" userId="025630f4-267e-4cb3-8cd5-8795177f99f4" providerId="ADAL" clId="{929A2CC8-B112-421C-81E2-D5D63B23E300}" dt="2026-10-25T10:27:54.761" v="92642" actId="20577"/>
          <ac:spMkLst>
            <pc:docMk/>
            <pc:sldMk cId="569374965" sldId="717"/>
            <ac:spMk id="6" creationId="{3A5B36DF-3C29-3E01-6095-1210607D66F5}"/>
          </ac:spMkLst>
        </pc:spChg>
        <pc:spChg chg="mod">
          <ac:chgData name="Li, Cong" userId="025630f4-267e-4cb3-8cd5-8795177f99f4" providerId="ADAL" clId="{929A2CC8-B112-421C-81E2-D5D63B23E300}" dt="2026-10-25T10:49:22.216" v="92812" actId="207"/>
          <ac:spMkLst>
            <pc:docMk/>
            <pc:sldMk cId="569374965" sldId="717"/>
            <ac:spMk id="7" creationId="{17AA8CF9-5269-6C61-677F-542209F22DB6}"/>
          </ac:spMkLst>
        </pc:spChg>
        <pc:spChg chg="mod">
          <ac:chgData name="Li, Cong" userId="025630f4-267e-4cb3-8cd5-8795177f99f4" providerId="ADAL" clId="{929A2CC8-B112-421C-81E2-D5D63B23E300}" dt="2026-10-25T22:18:26.701" v="96587" actId="20577"/>
          <ac:spMkLst>
            <pc:docMk/>
            <pc:sldMk cId="569374965" sldId="717"/>
            <ac:spMk id="9" creationId="{DFA74AE2-D3BC-8675-DBF3-305EEE2C2549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5T22:10:43.270" v="96490" actId="20577"/>
        <pc:sldMkLst>
          <pc:docMk/>
          <pc:sldMk cId="4196755295" sldId="718"/>
        </pc:sldMkLst>
        <pc:spChg chg="del">
          <ac:chgData name="Li, Cong" userId="025630f4-267e-4cb3-8cd5-8795177f99f4" providerId="ADAL" clId="{929A2CC8-B112-421C-81E2-D5D63B23E300}" dt="2026-10-25T10:50:51.632" v="92815" actId="478"/>
          <ac:spMkLst>
            <pc:docMk/>
            <pc:sldMk cId="4196755295" sldId="718"/>
            <ac:spMk id="3" creationId="{C07BD4EB-11BF-7490-5924-737173EC04EB}"/>
          </ac:spMkLst>
        </pc:spChg>
        <pc:spChg chg="add mod">
          <ac:chgData name="Li, Cong" userId="025630f4-267e-4cb3-8cd5-8795177f99f4" providerId="ADAL" clId="{929A2CC8-B112-421C-81E2-D5D63B23E300}" dt="2026-10-25T10:51:16.840" v="92819" actId="1076"/>
          <ac:spMkLst>
            <pc:docMk/>
            <pc:sldMk cId="4196755295" sldId="718"/>
            <ac:spMk id="4" creationId="{DA87A4F9-27CE-71B1-A17F-EA39EF3ACFCE}"/>
          </ac:spMkLst>
        </pc:spChg>
        <pc:spChg chg="del">
          <ac:chgData name="Li, Cong" userId="025630f4-267e-4cb3-8cd5-8795177f99f4" providerId="ADAL" clId="{929A2CC8-B112-421C-81E2-D5D63B23E300}" dt="2026-10-25T10:50:51.632" v="92815" actId="478"/>
          <ac:spMkLst>
            <pc:docMk/>
            <pc:sldMk cId="4196755295" sldId="718"/>
            <ac:spMk id="6" creationId="{AA1A44A0-535A-043C-C891-70888A90CC56}"/>
          </ac:spMkLst>
        </pc:spChg>
        <pc:spChg chg="del">
          <ac:chgData name="Li, Cong" userId="025630f4-267e-4cb3-8cd5-8795177f99f4" providerId="ADAL" clId="{929A2CC8-B112-421C-81E2-D5D63B23E300}" dt="2026-10-25T10:50:51.632" v="92815" actId="478"/>
          <ac:spMkLst>
            <pc:docMk/>
            <pc:sldMk cId="4196755295" sldId="718"/>
            <ac:spMk id="7" creationId="{6E995D7D-D655-67FD-A83F-33EA0501D96E}"/>
          </ac:spMkLst>
        </pc:spChg>
        <pc:spChg chg="add mod">
          <ac:chgData name="Li, Cong" userId="025630f4-267e-4cb3-8cd5-8795177f99f4" providerId="ADAL" clId="{929A2CC8-B112-421C-81E2-D5D63B23E300}" dt="2026-10-25T22:10:43.270" v="96490" actId="20577"/>
          <ac:spMkLst>
            <pc:docMk/>
            <pc:sldMk cId="4196755295" sldId="718"/>
            <ac:spMk id="8" creationId="{85EAAA90-63D5-213E-42BD-2D8BF70C534A}"/>
          </ac:spMkLst>
        </pc:spChg>
        <pc:spChg chg="del">
          <ac:chgData name="Li, Cong" userId="025630f4-267e-4cb3-8cd5-8795177f99f4" providerId="ADAL" clId="{929A2CC8-B112-421C-81E2-D5D63B23E300}" dt="2026-10-25T10:50:51.632" v="92815" actId="478"/>
          <ac:spMkLst>
            <pc:docMk/>
            <pc:sldMk cId="4196755295" sldId="718"/>
            <ac:spMk id="9" creationId="{F16498FA-9456-0380-C786-1C2ED22E8699}"/>
          </ac:spMkLst>
        </pc:spChg>
      </pc:sldChg>
      <pc:sldChg chg="delSp modSp add mod modAnim">
        <pc:chgData name="Li, Cong" userId="025630f4-267e-4cb3-8cd5-8795177f99f4" providerId="ADAL" clId="{929A2CC8-B112-421C-81E2-D5D63B23E300}" dt="2026-10-25T11:07:46.369" v="93778" actId="478"/>
        <pc:sldMkLst>
          <pc:docMk/>
          <pc:sldMk cId="2944111302" sldId="719"/>
        </pc:sldMkLst>
        <pc:spChg chg="del">
          <ac:chgData name="Li, Cong" userId="025630f4-267e-4cb3-8cd5-8795177f99f4" providerId="ADAL" clId="{929A2CC8-B112-421C-81E2-D5D63B23E300}" dt="2026-10-25T11:07:46.369" v="93778" actId="478"/>
          <ac:spMkLst>
            <pc:docMk/>
            <pc:sldMk cId="2944111302" sldId="719"/>
            <ac:spMk id="4" creationId="{C6BF0D2A-BF47-EEBA-6FA5-F1D0D5A2B5C5}"/>
          </ac:spMkLst>
        </pc:spChg>
        <pc:spChg chg="mod">
          <ac:chgData name="Li, Cong" userId="025630f4-267e-4cb3-8cd5-8795177f99f4" providerId="ADAL" clId="{929A2CC8-B112-421C-81E2-D5D63B23E300}" dt="2026-10-25T10:58:00.866" v="93265" actId="1076"/>
          <ac:spMkLst>
            <pc:docMk/>
            <pc:sldMk cId="2944111302" sldId="719"/>
            <ac:spMk id="8" creationId="{9989179F-250E-FD20-E779-BEFE00D10813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5T22:05:32.095" v="96449" actId="20577"/>
        <pc:sldMkLst>
          <pc:docMk/>
          <pc:sldMk cId="2401716427" sldId="720"/>
        </pc:sldMkLst>
        <pc:spChg chg="mod">
          <ac:chgData name="Li, Cong" userId="025630f4-267e-4cb3-8cd5-8795177f99f4" providerId="ADAL" clId="{929A2CC8-B112-421C-81E2-D5D63B23E300}" dt="2026-10-25T10:58:15.894" v="93267" actId="20577"/>
          <ac:spMkLst>
            <pc:docMk/>
            <pc:sldMk cId="2401716427" sldId="720"/>
            <ac:spMk id="2" creationId="{B45BE5A8-A394-723A-CBB1-B1BDD31BA2F7}"/>
          </ac:spMkLst>
        </pc:spChg>
        <pc:spChg chg="add del mod">
          <ac:chgData name="Li, Cong" userId="025630f4-267e-4cb3-8cd5-8795177f99f4" providerId="ADAL" clId="{929A2CC8-B112-421C-81E2-D5D63B23E300}" dt="2026-10-25T11:03:31.632" v="93515" actId="478"/>
          <ac:spMkLst>
            <pc:docMk/>
            <pc:sldMk cId="2401716427" sldId="720"/>
            <ac:spMk id="3" creationId="{502CAAD8-6097-4E73-C3D1-9748996CA282}"/>
          </ac:spMkLst>
        </pc:spChg>
        <pc:spChg chg="add del mod">
          <ac:chgData name="Li, Cong" userId="025630f4-267e-4cb3-8cd5-8795177f99f4" providerId="ADAL" clId="{929A2CC8-B112-421C-81E2-D5D63B23E300}" dt="2026-10-25T11:03:32.489" v="93516" actId="478"/>
          <ac:spMkLst>
            <pc:docMk/>
            <pc:sldMk cId="2401716427" sldId="720"/>
            <ac:spMk id="4" creationId="{248B0AC4-9517-55F8-1DED-DC829409639C}"/>
          </ac:spMkLst>
        </pc:spChg>
        <pc:spChg chg="add mod">
          <ac:chgData name="Li, Cong" userId="025630f4-267e-4cb3-8cd5-8795177f99f4" providerId="ADAL" clId="{929A2CC8-B112-421C-81E2-D5D63B23E300}" dt="2026-10-25T22:05:32.095" v="96449" actId="20577"/>
          <ac:spMkLst>
            <pc:docMk/>
            <pc:sldMk cId="2401716427" sldId="720"/>
            <ac:spMk id="6" creationId="{FBBF1A58-DE67-3196-18BB-0CEAD88C0AB3}"/>
          </ac:spMkLst>
        </pc:spChg>
        <pc:spChg chg="add del mod">
          <ac:chgData name="Li, Cong" userId="025630f4-267e-4cb3-8cd5-8795177f99f4" providerId="ADAL" clId="{929A2CC8-B112-421C-81E2-D5D63B23E300}" dt="2026-10-25T11:03:49.807" v="93543" actId="478"/>
          <ac:spMkLst>
            <pc:docMk/>
            <pc:sldMk cId="2401716427" sldId="720"/>
            <ac:spMk id="7" creationId="{461B377D-4212-D775-76D7-36B0C6A37BAD}"/>
          </ac:spMkLst>
        </pc:spChg>
        <pc:spChg chg="add mod">
          <ac:chgData name="Li, Cong" userId="025630f4-267e-4cb3-8cd5-8795177f99f4" providerId="ADAL" clId="{929A2CC8-B112-421C-81E2-D5D63B23E300}" dt="2026-10-25T11:03:59.724" v="93546" actId="1076"/>
          <ac:spMkLst>
            <pc:docMk/>
            <pc:sldMk cId="2401716427" sldId="720"/>
            <ac:spMk id="8" creationId="{BA235E24-C50C-F6EC-3974-3AC8EE82F241}"/>
          </ac:spMkLst>
        </pc:spChg>
        <pc:spChg chg="add mod">
          <ac:chgData name="Li, Cong" userId="025630f4-267e-4cb3-8cd5-8795177f99f4" providerId="ADAL" clId="{929A2CC8-B112-421C-81E2-D5D63B23E300}" dt="2026-10-25T11:04:07.100" v="93548" actId="1076"/>
          <ac:spMkLst>
            <pc:docMk/>
            <pc:sldMk cId="2401716427" sldId="720"/>
            <ac:spMk id="9" creationId="{F0B84B4B-9EF3-D13F-7E9D-24C8B045B31A}"/>
          </ac:spMkLst>
        </pc:spChg>
        <pc:spChg chg="add mod">
          <ac:chgData name="Li, Cong" userId="025630f4-267e-4cb3-8cd5-8795177f99f4" providerId="ADAL" clId="{929A2CC8-B112-421C-81E2-D5D63B23E300}" dt="2026-10-25T11:04:12.844" v="93550" actId="1076"/>
          <ac:spMkLst>
            <pc:docMk/>
            <pc:sldMk cId="2401716427" sldId="720"/>
            <ac:spMk id="10" creationId="{CFAE4A74-4AD7-9A8E-2214-6A67844525DC}"/>
          </ac:spMkLst>
        </pc:spChg>
        <pc:spChg chg="mod">
          <ac:chgData name="Li, Cong" userId="025630f4-267e-4cb3-8cd5-8795177f99f4" providerId="ADAL" clId="{929A2CC8-B112-421C-81E2-D5D63B23E300}" dt="2026-10-25T11:01:02.898" v="93383" actId="20577"/>
          <ac:spMkLst>
            <pc:docMk/>
            <pc:sldMk cId="2401716427" sldId="720"/>
            <ac:spMk id="21" creationId="{0563D64B-33EB-CCDE-81FD-7BA1B1328AE0}"/>
          </ac:spMkLst>
        </pc:spChg>
        <pc:spChg chg="del mod">
          <ac:chgData name="Li, Cong" userId="025630f4-267e-4cb3-8cd5-8795177f99f4" providerId="ADAL" clId="{929A2CC8-B112-421C-81E2-D5D63B23E300}" dt="2026-10-25T11:03:33.373" v="93517" actId="478"/>
          <ac:spMkLst>
            <pc:docMk/>
            <pc:sldMk cId="2401716427" sldId="720"/>
            <ac:spMk id="47" creationId="{1FE0226B-713F-1400-1291-98AC8E7CEEC5}"/>
          </ac:spMkLst>
        </pc:spChg>
        <pc:spChg chg="mod">
          <ac:chgData name="Li, Cong" userId="025630f4-267e-4cb3-8cd5-8795177f99f4" providerId="ADAL" clId="{929A2CC8-B112-421C-81E2-D5D63B23E300}" dt="2026-10-25T11:03:53.243" v="93544" actId="1076"/>
          <ac:spMkLst>
            <pc:docMk/>
            <pc:sldMk cId="2401716427" sldId="720"/>
            <ac:spMk id="54" creationId="{57DE6262-95CE-9D11-82E2-99E4A946CCE6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5T11:05:33.281" v="93645" actId="1076"/>
        <pc:sldMkLst>
          <pc:docMk/>
          <pc:sldMk cId="2432485486" sldId="721"/>
        </pc:sldMkLst>
        <pc:spChg chg="add mod">
          <ac:chgData name="Li, Cong" userId="025630f4-267e-4cb3-8cd5-8795177f99f4" providerId="ADAL" clId="{929A2CC8-B112-421C-81E2-D5D63B23E300}" dt="2026-10-25T11:05:20.792" v="93641" actId="1076"/>
          <ac:spMkLst>
            <pc:docMk/>
            <pc:sldMk cId="2432485486" sldId="721"/>
            <ac:spMk id="4" creationId="{0583FB05-E5EB-1F28-2D4E-F86EE3C4C22E}"/>
          </ac:spMkLst>
        </pc:spChg>
        <pc:spChg chg="mod">
          <ac:chgData name="Li, Cong" userId="025630f4-267e-4cb3-8cd5-8795177f99f4" providerId="ADAL" clId="{929A2CC8-B112-421C-81E2-D5D63B23E300}" dt="2026-10-25T11:04:56.967" v="93635" actId="20577"/>
          <ac:spMkLst>
            <pc:docMk/>
            <pc:sldMk cId="2432485486" sldId="721"/>
            <ac:spMk id="6" creationId="{EF42364B-1B97-EE8A-F904-F9DDC3645A78}"/>
          </ac:spMkLst>
        </pc:spChg>
        <pc:spChg chg="del">
          <ac:chgData name="Li, Cong" userId="025630f4-267e-4cb3-8cd5-8795177f99f4" providerId="ADAL" clId="{929A2CC8-B112-421C-81E2-D5D63B23E300}" dt="2026-10-25T11:05:00.667" v="93638" actId="478"/>
          <ac:spMkLst>
            <pc:docMk/>
            <pc:sldMk cId="2432485486" sldId="721"/>
            <ac:spMk id="8" creationId="{496A733A-92DB-6487-6881-E569FBBF538B}"/>
          </ac:spMkLst>
        </pc:spChg>
        <pc:spChg chg="del">
          <ac:chgData name="Li, Cong" userId="025630f4-267e-4cb3-8cd5-8795177f99f4" providerId="ADAL" clId="{929A2CC8-B112-421C-81E2-D5D63B23E300}" dt="2026-10-25T11:04:59.281" v="93636" actId="478"/>
          <ac:spMkLst>
            <pc:docMk/>
            <pc:sldMk cId="2432485486" sldId="721"/>
            <ac:spMk id="9" creationId="{9626441C-13CB-47E5-A46F-0AFDAA41557E}"/>
          </ac:spMkLst>
        </pc:spChg>
        <pc:spChg chg="del">
          <ac:chgData name="Li, Cong" userId="025630f4-267e-4cb3-8cd5-8795177f99f4" providerId="ADAL" clId="{929A2CC8-B112-421C-81E2-D5D63B23E300}" dt="2026-10-25T11:04:59.970" v="93637" actId="478"/>
          <ac:spMkLst>
            <pc:docMk/>
            <pc:sldMk cId="2432485486" sldId="721"/>
            <ac:spMk id="10" creationId="{E50449C1-F53B-F0DA-044C-8BFC7F67FA66}"/>
          </ac:spMkLst>
        </pc:spChg>
        <pc:spChg chg="add mod">
          <ac:chgData name="Li, Cong" userId="025630f4-267e-4cb3-8cd5-8795177f99f4" providerId="ADAL" clId="{929A2CC8-B112-421C-81E2-D5D63B23E300}" dt="2026-10-25T11:05:26.488" v="93643" actId="1076"/>
          <ac:spMkLst>
            <pc:docMk/>
            <pc:sldMk cId="2432485486" sldId="721"/>
            <ac:spMk id="11" creationId="{F344C32A-EBAE-77B5-88FC-115C0D2F41C4}"/>
          </ac:spMkLst>
        </pc:spChg>
        <pc:spChg chg="add mod">
          <ac:chgData name="Li, Cong" userId="025630f4-267e-4cb3-8cd5-8795177f99f4" providerId="ADAL" clId="{929A2CC8-B112-421C-81E2-D5D63B23E300}" dt="2026-10-25T11:05:33.281" v="93645" actId="1076"/>
          <ac:spMkLst>
            <pc:docMk/>
            <pc:sldMk cId="2432485486" sldId="721"/>
            <ac:spMk id="13" creationId="{0BA2E666-1C06-DB7F-E9CC-1911DEA768C4}"/>
          </ac:spMkLst>
        </pc:spChg>
        <pc:spChg chg="mod">
          <ac:chgData name="Li, Cong" userId="025630f4-267e-4cb3-8cd5-8795177f99f4" providerId="ADAL" clId="{929A2CC8-B112-421C-81E2-D5D63B23E300}" dt="2026-10-25T11:05:14.181" v="93639" actId="14100"/>
          <ac:spMkLst>
            <pc:docMk/>
            <pc:sldMk cId="2432485486" sldId="721"/>
            <ac:spMk id="54" creationId="{B01D0F30-6662-9218-6CF3-892E0193BCD2}"/>
          </ac:spMkLst>
        </pc:spChg>
      </pc:sldChg>
      <pc:sldChg chg="addSp delSp modSp add mod">
        <pc:chgData name="Li, Cong" userId="025630f4-267e-4cb3-8cd5-8795177f99f4" providerId="ADAL" clId="{929A2CC8-B112-421C-81E2-D5D63B23E300}" dt="2026-10-25T22:05:26.415" v="96438" actId="20577"/>
        <pc:sldMkLst>
          <pc:docMk/>
          <pc:sldMk cId="955687412" sldId="722"/>
        </pc:sldMkLst>
        <pc:spChg chg="del">
          <ac:chgData name="Li, Cong" userId="025630f4-267e-4cb3-8cd5-8795177f99f4" providerId="ADAL" clId="{929A2CC8-B112-421C-81E2-D5D63B23E300}" dt="2026-10-25T11:06:17.781" v="93765" actId="478"/>
          <ac:spMkLst>
            <pc:docMk/>
            <pc:sldMk cId="955687412" sldId="722"/>
            <ac:spMk id="4" creationId="{0D0C76FA-7D3A-0F52-ED8E-39B2D8900E79}"/>
          </ac:spMkLst>
        </pc:spChg>
        <pc:spChg chg="mod">
          <ac:chgData name="Li, Cong" userId="025630f4-267e-4cb3-8cd5-8795177f99f4" providerId="ADAL" clId="{929A2CC8-B112-421C-81E2-D5D63B23E300}" dt="2026-10-25T22:05:26.415" v="96438" actId="20577"/>
          <ac:spMkLst>
            <pc:docMk/>
            <pc:sldMk cId="955687412" sldId="722"/>
            <ac:spMk id="6" creationId="{C0A51783-8AF4-A1C1-B6B7-9E9696926D0F}"/>
          </ac:spMkLst>
        </pc:spChg>
        <pc:spChg chg="add mod">
          <ac:chgData name="Li, Cong" userId="025630f4-267e-4cb3-8cd5-8795177f99f4" providerId="ADAL" clId="{929A2CC8-B112-421C-81E2-D5D63B23E300}" dt="2026-10-25T11:06:30.604" v="93770" actId="1076"/>
          <ac:spMkLst>
            <pc:docMk/>
            <pc:sldMk cId="955687412" sldId="722"/>
            <ac:spMk id="7" creationId="{055B1BAA-07E7-F546-ADCD-3C8F7CA524D9}"/>
          </ac:spMkLst>
        </pc:spChg>
        <pc:spChg chg="add mod">
          <ac:chgData name="Li, Cong" userId="025630f4-267e-4cb3-8cd5-8795177f99f4" providerId="ADAL" clId="{929A2CC8-B112-421C-81E2-D5D63B23E300}" dt="2026-10-25T11:06:38.068" v="93772" actId="1076"/>
          <ac:spMkLst>
            <pc:docMk/>
            <pc:sldMk cId="955687412" sldId="722"/>
            <ac:spMk id="9" creationId="{D1B226C0-5423-42D0-ABB1-C6BC458CA0AC}"/>
          </ac:spMkLst>
        </pc:spChg>
        <pc:spChg chg="del">
          <ac:chgData name="Li, Cong" userId="025630f4-267e-4cb3-8cd5-8795177f99f4" providerId="ADAL" clId="{929A2CC8-B112-421C-81E2-D5D63B23E300}" dt="2026-10-25T11:06:18.641" v="93766" actId="478"/>
          <ac:spMkLst>
            <pc:docMk/>
            <pc:sldMk cId="955687412" sldId="722"/>
            <ac:spMk id="11" creationId="{D52DDBAE-CD10-D3DD-6B5A-AC0A42D62668}"/>
          </ac:spMkLst>
        </pc:spChg>
        <pc:spChg chg="add mod">
          <ac:chgData name="Li, Cong" userId="025630f4-267e-4cb3-8cd5-8795177f99f4" providerId="ADAL" clId="{929A2CC8-B112-421C-81E2-D5D63B23E300}" dt="2026-10-25T11:06:54.981" v="93774" actId="1076"/>
          <ac:spMkLst>
            <pc:docMk/>
            <pc:sldMk cId="955687412" sldId="722"/>
            <ac:spMk id="12" creationId="{E55DF1B9-8F85-1639-6909-0BBC4C4FE7E4}"/>
          </ac:spMkLst>
        </pc:spChg>
        <pc:spChg chg="del">
          <ac:chgData name="Li, Cong" userId="025630f4-267e-4cb3-8cd5-8795177f99f4" providerId="ADAL" clId="{929A2CC8-B112-421C-81E2-D5D63B23E300}" dt="2026-10-25T11:06:19.370" v="93767" actId="478"/>
          <ac:spMkLst>
            <pc:docMk/>
            <pc:sldMk cId="955687412" sldId="722"/>
            <ac:spMk id="13" creationId="{8E2B2D93-088F-FCCA-6C08-D3A7E8E9D52D}"/>
          </ac:spMkLst>
        </pc:spChg>
        <pc:spChg chg="mod">
          <ac:chgData name="Li, Cong" userId="025630f4-267e-4cb3-8cd5-8795177f99f4" providerId="ADAL" clId="{929A2CC8-B112-421C-81E2-D5D63B23E300}" dt="2026-10-25T11:06:26.401" v="93768" actId="14100"/>
          <ac:spMkLst>
            <pc:docMk/>
            <pc:sldMk cId="955687412" sldId="722"/>
            <ac:spMk id="54" creationId="{E24B914E-F513-0221-D2CE-55FC046A0D86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5T11:29:17.093" v="94003" actId="1037"/>
        <pc:sldMkLst>
          <pc:docMk/>
          <pc:sldMk cId="4228590787" sldId="723"/>
        </pc:sldMkLst>
        <pc:spChg chg="mod">
          <ac:chgData name="Li, Cong" userId="025630f4-267e-4cb3-8cd5-8795177f99f4" providerId="ADAL" clId="{929A2CC8-B112-421C-81E2-D5D63B23E300}" dt="2026-10-25T11:23:52.487" v="93805" actId="20577"/>
          <ac:spMkLst>
            <pc:docMk/>
            <pc:sldMk cId="4228590787" sldId="723"/>
            <ac:spMk id="2" creationId="{9C2CF1AD-A8CA-A4C3-D7F0-F3DBFA5225F4}"/>
          </ac:spMkLst>
        </pc:spChg>
        <pc:spChg chg="add mod">
          <ac:chgData name="Li, Cong" userId="025630f4-267e-4cb3-8cd5-8795177f99f4" providerId="ADAL" clId="{929A2CC8-B112-421C-81E2-D5D63B23E300}" dt="2026-10-25T11:29:17.093" v="94003" actId="1037"/>
          <ac:spMkLst>
            <pc:docMk/>
            <pc:sldMk cId="4228590787" sldId="723"/>
            <ac:spMk id="3" creationId="{0069CC54-BC22-C7E3-2D82-FA453CE05305}"/>
          </ac:spMkLst>
        </pc:spChg>
        <pc:spChg chg="add mod">
          <ac:chgData name="Li, Cong" userId="025630f4-267e-4cb3-8cd5-8795177f99f4" providerId="ADAL" clId="{929A2CC8-B112-421C-81E2-D5D63B23E300}" dt="2026-10-25T11:29:08.440" v="93994" actId="14100"/>
          <ac:spMkLst>
            <pc:docMk/>
            <pc:sldMk cId="4228590787" sldId="723"/>
            <ac:spMk id="4" creationId="{5C13617E-F1E5-7364-0D73-2F0AB1CF4A6F}"/>
          </ac:spMkLst>
        </pc:spChg>
        <pc:spChg chg="add mod">
          <ac:chgData name="Li, Cong" userId="025630f4-267e-4cb3-8cd5-8795177f99f4" providerId="ADAL" clId="{929A2CC8-B112-421C-81E2-D5D63B23E300}" dt="2026-10-25T11:27:49.142" v="93980" actId="1076"/>
          <ac:spMkLst>
            <pc:docMk/>
            <pc:sldMk cId="4228590787" sldId="723"/>
            <ac:spMk id="14" creationId="{CABC6FB6-2703-DCC3-2BA2-3BE0F1ED4D77}"/>
          </ac:spMkLst>
        </pc:spChg>
        <pc:spChg chg="mod">
          <ac:chgData name="Li, Cong" userId="025630f4-267e-4cb3-8cd5-8795177f99f4" providerId="ADAL" clId="{929A2CC8-B112-421C-81E2-D5D63B23E300}" dt="2026-10-25T11:24:14.071" v="93849" actId="20577"/>
          <ac:spMkLst>
            <pc:docMk/>
            <pc:sldMk cId="4228590787" sldId="723"/>
            <ac:spMk id="29" creationId="{FC1EA433-10DB-6F9D-3E9D-F65E93563FA5}"/>
          </ac:spMkLst>
        </pc:spChg>
        <pc:spChg chg="del">
          <ac:chgData name="Li, Cong" userId="025630f4-267e-4cb3-8cd5-8795177f99f4" providerId="ADAL" clId="{929A2CC8-B112-421C-81E2-D5D63B23E300}" dt="2026-10-25T11:24:19.789" v="93850" actId="478"/>
          <ac:spMkLst>
            <pc:docMk/>
            <pc:sldMk cId="4228590787" sldId="723"/>
            <ac:spMk id="41" creationId="{6B053CF8-A758-E543-5092-D76A83A6CFB2}"/>
          </ac:spMkLst>
        </pc:spChg>
        <pc:cxnChg chg="add mod">
          <ac:chgData name="Li, Cong" userId="025630f4-267e-4cb3-8cd5-8795177f99f4" providerId="ADAL" clId="{929A2CC8-B112-421C-81E2-D5D63B23E300}" dt="2026-10-25T11:28:19.458" v="93987" actId="1035"/>
          <ac:cxnSpMkLst>
            <pc:docMk/>
            <pc:sldMk cId="4228590787" sldId="723"/>
            <ac:cxnSpMk id="7" creationId="{BE487129-EE17-9179-6247-9BA2C3B06E99}"/>
          </ac:cxnSpMkLst>
        </pc:cxnChg>
        <pc:cxnChg chg="add mod">
          <ac:chgData name="Li, Cong" userId="025630f4-267e-4cb3-8cd5-8795177f99f4" providerId="ADAL" clId="{929A2CC8-B112-421C-81E2-D5D63B23E300}" dt="2026-10-25T11:28:23.209" v="93990" actId="1037"/>
          <ac:cxnSpMkLst>
            <pc:docMk/>
            <pc:sldMk cId="4228590787" sldId="723"/>
            <ac:cxnSpMk id="9" creationId="{AD6DA8BC-87EF-EA5A-DA41-2DB159AE07C4}"/>
          </ac:cxnSpMkLst>
        </pc:cxnChg>
        <pc:cxnChg chg="del">
          <ac:chgData name="Li, Cong" userId="025630f4-267e-4cb3-8cd5-8795177f99f4" providerId="ADAL" clId="{929A2CC8-B112-421C-81E2-D5D63B23E300}" dt="2026-10-25T11:25:21.604" v="93889" actId="478"/>
          <ac:cxnSpMkLst>
            <pc:docMk/>
            <pc:sldMk cId="4228590787" sldId="723"/>
            <ac:cxnSpMk id="31" creationId="{C4B0FD59-D309-5258-C6FB-34361871591D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10-25T22:14:47.818" v="96568" actId="14100"/>
        <pc:sldMkLst>
          <pc:docMk/>
          <pc:sldMk cId="800486373" sldId="724"/>
        </pc:sldMkLst>
        <pc:spChg chg="mod">
          <ac:chgData name="Li, Cong" userId="025630f4-267e-4cb3-8cd5-8795177f99f4" providerId="ADAL" clId="{929A2CC8-B112-421C-81E2-D5D63B23E300}" dt="2026-10-25T11:57:01.097" v="94071" actId="20577"/>
          <ac:spMkLst>
            <pc:docMk/>
            <pc:sldMk cId="800486373" sldId="724"/>
            <ac:spMk id="2" creationId="{94AD2474-BAF3-6287-9198-B4279A11D489}"/>
          </ac:spMkLst>
        </pc:spChg>
        <pc:spChg chg="del">
          <ac:chgData name="Li, Cong" userId="025630f4-267e-4cb3-8cd5-8795177f99f4" providerId="ADAL" clId="{929A2CC8-B112-421C-81E2-D5D63B23E300}" dt="2026-10-25T11:57:37.515" v="94203" actId="478"/>
          <ac:spMkLst>
            <pc:docMk/>
            <pc:sldMk cId="800486373" sldId="724"/>
            <ac:spMk id="4" creationId="{3005B95B-2730-2541-B43F-40E8B37FCB1A}"/>
          </ac:spMkLst>
        </pc:spChg>
        <pc:spChg chg="del">
          <ac:chgData name="Li, Cong" userId="025630f4-267e-4cb3-8cd5-8795177f99f4" providerId="ADAL" clId="{929A2CC8-B112-421C-81E2-D5D63B23E300}" dt="2026-10-25T11:57:07.521" v="94072" actId="478"/>
          <ac:spMkLst>
            <pc:docMk/>
            <pc:sldMk cId="800486373" sldId="724"/>
            <ac:spMk id="8" creationId="{16B027FC-A8CF-4C22-4854-FBD11DBC0CB3}"/>
          </ac:spMkLst>
        </pc:spChg>
        <pc:spChg chg="del">
          <ac:chgData name="Li, Cong" userId="025630f4-267e-4cb3-8cd5-8795177f99f4" providerId="ADAL" clId="{929A2CC8-B112-421C-81E2-D5D63B23E300}" dt="2026-10-25T11:57:07.521" v="94072" actId="478"/>
          <ac:spMkLst>
            <pc:docMk/>
            <pc:sldMk cId="800486373" sldId="724"/>
            <ac:spMk id="13" creationId="{19A63DF5-31DE-A1D8-6784-781FE9EC1C65}"/>
          </ac:spMkLst>
        </pc:spChg>
        <pc:spChg chg="mod">
          <ac:chgData name="Li, Cong" userId="025630f4-267e-4cb3-8cd5-8795177f99f4" providerId="ADAL" clId="{929A2CC8-B112-421C-81E2-D5D63B23E300}" dt="2026-10-25T22:14:47.818" v="96568" actId="14100"/>
          <ac:spMkLst>
            <pc:docMk/>
            <pc:sldMk cId="800486373" sldId="724"/>
            <ac:spMk id="14" creationId="{32DCE602-3756-C43C-9727-9FA0F5AC8523}"/>
          </ac:spMkLst>
        </pc:spChg>
        <pc:spChg chg="del">
          <ac:chgData name="Li, Cong" userId="025630f4-267e-4cb3-8cd5-8795177f99f4" providerId="ADAL" clId="{929A2CC8-B112-421C-81E2-D5D63B23E300}" dt="2026-10-25T11:57:07.521" v="94072" actId="478"/>
          <ac:spMkLst>
            <pc:docMk/>
            <pc:sldMk cId="800486373" sldId="724"/>
            <ac:spMk id="15" creationId="{059854C2-95CF-4908-4EDB-7F83859C36DE}"/>
          </ac:spMkLst>
        </pc:spChg>
        <pc:spChg chg="del">
          <ac:chgData name="Li, Cong" userId="025630f4-267e-4cb3-8cd5-8795177f99f4" providerId="ADAL" clId="{929A2CC8-B112-421C-81E2-D5D63B23E300}" dt="2026-10-25T11:57:07.521" v="94072" actId="478"/>
          <ac:spMkLst>
            <pc:docMk/>
            <pc:sldMk cId="800486373" sldId="724"/>
            <ac:spMk id="21" creationId="{4A3A45C0-F8C3-D10C-7EBA-2074BED44D17}"/>
          </ac:spMkLst>
        </pc:spChg>
        <pc:spChg chg="del">
          <ac:chgData name="Li, Cong" userId="025630f4-267e-4cb3-8cd5-8795177f99f4" providerId="ADAL" clId="{929A2CC8-B112-421C-81E2-D5D63B23E300}" dt="2026-10-25T11:57:07.521" v="94072" actId="478"/>
          <ac:spMkLst>
            <pc:docMk/>
            <pc:sldMk cId="800486373" sldId="724"/>
            <ac:spMk id="26" creationId="{87202027-3488-D472-E559-540D67E1D843}"/>
          </ac:spMkLst>
        </pc:spChg>
        <pc:spChg chg="del">
          <ac:chgData name="Li, Cong" userId="025630f4-267e-4cb3-8cd5-8795177f99f4" providerId="ADAL" clId="{929A2CC8-B112-421C-81E2-D5D63B23E300}" dt="2026-10-25T11:57:43.639" v="94205" actId="478"/>
          <ac:spMkLst>
            <pc:docMk/>
            <pc:sldMk cId="800486373" sldId="724"/>
            <ac:spMk id="29" creationId="{70871DA7-B8FE-C457-C00B-A672BF306855}"/>
          </ac:spMkLst>
        </pc:spChg>
        <pc:spChg chg="del">
          <ac:chgData name="Li, Cong" userId="025630f4-267e-4cb3-8cd5-8795177f99f4" providerId="ADAL" clId="{929A2CC8-B112-421C-81E2-D5D63B23E300}" dt="2026-10-25T11:57:07.521" v="94072" actId="478"/>
          <ac:spMkLst>
            <pc:docMk/>
            <pc:sldMk cId="800486373" sldId="724"/>
            <ac:spMk id="37" creationId="{0AD1CEA2-C082-DA9D-366B-16B82B1DCB6E}"/>
          </ac:spMkLst>
        </pc:spChg>
        <pc:cxnChg chg="add mod">
          <ac:chgData name="Li, Cong" userId="025630f4-267e-4cb3-8cd5-8795177f99f4" providerId="ADAL" clId="{929A2CC8-B112-421C-81E2-D5D63B23E300}" dt="2026-10-25T22:14:47.818" v="96568" actId="14100"/>
          <ac:cxnSpMkLst>
            <pc:docMk/>
            <pc:sldMk cId="800486373" sldId="724"/>
            <ac:cxnSpMk id="6" creationId="{89F476D5-5100-1D6A-D956-86B4E3689989}"/>
          </ac:cxnSpMkLst>
        </pc:cxnChg>
        <pc:cxnChg chg="del">
          <ac:chgData name="Li, Cong" userId="025630f4-267e-4cb3-8cd5-8795177f99f4" providerId="ADAL" clId="{929A2CC8-B112-421C-81E2-D5D63B23E300}" dt="2026-10-25T11:57:07.521" v="94072" actId="478"/>
          <ac:cxnSpMkLst>
            <pc:docMk/>
            <pc:sldMk cId="800486373" sldId="724"/>
            <ac:cxnSpMk id="9" creationId="{67788EEB-AF27-DAED-8620-B848E53F1C4E}"/>
          </ac:cxnSpMkLst>
        </pc:cxnChg>
        <pc:cxnChg chg="del mod">
          <ac:chgData name="Li, Cong" userId="025630f4-267e-4cb3-8cd5-8795177f99f4" providerId="ADAL" clId="{929A2CC8-B112-421C-81E2-D5D63B23E300}" dt="2026-10-25T11:57:07.521" v="94072" actId="478"/>
          <ac:cxnSpMkLst>
            <pc:docMk/>
            <pc:sldMk cId="800486373" sldId="724"/>
            <ac:cxnSpMk id="11" creationId="{41800B3C-9597-B03D-811C-59AEB536BCE3}"/>
          </ac:cxnSpMkLst>
        </pc:cxnChg>
        <pc:cxnChg chg="del mod">
          <ac:chgData name="Li, Cong" userId="025630f4-267e-4cb3-8cd5-8795177f99f4" providerId="ADAL" clId="{929A2CC8-B112-421C-81E2-D5D63B23E300}" dt="2026-10-25T11:57:07.521" v="94072" actId="478"/>
          <ac:cxnSpMkLst>
            <pc:docMk/>
            <pc:sldMk cId="800486373" sldId="724"/>
            <ac:cxnSpMk id="16" creationId="{302FA4D0-91B4-7630-BFB1-5ED5FBE54974}"/>
          </ac:cxnSpMkLst>
        </pc:cxnChg>
        <pc:cxnChg chg="del mod">
          <ac:chgData name="Li, Cong" userId="025630f4-267e-4cb3-8cd5-8795177f99f4" providerId="ADAL" clId="{929A2CC8-B112-421C-81E2-D5D63B23E300}" dt="2026-10-25T11:57:07.521" v="94072" actId="478"/>
          <ac:cxnSpMkLst>
            <pc:docMk/>
            <pc:sldMk cId="800486373" sldId="724"/>
            <ac:cxnSpMk id="23" creationId="{A5D93740-D77E-2AF7-9FE1-5B35A0FD0417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10-25T22:18:37.626" v="96601" actId="20577"/>
        <pc:sldMkLst>
          <pc:docMk/>
          <pc:sldMk cId="1719910693" sldId="725"/>
        </pc:sldMkLst>
        <pc:spChg chg="mod">
          <ac:chgData name="Li, Cong" userId="025630f4-267e-4cb3-8cd5-8795177f99f4" providerId="ADAL" clId="{929A2CC8-B112-421C-81E2-D5D63B23E300}" dt="2026-10-25T12:01:46.128" v="94405" actId="20577"/>
          <ac:spMkLst>
            <pc:docMk/>
            <pc:sldMk cId="1719910693" sldId="725"/>
            <ac:spMk id="2" creationId="{C841D3A2-2598-FDDC-E764-C317FE6DED2B}"/>
          </ac:spMkLst>
        </pc:spChg>
        <pc:spChg chg="del">
          <ac:chgData name="Li, Cong" userId="025630f4-267e-4cb3-8cd5-8795177f99f4" providerId="ADAL" clId="{929A2CC8-B112-421C-81E2-D5D63B23E300}" dt="2026-10-25T12:01:50.337" v="94406" actId="478"/>
          <ac:spMkLst>
            <pc:docMk/>
            <pc:sldMk cId="1719910693" sldId="725"/>
            <ac:spMk id="3" creationId="{CC3DE052-5FE0-0C7A-9500-C36601918DBC}"/>
          </ac:spMkLst>
        </pc:spChg>
        <pc:spChg chg="add mod">
          <ac:chgData name="Li, Cong" userId="025630f4-267e-4cb3-8cd5-8795177f99f4" providerId="ADAL" clId="{929A2CC8-B112-421C-81E2-D5D63B23E300}" dt="2026-10-25T12:03:17.496" v="94465" actId="1036"/>
          <ac:spMkLst>
            <pc:docMk/>
            <pc:sldMk cId="1719910693" sldId="725"/>
            <ac:spMk id="4" creationId="{711E12F4-75EC-F52A-AA0F-8AF3916DE212}"/>
          </ac:spMkLst>
        </pc:spChg>
        <pc:spChg chg="add mod">
          <ac:chgData name="Li, Cong" userId="025630f4-267e-4cb3-8cd5-8795177f99f4" providerId="ADAL" clId="{929A2CC8-B112-421C-81E2-D5D63B23E300}" dt="2026-10-25T12:03:14.887" v="94463" actId="1076"/>
          <ac:spMkLst>
            <pc:docMk/>
            <pc:sldMk cId="1719910693" sldId="725"/>
            <ac:spMk id="8" creationId="{51F34106-7F50-839D-3493-9E4CA7BDCC5A}"/>
          </ac:spMkLst>
        </pc:spChg>
        <pc:spChg chg="add mod">
          <ac:chgData name="Li, Cong" userId="025630f4-267e-4cb3-8cd5-8795177f99f4" providerId="ADAL" clId="{929A2CC8-B112-421C-81E2-D5D63B23E300}" dt="2026-10-25T12:03:17.496" v="94465" actId="1036"/>
          <ac:spMkLst>
            <pc:docMk/>
            <pc:sldMk cId="1719910693" sldId="725"/>
            <ac:spMk id="9" creationId="{41762827-055E-1E73-A198-584EC2AD7453}"/>
          </ac:spMkLst>
        </pc:spChg>
        <pc:spChg chg="add mod">
          <ac:chgData name="Li, Cong" userId="025630f4-267e-4cb3-8cd5-8795177f99f4" providerId="ADAL" clId="{929A2CC8-B112-421C-81E2-D5D63B23E300}" dt="2026-10-25T12:05:35.878" v="94630" actId="1036"/>
          <ac:spMkLst>
            <pc:docMk/>
            <pc:sldMk cId="1719910693" sldId="725"/>
            <ac:spMk id="11" creationId="{D950DDEA-69DD-9D5D-7066-C74317FB41EB}"/>
          </ac:spMkLst>
        </pc:spChg>
        <pc:spChg chg="del">
          <ac:chgData name="Li, Cong" userId="025630f4-267e-4cb3-8cd5-8795177f99f4" providerId="ADAL" clId="{929A2CC8-B112-421C-81E2-D5D63B23E300}" dt="2026-10-25T12:01:50.337" v="94406" actId="478"/>
          <ac:spMkLst>
            <pc:docMk/>
            <pc:sldMk cId="1719910693" sldId="725"/>
            <ac:spMk id="14" creationId="{B01F312C-2CDC-5026-75EA-7312C2C52884}"/>
          </ac:spMkLst>
        </pc:spChg>
        <pc:spChg chg="add mod">
          <ac:chgData name="Li, Cong" userId="025630f4-267e-4cb3-8cd5-8795177f99f4" providerId="ADAL" clId="{929A2CC8-B112-421C-81E2-D5D63B23E300}" dt="2026-10-25T12:06:49.039" v="94719" actId="1036"/>
          <ac:spMkLst>
            <pc:docMk/>
            <pc:sldMk cId="1719910693" sldId="725"/>
            <ac:spMk id="16" creationId="{5D985405-A0BE-5339-60B6-75A4808A009A}"/>
          </ac:spMkLst>
        </pc:spChg>
        <pc:spChg chg="add mod">
          <ac:chgData name="Li, Cong" userId="025630f4-267e-4cb3-8cd5-8795177f99f4" providerId="ADAL" clId="{929A2CC8-B112-421C-81E2-D5D63B23E300}" dt="2026-10-25T22:18:37.626" v="96601" actId="20577"/>
          <ac:spMkLst>
            <pc:docMk/>
            <pc:sldMk cId="1719910693" sldId="725"/>
            <ac:spMk id="17" creationId="{43100D79-4432-23AE-C8CF-DBAF8295BE12}"/>
          </ac:spMkLst>
        </pc:spChg>
        <pc:spChg chg="add mod">
          <ac:chgData name="Li, Cong" userId="025630f4-267e-4cb3-8cd5-8795177f99f4" providerId="ADAL" clId="{929A2CC8-B112-421C-81E2-D5D63B23E300}" dt="2026-10-25T12:05:42.136" v="94632" actId="1076"/>
          <ac:spMkLst>
            <pc:docMk/>
            <pc:sldMk cId="1719910693" sldId="725"/>
            <ac:spMk id="24" creationId="{932C7208-25E4-547D-FEEC-33C0A8F53657}"/>
          </ac:spMkLst>
        </pc:spChg>
        <pc:spChg chg="add mod">
          <ac:chgData name="Li, Cong" userId="025630f4-267e-4cb3-8cd5-8795177f99f4" providerId="ADAL" clId="{929A2CC8-B112-421C-81E2-D5D63B23E300}" dt="2026-10-25T12:09:07.560" v="94785" actId="20577"/>
          <ac:spMkLst>
            <pc:docMk/>
            <pc:sldMk cId="1719910693" sldId="725"/>
            <ac:spMk id="26" creationId="{D5DE7F49-2DE7-299F-21E6-D8CA24640F68}"/>
          </ac:spMkLst>
        </pc:spChg>
        <pc:spChg chg="add mod">
          <ac:chgData name="Li, Cong" userId="025630f4-267e-4cb3-8cd5-8795177f99f4" providerId="ADAL" clId="{929A2CC8-B112-421C-81E2-D5D63B23E300}" dt="2026-10-25T12:08:25.245" v="94772" actId="1076"/>
          <ac:spMkLst>
            <pc:docMk/>
            <pc:sldMk cId="1719910693" sldId="725"/>
            <ac:spMk id="35" creationId="{E7C7CD0F-8AB5-B294-138E-32CE90583F78}"/>
          </ac:spMkLst>
        </pc:spChg>
        <pc:spChg chg="add mod">
          <ac:chgData name="Li, Cong" userId="025630f4-267e-4cb3-8cd5-8795177f99f4" providerId="ADAL" clId="{929A2CC8-B112-421C-81E2-D5D63B23E300}" dt="2026-10-25T12:08:29.796" v="94774" actId="1076"/>
          <ac:spMkLst>
            <pc:docMk/>
            <pc:sldMk cId="1719910693" sldId="725"/>
            <ac:spMk id="36" creationId="{3C78682B-7EDF-320F-4D03-5BE6592E50C5}"/>
          </ac:spMkLst>
        </pc:spChg>
        <pc:spChg chg="add mod">
          <ac:chgData name="Li, Cong" userId="025630f4-267e-4cb3-8cd5-8795177f99f4" providerId="ADAL" clId="{929A2CC8-B112-421C-81E2-D5D63B23E300}" dt="2026-10-25T12:09:16.772" v="94787" actId="1076"/>
          <ac:spMkLst>
            <pc:docMk/>
            <pc:sldMk cId="1719910693" sldId="725"/>
            <ac:spMk id="37" creationId="{A5CC5727-8292-21B0-F0BC-78F17E3D196C}"/>
          </ac:spMkLst>
        </pc:spChg>
        <pc:spChg chg="add mod">
          <ac:chgData name="Li, Cong" userId="025630f4-267e-4cb3-8cd5-8795177f99f4" providerId="ADAL" clId="{929A2CC8-B112-421C-81E2-D5D63B23E300}" dt="2026-10-25T12:09:16.772" v="94787" actId="1076"/>
          <ac:spMkLst>
            <pc:docMk/>
            <pc:sldMk cId="1719910693" sldId="725"/>
            <ac:spMk id="38" creationId="{327E1FD1-AF1E-1011-CB5A-B9078243B68B}"/>
          </ac:spMkLst>
        </pc:spChg>
        <pc:spChg chg="add mod">
          <ac:chgData name="Li, Cong" userId="025630f4-267e-4cb3-8cd5-8795177f99f4" providerId="ADAL" clId="{929A2CC8-B112-421C-81E2-D5D63B23E300}" dt="2026-10-25T12:12:24.390" v="94833" actId="692"/>
          <ac:spMkLst>
            <pc:docMk/>
            <pc:sldMk cId="1719910693" sldId="725"/>
            <ac:spMk id="39" creationId="{E136FE4B-17F0-2680-0FA6-E8807BA87780}"/>
          </ac:spMkLst>
        </pc:spChg>
        <pc:spChg chg="add mod">
          <ac:chgData name="Li, Cong" userId="025630f4-267e-4cb3-8cd5-8795177f99f4" providerId="ADAL" clId="{929A2CC8-B112-421C-81E2-D5D63B23E300}" dt="2026-10-25T12:13:10.122" v="94867" actId="1076"/>
          <ac:spMkLst>
            <pc:docMk/>
            <pc:sldMk cId="1719910693" sldId="725"/>
            <ac:spMk id="40" creationId="{92DB39A4-000D-0CB6-B28C-E93726EAD201}"/>
          </ac:spMkLst>
        </pc:spChg>
        <pc:spChg chg="add mod">
          <ac:chgData name="Li, Cong" userId="025630f4-267e-4cb3-8cd5-8795177f99f4" providerId="ADAL" clId="{929A2CC8-B112-421C-81E2-D5D63B23E300}" dt="2026-10-25T12:13:00.735" v="94865" actId="1037"/>
          <ac:spMkLst>
            <pc:docMk/>
            <pc:sldMk cId="1719910693" sldId="725"/>
            <ac:spMk id="41" creationId="{7F0CA774-050C-D807-B89A-E68029BB8FE6}"/>
          </ac:spMkLst>
        </pc:spChg>
        <pc:spChg chg="add mod">
          <ac:chgData name="Li, Cong" userId="025630f4-267e-4cb3-8cd5-8795177f99f4" providerId="ADAL" clId="{929A2CC8-B112-421C-81E2-D5D63B23E300}" dt="2026-10-25T12:13:17.936" v="94902" actId="1038"/>
          <ac:spMkLst>
            <pc:docMk/>
            <pc:sldMk cId="1719910693" sldId="725"/>
            <ac:spMk id="42" creationId="{C0596BE1-F24D-5626-E3C7-DC9460A6FCEB}"/>
          </ac:spMkLst>
        </pc:spChg>
        <pc:cxnChg chg="del mod">
          <ac:chgData name="Li, Cong" userId="025630f4-267e-4cb3-8cd5-8795177f99f4" providerId="ADAL" clId="{929A2CC8-B112-421C-81E2-D5D63B23E300}" dt="2026-10-25T12:01:50.337" v="94406" actId="478"/>
          <ac:cxnSpMkLst>
            <pc:docMk/>
            <pc:sldMk cId="1719910693" sldId="725"/>
            <ac:cxnSpMk id="6" creationId="{A58E33CE-BD38-8963-6D91-1B60B3CBAEBC}"/>
          </ac:cxnSpMkLst>
        </pc:cxnChg>
        <pc:cxnChg chg="add mod">
          <ac:chgData name="Li, Cong" userId="025630f4-267e-4cb3-8cd5-8795177f99f4" providerId="ADAL" clId="{929A2CC8-B112-421C-81E2-D5D63B23E300}" dt="2026-10-25T12:05:35.878" v="94630" actId="1036"/>
          <ac:cxnSpMkLst>
            <pc:docMk/>
            <pc:sldMk cId="1719910693" sldId="725"/>
            <ac:cxnSpMk id="10" creationId="{D799782E-12EC-6724-97A4-AB5C4E74BEE4}"/>
          </ac:cxnSpMkLst>
        </pc:cxnChg>
        <pc:cxnChg chg="add mod">
          <ac:chgData name="Li, Cong" userId="025630f4-267e-4cb3-8cd5-8795177f99f4" providerId="ADAL" clId="{929A2CC8-B112-421C-81E2-D5D63B23E300}" dt="2026-10-25T12:06:49.039" v="94719" actId="1036"/>
          <ac:cxnSpMkLst>
            <pc:docMk/>
            <pc:sldMk cId="1719910693" sldId="725"/>
            <ac:cxnSpMk id="18" creationId="{FA8D452B-D0B4-B91D-E7CC-6BB1A9F1198A}"/>
          </ac:cxnSpMkLst>
        </pc:cxnChg>
        <pc:cxnChg chg="add mod">
          <ac:chgData name="Li, Cong" userId="025630f4-267e-4cb3-8cd5-8795177f99f4" providerId="ADAL" clId="{929A2CC8-B112-421C-81E2-D5D63B23E300}" dt="2026-10-25T12:06:36.588" v="94704" actId="1076"/>
          <ac:cxnSpMkLst>
            <pc:docMk/>
            <pc:sldMk cId="1719910693" sldId="725"/>
            <ac:cxnSpMk id="25" creationId="{557A5417-D902-ED3F-A0EF-9D751440A4F2}"/>
          </ac:cxnSpMkLst>
        </pc:cxnChg>
      </pc:sldChg>
      <pc:sldChg chg="modSp add mod addAnim delAnim modAnim">
        <pc:chgData name="Li, Cong" userId="025630f4-267e-4cb3-8cd5-8795177f99f4" providerId="ADAL" clId="{929A2CC8-B112-421C-81E2-D5D63B23E300}" dt="2026-10-25T12:17:13.775" v="95403"/>
        <pc:sldMkLst>
          <pc:docMk/>
          <pc:sldMk cId="362608039" sldId="726"/>
        </pc:sldMkLst>
        <pc:spChg chg="mod">
          <ac:chgData name="Li, Cong" userId="025630f4-267e-4cb3-8cd5-8795177f99f4" providerId="ADAL" clId="{929A2CC8-B112-421C-81E2-D5D63B23E300}" dt="2026-10-25T12:14:08.221" v="94949" actId="20577"/>
          <ac:spMkLst>
            <pc:docMk/>
            <pc:sldMk cId="362608039" sldId="726"/>
            <ac:spMk id="2" creationId="{8B40AFE9-B11D-7D5C-9EB7-99FE24DA3056}"/>
          </ac:spMkLst>
        </pc:spChg>
        <pc:spChg chg="mod">
          <ac:chgData name="Li, Cong" userId="025630f4-267e-4cb3-8cd5-8795177f99f4" providerId="ADAL" clId="{929A2CC8-B112-421C-81E2-D5D63B23E300}" dt="2026-10-25T12:17:05.022" v="95402" actId="20577"/>
          <ac:spMkLst>
            <pc:docMk/>
            <pc:sldMk cId="362608039" sldId="726"/>
            <ac:spMk id="3" creationId="{B6385FD8-AFD5-DA4A-DA81-C65F035F0706}"/>
          </ac:spMkLst>
        </pc:spChg>
      </pc:sldChg>
      <pc:sldChg chg="addSp modSp add mod modAnim">
        <pc:chgData name="Li, Cong" userId="025630f4-267e-4cb3-8cd5-8795177f99f4" providerId="ADAL" clId="{929A2CC8-B112-421C-81E2-D5D63B23E300}" dt="2026-10-25T12:23:01.935" v="95950"/>
        <pc:sldMkLst>
          <pc:docMk/>
          <pc:sldMk cId="4084964322" sldId="727"/>
        </pc:sldMkLst>
        <pc:spChg chg="mod">
          <ac:chgData name="Li, Cong" userId="025630f4-267e-4cb3-8cd5-8795177f99f4" providerId="ADAL" clId="{929A2CC8-B112-421C-81E2-D5D63B23E300}" dt="2026-10-25T12:17:43.731" v="95458" actId="20577"/>
          <ac:spMkLst>
            <pc:docMk/>
            <pc:sldMk cId="4084964322" sldId="727"/>
            <ac:spMk id="2" creationId="{D61A7CE9-D617-3DBD-AB93-66252EA39F8E}"/>
          </ac:spMkLst>
        </pc:spChg>
        <pc:spChg chg="mod">
          <ac:chgData name="Li, Cong" userId="025630f4-267e-4cb3-8cd5-8795177f99f4" providerId="ADAL" clId="{929A2CC8-B112-421C-81E2-D5D63B23E300}" dt="2026-10-25T12:20:28.214" v="95756" actId="6549"/>
          <ac:spMkLst>
            <pc:docMk/>
            <pc:sldMk cId="4084964322" sldId="727"/>
            <ac:spMk id="3" creationId="{030C6C0C-64B6-FDD1-6DAC-C9412B51C2FF}"/>
          </ac:spMkLst>
        </pc:spChg>
        <pc:spChg chg="add mod">
          <ac:chgData name="Li, Cong" userId="025630f4-267e-4cb3-8cd5-8795177f99f4" providerId="ADAL" clId="{929A2CC8-B112-421C-81E2-D5D63B23E300}" dt="2026-10-25T12:23:00.131" v="95949" actId="1076"/>
          <ac:spMkLst>
            <pc:docMk/>
            <pc:sldMk cId="4084964322" sldId="727"/>
            <ac:spMk id="4" creationId="{5D63BE9B-27B0-ABDB-F534-BD92500D11CE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5T12:29:27.171" v="96260"/>
        <pc:sldMkLst>
          <pc:docMk/>
          <pc:sldMk cId="1730691164" sldId="728"/>
        </pc:sldMkLst>
        <pc:spChg chg="mod">
          <ac:chgData name="Li, Cong" userId="025630f4-267e-4cb3-8cd5-8795177f99f4" providerId="ADAL" clId="{929A2CC8-B112-421C-81E2-D5D63B23E300}" dt="2026-10-25T12:24:15.319" v="95970" actId="20577"/>
          <ac:spMkLst>
            <pc:docMk/>
            <pc:sldMk cId="1730691164" sldId="728"/>
            <ac:spMk id="2" creationId="{5ACAD5E1-8DCB-0AB3-3248-71723B957AF6}"/>
          </ac:spMkLst>
        </pc:spChg>
        <pc:spChg chg="del">
          <ac:chgData name="Li, Cong" userId="025630f4-267e-4cb3-8cd5-8795177f99f4" providerId="ADAL" clId="{929A2CC8-B112-421C-81E2-D5D63B23E300}" dt="2026-10-25T12:24:29.762" v="95971" actId="478"/>
          <ac:spMkLst>
            <pc:docMk/>
            <pc:sldMk cId="1730691164" sldId="728"/>
            <ac:spMk id="3" creationId="{B3D8C18E-D4D2-2A5A-8A3B-0E4B3F6CA6D1}"/>
          </ac:spMkLst>
        </pc:spChg>
        <pc:spChg chg="add del mod">
          <ac:chgData name="Li, Cong" userId="025630f4-267e-4cb3-8cd5-8795177f99f4" providerId="ADAL" clId="{929A2CC8-B112-421C-81E2-D5D63B23E300}" dt="2026-10-25T12:24:32.479" v="95972" actId="478"/>
          <ac:spMkLst>
            <pc:docMk/>
            <pc:sldMk cId="1730691164" sldId="728"/>
            <ac:spMk id="4" creationId="{A2003FED-F8E0-DA6A-71AC-182EB93E967B}"/>
          </ac:spMkLst>
        </pc:spChg>
        <pc:spChg chg="add mod">
          <ac:chgData name="Li, Cong" userId="025630f4-267e-4cb3-8cd5-8795177f99f4" providerId="ADAL" clId="{929A2CC8-B112-421C-81E2-D5D63B23E300}" dt="2026-10-25T12:27:02.336" v="96087" actId="1076"/>
          <ac:spMkLst>
            <pc:docMk/>
            <pc:sldMk cId="1730691164" sldId="728"/>
            <ac:spMk id="6" creationId="{8AE9409B-2064-0FF1-20C3-22233E2BBFE6}"/>
          </ac:spMkLst>
        </pc:spChg>
        <pc:spChg chg="add del mod">
          <ac:chgData name="Li, Cong" userId="025630f4-267e-4cb3-8cd5-8795177f99f4" providerId="ADAL" clId="{929A2CC8-B112-421C-81E2-D5D63B23E300}" dt="2026-10-25T12:25:31.063" v="96027" actId="478"/>
          <ac:spMkLst>
            <pc:docMk/>
            <pc:sldMk cId="1730691164" sldId="728"/>
            <ac:spMk id="7" creationId="{07A193F9-EEEB-1355-76D6-0476A410BCE1}"/>
          </ac:spMkLst>
        </pc:spChg>
        <pc:spChg chg="add mod">
          <ac:chgData name="Li, Cong" userId="025630f4-267e-4cb3-8cd5-8795177f99f4" providerId="ADAL" clId="{929A2CC8-B112-421C-81E2-D5D63B23E300}" dt="2026-10-25T12:26:59.824" v="96085" actId="164"/>
          <ac:spMkLst>
            <pc:docMk/>
            <pc:sldMk cId="1730691164" sldId="728"/>
            <ac:spMk id="8" creationId="{326BDBC8-4F41-8062-61DF-9BA657AD766E}"/>
          </ac:spMkLst>
        </pc:spChg>
        <pc:spChg chg="add mod">
          <ac:chgData name="Li, Cong" userId="025630f4-267e-4cb3-8cd5-8795177f99f4" providerId="ADAL" clId="{929A2CC8-B112-421C-81E2-D5D63B23E300}" dt="2026-10-25T12:26:59.824" v="96085" actId="164"/>
          <ac:spMkLst>
            <pc:docMk/>
            <pc:sldMk cId="1730691164" sldId="728"/>
            <ac:spMk id="9" creationId="{B140BEA8-3BDB-DFA8-C854-EB60F13C819A}"/>
          </ac:spMkLst>
        </pc:spChg>
        <pc:spChg chg="add mod">
          <ac:chgData name="Li, Cong" userId="025630f4-267e-4cb3-8cd5-8795177f99f4" providerId="ADAL" clId="{929A2CC8-B112-421C-81E2-D5D63B23E300}" dt="2026-10-25T12:26:59.824" v="96085" actId="164"/>
          <ac:spMkLst>
            <pc:docMk/>
            <pc:sldMk cId="1730691164" sldId="728"/>
            <ac:spMk id="10" creationId="{0DF61DAD-543E-91C7-FF32-E23085E0A7C3}"/>
          </ac:spMkLst>
        </pc:spChg>
        <pc:spChg chg="add mod">
          <ac:chgData name="Li, Cong" userId="025630f4-267e-4cb3-8cd5-8795177f99f4" providerId="ADAL" clId="{929A2CC8-B112-421C-81E2-D5D63B23E300}" dt="2026-10-25T12:26:59.824" v="96085" actId="164"/>
          <ac:spMkLst>
            <pc:docMk/>
            <pc:sldMk cId="1730691164" sldId="728"/>
            <ac:spMk id="11" creationId="{5AA4424C-393D-7466-F92A-C5850F0BBF4D}"/>
          </ac:spMkLst>
        </pc:spChg>
        <pc:spChg chg="mod">
          <ac:chgData name="Li, Cong" userId="025630f4-267e-4cb3-8cd5-8795177f99f4" providerId="ADAL" clId="{929A2CC8-B112-421C-81E2-D5D63B23E300}" dt="2026-10-25T12:28:44.324" v="96223" actId="1076"/>
          <ac:spMkLst>
            <pc:docMk/>
            <pc:sldMk cId="1730691164" sldId="728"/>
            <ac:spMk id="20" creationId="{FD60AA70-A4F1-3E56-BC45-4291B3A477DE}"/>
          </ac:spMkLst>
        </pc:spChg>
        <pc:spChg chg="mod">
          <ac:chgData name="Li, Cong" userId="025630f4-267e-4cb3-8cd5-8795177f99f4" providerId="ADAL" clId="{929A2CC8-B112-421C-81E2-D5D63B23E300}" dt="2026-10-25T12:28:46.661" v="96224" actId="1076"/>
          <ac:spMkLst>
            <pc:docMk/>
            <pc:sldMk cId="1730691164" sldId="728"/>
            <ac:spMk id="21" creationId="{5A138B2A-E7A1-1A8E-4199-0CA6A460B41E}"/>
          </ac:spMkLst>
        </pc:spChg>
        <pc:spChg chg="mod">
          <ac:chgData name="Li, Cong" userId="025630f4-267e-4cb3-8cd5-8795177f99f4" providerId="ADAL" clId="{929A2CC8-B112-421C-81E2-D5D63B23E300}" dt="2026-10-25T12:27:42.029" v="96090"/>
          <ac:spMkLst>
            <pc:docMk/>
            <pc:sldMk cId="1730691164" sldId="728"/>
            <ac:spMk id="22" creationId="{14337D95-D843-DC6C-E5D0-A504CF61C02A}"/>
          </ac:spMkLst>
        </pc:spChg>
        <pc:spChg chg="add mod">
          <ac:chgData name="Li, Cong" userId="025630f4-267e-4cb3-8cd5-8795177f99f4" providerId="ADAL" clId="{929A2CC8-B112-421C-81E2-D5D63B23E300}" dt="2026-10-25T12:29:18.485" v="96258" actId="1076"/>
          <ac:spMkLst>
            <pc:docMk/>
            <pc:sldMk cId="1730691164" sldId="728"/>
            <ac:spMk id="23" creationId="{84DDD5EF-FF04-ED22-3672-E07661BDFEC5}"/>
          </ac:spMkLst>
        </pc:spChg>
        <pc:spChg chg="add mod">
          <ac:chgData name="Li, Cong" userId="025630f4-267e-4cb3-8cd5-8795177f99f4" providerId="ADAL" clId="{929A2CC8-B112-421C-81E2-D5D63B23E300}" dt="2026-10-25T12:28:57.741" v="96228" actId="164"/>
          <ac:spMkLst>
            <pc:docMk/>
            <pc:sldMk cId="1730691164" sldId="728"/>
            <ac:spMk id="25" creationId="{33B07E46-0B67-D41B-C19A-B16384E8A7A9}"/>
          </ac:spMkLst>
        </pc:spChg>
        <pc:grpChg chg="add mod">
          <ac:chgData name="Li, Cong" userId="025630f4-267e-4cb3-8cd5-8795177f99f4" providerId="ADAL" clId="{929A2CC8-B112-421C-81E2-D5D63B23E300}" dt="2026-10-25T12:27:12.942" v="96089" actId="1076"/>
          <ac:grpSpMkLst>
            <pc:docMk/>
            <pc:sldMk cId="1730691164" sldId="728"/>
            <ac:grpSpMk id="18" creationId="{8142E7D6-5FD1-196F-B3BA-11105A7F8D7C}"/>
          </ac:grpSpMkLst>
        </pc:grpChg>
        <pc:grpChg chg="add mod">
          <ac:chgData name="Li, Cong" userId="025630f4-267e-4cb3-8cd5-8795177f99f4" providerId="ADAL" clId="{929A2CC8-B112-421C-81E2-D5D63B23E300}" dt="2026-10-25T12:28:57.741" v="96228" actId="164"/>
          <ac:grpSpMkLst>
            <pc:docMk/>
            <pc:sldMk cId="1730691164" sldId="728"/>
            <ac:grpSpMk id="19" creationId="{761DFC16-072A-84F9-D66A-BC386CAEDEC9}"/>
          </ac:grpSpMkLst>
        </pc:grpChg>
        <pc:grpChg chg="add mod">
          <ac:chgData name="Li, Cong" userId="025630f4-267e-4cb3-8cd5-8795177f99f4" providerId="ADAL" clId="{929A2CC8-B112-421C-81E2-D5D63B23E300}" dt="2026-10-25T12:29:00.892" v="96229" actId="1076"/>
          <ac:grpSpMkLst>
            <pc:docMk/>
            <pc:sldMk cId="1730691164" sldId="728"/>
            <ac:grpSpMk id="26" creationId="{35FBCF9B-5ABA-8410-CB14-0FB2F3BC5250}"/>
          </ac:grpSpMkLst>
        </pc:grpChg>
        <pc:cxnChg chg="add mod">
          <ac:chgData name="Li, Cong" userId="025630f4-267e-4cb3-8cd5-8795177f99f4" providerId="ADAL" clId="{929A2CC8-B112-421C-81E2-D5D63B23E300}" dt="2026-10-25T12:26:59.824" v="96085" actId="164"/>
          <ac:cxnSpMkLst>
            <pc:docMk/>
            <pc:sldMk cId="1730691164" sldId="728"/>
            <ac:cxnSpMk id="13" creationId="{5CAEF160-2FBC-5C11-ECF1-CF7E8C300B7E}"/>
          </ac:cxnSpMkLst>
        </pc:cxnChg>
        <pc:cxnChg chg="add mod">
          <ac:chgData name="Li, Cong" userId="025630f4-267e-4cb3-8cd5-8795177f99f4" providerId="ADAL" clId="{929A2CC8-B112-421C-81E2-D5D63B23E300}" dt="2026-10-25T12:26:59.824" v="96085" actId="164"/>
          <ac:cxnSpMkLst>
            <pc:docMk/>
            <pc:sldMk cId="1730691164" sldId="728"/>
            <ac:cxnSpMk id="15" creationId="{33C18AC4-D651-5B7E-2170-D96AF445F764}"/>
          </ac:cxnSpMkLst>
        </pc:cxnChg>
        <pc:cxnChg chg="add mod">
          <ac:chgData name="Li, Cong" userId="025630f4-267e-4cb3-8cd5-8795177f99f4" providerId="ADAL" clId="{929A2CC8-B112-421C-81E2-D5D63B23E300}" dt="2026-10-25T12:26:59.824" v="96085" actId="164"/>
          <ac:cxnSpMkLst>
            <pc:docMk/>
            <pc:sldMk cId="1730691164" sldId="728"/>
            <ac:cxnSpMk id="16" creationId="{CC2D4689-7EA4-5F3B-E32F-5B006B19B883}"/>
          </ac:cxnSpMkLst>
        </pc:cxnChg>
        <pc:cxnChg chg="add mod">
          <ac:chgData name="Li, Cong" userId="025630f4-267e-4cb3-8cd5-8795177f99f4" providerId="ADAL" clId="{929A2CC8-B112-421C-81E2-D5D63B23E300}" dt="2026-10-25T12:26:59.824" v="96085" actId="164"/>
          <ac:cxnSpMkLst>
            <pc:docMk/>
            <pc:sldMk cId="1730691164" sldId="728"/>
            <ac:cxnSpMk id="17" creationId="{CEE540D2-8578-9E69-AC31-C3978D5BE766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10-25T12:31:21.028" v="96418" actId="1076"/>
        <pc:sldMkLst>
          <pc:docMk/>
          <pc:sldMk cId="491885196" sldId="729"/>
        </pc:sldMkLst>
        <pc:spChg chg="mod">
          <ac:chgData name="Li, Cong" userId="025630f4-267e-4cb3-8cd5-8795177f99f4" providerId="ADAL" clId="{929A2CC8-B112-421C-81E2-D5D63B23E300}" dt="2026-10-25T12:30:06.309" v="96302"/>
          <ac:spMkLst>
            <pc:docMk/>
            <pc:sldMk cId="491885196" sldId="729"/>
            <ac:spMk id="7" creationId="{49AF43B5-8491-4007-0FA3-8D2ED0C1C7A4}"/>
          </ac:spMkLst>
        </pc:spChg>
        <pc:spChg chg="mod">
          <ac:chgData name="Li, Cong" userId="025630f4-267e-4cb3-8cd5-8795177f99f4" providerId="ADAL" clId="{929A2CC8-B112-421C-81E2-D5D63B23E300}" dt="2026-10-25T12:30:06.309" v="96302"/>
          <ac:spMkLst>
            <pc:docMk/>
            <pc:sldMk cId="491885196" sldId="729"/>
            <ac:spMk id="12" creationId="{FBB68CCE-B1A4-1C13-6F32-45172AB8E2E7}"/>
          </ac:spMkLst>
        </pc:spChg>
        <pc:spChg chg="mod">
          <ac:chgData name="Li, Cong" userId="025630f4-267e-4cb3-8cd5-8795177f99f4" providerId="ADAL" clId="{929A2CC8-B112-421C-81E2-D5D63B23E300}" dt="2026-10-25T12:30:06.309" v="96302"/>
          <ac:spMkLst>
            <pc:docMk/>
            <pc:sldMk cId="491885196" sldId="729"/>
            <ac:spMk id="14" creationId="{34744B68-8386-E982-139B-C9F6558BBB95}"/>
          </ac:spMkLst>
        </pc:spChg>
        <pc:spChg chg="mod">
          <ac:chgData name="Li, Cong" userId="025630f4-267e-4cb3-8cd5-8795177f99f4" providerId="ADAL" clId="{929A2CC8-B112-421C-81E2-D5D63B23E300}" dt="2026-10-25T12:31:21.028" v="96418" actId="1076"/>
          <ac:spMkLst>
            <pc:docMk/>
            <pc:sldMk cId="491885196" sldId="729"/>
            <ac:spMk id="23" creationId="{6F6DE667-0DF9-BD62-2503-E05C7FA1145E}"/>
          </ac:spMkLst>
        </pc:spChg>
        <pc:spChg chg="mod">
          <ac:chgData name="Li, Cong" userId="025630f4-267e-4cb3-8cd5-8795177f99f4" providerId="ADAL" clId="{929A2CC8-B112-421C-81E2-D5D63B23E300}" dt="2026-10-25T12:30:06.309" v="96302"/>
          <ac:spMkLst>
            <pc:docMk/>
            <pc:sldMk cId="491885196" sldId="729"/>
            <ac:spMk id="24" creationId="{5E4DB900-A1D6-AFCC-8B53-378F06218369}"/>
          </ac:spMkLst>
        </pc:spChg>
        <pc:spChg chg="mod">
          <ac:chgData name="Li, Cong" userId="025630f4-267e-4cb3-8cd5-8795177f99f4" providerId="ADAL" clId="{929A2CC8-B112-421C-81E2-D5D63B23E300}" dt="2026-10-25T12:30:19.564" v="96307"/>
          <ac:spMkLst>
            <pc:docMk/>
            <pc:sldMk cId="491885196" sldId="729"/>
            <ac:spMk id="28" creationId="{22F32E86-4DC8-CF3D-8248-F424EFBF77CD}"/>
          </ac:spMkLst>
        </pc:spChg>
        <pc:spChg chg="mod">
          <ac:chgData name="Li, Cong" userId="025630f4-267e-4cb3-8cd5-8795177f99f4" providerId="ADAL" clId="{929A2CC8-B112-421C-81E2-D5D63B23E300}" dt="2026-10-25T12:30:19.564" v="96307"/>
          <ac:spMkLst>
            <pc:docMk/>
            <pc:sldMk cId="491885196" sldId="729"/>
            <ac:spMk id="29" creationId="{F989F1CD-0F2B-BD3F-F8BC-48F40EA5BE82}"/>
          </ac:spMkLst>
        </pc:spChg>
        <pc:spChg chg="mod">
          <ac:chgData name="Li, Cong" userId="025630f4-267e-4cb3-8cd5-8795177f99f4" providerId="ADAL" clId="{929A2CC8-B112-421C-81E2-D5D63B23E300}" dt="2026-10-25T12:30:19.564" v="96307"/>
          <ac:spMkLst>
            <pc:docMk/>
            <pc:sldMk cId="491885196" sldId="729"/>
            <ac:spMk id="30" creationId="{62E3A9FA-19BF-13D6-DC6F-33EC650FF149}"/>
          </ac:spMkLst>
        </pc:spChg>
        <pc:spChg chg="mod">
          <ac:chgData name="Li, Cong" userId="025630f4-267e-4cb3-8cd5-8795177f99f4" providerId="ADAL" clId="{929A2CC8-B112-421C-81E2-D5D63B23E300}" dt="2026-10-25T12:30:19.564" v="96307"/>
          <ac:spMkLst>
            <pc:docMk/>
            <pc:sldMk cId="491885196" sldId="729"/>
            <ac:spMk id="31" creationId="{89AC720D-68F6-670C-4344-46CB8097A6B1}"/>
          </ac:spMkLst>
        </pc:spChg>
        <pc:spChg chg="mod">
          <ac:chgData name="Li, Cong" userId="025630f4-267e-4cb3-8cd5-8795177f99f4" providerId="ADAL" clId="{929A2CC8-B112-421C-81E2-D5D63B23E300}" dt="2026-10-25T12:30:19.564" v="96307"/>
          <ac:spMkLst>
            <pc:docMk/>
            <pc:sldMk cId="491885196" sldId="729"/>
            <ac:spMk id="32" creationId="{DAC68210-4272-8C86-5232-DFA95091ECDD}"/>
          </ac:spMkLst>
        </pc:spChg>
        <pc:grpChg chg="add mod">
          <ac:chgData name="Li, Cong" userId="025630f4-267e-4cb3-8cd5-8795177f99f4" providerId="ADAL" clId="{929A2CC8-B112-421C-81E2-D5D63B23E300}" dt="2026-10-25T12:30:08.344" v="96303" actId="1076"/>
          <ac:grpSpMkLst>
            <pc:docMk/>
            <pc:sldMk cId="491885196" sldId="729"/>
            <ac:grpSpMk id="3" creationId="{501154DF-3EDF-1A30-0F5D-599CC1AFE31B}"/>
          </ac:grpSpMkLst>
        </pc:grpChg>
        <pc:grpChg chg="mod">
          <ac:chgData name="Li, Cong" userId="025630f4-267e-4cb3-8cd5-8795177f99f4" providerId="ADAL" clId="{929A2CC8-B112-421C-81E2-D5D63B23E300}" dt="2026-10-25T12:30:06.309" v="96302"/>
          <ac:grpSpMkLst>
            <pc:docMk/>
            <pc:sldMk cId="491885196" sldId="729"/>
            <ac:grpSpMk id="4" creationId="{3C9F50F3-E45E-FF8E-EDD3-0143CD35F1C8}"/>
          </ac:grpSpMkLst>
        </pc:grpChg>
        <pc:grpChg chg="mod">
          <ac:chgData name="Li, Cong" userId="025630f4-267e-4cb3-8cd5-8795177f99f4" providerId="ADAL" clId="{929A2CC8-B112-421C-81E2-D5D63B23E300}" dt="2026-10-25T12:30:25.688" v="96309" actId="1076"/>
          <ac:grpSpMkLst>
            <pc:docMk/>
            <pc:sldMk cId="491885196" sldId="729"/>
            <ac:grpSpMk id="18" creationId="{77E69D69-6585-9785-4B82-F1B967AA5C18}"/>
          </ac:grpSpMkLst>
        </pc:grpChg>
        <pc:grpChg chg="add del mod">
          <ac:chgData name="Li, Cong" userId="025630f4-267e-4cb3-8cd5-8795177f99f4" providerId="ADAL" clId="{929A2CC8-B112-421C-81E2-D5D63B23E300}" dt="2026-10-25T12:30:34.063" v="96311" actId="478"/>
          <ac:grpSpMkLst>
            <pc:docMk/>
            <pc:sldMk cId="491885196" sldId="729"/>
            <ac:grpSpMk id="27" creationId="{242BE66A-EAFE-9E40-EAC0-30EEFC06C7CA}"/>
          </ac:grpSpMkLst>
        </pc:grpChg>
        <pc:cxnChg chg="mod">
          <ac:chgData name="Li, Cong" userId="025630f4-267e-4cb3-8cd5-8795177f99f4" providerId="ADAL" clId="{929A2CC8-B112-421C-81E2-D5D63B23E300}" dt="2026-10-25T12:30:34.063" v="96311" actId="478"/>
          <ac:cxnSpMkLst>
            <pc:docMk/>
            <pc:sldMk cId="491885196" sldId="729"/>
            <ac:cxnSpMk id="33" creationId="{A364906B-86BB-984F-B6F8-026A9A0E5FFA}"/>
          </ac:cxnSpMkLst>
        </pc:cxnChg>
        <pc:cxnChg chg="mod">
          <ac:chgData name="Li, Cong" userId="025630f4-267e-4cb3-8cd5-8795177f99f4" providerId="ADAL" clId="{929A2CC8-B112-421C-81E2-D5D63B23E300}" dt="2026-10-25T12:30:19.564" v="96307"/>
          <ac:cxnSpMkLst>
            <pc:docMk/>
            <pc:sldMk cId="491885196" sldId="729"/>
            <ac:cxnSpMk id="34" creationId="{A9612A31-A606-259C-B6F3-74C0BB3570E5}"/>
          </ac:cxnSpMkLst>
        </pc:cxnChg>
        <pc:cxnChg chg="mod">
          <ac:chgData name="Li, Cong" userId="025630f4-267e-4cb3-8cd5-8795177f99f4" providerId="ADAL" clId="{929A2CC8-B112-421C-81E2-D5D63B23E300}" dt="2026-10-25T12:30:19.564" v="96307"/>
          <ac:cxnSpMkLst>
            <pc:docMk/>
            <pc:sldMk cId="491885196" sldId="729"/>
            <ac:cxnSpMk id="35" creationId="{241CAEB5-5AEE-07AE-67A1-5C0C535CCB63}"/>
          </ac:cxnSpMkLst>
        </pc:cxnChg>
        <pc:cxnChg chg="mod">
          <ac:chgData name="Li, Cong" userId="025630f4-267e-4cb3-8cd5-8795177f99f4" providerId="ADAL" clId="{929A2CC8-B112-421C-81E2-D5D63B23E300}" dt="2026-10-25T12:30:19.564" v="96307"/>
          <ac:cxnSpMkLst>
            <pc:docMk/>
            <pc:sldMk cId="491885196" sldId="729"/>
            <ac:cxnSpMk id="36" creationId="{B5CF3CBD-2785-40F6-E2B1-EF5D74E9CFD7}"/>
          </ac:cxnSpMkLst>
        </pc:cxnChg>
      </pc:sldChg>
      <pc:sldChg chg="modSp add mod">
        <pc:chgData name="Li, Cong" userId="025630f4-267e-4cb3-8cd5-8795177f99f4" providerId="ADAL" clId="{929A2CC8-B112-421C-81E2-D5D63B23E300}" dt="2026-10-25T22:03:15.125" v="96427" actId="20577"/>
        <pc:sldMkLst>
          <pc:docMk/>
          <pc:sldMk cId="2466554764" sldId="730"/>
        </pc:sldMkLst>
        <pc:spChg chg="mod">
          <ac:chgData name="Li, Cong" userId="025630f4-267e-4cb3-8cd5-8795177f99f4" providerId="ADAL" clId="{929A2CC8-B112-421C-81E2-D5D63B23E300}" dt="2026-10-25T22:03:15.125" v="96427" actId="20577"/>
          <ac:spMkLst>
            <pc:docMk/>
            <pc:sldMk cId="2466554764" sldId="730"/>
            <ac:spMk id="23" creationId="{4F6DD5F1-1FB3-F6A2-C872-FC68BBF5B3FA}"/>
          </ac:spMkLst>
        </pc:spChg>
        <pc:grpChg chg="mod">
          <ac:chgData name="Li, Cong" userId="025630f4-267e-4cb3-8cd5-8795177f99f4" providerId="ADAL" clId="{929A2CC8-B112-421C-81E2-D5D63B23E300}" dt="2026-10-25T12:30:39.089" v="96313" actId="1076"/>
          <ac:grpSpMkLst>
            <pc:docMk/>
            <pc:sldMk cId="2466554764" sldId="730"/>
            <ac:grpSpMk id="18" creationId="{29E5E8F6-20BC-DF1A-6081-6FE816DEEDEA}"/>
          </ac:grpSpMkLst>
        </pc:grpChg>
        <pc:grpChg chg="mod">
          <ac:chgData name="Li, Cong" userId="025630f4-267e-4cb3-8cd5-8795177f99f4" providerId="ADAL" clId="{929A2CC8-B112-421C-81E2-D5D63B23E300}" dt="2026-10-25T12:30:44.450" v="96314" actId="1076"/>
          <ac:grpSpMkLst>
            <pc:docMk/>
            <pc:sldMk cId="2466554764" sldId="730"/>
            <ac:grpSpMk id="27" creationId="{98B55B53-5230-8B36-C26D-DB255DC9ECD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8. Epilogue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8. </a:t>
            </a:r>
            <a:r>
              <a:rPr lang="zh-CN" altLang="en-US" sz="3600" b="1" kern="0" dirty="0">
                <a:ea typeface="SimSun" panose="02010600030101010101" pitchFamily="2" charset="-122"/>
              </a:rPr>
              <a:t>尾声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AB1F-340E-C210-D1DA-5BB9F582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604A-B762-4EFF-7288-CF8C68ED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We’ve Learned</a:t>
            </a:r>
            <a:br>
              <a:rPr lang="en-US" altLang="zh-CN" dirty="0"/>
            </a:br>
            <a:r>
              <a:rPr lang="zh-CN" altLang="en-US" dirty="0"/>
              <a:t>我们学了什么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BF9CC28-E1BC-1E9C-DB57-62571AAACC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2D213-5363-199C-E11A-691EE19F49D8}"/>
              </a:ext>
            </a:extLst>
          </p:cNvPr>
          <p:cNvSpPr txBox="1"/>
          <p:nvPr/>
        </p:nvSpPr>
        <p:spPr>
          <a:xfrm>
            <a:off x="133350" y="1752600"/>
            <a:ext cx="8877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Popular science course on computer architecture &amp; systems</a:t>
            </a:r>
          </a:p>
          <a:p>
            <a:pPr algn="ctr"/>
            <a:r>
              <a:rPr lang="zh-CN" altLang="en-US" sz="2400" dirty="0"/>
              <a:t>计算机架构与系统的科普课程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CB325-88C4-0F3F-B97D-DC0E0F00364B}"/>
              </a:ext>
            </a:extLst>
          </p:cNvPr>
          <p:cNvSpPr txBox="1"/>
          <p:nvPr/>
        </p:nvSpPr>
        <p:spPr>
          <a:xfrm>
            <a:off x="533400" y="32076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Several selected paradigms to run workloads faster</a:t>
            </a:r>
          </a:p>
          <a:p>
            <a:pPr algn="ctr"/>
            <a:r>
              <a:rPr lang="zh-CN" altLang="en-US" sz="2400" dirty="0"/>
              <a:t>一些使工作负载执行更快的精选范式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96E36-81C0-9603-0E24-B58A319E9C07}"/>
              </a:ext>
            </a:extLst>
          </p:cNvPr>
          <p:cNvSpPr txBox="1"/>
          <p:nvPr/>
        </p:nvSpPr>
        <p:spPr>
          <a:xfrm>
            <a:off x="533400" y="47244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Let’s use our last practice (Practice 7.4) for a review</a:t>
            </a:r>
          </a:p>
          <a:p>
            <a:pPr algn="ctr"/>
            <a:r>
              <a:rPr lang="zh-CN" altLang="en-US" sz="2400" dirty="0"/>
              <a:t>让我们用最后一个实践（实践</a:t>
            </a:r>
            <a:r>
              <a:rPr lang="en-US" altLang="zh-CN" sz="2400" dirty="0"/>
              <a:t>7.4</a:t>
            </a:r>
            <a:r>
              <a:rPr lang="zh-CN" altLang="en-US" sz="2400" dirty="0"/>
              <a:t>）来进行一次复习</a:t>
            </a:r>
          </a:p>
        </p:txBody>
      </p:sp>
    </p:spTree>
    <p:extLst>
      <p:ext uri="{BB962C8B-B14F-4D97-AF65-F5344CB8AC3E}">
        <p14:creationId xmlns:p14="http://schemas.microsoft.com/office/powerpoint/2010/main" val="45637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3B7E-71E4-1C7E-3847-7584A658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7A61-5D0B-856D-2835-A13629E4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Practice 7.4 About?</a:t>
            </a:r>
            <a:br>
              <a:rPr lang="en-US" altLang="zh-CN" dirty="0"/>
            </a:br>
            <a:r>
              <a:rPr lang="zh-CN" altLang="en-US" dirty="0"/>
              <a:t>实践</a:t>
            </a:r>
            <a:r>
              <a:rPr lang="en-US" altLang="zh-CN" dirty="0"/>
              <a:t>7.4</a:t>
            </a:r>
            <a:r>
              <a:rPr lang="zh-CN" altLang="en-US" dirty="0"/>
              <a:t>做了什么？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60E3D8F-151F-6D9B-88B4-11970FC09F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C9BE5-4043-6144-A130-00BEC8B9B11B}"/>
              </a:ext>
            </a:extLst>
          </p:cNvPr>
          <p:cNvSpPr txBox="1"/>
          <p:nvPr/>
        </p:nvSpPr>
        <p:spPr>
          <a:xfrm>
            <a:off x="133350" y="1752600"/>
            <a:ext cx="8877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Processing several batches of handwritten </a:t>
            </a:r>
          </a:p>
          <a:p>
            <a:pPr algn="ctr"/>
            <a:r>
              <a:rPr lang="en-US" altLang="zh-CN" sz="2400" dirty="0"/>
              <a:t>ZIP code recognition using the GPU</a:t>
            </a:r>
          </a:p>
          <a:p>
            <a:pPr algn="ctr"/>
            <a:r>
              <a:rPr lang="zh-CN" altLang="en-US" sz="2400" dirty="0"/>
              <a:t>用</a:t>
            </a:r>
            <a:r>
              <a:rPr lang="en-US" altLang="zh-CN" sz="2400" dirty="0"/>
              <a:t>GPU</a:t>
            </a:r>
            <a:r>
              <a:rPr lang="zh-CN" altLang="en-US" sz="2400" dirty="0"/>
              <a:t>进行多批次的手写邮政编码识别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6478-B539-E799-724F-78771624FB02}"/>
              </a:ext>
            </a:extLst>
          </p:cNvPr>
          <p:cNvSpPr txBox="1"/>
          <p:nvPr/>
        </p:nvSpPr>
        <p:spPr>
          <a:xfrm>
            <a:off x="533400" y="34362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Naturally in the theme of </a:t>
            </a:r>
            <a:r>
              <a:rPr lang="en-US" altLang="zh-CN" sz="2400" b="1" dirty="0"/>
              <a:t>workload offloading</a:t>
            </a:r>
          </a:p>
          <a:p>
            <a:pPr algn="ctr"/>
            <a:r>
              <a:rPr lang="zh-CN" altLang="en-US" sz="2400" dirty="0"/>
              <a:t>当然是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工作负载分担</a:t>
            </a:r>
            <a:r>
              <a:rPr lang="zh-CN" altLang="en-US" sz="2400" dirty="0"/>
              <a:t>的主题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1E2AE-1812-87DC-4673-ECA2B46E1ACC}"/>
              </a:ext>
            </a:extLst>
          </p:cNvPr>
          <p:cNvSpPr txBox="1"/>
          <p:nvPr/>
        </p:nvSpPr>
        <p:spPr>
          <a:xfrm>
            <a:off x="533400" y="4750474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But it also exhibits the other paradigms</a:t>
            </a:r>
          </a:p>
          <a:p>
            <a:pPr algn="ctr"/>
            <a:r>
              <a:rPr lang="zh-CN" altLang="en-US" sz="2400" dirty="0"/>
              <a:t>但它也展示了其他的范式</a:t>
            </a:r>
          </a:p>
        </p:txBody>
      </p:sp>
    </p:spTree>
    <p:extLst>
      <p:ext uri="{BB962C8B-B14F-4D97-AF65-F5344CB8AC3E}">
        <p14:creationId xmlns:p14="http://schemas.microsoft.com/office/powerpoint/2010/main" val="236949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31FA-04F8-FF4E-AD6B-0AF75A61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6BE9-EFA7-8288-D33B-00DBA461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Practice 7.4 About?</a:t>
            </a:r>
            <a:br>
              <a:rPr lang="en-US" altLang="zh-CN" dirty="0"/>
            </a:br>
            <a:r>
              <a:rPr lang="zh-CN" altLang="en-US" dirty="0"/>
              <a:t>实践</a:t>
            </a:r>
            <a:r>
              <a:rPr lang="en-US" altLang="zh-CN" dirty="0"/>
              <a:t>7.4</a:t>
            </a:r>
            <a:r>
              <a:rPr lang="zh-CN" altLang="en-US" dirty="0"/>
              <a:t>做了什么？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93C59FA-1B32-7C39-C5C8-A36A8449E3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DC3D4-2F28-786C-8CFD-ED104948C285}"/>
              </a:ext>
            </a:extLst>
          </p:cNvPr>
          <p:cNvSpPr txBox="1"/>
          <p:nvPr/>
        </p:nvSpPr>
        <p:spPr>
          <a:xfrm>
            <a:off x="133350" y="1828800"/>
            <a:ext cx="8877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Typical GPUs do not work in the</a:t>
            </a:r>
            <a:r>
              <a:rPr lang="zh-CN" altLang="en-US" sz="2400" dirty="0"/>
              <a:t> </a:t>
            </a:r>
            <a:r>
              <a:rPr lang="en-US" altLang="zh-CN" sz="2400" dirty="0"/>
              <a:t>double-precision data type </a:t>
            </a:r>
            <a:endParaRPr lang="en-US" altLang="zh-CN" sz="2400" b="1" dirty="0"/>
          </a:p>
          <a:p>
            <a:pPr algn="ctr"/>
            <a:r>
              <a:rPr lang="zh-CN" altLang="en-US" sz="2400" dirty="0"/>
              <a:t>典型的</a:t>
            </a:r>
            <a:r>
              <a:rPr lang="en-US" altLang="zh-CN" sz="2400" dirty="0"/>
              <a:t>GPU</a:t>
            </a:r>
            <a:r>
              <a:rPr lang="zh-CN" altLang="en-US" sz="2400" dirty="0"/>
              <a:t>不处理双精度类型数据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3297E-9E7E-9CE2-1B58-9FC0D9DE0D5E}"/>
              </a:ext>
            </a:extLst>
          </p:cNvPr>
          <p:cNvSpPr txBox="1"/>
          <p:nvPr/>
        </p:nvSpPr>
        <p:spPr>
          <a:xfrm>
            <a:off x="315118" y="3301663"/>
            <a:ext cx="8513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practice works in the single-precision data type </a:t>
            </a:r>
          </a:p>
          <a:p>
            <a:pPr algn="ctr"/>
            <a:r>
              <a:rPr lang="zh-CN" altLang="en-US" sz="2400" dirty="0"/>
              <a:t>在这个实践中，我们用单精度数据类型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B8B91-6C8A-A2B5-A13D-61764F3BAC8F}"/>
              </a:ext>
            </a:extLst>
          </p:cNvPr>
          <p:cNvSpPr txBox="1"/>
          <p:nvPr/>
        </p:nvSpPr>
        <p:spPr>
          <a:xfrm>
            <a:off x="180974" y="4774526"/>
            <a:ext cx="8782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Actually </a:t>
            </a:r>
            <a:r>
              <a:rPr lang="en-US" altLang="zh-CN" sz="2400" b="1" dirty="0"/>
              <a:t>low precision</a:t>
            </a:r>
            <a:r>
              <a:rPr lang="en-US" altLang="zh-CN" sz="2400" dirty="0"/>
              <a:t> is a common practice in accelerators</a:t>
            </a:r>
          </a:p>
          <a:p>
            <a:pPr algn="ctr"/>
            <a:r>
              <a:rPr lang="zh-CN" altLang="en-US" sz="2400" dirty="0"/>
              <a:t>事实上，在加速器中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低精度</a:t>
            </a:r>
            <a:r>
              <a:rPr lang="zh-CN" altLang="en-US" sz="2400" dirty="0"/>
              <a:t>属于常规操作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8810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35A4-D4B3-C51F-E7B6-38F919F9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EDC0C-901B-2FE5-1CB1-1EB2BB35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Practice 7.4 About?</a:t>
            </a:r>
            <a:br>
              <a:rPr lang="en-US" altLang="zh-CN" dirty="0"/>
            </a:br>
            <a:r>
              <a:rPr lang="zh-CN" altLang="en-US" dirty="0"/>
              <a:t>实践</a:t>
            </a:r>
            <a:r>
              <a:rPr lang="en-US" altLang="zh-CN" dirty="0"/>
              <a:t>7.4</a:t>
            </a:r>
            <a:r>
              <a:rPr lang="zh-CN" altLang="en-US" dirty="0"/>
              <a:t>做了什么？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AC470F8-A385-0F98-BC18-9294DF30DD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06DC3-6DDE-1DE4-FC98-8556CCA734F7}"/>
              </a:ext>
            </a:extLst>
          </p:cNvPr>
          <p:cNvSpPr txBox="1"/>
          <p:nvPr/>
        </p:nvSpPr>
        <p:spPr>
          <a:xfrm>
            <a:off x="133350" y="1752600"/>
            <a:ext cx="8877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GPUs are processors of high </a:t>
            </a:r>
            <a:r>
              <a:rPr lang="en-US" altLang="zh-CN" sz="2400" b="1" dirty="0"/>
              <a:t>parallelism</a:t>
            </a:r>
          </a:p>
          <a:p>
            <a:pPr algn="ctr"/>
            <a:r>
              <a:rPr lang="en-US" altLang="zh-CN" sz="2400" dirty="0"/>
              <a:t>GPU</a:t>
            </a:r>
            <a:r>
              <a:rPr lang="zh-CN" altLang="en-US" sz="2400" dirty="0"/>
              <a:t>是高度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zh-CN" altLang="en-US" sz="2400" dirty="0"/>
              <a:t>的处理器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1A85A-0093-270D-0A01-586C4F4C16FE}"/>
              </a:ext>
            </a:extLst>
          </p:cNvPr>
          <p:cNvSpPr txBox="1"/>
          <p:nvPr/>
        </p:nvSpPr>
        <p:spPr>
          <a:xfrm>
            <a:off x="533400" y="2939534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Vector processors in GPUs work in </a:t>
            </a:r>
          </a:p>
          <a:p>
            <a:pPr algn="ctr"/>
            <a:r>
              <a:rPr lang="en-US" altLang="zh-CN" sz="2400" b="1" dirty="0"/>
              <a:t>single instruction, multiple data</a:t>
            </a:r>
            <a:r>
              <a:rPr lang="en-US" altLang="zh-CN" sz="2400" dirty="0"/>
              <a:t> (SIMD)  </a:t>
            </a:r>
            <a:endParaRPr lang="en-US" altLang="zh-CN" sz="2400" b="1" dirty="0"/>
          </a:p>
          <a:p>
            <a:pPr algn="ctr"/>
            <a:r>
              <a:rPr lang="en-US" altLang="zh-CN" sz="2400" dirty="0"/>
              <a:t>GPU</a:t>
            </a:r>
            <a:r>
              <a:rPr lang="zh-CN" altLang="en-US" sz="2400" dirty="0"/>
              <a:t>中的向量处理器以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单指令多数据</a:t>
            </a:r>
            <a:r>
              <a:rPr lang="zh-CN" altLang="en-US" sz="2400" dirty="0"/>
              <a:t>的方式工作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E80C1-0F20-A67A-7ADB-65A7DBD2A703}"/>
              </a:ext>
            </a:extLst>
          </p:cNvPr>
          <p:cNvSpPr txBox="1"/>
          <p:nvPr/>
        </p:nvSpPr>
        <p:spPr>
          <a:xfrm>
            <a:off x="228600" y="44958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 also accommodates many threads to execute efficiently, here one thread per test sample: </a:t>
            </a:r>
            <a:r>
              <a:rPr lang="en-US" altLang="zh-CN" sz="2400" b="1" dirty="0"/>
              <a:t>data parallelism</a:t>
            </a:r>
          </a:p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同时它能让很多线程高效执行（这里每</a:t>
            </a:r>
            <a:endParaRPr lang="en-US" altLang="zh-CN" sz="2400" dirty="0"/>
          </a:p>
          <a:p>
            <a:pPr algn="ctr"/>
            <a:r>
              <a:rPr lang="zh-CN" altLang="en-US" sz="2400" dirty="0"/>
              <a:t>个线程处理一个测试数据：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数据并行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6659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C583-D3E4-2759-36E7-5BC29F30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67E1-017A-7959-6EDC-778BBED1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Practice 7.4 About?</a:t>
            </a:r>
            <a:br>
              <a:rPr lang="en-US" altLang="zh-CN" dirty="0"/>
            </a:br>
            <a:r>
              <a:rPr lang="zh-CN" altLang="en-US" dirty="0"/>
              <a:t>实践</a:t>
            </a:r>
            <a:r>
              <a:rPr lang="en-US" altLang="zh-CN" dirty="0"/>
              <a:t>7.4</a:t>
            </a:r>
            <a:r>
              <a:rPr lang="zh-CN" altLang="en-US" dirty="0"/>
              <a:t>做了什么？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857B9DC-3828-3BEA-1482-85CB45D860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C5377-2358-4CDF-D0D5-A47DD6EEBBBB}"/>
              </a:ext>
            </a:extLst>
          </p:cNvPr>
          <p:cNvSpPr txBox="1"/>
          <p:nvPr/>
        </p:nvSpPr>
        <p:spPr>
          <a:xfrm>
            <a:off x="1233487" y="1759423"/>
            <a:ext cx="6677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Well coordinating host &amp; GPUs helps</a:t>
            </a:r>
          </a:p>
          <a:p>
            <a:pPr algn="ctr"/>
            <a:r>
              <a:rPr lang="en-US" altLang="zh-CN" sz="2400" dirty="0"/>
              <a:t>efficient resource utilization</a:t>
            </a:r>
          </a:p>
          <a:p>
            <a:pPr algn="ctr"/>
            <a:r>
              <a:rPr lang="zh-CN" altLang="en-US" sz="2400" dirty="0"/>
              <a:t>恰当地协调主控端和</a:t>
            </a:r>
            <a:r>
              <a:rPr lang="en-US" altLang="zh-CN" sz="2400" dirty="0"/>
              <a:t>GPU</a:t>
            </a:r>
            <a:r>
              <a:rPr lang="zh-CN" altLang="en-US" sz="2400" dirty="0"/>
              <a:t>有助于有效的资源利用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5F070-828A-B1E7-5D58-CCBC7AF120CA}"/>
              </a:ext>
            </a:extLst>
          </p:cNvPr>
          <p:cNvSpPr txBox="1"/>
          <p:nvPr/>
        </p:nvSpPr>
        <p:spPr>
          <a:xfrm>
            <a:off x="381000" y="3524071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</a:t>
            </a:r>
            <a:r>
              <a:rPr lang="en-US" altLang="zh-CN" sz="2400" b="1" dirty="0"/>
              <a:t>pipeline</a:t>
            </a:r>
            <a:r>
              <a:rPr lang="en-US" altLang="zh-CN" sz="2400" dirty="0"/>
              <a:t> the data preparation on the host &amp; the data processing on the GPU to reduce resource idle time</a:t>
            </a:r>
            <a:endParaRPr lang="en-US" altLang="zh-CN" sz="2400" b="1" dirty="0"/>
          </a:p>
          <a:p>
            <a:pPr algn="ctr"/>
            <a:r>
              <a:rPr lang="zh-CN" altLang="en-US" sz="2400" dirty="0"/>
              <a:t>我们将主控端的数据准备和</a:t>
            </a:r>
            <a:r>
              <a:rPr lang="en-US" altLang="zh-CN" sz="2400" dirty="0"/>
              <a:t>GPU</a:t>
            </a:r>
            <a:r>
              <a:rPr lang="zh-CN" altLang="en-US" sz="2400" dirty="0"/>
              <a:t>的数据</a:t>
            </a:r>
            <a:endParaRPr lang="en-US" altLang="zh-CN" sz="2400" dirty="0"/>
          </a:p>
          <a:p>
            <a:pPr algn="ctr"/>
            <a:r>
              <a:rPr lang="zh-CN" altLang="en-US" sz="2400" dirty="0"/>
              <a:t>处理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流水化</a:t>
            </a:r>
            <a:r>
              <a:rPr lang="zh-CN" altLang="en-US" sz="2400" dirty="0"/>
              <a:t>，降低了资源的闲置时间</a:t>
            </a:r>
          </a:p>
        </p:txBody>
      </p:sp>
    </p:spTree>
    <p:extLst>
      <p:ext uri="{BB962C8B-B14F-4D97-AF65-F5344CB8AC3E}">
        <p14:creationId xmlns:p14="http://schemas.microsoft.com/office/powerpoint/2010/main" val="303864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5708-E57B-ACDE-23C1-BBF5B224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B4F6-7021-F0DD-E443-E371E73C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Practice 7.4 About?</a:t>
            </a:r>
            <a:br>
              <a:rPr lang="en-US" altLang="zh-CN" dirty="0"/>
            </a:br>
            <a:r>
              <a:rPr lang="zh-CN" altLang="en-US" dirty="0"/>
              <a:t>实践</a:t>
            </a:r>
            <a:r>
              <a:rPr lang="en-US" altLang="zh-CN" dirty="0"/>
              <a:t>7.4</a:t>
            </a:r>
            <a:r>
              <a:rPr lang="zh-CN" altLang="en-US" dirty="0"/>
              <a:t>做了什么？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33E00B-9C28-3EB7-B964-30E1D60EEE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E65DF-400A-A0ED-29AC-E725B8FC95CD}"/>
              </a:ext>
            </a:extLst>
          </p:cNvPr>
          <p:cNvSpPr txBox="1"/>
          <p:nvPr/>
        </p:nvSpPr>
        <p:spPr>
          <a:xfrm>
            <a:off x="1135854" y="1657268"/>
            <a:ext cx="68722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Within a compute unit, threads in a group effectively use </a:t>
            </a:r>
            <a:r>
              <a:rPr lang="en-US" altLang="zh-CN" sz="2400" b="1" dirty="0"/>
              <a:t>software managed cache</a:t>
            </a:r>
            <a:r>
              <a:rPr lang="en-US" altLang="zh-CN" sz="2400" dirty="0"/>
              <a:t> to exploit the reuse of data in a training tile</a:t>
            </a:r>
          </a:p>
          <a:p>
            <a:pPr algn="ctr"/>
            <a:r>
              <a:rPr lang="zh-CN" altLang="en-US" sz="2400" dirty="0"/>
              <a:t>在一个计算单元内，组内线程通过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软件管理的缓存</a:t>
            </a:r>
            <a:r>
              <a:rPr lang="zh-CN" altLang="en-US" sz="2400" dirty="0"/>
              <a:t>，有效利用了一个训练数据分组内的数据重用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7F449-89A5-D45C-1EC7-49CB24FF6B01}"/>
              </a:ext>
            </a:extLst>
          </p:cNvPr>
          <p:cNvSpPr txBox="1"/>
          <p:nvPr/>
        </p:nvSpPr>
        <p:spPr>
          <a:xfrm>
            <a:off x="1371596" y="4067856"/>
            <a:ext cx="64008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 the GPU, similar cadence from different thread groups gives a good opportunity of training data reuse in the </a:t>
            </a:r>
            <a:r>
              <a:rPr lang="en-US" altLang="zh-CN" sz="2400" b="1" dirty="0"/>
              <a:t>global cache</a:t>
            </a:r>
          </a:p>
          <a:p>
            <a:pPr algn="ctr"/>
            <a:r>
              <a:rPr lang="zh-CN" altLang="en-US" sz="2400" dirty="0"/>
              <a:t>在</a:t>
            </a:r>
            <a:r>
              <a:rPr lang="en-US" altLang="zh-CN" sz="2400" dirty="0"/>
              <a:t>GPU</a:t>
            </a:r>
            <a:r>
              <a:rPr lang="zh-CN" altLang="en-US" sz="2400" dirty="0"/>
              <a:t>中，不同的线程分组相似的步调为训练数据在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全局缓存</a:t>
            </a:r>
            <a:r>
              <a:rPr lang="zh-CN" altLang="en-US" sz="2400" dirty="0"/>
              <a:t>中的重用创造了很好的机会</a:t>
            </a:r>
          </a:p>
        </p:txBody>
      </p:sp>
    </p:spTree>
    <p:extLst>
      <p:ext uri="{BB962C8B-B14F-4D97-AF65-F5344CB8AC3E}">
        <p14:creationId xmlns:p14="http://schemas.microsoft.com/office/powerpoint/2010/main" val="65537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A849E-BFC5-036E-B06B-A4BDB26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7F01-D7A9-F9F7-ED6B-41101E2F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Practice 7.4 About?</a:t>
            </a:r>
            <a:br>
              <a:rPr lang="en-US" altLang="zh-CN" dirty="0"/>
            </a:br>
            <a:r>
              <a:rPr lang="zh-CN" altLang="en-US" dirty="0"/>
              <a:t>实践</a:t>
            </a:r>
            <a:r>
              <a:rPr lang="en-US" altLang="zh-CN" dirty="0"/>
              <a:t>7.4</a:t>
            </a:r>
            <a:r>
              <a:rPr lang="zh-CN" altLang="en-US" dirty="0"/>
              <a:t>做了什么？</a:t>
            </a:r>
            <a:r>
              <a:rPr lang="en-US" altLang="zh-CN" dirty="0"/>
              <a:t>(6)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EC7DB46-94B2-8A0B-08C2-6D5F94977C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D587ED-6739-00ED-A5A5-62EABC225537}"/>
              </a:ext>
            </a:extLst>
          </p:cNvPr>
          <p:cNvSpPr txBox="1"/>
          <p:nvPr/>
        </p:nvSpPr>
        <p:spPr>
          <a:xfrm>
            <a:off x="1451369" y="1689352"/>
            <a:ext cx="624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Finally, the program is written in Python, &amp; is </a:t>
            </a:r>
            <a:r>
              <a:rPr lang="en-US" altLang="zh-CN" sz="2400" b="1" dirty="0"/>
              <a:t>interpreted</a:t>
            </a:r>
            <a:r>
              <a:rPr lang="en-US" altLang="zh-CN" sz="2400" dirty="0"/>
              <a:t> during execution</a:t>
            </a:r>
          </a:p>
          <a:p>
            <a:pPr algn="ctr"/>
            <a:r>
              <a:rPr lang="zh-CN" altLang="en-US" sz="2400" dirty="0"/>
              <a:t>最后，程序是用</a:t>
            </a:r>
            <a:r>
              <a:rPr lang="en-US" altLang="zh-CN" sz="2400" dirty="0"/>
              <a:t>Python</a:t>
            </a:r>
            <a:r>
              <a:rPr lang="zh-CN" altLang="en-US" sz="2400" dirty="0"/>
              <a:t>编写的，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  <a:r>
              <a:rPr lang="zh-CN" altLang="en-US" sz="2400" dirty="0"/>
              <a:t>执行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8C965-7D4E-0E85-D70F-C702CDE51D09}"/>
              </a:ext>
            </a:extLst>
          </p:cNvPr>
          <p:cNvSpPr txBox="1"/>
          <p:nvPr/>
        </p:nvSpPr>
        <p:spPr>
          <a:xfrm>
            <a:off x="665163" y="3258603"/>
            <a:ext cx="7793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GPUs are operated through the </a:t>
            </a:r>
          </a:p>
          <a:p>
            <a:pPr algn="ctr"/>
            <a:r>
              <a:rPr lang="en-US" altLang="zh-CN" sz="2400" b="1" dirty="0"/>
              <a:t>pre-compiled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PyOpenCL</a:t>
            </a:r>
            <a:r>
              <a:rPr lang="en-US" altLang="zh-CN" sz="2400" dirty="0"/>
              <a:t> library</a:t>
            </a:r>
          </a:p>
          <a:p>
            <a:pPr algn="ctr"/>
            <a:r>
              <a:rPr lang="en-US" altLang="zh-CN" sz="2400" dirty="0"/>
              <a:t>GPU</a:t>
            </a:r>
            <a:r>
              <a:rPr lang="zh-CN" altLang="en-US" sz="2400" dirty="0"/>
              <a:t>则是通过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预编译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PyOpenCL</a:t>
            </a:r>
            <a:r>
              <a:rPr lang="zh-CN" altLang="en-US" sz="2400" dirty="0"/>
              <a:t>库操作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7EEA2-8A1E-FE4A-139A-ECD5952B0651}"/>
              </a:ext>
            </a:extLst>
          </p:cNvPr>
          <p:cNvSpPr txBox="1"/>
          <p:nvPr/>
        </p:nvSpPr>
        <p:spPr>
          <a:xfrm>
            <a:off x="857244" y="4827855"/>
            <a:ext cx="7429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GPU kernel for nearest neighbor </a:t>
            </a:r>
          </a:p>
          <a:p>
            <a:pPr algn="ctr"/>
            <a:r>
              <a:rPr lang="en-US" altLang="zh-CN" sz="2400" dirty="0"/>
              <a:t>classification is </a:t>
            </a:r>
            <a:r>
              <a:rPr lang="en-US" altLang="zh-CN" sz="2400" b="1" dirty="0"/>
              <a:t>just-in-time compiled</a:t>
            </a:r>
            <a:r>
              <a:rPr lang="en-US" altLang="zh-CN" sz="2400" dirty="0"/>
              <a:t> </a:t>
            </a:r>
          </a:p>
          <a:p>
            <a:pPr algn="ctr"/>
            <a:r>
              <a:rPr lang="zh-CN" altLang="en-US" sz="2400" dirty="0"/>
              <a:t>而用于最近邻分类的</a:t>
            </a:r>
            <a:r>
              <a:rPr lang="en-US" altLang="zh-CN" sz="2400" dirty="0"/>
              <a:t>GPU kernel</a:t>
            </a:r>
            <a:r>
              <a:rPr lang="zh-CN" altLang="en-US" sz="2400" dirty="0"/>
              <a:t>却是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即时编译</a:t>
            </a:r>
          </a:p>
        </p:txBody>
      </p:sp>
    </p:spTree>
    <p:extLst>
      <p:ext uri="{BB962C8B-B14F-4D97-AF65-F5344CB8AC3E}">
        <p14:creationId xmlns:p14="http://schemas.microsoft.com/office/powerpoint/2010/main" val="419624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1112-4AE3-9C29-9BE6-3779D9948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4291-AB81-EB19-F001-591BFF22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Paradigms  </a:t>
            </a:r>
            <a:r>
              <a:rPr lang="zh-CN" altLang="en-US" dirty="0"/>
              <a:t>这些范式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DC431-018E-D6A9-B4C0-43AEFFCDC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Paradigms Learned  </a:t>
            </a:r>
            <a:r>
              <a:rPr lang="zh-CN" altLang="en-US" dirty="0"/>
              <a:t>学习到的范式</a:t>
            </a:r>
            <a:endParaRPr lang="en-US" altLang="zh-CN" dirty="0"/>
          </a:p>
          <a:p>
            <a:pPr lvl="1"/>
            <a:r>
              <a:rPr lang="en-US" altLang="zh-CN" dirty="0"/>
              <a:t>Compilation &amp; interpretation  </a:t>
            </a:r>
            <a:r>
              <a:rPr lang="zh-CN" altLang="en-US" dirty="0"/>
              <a:t>编译与解释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Parallelism  </a:t>
            </a:r>
            <a:r>
              <a:rPr lang="zh-CN" altLang="en-US" dirty="0"/>
              <a:t>并行</a:t>
            </a:r>
            <a:endParaRPr lang="en-US" altLang="zh-CN" dirty="0"/>
          </a:p>
          <a:p>
            <a:pPr lvl="1"/>
            <a:r>
              <a:rPr lang="en-US" altLang="zh-CN" dirty="0"/>
              <a:t>Caching  </a:t>
            </a:r>
            <a:r>
              <a:rPr lang="zh-CN" altLang="en-US" dirty="0"/>
              <a:t>缓存</a:t>
            </a:r>
            <a:endParaRPr lang="en-US" altLang="zh-CN" dirty="0"/>
          </a:p>
          <a:p>
            <a:pPr lvl="1"/>
            <a:r>
              <a:rPr lang="en-US" altLang="zh-CN" dirty="0"/>
              <a:t>Low precision  </a:t>
            </a:r>
            <a:r>
              <a:rPr lang="zh-CN" altLang="en-US" dirty="0"/>
              <a:t>低精度</a:t>
            </a:r>
            <a:endParaRPr lang="en-US" altLang="zh-CN" dirty="0"/>
          </a:p>
          <a:p>
            <a:pPr lvl="1"/>
            <a:r>
              <a:rPr lang="en-US" altLang="zh-CN" dirty="0"/>
              <a:t>Workload offloading  </a:t>
            </a:r>
            <a:r>
              <a:rPr lang="zh-CN" altLang="en-US" dirty="0"/>
              <a:t>工作负载分担</a:t>
            </a:r>
            <a:endParaRPr lang="en-US" altLang="zh-CN" dirty="0"/>
          </a:p>
          <a:p>
            <a:r>
              <a:rPr lang="en-US" altLang="zh-CN" dirty="0"/>
              <a:t>They Work Together  </a:t>
            </a:r>
            <a:r>
              <a:rPr lang="zh-CN" altLang="en-US" dirty="0"/>
              <a:t>它们一起协作</a:t>
            </a:r>
            <a:endParaRPr lang="en-US" altLang="zh-CN" dirty="0"/>
          </a:p>
          <a:p>
            <a:pPr lvl="1"/>
            <a:r>
              <a:rPr lang="en-US" altLang="zh-CN" dirty="0"/>
              <a:t>To deliver performance  </a:t>
            </a:r>
            <a:r>
              <a:rPr lang="zh-CN" altLang="en-US" dirty="0"/>
              <a:t>以提升性能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211DADC-B506-D87E-1B09-737FC3F200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851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E01C-DAD5-B3CD-A5E0-15864964E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6507-8C78-11B8-2A54-807275B7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Generalization  </a:t>
            </a:r>
            <a:r>
              <a:rPr lang="zh-CN" altLang="en-US" dirty="0"/>
              <a:t>推广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A5E7F51-C23C-523C-F515-1D89425B9A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F6EB2-BB14-81EF-EE32-4C88A772BDB4}"/>
              </a:ext>
            </a:extLst>
          </p:cNvPr>
          <p:cNvSpPr txBox="1"/>
          <p:nvPr/>
        </p:nvSpPr>
        <p:spPr>
          <a:xfrm>
            <a:off x="133350" y="1600200"/>
            <a:ext cx="8877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 this course we apply the paradigms to </a:t>
            </a:r>
          </a:p>
          <a:p>
            <a:pPr algn="ctr"/>
            <a:r>
              <a:rPr lang="en-US" altLang="zh-CN" sz="2400" dirty="0"/>
              <a:t>small &amp; simple programs on relatively old systems </a:t>
            </a:r>
          </a:p>
          <a:p>
            <a:pPr algn="ctr"/>
            <a:r>
              <a:rPr lang="zh-CN" altLang="en-US" sz="2400" dirty="0"/>
              <a:t>在本课程中，我们把这些范式应用于在</a:t>
            </a:r>
            <a:br>
              <a:rPr lang="en-US" altLang="zh-CN" sz="2400" dirty="0"/>
            </a:br>
            <a:r>
              <a:rPr lang="zh-CN" altLang="en-US" sz="2400" dirty="0"/>
              <a:t>相对较旧的系统上运行的小且简单的程序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B2414-ED85-9A3D-FC34-4FE04FB8A0B1}"/>
              </a:ext>
            </a:extLst>
          </p:cNvPr>
          <p:cNvSpPr txBox="1"/>
          <p:nvPr/>
        </p:nvSpPr>
        <p:spPr>
          <a:xfrm>
            <a:off x="533400" y="3429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They’re widely applied in large-scale real world systems</a:t>
            </a:r>
          </a:p>
          <a:p>
            <a:pPr algn="ctr"/>
            <a:r>
              <a:rPr lang="zh-CN" altLang="en-US" sz="2400" dirty="0"/>
              <a:t>它们在大型的真实世界的系统中广泛应用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96103-1F93-AEEA-A0F7-947F7B9D8F00}"/>
              </a:ext>
            </a:extLst>
          </p:cNvPr>
          <p:cNvSpPr txBox="1"/>
          <p:nvPr/>
        </p:nvSpPr>
        <p:spPr>
          <a:xfrm>
            <a:off x="533400" y="464820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briefly discuss their use in the emerging scenario: large language model (LLM) inference serving</a:t>
            </a:r>
          </a:p>
          <a:p>
            <a:pPr algn="ctr"/>
            <a:r>
              <a:rPr lang="zh-CN" altLang="en-US" sz="2400" dirty="0"/>
              <a:t>我们简单地探讨他们在大语言</a:t>
            </a:r>
            <a:endParaRPr lang="en-US" altLang="zh-CN" sz="2400" dirty="0"/>
          </a:p>
          <a:p>
            <a:pPr algn="ctr"/>
            <a:r>
              <a:rPr lang="zh-CN" altLang="en-US" sz="2400" dirty="0"/>
              <a:t>模型推理服务的场景中的应用</a:t>
            </a:r>
          </a:p>
        </p:txBody>
      </p:sp>
    </p:spTree>
    <p:extLst>
      <p:ext uri="{BB962C8B-B14F-4D97-AF65-F5344CB8AC3E}">
        <p14:creationId xmlns:p14="http://schemas.microsoft.com/office/powerpoint/2010/main" val="10408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5B90E-E944-5B78-4C16-A5DADDDD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78F0-FE09-8B6E-6DE0-FD03DFC7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LLM:</a:t>
            </a:r>
            <a:r>
              <a:rPr lang="zh-CN" altLang="en-US" dirty="0"/>
              <a:t> </a:t>
            </a:r>
            <a:r>
              <a:rPr lang="en-US" altLang="zh-CN" dirty="0"/>
              <a:t>Deeply</a:t>
            </a:r>
            <a:r>
              <a:rPr lang="zh-CN" altLang="en-US" dirty="0"/>
              <a:t> </a:t>
            </a:r>
            <a:r>
              <a:rPr lang="en-US" altLang="zh-CN" dirty="0"/>
              <a:t>Stacked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br>
              <a:rPr lang="en-US" altLang="zh-CN" dirty="0"/>
            </a:br>
            <a:r>
              <a:rPr lang="en-US" altLang="zh-CN" dirty="0"/>
              <a:t>LLM</a:t>
            </a:r>
            <a:r>
              <a:rPr lang="zh-CN" altLang="en-US" dirty="0"/>
              <a:t>：深度堆叠的模块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0F1B4C5-8F4E-B31C-7A68-76FA9F202A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585597-AF2C-AF4F-8B06-1EC969F476E4}"/>
              </a:ext>
            </a:extLst>
          </p:cNvPr>
          <p:cNvSpPr/>
          <p:nvPr/>
        </p:nvSpPr>
        <p:spPr>
          <a:xfrm>
            <a:off x="381000" y="47244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50FD35-D362-7F24-E3DD-3079DE204E54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 bwMode="auto">
          <a:xfrm flipH="1" flipV="1">
            <a:off x="2788471" y="5163359"/>
            <a:ext cx="4195" cy="3230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F5B071-7A37-DCF9-65DB-4F0EEA6EAD62}"/>
              </a:ext>
            </a:extLst>
          </p:cNvPr>
          <p:cNvSpPr txBox="1"/>
          <p:nvPr/>
        </p:nvSpPr>
        <p:spPr>
          <a:xfrm>
            <a:off x="445168" y="5486400"/>
            <a:ext cx="4694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Conversation history + input token(s)</a:t>
            </a:r>
          </a:p>
          <a:p>
            <a:pPr algn="ctr"/>
            <a:r>
              <a:rPr lang="zh-CN" altLang="en-US" sz="2000" dirty="0"/>
              <a:t>对话历史 </a:t>
            </a:r>
            <a:r>
              <a:rPr lang="en-US" altLang="zh-CN" sz="2000" dirty="0"/>
              <a:t>+ </a:t>
            </a:r>
            <a:r>
              <a:rPr lang="zh-CN" altLang="en-US" sz="2000" dirty="0"/>
              <a:t>输入词符号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4E96EE-38E5-F985-7A6D-2C74E968D063}"/>
              </a:ext>
            </a:extLst>
          </p:cNvPr>
          <p:cNvSpPr/>
          <p:nvPr/>
        </p:nvSpPr>
        <p:spPr>
          <a:xfrm>
            <a:off x="381000" y="3969973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FCEAA0-098F-0173-BC11-DCFA930A50B4}"/>
              </a:ext>
            </a:extLst>
          </p:cNvPr>
          <p:cNvCxnSpPr>
            <a:cxnSpLocks/>
            <a:stCxn id="8" idx="0"/>
            <a:endCxn id="15" idx="2"/>
          </p:cNvCxnSpPr>
          <p:nvPr/>
        </p:nvCxnSpPr>
        <p:spPr bwMode="auto">
          <a:xfrm flipV="1">
            <a:off x="2788471" y="4408932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73AA400-8544-D9C1-FC0B-44AEDB7A78D1}"/>
              </a:ext>
            </a:extLst>
          </p:cNvPr>
          <p:cNvSpPr/>
          <p:nvPr/>
        </p:nvSpPr>
        <p:spPr>
          <a:xfrm>
            <a:off x="381000" y="2527714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548548-6C07-B16A-1922-2385571BF323}"/>
              </a:ext>
            </a:extLst>
          </p:cNvPr>
          <p:cNvCxnSpPr>
            <a:cxnSpLocks/>
            <a:endCxn id="21" idx="2"/>
          </p:cNvCxnSpPr>
          <p:nvPr/>
        </p:nvCxnSpPr>
        <p:spPr bwMode="auto">
          <a:xfrm flipV="1">
            <a:off x="2788471" y="2966673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DE4B3B-87D6-718F-7F3D-A3A6732A95F9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flipV="1">
            <a:off x="2788471" y="3657600"/>
            <a:ext cx="0" cy="3123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10B98BE-6CFD-A020-A0A2-6234BDCADD06}"/>
              </a:ext>
            </a:extLst>
          </p:cNvPr>
          <p:cNvSpPr txBox="1"/>
          <p:nvPr/>
        </p:nvSpPr>
        <p:spPr>
          <a:xfrm>
            <a:off x="916149" y="3153913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13F43E-B524-41F4-FD0D-20F2B703B8C2}"/>
              </a:ext>
            </a:extLst>
          </p:cNvPr>
          <p:cNvSpPr txBox="1"/>
          <p:nvPr/>
        </p:nvSpPr>
        <p:spPr>
          <a:xfrm>
            <a:off x="5624459" y="2231029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One token generated per pass</a:t>
            </a:r>
          </a:p>
          <a:p>
            <a:pPr algn="ctr"/>
            <a:r>
              <a:rPr lang="zh-CN" altLang="en-US" sz="2400" dirty="0"/>
              <a:t>一轮生成一个词符号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4650ED-4465-578B-2C63-71A60CAE4296}"/>
              </a:ext>
            </a:extLst>
          </p:cNvPr>
          <p:cNvCxnSpPr>
            <a:cxnSpLocks/>
          </p:cNvCxnSpPr>
          <p:nvPr/>
        </p:nvCxnSpPr>
        <p:spPr bwMode="auto">
          <a:xfrm flipV="1">
            <a:off x="5410200" y="2362200"/>
            <a:ext cx="0" cy="29726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832501-2560-2E63-C06A-A837EB60935B}"/>
              </a:ext>
            </a:extLst>
          </p:cNvPr>
          <p:cNvCxnSpPr>
            <a:cxnSpLocks/>
            <a:stCxn id="21" idx="0"/>
            <a:endCxn id="37" idx="2"/>
          </p:cNvCxnSpPr>
          <p:nvPr/>
        </p:nvCxnSpPr>
        <p:spPr bwMode="auto">
          <a:xfrm flipV="1">
            <a:off x="2788471" y="2223175"/>
            <a:ext cx="0" cy="3045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F4CE9D5-CC26-A7FD-E444-0CECE6B4C7D8}"/>
              </a:ext>
            </a:extLst>
          </p:cNvPr>
          <p:cNvSpPr txBox="1"/>
          <p:nvPr/>
        </p:nvSpPr>
        <p:spPr>
          <a:xfrm>
            <a:off x="653347" y="18230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token  </a:t>
            </a:r>
            <a:r>
              <a:rPr lang="zh-CN" altLang="en-US" sz="2000" dirty="0"/>
              <a:t>输出词符号</a:t>
            </a:r>
            <a:endParaRPr lang="en-US" altLang="zh-CN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A14678-B186-8756-087C-297504C751B4}"/>
              </a:ext>
            </a:extLst>
          </p:cNvPr>
          <p:cNvSpPr txBox="1"/>
          <p:nvPr/>
        </p:nvSpPr>
        <p:spPr>
          <a:xfrm>
            <a:off x="5497286" y="3848504"/>
            <a:ext cx="3418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Continuous passes to generate the response</a:t>
            </a:r>
          </a:p>
          <a:p>
            <a:pPr algn="ctr"/>
            <a:r>
              <a:rPr lang="zh-CN" altLang="en-US" sz="2400" dirty="0"/>
              <a:t>持续的轮次生成响应</a:t>
            </a:r>
          </a:p>
        </p:txBody>
      </p:sp>
    </p:spTree>
    <p:extLst>
      <p:ext uri="{BB962C8B-B14F-4D97-AF65-F5344CB8AC3E}">
        <p14:creationId xmlns:p14="http://schemas.microsoft.com/office/powerpoint/2010/main" val="176166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5" grpId="0" animBg="1"/>
      <p:bldP spid="21" grpId="0" animBg="1"/>
      <p:bldP spid="26" grpId="0"/>
      <p:bldP spid="29" grpId="0"/>
      <p:bldP spid="37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AFA4A-060C-8D91-1388-53F86436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B00F-AF26-36A0-E7E9-A2FBC269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Workload Offloading  </a:t>
            </a:r>
            <a:br>
              <a:rPr lang="en-US" altLang="zh-CN" dirty="0"/>
            </a:br>
            <a:r>
              <a:rPr lang="zh-CN" altLang="en-US" dirty="0"/>
              <a:t>工作负载分担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47C72EF-8A0D-4A70-472A-5BF41E9F2E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27AA5-DC62-B4AB-8224-80CC2D33015E}"/>
              </a:ext>
            </a:extLst>
          </p:cNvPr>
          <p:cNvSpPr txBox="1"/>
          <p:nvPr/>
        </p:nvSpPr>
        <p:spPr>
          <a:xfrm>
            <a:off x="1209675" y="1747771"/>
            <a:ext cx="672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Neural network computing is dominated by intensive vector &amp; tensor processing</a:t>
            </a:r>
          </a:p>
          <a:p>
            <a:pPr algn="ctr"/>
            <a:r>
              <a:rPr lang="zh-CN" altLang="en-US" sz="2400" dirty="0"/>
              <a:t>神经网络计算主要是密集的向量和张量处理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23B5F-14F6-880E-2964-D53D132D106C}"/>
              </a:ext>
            </a:extLst>
          </p:cNvPr>
          <p:cNvSpPr txBox="1"/>
          <p:nvPr/>
        </p:nvSpPr>
        <p:spPr>
          <a:xfrm>
            <a:off x="1209675" y="3733800"/>
            <a:ext cx="672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Almost all the modules are offloaded to GPUs or AI accelerators for computation</a:t>
            </a:r>
          </a:p>
          <a:p>
            <a:pPr algn="ctr"/>
            <a:r>
              <a:rPr lang="zh-CN" altLang="en-US" sz="2400" dirty="0"/>
              <a:t>几乎所有的模块都由</a:t>
            </a:r>
            <a:r>
              <a:rPr lang="en-US" altLang="zh-CN" sz="2400" dirty="0"/>
              <a:t>GPU</a:t>
            </a:r>
            <a:r>
              <a:rPr lang="zh-CN" altLang="en-US" sz="2400" dirty="0"/>
              <a:t>或</a:t>
            </a:r>
            <a:r>
              <a:rPr lang="en-US" altLang="zh-CN" sz="2400" dirty="0"/>
              <a:t>AI</a:t>
            </a:r>
            <a:r>
              <a:rPr lang="zh-CN" altLang="en-US" sz="2400" dirty="0"/>
              <a:t>加速器分担计算</a:t>
            </a:r>
          </a:p>
        </p:txBody>
      </p:sp>
    </p:spTree>
    <p:extLst>
      <p:ext uri="{BB962C8B-B14F-4D97-AF65-F5344CB8AC3E}">
        <p14:creationId xmlns:p14="http://schemas.microsoft.com/office/powerpoint/2010/main" val="273630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F546-277D-54D7-DD41-169B2255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39E4-BD40-650C-BA55-62266D8B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 Precision  </a:t>
            </a:r>
            <a:r>
              <a:rPr lang="zh-CN" altLang="en-US" dirty="0"/>
              <a:t>低精度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D285455-E814-13CE-47C2-2E19FAF27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23636F-C033-5019-FD09-EF8C45B9228C}"/>
              </a:ext>
            </a:extLst>
          </p:cNvPr>
          <p:cNvSpPr txBox="1"/>
          <p:nvPr/>
        </p:nvSpPr>
        <p:spPr>
          <a:xfrm>
            <a:off x="1085850" y="1515182"/>
            <a:ext cx="6972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LLMs have a large number of parameters, extremely demanding in memory capacity, compute volume, &amp; data transfer volume </a:t>
            </a:r>
          </a:p>
          <a:p>
            <a:pPr algn="ctr"/>
            <a:r>
              <a:rPr lang="en-US" altLang="zh-CN" sz="2400" dirty="0"/>
              <a:t>LLM</a:t>
            </a:r>
            <a:r>
              <a:rPr lang="zh-CN" altLang="en-US" sz="2400" dirty="0"/>
              <a:t>有大量的参数，对于内存容量、</a:t>
            </a:r>
            <a:endParaRPr lang="en-US" altLang="zh-CN" sz="2400" dirty="0"/>
          </a:p>
          <a:p>
            <a:pPr algn="ctr"/>
            <a:r>
              <a:rPr lang="zh-CN" altLang="en-US" sz="2400" dirty="0"/>
              <a:t>计算量和数据传输量有着极高的需求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12388-0334-9CB2-5F9A-508F65BC4E0D}"/>
              </a:ext>
            </a:extLst>
          </p:cNvPr>
          <p:cNvSpPr txBox="1"/>
          <p:nvPr/>
        </p:nvSpPr>
        <p:spPr>
          <a:xfrm>
            <a:off x="-146384" y="3675021"/>
            <a:ext cx="922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Low precision is a common practice for LLMs to reduce capacity &amp; transfer volume, &amp; to boost compute throughput</a:t>
            </a:r>
          </a:p>
          <a:p>
            <a:pPr algn="ctr"/>
            <a:r>
              <a:rPr lang="zh-CN" altLang="en-US" sz="2400" dirty="0"/>
              <a:t>低精度是常规操作，降低容量和传输量，并提升计算吞吐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58B8B-74DD-E743-E487-FE230EEC93B0}"/>
              </a:ext>
            </a:extLst>
          </p:cNvPr>
          <p:cNvSpPr txBox="1"/>
          <p:nvPr/>
        </p:nvSpPr>
        <p:spPr>
          <a:xfrm>
            <a:off x="653716" y="5096197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16-bit data type is the baseline; 8-bit </a:t>
            </a:r>
          </a:p>
          <a:p>
            <a:pPr algn="ctr"/>
            <a:r>
              <a:rPr lang="en-US" altLang="zh-CN" sz="2400" dirty="0"/>
              <a:t>&amp; 4-bit data types are very common</a:t>
            </a:r>
          </a:p>
          <a:p>
            <a:pPr algn="ctr"/>
            <a:r>
              <a:rPr lang="en-US" altLang="zh-CN" sz="2400" dirty="0"/>
              <a:t>16</a:t>
            </a:r>
            <a:r>
              <a:rPr lang="zh-CN" altLang="en-US" sz="2400" dirty="0"/>
              <a:t>位数据类型是底线，</a:t>
            </a:r>
            <a:r>
              <a:rPr lang="en-US" altLang="zh-CN" sz="2400" dirty="0"/>
              <a:t>8</a:t>
            </a:r>
            <a:r>
              <a:rPr lang="zh-CN" altLang="en-US" sz="2400" dirty="0"/>
              <a:t>位和</a:t>
            </a:r>
            <a:r>
              <a:rPr lang="en-US" altLang="zh-CN" sz="2400" dirty="0"/>
              <a:t>4</a:t>
            </a:r>
            <a:r>
              <a:rPr lang="zh-CN" altLang="en-US" sz="2400" dirty="0"/>
              <a:t>位数据类型非常常见</a:t>
            </a:r>
          </a:p>
        </p:txBody>
      </p:sp>
    </p:spTree>
    <p:extLst>
      <p:ext uri="{BB962C8B-B14F-4D97-AF65-F5344CB8AC3E}">
        <p14:creationId xmlns:p14="http://schemas.microsoft.com/office/powerpoint/2010/main" val="398749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AA0F-4DAE-0ACE-11A2-3C6C80BC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00BC-E020-74B3-CF94-48E719D7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Parallelism  </a:t>
            </a:r>
            <a:r>
              <a:rPr lang="zh-CN" altLang="en-US" dirty="0"/>
              <a:t>底层并行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0E1BB8A-9702-C231-9AED-0F9E5AD23A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6EF6D-FB56-69AA-4FA6-5E5CE21345A6}"/>
              </a:ext>
            </a:extLst>
          </p:cNvPr>
          <p:cNvSpPr txBox="1"/>
          <p:nvPr/>
        </p:nvSpPr>
        <p:spPr>
          <a:xfrm>
            <a:off x="1085849" y="1703384"/>
            <a:ext cx="697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Vector/tensor processing in neural </a:t>
            </a:r>
          </a:p>
          <a:p>
            <a:pPr algn="ctr"/>
            <a:r>
              <a:rPr lang="en-US" altLang="zh-CN" sz="2400" dirty="0"/>
              <a:t>networks is highly parallel by nature</a:t>
            </a:r>
          </a:p>
          <a:p>
            <a:pPr algn="ctr"/>
            <a:r>
              <a:rPr lang="zh-CN" altLang="en-US" sz="2400" dirty="0"/>
              <a:t>神经网络中的向量</a:t>
            </a:r>
            <a:r>
              <a:rPr lang="en-US" altLang="zh-CN" sz="2400" dirty="0"/>
              <a:t>/</a:t>
            </a:r>
            <a:r>
              <a:rPr lang="zh-CN" altLang="en-US" sz="2400" dirty="0"/>
              <a:t>张量处理天然是高度并行的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CA4F8-1A1A-5699-81F9-ACE59843B702}"/>
              </a:ext>
            </a:extLst>
          </p:cNvPr>
          <p:cNvSpPr txBox="1"/>
          <p:nvPr/>
        </p:nvSpPr>
        <p:spPr>
          <a:xfrm>
            <a:off x="188493" y="3426382"/>
            <a:ext cx="876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SIMD vector/tensor processors become a perfect fit</a:t>
            </a:r>
          </a:p>
          <a:p>
            <a:pPr algn="ctr"/>
            <a:r>
              <a:rPr lang="en-US" altLang="zh-CN" sz="2400" dirty="0"/>
              <a:t>SIMD</a:t>
            </a:r>
            <a:r>
              <a:rPr lang="zh-CN" altLang="en-US" sz="2400" dirty="0"/>
              <a:t>的向量</a:t>
            </a:r>
            <a:r>
              <a:rPr lang="en-US" altLang="zh-CN" sz="2400" dirty="0"/>
              <a:t>/</a:t>
            </a:r>
            <a:r>
              <a:rPr lang="zh-CN" altLang="en-US" sz="2400" dirty="0"/>
              <a:t>张量处理器成为了一个完美的适配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6152F-E9F1-B44B-D12F-E46E0D7EC27E}"/>
              </a:ext>
            </a:extLst>
          </p:cNvPr>
          <p:cNvSpPr txBox="1"/>
          <p:nvPr/>
        </p:nvSpPr>
        <p:spPr>
          <a:xfrm>
            <a:off x="216568" y="4780048"/>
            <a:ext cx="876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Multiple thread groups strengthen the data parallelism</a:t>
            </a:r>
          </a:p>
          <a:p>
            <a:pPr algn="ctr"/>
            <a:r>
              <a:rPr lang="zh-CN" altLang="en-US" sz="2400" dirty="0"/>
              <a:t>基于线程分组的分块增强了数据并行</a:t>
            </a:r>
          </a:p>
        </p:txBody>
      </p:sp>
    </p:spTree>
    <p:extLst>
      <p:ext uri="{BB962C8B-B14F-4D97-AF65-F5344CB8AC3E}">
        <p14:creationId xmlns:p14="http://schemas.microsoft.com/office/powerpoint/2010/main" val="20048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82D4-DEE1-703C-467A-A1A1E9DB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A491-3E03-E847-9A75-7D4C56ED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Caching  </a:t>
            </a:r>
            <a:r>
              <a:rPr lang="zh-CN" altLang="en-US" dirty="0"/>
              <a:t>底层缓存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B50D713-085D-61FC-9862-E700697D1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5B0CA-6864-9E74-5FC3-17C688AA439B}"/>
              </a:ext>
            </a:extLst>
          </p:cNvPr>
          <p:cNvSpPr txBox="1"/>
          <p:nvPr/>
        </p:nvSpPr>
        <p:spPr>
          <a:xfrm>
            <a:off x="188493" y="1772554"/>
            <a:ext cx="8562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 stacked neural network layers, output of the </a:t>
            </a:r>
          </a:p>
          <a:p>
            <a:pPr algn="ctr"/>
            <a:r>
              <a:rPr lang="en-US" altLang="zh-CN" sz="2400" dirty="0"/>
              <a:t>current layer is fed as the input to the next layer</a:t>
            </a:r>
          </a:p>
          <a:p>
            <a:pPr algn="ctr"/>
            <a:r>
              <a:rPr lang="zh-CN" altLang="en-US" sz="2400" dirty="0"/>
              <a:t>在多层堆叠的神经网络中，当前层的输出会成为下一层的输入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E45C1-3A12-BB55-7A57-CB8C5DA4F9C9}"/>
              </a:ext>
            </a:extLst>
          </p:cNvPr>
          <p:cNvSpPr txBox="1"/>
          <p:nvPr/>
        </p:nvSpPr>
        <p:spPr>
          <a:xfrm>
            <a:off x="188493" y="3426382"/>
            <a:ext cx="8767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Tweaking the compute order &amp; right-sizing the parallelism help cache the output data for locality of input reuse </a:t>
            </a:r>
          </a:p>
          <a:p>
            <a:pPr algn="ctr"/>
            <a:r>
              <a:rPr lang="zh-CN" altLang="en-US" sz="2400" dirty="0"/>
              <a:t>调整计算顺序并合理规划并行程度有助于</a:t>
            </a:r>
            <a:br>
              <a:rPr lang="en-US" altLang="zh-CN" sz="2400" dirty="0"/>
            </a:br>
            <a:r>
              <a:rPr lang="zh-CN" altLang="en-US" sz="2400" dirty="0"/>
              <a:t>缓存输出数据，以提升输入数据的局部重用</a:t>
            </a:r>
          </a:p>
        </p:txBody>
      </p:sp>
    </p:spTree>
    <p:extLst>
      <p:ext uri="{BB962C8B-B14F-4D97-AF65-F5344CB8AC3E}">
        <p14:creationId xmlns:p14="http://schemas.microsoft.com/office/powerpoint/2010/main" val="319219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759D-D9CE-A02F-B010-83EC0CFF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7C7B-58EB-9EF9-8242-17C5632B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Caching  </a:t>
            </a:r>
            <a:r>
              <a:rPr lang="zh-CN" altLang="en-US" dirty="0"/>
              <a:t>底层缓存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BE6223F-BC28-36A8-8C89-EFF16AEEF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06330-E318-2765-737E-08E14FD87C06}"/>
              </a:ext>
            </a:extLst>
          </p:cNvPr>
          <p:cNvSpPr txBox="1"/>
          <p:nvPr/>
        </p:nvSpPr>
        <p:spPr>
          <a:xfrm>
            <a:off x="733422" y="1735468"/>
            <a:ext cx="7677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Modules in LLMs are dominated by matrix multiplications &amp; multi-head attention operators</a:t>
            </a:r>
          </a:p>
          <a:p>
            <a:pPr algn="ctr"/>
            <a:r>
              <a:rPr lang="en-US" altLang="zh-CN" sz="2400" dirty="0"/>
              <a:t>LLM</a:t>
            </a:r>
            <a:r>
              <a:rPr lang="zh-CN" altLang="en-US" sz="2400" dirty="0"/>
              <a:t>的模块主要是矩阵乘法和多头绪注意力算子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C19BE-0981-32B3-3027-20218C03EA4C}"/>
              </a:ext>
            </a:extLst>
          </p:cNvPr>
          <p:cNvSpPr txBox="1"/>
          <p:nvPr/>
        </p:nvSpPr>
        <p:spPr>
          <a:xfrm>
            <a:off x="188493" y="3426382"/>
            <a:ext cx="876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They’re demanding in both computation &amp; data access </a:t>
            </a:r>
          </a:p>
          <a:p>
            <a:pPr algn="ctr"/>
            <a:r>
              <a:rPr lang="zh-CN" altLang="en-US" sz="2400" dirty="0"/>
              <a:t>它们对计算和数据存取的需求都非常高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5871B-4B4D-8118-AB26-51CDE8731FB5}"/>
              </a:ext>
            </a:extLst>
          </p:cNvPr>
          <p:cNvSpPr txBox="1"/>
          <p:nvPr/>
        </p:nvSpPr>
        <p:spPr>
          <a:xfrm>
            <a:off x="1025690" y="4747964"/>
            <a:ext cx="7092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It’s important to coordinate caching w/ tiling for data reuse to maximize the efficiency</a:t>
            </a:r>
          </a:p>
          <a:p>
            <a:pPr algn="ctr"/>
            <a:r>
              <a:rPr lang="zh-CN" altLang="en-US" sz="2400" dirty="0"/>
              <a:t>为提升效率，协调缓存和分块以重用数据尤为重要</a:t>
            </a:r>
          </a:p>
        </p:txBody>
      </p:sp>
    </p:spTree>
    <p:extLst>
      <p:ext uri="{BB962C8B-B14F-4D97-AF65-F5344CB8AC3E}">
        <p14:creationId xmlns:p14="http://schemas.microsoft.com/office/powerpoint/2010/main" val="34300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E74C-8FC6-109A-E288-379FB86A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F9C8-03ED-E865-2B7E-A9B35692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Compilation &amp; Interpretation  </a:t>
            </a:r>
            <a:r>
              <a:rPr lang="zh-CN" altLang="en-US" dirty="0"/>
              <a:t>编译与解释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DA7F625-8FD8-ABE7-1FD0-D0A501DFCA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D15C8-9755-683C-8D6C-9C07C7D777D5}"/>
              </a:ext>
            </a:extLst>
          </p:cNvPr>
          <p:cNvSpPr txBox="1"/>
          <p:nvPr/>
        </p:nvSpPr>
        <p:spPr>
          <a:xfrm>
            <a:off x="366711" y="1771471"/>
            <a:ext cx="8410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LLMs are written in Python, but operators </a:t>
            </a:r>
            <a:br>
              <a:rPr lang="en-US" altLang="zh-CN" sz="2400" dirty="0"/>
            </a:br>
            <a:r>
              <a:rPr lang="en-US" altLang="zh-CN" sz="2400" dirty="0"/>
              <a:t>are compiled to run on accelerators </a:t>
            </a:r>
          </a:p>
          <a:p>
            <a:pPr algn="ctr"/>
            <a:r>
              <a:rPr lang="en-US" altLang="zh-CN" sz="2400" dirty="0"/>
              <a:t>LLM</a:t>
            </a:r>
            <a:r>
              <a:rPr lang="zh-CN" altLang="en-US" sz="2400" dirty="0"/>
              <a:t>用</a:t>
            </a:r>
            <a:r>
              <a:rPr lang="en-US" altLang="zh-CN" sz="2400" dirty="0"/>
              <a:t>Python</a:t>
            </a:r>
            <a:r>
              <a:rPr lang="zh-CN" altLang="en-US" sz="2400" dirty="0"/>
              <a:t>编写，但算子则是编译后在加速器上运行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41D40-B668-6C1A-9CFB-9AD9448E28E8}"/>
              </a:ext>
            </a:extLst>
          </p:cNvPr>
          <p:cNvSpPr txBox="1"/>
          <p:nvPr/>
        </p:nvSpPr>
        <p:spPr>
          <a:xfrm>
            <a:off x="630403" y="3699808"/>
            <a:ext cx="78831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Complex operators are often written in domain-specific languages, &amp; then compiled by domain-specific compilers to generate efficient executables</a:t>
            </a:r>
          </a:p>
          <a:p>
            <a:pPr algn="ctr"/>
            <a:r>
              <a:rPr lang="zh-CN" altLang="en-US" sz="2400" dirty="0"/>
              <a:t>复杂的算子时常由特定领域的编程语言编写，随后由特定领域的编译器编译，生成高效的可执行代码</a:t>
            </a:r>
          </a:p>
        </p:txBody>
      </p:sp>
    </p:spTree>
    <p:extLst>
      <p:ext uri="{BB962C8B-B14F-4D97-AF65-F5344CB8AC3E}">
        <p14:creationId xmlns:p14="http://schemas.microsoft.com/office/powerpoint/2010/main" val="352135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FDDFC-34A0-1E3C-1C1F-E4929E32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E160-75D2-598E-F0B6-212F2782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9DC1186-3523-CAFD-844B-CF7B924F35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05E6E-FF93-8F65-D49D-BFCDBB8AE401}"/>
              </a:ext>
            </a:extLst>
          </p:cNvPr>
          <p:cNvSpPr txBox="1"/>
          <p:nvPr/>
        </p:nvSpPr>
        <p:spPr>
          <a:xfrm>
            <a:off x="1102310" y="1752600"/>
            <a:ext cx="678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Even w/ low precision, a single accelerator may not hold the entire LLM, or serve the inference w/ the low latency required</a:t>
            </a:r>
          </a:p>
          <a:p>
            <a:pPr algn="ctr"/>
            <a:r>
              <a:rPr lang="zh-CN" altLang="en-US" sz="2400" dirty="0"/>
              <a:t>即便使用低精度，单个加速器可能也无法装下整个模型，或者能够以符合要求的低时延完成推理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6BB0F-3532-56AF-04E8-ED84ADC65677}"/>
              </a:ext>
            </a:extLst>
          </p:cNvPr>
          <p:cNvSpPr txBox="1"/>
          <p:nvPr/>
        </p:nvSpPr>
        <p:spPr>
          <a:xfrm>
            <a:off x="1098884" y="4403920"/>
            <a:ext cx="6946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then have to parallelize the model execution over multiple accelerators</a:t>
            </a:r>
          </a:p>
          <a:p>
            <a:pPr algn="ctr"/>
            <a:r>
              <a:rPr lang="zh-CN" altLang="en-US" sz="2400" dirty="0"/>
              <a:t>于是，我们不得不让模型在多个加速器并行执行</a:t>
            </a:r>
          </a:p>
        </p:txBody>
      </p:sp>
    </p:spTree>
    <p:extLst>
      <p:ext uri="{BB962C8B-B14F-4D97-AF65-F5344CB8AC3E}">
        <p14:creationId xmlns:p14="http://schemas.microsoft.com/office/powerpoint/2010/main" val="214186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FA00-DAF1-E915-120E-960D52278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D16C-6E7F-E206-25E3-CCE2A33E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C7C2920-CCE0-810F-378C-3B9AF16BCA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B5C4D-851E-3111-4704-432D863AC1DB}"/>
              </a:ext>
            </a:extLst>
          </p:cNvPr>
          <p:cNvSpPr txBox="1"/>
          <p:nvPr/>
        </p:nvSpPr>
        <p:spPr>
          <a:xfrm>
            <a:off x="5150486" y="1685364"/>
            <a:ext cx="38818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So-called tensor parallelism: each module partitioned to 2 accelerators for </a:t>
            </a:r>
          </a:p>
          <a:p>
            <a:pPr algn="ctr"/>
            <a:r>
              <a:rPr lang="en-US" altLang="zh-CN" sz="2200" dirty="0"/>
              <a:t>divide &amp; conquer</a:t>
            </a:r>
          </a:p>
          <a:p>
            <a:pPr algn="ctr"/>
            <a:r>
              <a:rPr lang="zh-CN" altLang="en-US" sz="2200" dirty="0"/>
              <a:t>所谓张量并行：每个模块被</a:t>
            </a:r>
            <a:endParaRPr lang="en-US" altLang="zh-CN" sz="2200" dirty="0"/>
          </a:p>
          <a:p>
            <a:pPr algn="ctr"/>
            <a:r>
              <a:rPr lang="zh-CN" altLang="en-US" sz="2200" dirty="0"/>
              <a:t>切分给</a:t>
            </a:r>
            <a:r>
              <a:rPr lang="en-US" altLang="zh-CN" sz="2200" dirty="0"/>
              <a:t>2</a:t>
            </a:r>
            <a:r>
              <a:rPr lang="zh-CN" altLang="en-US" sz="2200" dirty="0"/>
              <a:t>个加速器分而治之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5B5CC5-E1C3-4DF1-4FD4-2087D2235A8B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B24FBE-9D55-9AB2-7590-BD56330ABA6B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0123B6E-C675-6578-B1FA-55C3BE4ED7F7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2404D85-73EC-15C1-0A3B-7D6FDD8F49C8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8EE31DF-3596-52A0-1F71-2FE1BE281BEA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91090BE-BD1E-523C-C18A-CDAA7EC3DDCF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286CFAC-4691-8D5A-C63F-52CC45102C4B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AB0F62F-C1D4-302F-B041-7203B8F6B9DB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B604713-F340-C083-E026-C4B67D0824A7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7DF7F7-BF86-F5B1-4026-A45A2846A2EC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40053A-9AB2-76DE-6B65-EEFD4DF4AC86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B77E84D-ECA6-6E24-C9F0-ACAFA6080400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7505BAC-5479-989B-712C-BCFF7168F813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645CB05-C051-1C22-E76E-4F5C819D93B6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26904A0-8449-287D-0F68-C2948AD16753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04A302-9A7B-9554-87B7-0AABB5773B49}"/>
              </a:ext>
            </a:extLst>
          </p:cNvPr>
          <p:cNvSpPr/>
          <p:nvPr/>
        </p:nvSpPr>
        <p:spPr bwMode="auto">
          <a:xfrm>
            <a:off x="163286" y="2064087"/>
            <a:ext cx="2351305" cy="3759770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989C67-2AEA-3593-5B67-278E7347C0E6}"/>
              </a:ext>
            </a:extLst>
          </p:cNvPr>
          <p:cNvSpPr/>
          <p:nvPr/>
        </p:nvSpPr>
        <p:spPr bwMode="auto">
          <a:xfrm>
            <a:off x="2749517" y="2064087"/>
            <a:ext cx="2344997" cy="3759770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252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4" grpId="0" animBg="1"/>
      <p:bldP spid="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0EC7-5980-70F2-4D54-6DEC7EDF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61A4-76EE-6354-9DC9-749A7A51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C4B5E08-4CD3-666A-0FEC-E4FF05B9D1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7C1E8-1B27-EA8F-3AD9-847B11BEBC4D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E2E3D-1D7C-3F46-4BED-59BFD0E41458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4C846-A28F-EC05-ED71-880CE72FF997}"/>
              </a:ext>
            </a:extLst>
          </p:cNvPr>
          <p:cNvCxnSpPr>
            <a:cxnSpLocks/>
            <a:endCxn id="8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97934C3-4717-D3DF-A4A9-0B8F3B0FB065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B70B6-6E11-95A6-B1D9-30855C6001E1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623E46-BD84-21CD-CFD7-79C39E04E227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5DC544-8C67-17BB-94BD-85EDEB7ACD7B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BFFC68-E625-2D55-7E20-63E5C84FD186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04F253-28A8-345D-3A4A-95A13E5AB30D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75DFD-24F0-9890-76F9-FBC1664303D2}"/>
              </a:ext>
            </a:extLst>
          </p:cNvPr>
          <p:cNvSpPr txBox="1"/>
          <p:nvPr/>
        </p:nvSpPr>
        <p:spPr>
          <a:xfrm>
            <a:off x="5396562" y="1724442"/>
            <a:ext cx="36391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Processing the input, compute throughput &amp; bandwidth doubled </a:t>
            </a:r>
          </a:p>
          <a:p>
            <a:pPr algn="ctr"/>
            <a:r>
              <a:rPr lang="en-US" altLang="zh-CN" sz="2200" dirty="0"/>
              <a:t>from 2 accelerators</a:t>
            </a:r>
          </a:p>
          <a:p>
            <a:pPr algn="ctr"/>
            <a:r>
              <a:rPr lang="zh-CN" altLang="en-US" sz="2200" dirty="0"/>
              <a:t>处理一个输入，来自</a:t>
            </a:r>
            <a:r>
              <a:rPr lang="en-US" altLang="zh-CN" sz="2200" dirty="0"/>
              <a:t>2</a:t>
            </a:r>
            <a:r>
              <a:rPr lang="zh-CN" altLang="en-US" sz="2200" dirty="0"/>
              <a:t>个加速器的计算吞吐和带宽加倍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15E64D-9F06-FDE2-7BDD-20042E5C93FB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D5D188-3641-EC42-2ABE-B63E8732099C}"/>
              </a:ext>
            </a:extLst>
          </p:cNvPr>
          <p:cNvCxnSpPr>
            <a:cxnSpLocks/>
            <a:stCxn id="7" idx="0"/>
            <a:endCxn id="34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32957AE-C0CC-C62D-BC03-8D2971FB10EE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137FD4-C958-989E-4CA7-72CC221E577F}"/>
              </a:ext>
            </a:extLst>
          </p:cNvPr>
          <p:cNvCxnSpPr>
            <a:cxnSpLocks/>
            <a:stCxn id="39" idx="0"/>
            <a:endCxn id="36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9C4592-8996-65DE-5699-82E3C42A8E64}"/>
              </a:ext>
            </a:extLst>
          </p:cNvPr>
          <p:cNvCxnSpPr>
            <a:cxnSpLocks/>
            <a:stCxn id="34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611F13D-6B7F-51F3-DB6C-A39371F2179E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817B84-B9AF-56B6-9DA9-0EB80D659AAC}"/>
              </a:ext>
            </a:extLst>
          </p:cNvPr>
          <p:cNvSpPr/>
          <p:nvPr/>
        </p:nvSpPr>
        <p:spPr bwMode="auto">
          <a:xfrm>
            <a:off x="163286" y="2064087"/>
            <a:ext cx="2351305" cy="3759770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6A4824-C7B1-9DF4-3FE7-828BB3612D3B}"/>
              </a:ext>
            </a:extLst>
          </p:cNvPr>
          <p:cNvSpPr/>
          <p:nvPr/>
        </p:nvSpPr>
        <p:spPr bwMode="auto">
          <a:xfrm>
            <a:off x="2749517" y="2064087"/>
            <a:ext cx="2344997" cy="3759770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264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E94DD-0DF2-9B4C-B4C7-183874764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EA08-364A-C7F6-2660-38D5D117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9EFE7C5-5F68-9C38-36F7-702DDF073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B2B00-872C-70C0-449F-FC5A39DAB534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D38E34-E6F2-F18E-51DE-49C513B50CB6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5DA990-B5B9-115B-0BBE-3D74AF058F22}"/>
              </a:ext>
            </a:extLst>
          </p:cNvPr>
          <p:cNvCxnSpPr>
            <a:cxnSpLocks/>
            <a:endCxn id="8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F570A29-2D16-D82A-FD58-5AD6333A31AA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1368DC-8618-8F1B-CA75-A5EE4206C416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8DFBAE-3C40-B87C-8FE7-A2F2FB83A2B0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815C5F-CDC3-EF0F-04C3-D25ACA1F1DA4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3A3D0A-29C6-32FD-DC30-752C4B783598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16E8364-53D1-FC0D-ED67-1A2CC534C6E2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54981-3177-FCD5-A856-C77392895DA7}"/>
              </a:ext>
            </a:extLst>
          </p:cNvPr>
          <p:cNvSpPr txBox="1"/>
          <p:nvPr/>
        </p:nvSpPr>
        <p:spPr>
          <a:xfrm>
            <a:off x="5396562" y="1724442"/>
            <a:ext cx="36391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Frequent data exchange in each module reduces the overall efficiency </a:t>
            </a:r>
          </a:p>
          <a:p>
            <a:pPr algn="ctr"/>
            <a:r>
              <a:rPr lang="en-US" altLang="zh-CN" sz="2200" dirty="0"/>
              <a:t>to some extent</a:t>
            </a:r>
          </a:p>
          <a:p>
            <a:pPr algn="ctr"/>
            <a:r>
              <a:rPr lang="zh-CN" altLang="en-US" sz="2200" dirty="0"/>
              <a:t>频繁地在每个模块中交换数据一定程度降低了整体效率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B35D87-422E-196D-8465-9D948AAC3A1B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1904FE-1F71-5A3B-C70A-B414F551F9DD}"/>
              </a:ext>
            </a:extLst>
          </p:cNvPr>
          <p:cNvCxnSpPr>
            <a:cxnSpLocks/>
            <a:stCxn id="7" idx="0"/>
            <a:endCxn id="34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E0A57EA-B07F-517B-0017-9F22EE576E0E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EBCDDE-8E37-E153-F6F2-C47403576A9F}"/>
              </a:ext>
            </a:extLst>
          </p:cNvPr>
          <p:cNvCxnSpPr>
            <a:cxnSpLocks/>
            <a:stCxn id="39" idx="0"/>
            <a:endCxn id="36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B14184-137F-7790-3B4B-7FEC7063A5B6}"/>
              </a:ext>
            </a:extLst>
          </p:cNvPr>
          <p:cNvCxnSpPr>
            <a:cxnSpLocks/>
            <a:stCxn id="34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1FDCFB5-EA93-C359-A733-BD0C7AFD4123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DB7EE7-B00B-A499-EE76-073E07D78341}"/>
              </a:ext>
            </a:extLst>
          </p:cNvPr>
          <p:cNvSpPr/>
          <p:nvPr/>
        </p:nvSpPr>
        <p:spPr bwMode="auto">
          <a:xfrm>
            <a:off x="163286" y="2064087"/>
            <a:ext cx="2351305" cy="3759770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479E15-4972-A3BA-CEDB-07AFA97C72B5}"/>
              </a:ext>
            </a:extLst>
          </p:cNvPr>
          <p:cNvSpPr/>
          <p:nvPr/>
        </p:nvSpPr>
        <p:spPr bwMode="auto">
          <a:xfrm>
            <a:off x="2749517" y="2064087"/>
            <a:ext cx="2344997" cy="3759770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9EF40CBD-77F4-C820-CF9A-D98E1972096F}"/>
              </a:ext>
            </a:extLst>
          </p:cNvPr>
          <p:cNvSpPr/>
          <p:nvPr/>
        </p:nvSpPr>
        <p:spPr bwMode="auto">
          <a:xfrm>
            <a:off x="1219200" y="2370874"/>
            <a:ext cx="2819397" cy="165061"/>
          </a:xfrm>
          <a:prstGeom prst="leftRightArrow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D930EB2-15EF-3E6C-D1A8-578170868CD9}"/>
              </a:ext>
            </a:extLst>
          </p:cNvPr>
          <p:cNvSpPr/>
          <p:nvPr/>
        </p:nvSpPr>
        <p:spPr bwMode="auto">
          <a:xfrm>
            <a:off x="1215749" y="3523748"/>
            <a:ext cx="2819397" cy="165061"/>
          </a:xfrm>
          <a:prstGeom prst="leftRightArrow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D55F383A-3FC8-7E49-7A0C-BEBE89DD14D6}"/>
              </a:ext>
            </a:extLst>
          </p:cNvPr>
          <p:cNvSpPr/>
          <p:nvPr/>
        </p:nvSpPr>
        <p:spPr bwMode="auto">
          <a:xfrm>
            <a:off x="1215748" y="4265207"/>
            <a:ext cx="2819397" cy="165061"/>
          </a:xfrm>
          <a:prstGeom prst="leftRightArrow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E2C41396-6F93-BF56-AE55-BD9B9888209A}"/>
              </a:ext>
            </a:extLst>
          </p:cNvPr>
          <p:cNvSpPr/>
          <p:nvPr/>
        </p:nvSpPr>
        <p:spPr bwMode="auto">
          <a:xfrm>
            <a:off x="1222356" y="5397396"/>
            <a:ext cx="2819397" cy="165061"/>
          </a:xfrm>
          <a:prstGeom prst="leftRightArrow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74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8BE5-DC67-A403-A413-AD9A1C69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6E8A-8000-7C80-5064-5DA2474C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937315D-9048-B447-A15E-1C9ADCFD10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F0548-4506-9B03-C96E-5A5170A4773E}"/>
              </a:ext>
            </a:extLst>
          </p:cNvPr>
          <p:cNvSpPr txBox="1"/>
          <p:nvPr/>
        </p:nvSpPr>
        <p:spPr>
          <a:xfrm>
            <a:off x="5791200" y="1685364"/>
            <a:ext cx="32411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So-called pipeline parallelism: each accelerator takes half of the modules</a:t>
            </a:r>
          </a:p>
          <a:p>
            <a:pPr algn="ctr"/>
            <a:r>
              <a:rPr lang="zh-CN" altLang="en-US" sz="2200" dirty="0"/>
              <a:t>所谓流水线并行：每个加速器处理一半的模块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5B4078-3C32-1A44-17B9-C6D503578D5E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D96BBC-A85B-9C76-1876-B0C9354E9CB6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6F2B8D-F38D-0CFB-3DAB-477C53882D2D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BF549B3-8140-5C82-1A1B-8D78CB6C98D1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598B10-75D4-9712-28E5-2D0EC70E36BF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565863-AB31-8F3A-E834-ACF6B84AC63A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D6EED4A-41FD-E601-F459-50DE7E66CBA5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6F63D7-30AF-2948-CCE2-9B55C41E422C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3C034CD-42FA-F1D0-34D0-AAB9493BA767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11C95E-2B04-6E19-FE48-6CCA71951D73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CAF4A0E-B3C5-7A4A-405F-3090E5C0F882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2685DEA-F404-8BED-2225-3DA43D88B36A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631495-F461-1466-6D65-B355F08BA4DC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EC93BB-1CE6-A09D-B2D5-656CDD4B2E0D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2F84F81-F2B9-3DEA-EADF-66DF7F16A218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E62529-D901-4E89-4E0D-22F0C898B988}"/>
              </a:ext>
            </a:extLst>
          </p:cNvPr>
          <p:cNvSpPr/>
          <p:nvPr/>
        </p:nvSpPr>
        <p:spPr bwMode="auto">
          <a:xfrm>
            <a:off x="163286" y="2147845"/>
            <a:ext cx="4920343" cy="171658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AD2445-0362-D6CA-101D-F75A7DE41C14}"/>
              </a:ext>
            </a:extLst>
          </p:cNvPr>
          <p:cNvSpPr/>
          <p:nvPr/>
        </p:nvSpPr>
        <p:spPr bwMode="auto">
          <a:xfrm>
            <a:off x="163286" y="4049266"/>
            <a:ext cx="4909457" cy="1720163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7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4" grpId="0" animBg="1"/>
      <p:bldP spid="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4E02-8890-C612-6E13-700A1A85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0171-9037-5366-9846-7202AF535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A7EC88A-8318-9B82-3DD6-3097491022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C855B7-E9DE-372F-DA9E-CC5453B03706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372179-AF7F-76DD-A90C-4D43906D9680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66A03F-7E62-AC55-BE31-595C107B1938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05D7E42-4C96-EE6D-C7EB-62A99C279EB0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7F1828-61A4-EEE6-92F9-B0EE887512E5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49541A0-B2EB-9228-ED96-90CAEFC9CA9C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D697DAA-9949-D2EA-0492-47BF455903EB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53BFA70-A33A-1C56-50B3-A72BC4E62162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9282350-50D8-FC7F-5770-5BE56F9FED8C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EB07C3-CF89-5E4E-8877-1F5A490B0691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9FFE3AD-0F8F-504E-D57B-1742439056B7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1E05A2F-6D59-1D03-01C0-115EFC10FD22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C8533DD-56DC-FC6F-A5EB-E952AA774D10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24AE2FA-E73F-C2DC-8DF6-E4920B176835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D0551AC-C263-75B1-0BB3-2E56BC25D71C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0A3D159-A6BE-03BA-24B2-18866760E9AB}"/>
              </a:ext>
            </a:extLst>
          </p:cNvPr>
          <p:cNvSpPr/>
          <p:nvPr/>
        </p:nvSpPr>
        <p:spPr bwMode="auto">
          <a:xfrm>
            <a:off x="163286" y="2147845"/>
            <a:ext cx="4920343" cy="171658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C17442-3163-BCBD-EB87-8D981AB6EBF3}"/>
              </a:ext>
            </a:extLst>
          </p:cNvPr>
          <p:cNvSpPr/>
          <p:nvPr/>
        </p:nvSpPr>
        <p:spPr bwMode="auto">
          <a:xfrm>
            <a:off x="163286" y="4049266"/>
            <a:ext cx="4909457" cy="1720163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EBACAEE-F96E-EFF5-7720-476714AB986E}"/>
              </a:ext>
            </a:extLst>
          </p:cNvPr>
          <p:cNvSpPr/>
          <p:nvPr/>
        </p:nvSpPr>
        <p:spPr bwMode="auto">
          <a:xfrm rot="16200000">
            <a:off x="4742168" y="4750028"/>
            <a:ext cx="1343955" cy="322626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D92EF-8D41-F43A-A066-206AA21899D9}"/>
              </a:ext>
            </a:extLst>
          </p:cNvPr>
          <p:cNvSpPr txBox="1"/>
          <p:nvPr/>
        </p:nvSpPr>
        <p:spPr>
          <a:xfrm>
            <a:off x="5252832" y="4569326"/>
            <a:ext cx="3639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Processing input 1</a:t>
            </a:r>
          </a:p>
          <a:p>
            <a:pPr algn="ctr"/>
            <a:r>
              <a:rPr lang="zh-CN" altLang="en-US" sz="2200" dirty="0"/>
              <a:t>处理输入</a:t>
            </a:r>
            <a:r>
              <a:rPr lang="en-US" altLang="zh-CN" sz="2200" dirty="0"/>
              <a:t>1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235899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1BDC-7029-6AFE-04D2-2731B092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F82D-FE0C-09B6-1BC1-94452F0E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1EFFE59-6F0E-B647-27A0-ACD74B14A5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59EAFE-150B-1DCB-9CD3-C8EACE9479D1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E8875F-326F-CECC-964C-EF66C8D73882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2AC542-FFBE-53A8-A5D5-43A9E4AE0800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6EDE76E-AF4A-F39A-1E35-F88CFC9A339B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626AC3-BC28-9297-108B-BA344A53E84B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D86088-02DC-B6E2-B290-177FAEA98B44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83E79F-BB83-0D23-D134-3181E112B897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1F4510-E4C4-D8CF-8D4E-B90AB0E2DD96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0DEC248-A12B-3BA6-2893-55ED01A9A511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AE20EF-E348-2DB7-272A-DD49AA2C30E6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2E8BE05-2A9F-D491-4A94-252F1C3217FA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CFD5DB2-49C5-27A0-9E18-923141E11593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5A703E4-557A-9B4F-316B-638448D8A88A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D4B1B53-14F7-80D9-170F-2AE2D7CDA910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8DE9C0E-FC1D-B571-8D84-C7A7E0CC5D4E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4F31C72-4E17-D4DB-7641-AF22CA27F8FF}"/>
              </a:ext>
            </a:extLst>
          </p:cNvPr>
          <p:cNvSpPr/>
          <p:nvPr/>
        </p:nvSpPr>
        <p:spPr bwMode="auto">
          <a:xfrm>
            <a:off x="163286" y="2147845"/>
            <a:ext cx="4920343" cy="171658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DF8FD7-77B0-6D6E-57F5-37B381626D67}"/>
              </a:ext>
            </a:extLst>
          </p:cNvPr>
          <p:cNvSpPr/>
          <p:nvPr/>
        </p:nvSpPr>
        <p:spPr bwMode="auto">
          <a:xfrm>
            <a:off x="163286" y="4049266"/>
            <a:ext cx="4909457" cy="1720163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38F82C3-C39D-356B-88B2-3473D94EF3C1}"/>
              </a:ext>
            </a:extLst>
          </p:cNvPr>
          <p:cNvSpPr/>
          <p:nvPr/>
        </p:nvSpPr>
        <p:spPr bwMode="auto">
          <a:xfrm rot="16200000">
            <a:off x="4742168" y="4750028"/>
            <a:ext cx="1343955" cy="32262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5487E-CFD1-BFCB-2DA4-F0C1803C00BE}"/>
              </a:ext>
            </a:extLst>
          </p:cNvPr>
          <p:cNvSpPr txBox="1"/>
          <p:nvPr/>
        </p:nvSpPr>
        <p:spPr>
          <a:xfrm>
            <a:off x="5252832" y="4569326"/>
            <a:ext cx="3639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Processing input 2</a:t>
            </a:r>
          </a:p>
          <a:p>
            <a:pPr algn="ctr"/>
            <a:r>
              <a:rPr lang="zh-CN" altLang="en-US" sz="2200" dirty="0"/>
              <a:t>处理输入</a:t>
            </a:r>
            <a:r>
              <a:rPr lang="en-US" altLang="zh-CN" sz="2200" dirty="0"/>
              <a:t>2</a:t>
            </a:r>
            <a:endParaRPr lang="zh-CN" altLang="en-US" sz="22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9D0B5A7-E960-7829-B7E3-688D76013805}"/>
              </a:ext>
            </a:extLst>
          </p:cNvPr>
          <p:cNvSpPr/>
          <p:nvPr/>
        </p:nvSpPr>
        <p:spPr bwMode="auto">
          <a:xfrm rot="16200000">
            <a:off x="4742168" y="2849329"/>
            <a:ext cx="1343955" cy="322626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23BAF-78E8-F0FF-7B9B-56EEB0393329}"/>
              </a:ext>
            </a:extLst>
          </p:cNvPr>
          <p:cNvSpPr txBox="1"/>
          <p:nvPr/>
        </p:nvSpPr>
        <p:spPr>
          <a:xfrm>
            <a:off x="5252832" y="2668627"/>
            <a:ext cx="3639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Processing input 1</a:t>
            </a:r>
          </a:p>
          <a:p>
            <a:pPr algn="ctr"/>
            <a:r>
              <a:rPr lang="zh-CN" altLang="en-US" sz="2200" dirty="0"/>
              <a:t>处理输入</a:t>
            </a:r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1B0AA-948D-B8DE-2275-D7BB92F0B1F7}"/>
              </a:ext>
            </a:extLst>
          </p:cNvPr>
          <p:cNvSpPr txBox="1"/>
          <p:nvPr/>
        </p:nvSpPr>
        <p:spPr>
          <a:xfrm>
            <a:off x="5276277" y="1446683"/>
            <a:ext cx="36391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inputs processed at the same time by different accelerators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A799E-3928-BE72-D118-CB20BEEEBCB4}"/>
              </a:ext>
            </a:extLst>
          </p:cNvPr>
          <p:cNvSpPr txBox="1"/>
          <p:nvPr/>
        </p:nvSpPr>
        <p:spPr>
          <a:xfrm>
            <a:off x="5659223" y="3628859"/>
            <a:ext cx="2826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r>
              <a:rPr lang="zh-CN" altLang="en-US" sz="2200" dirty="0"/>
              <a:t>个输入在同一时刻被</a:t>
            </a:r>
            <a:r>
              <a:rPr lang="en-US" altLang="zh-CN" sz="2200" dirty="0"/>
              <a:t>2</a:t>
            </a:r>
            <a:r>
              <a:rPr lang="zh-CN" altLang="en-US" sz="2200" dirty="0"/>
              <a:t>个加速器处理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93821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34A5-9567-EF1D-2205-D39C80C1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F423-5264-E43A-E8EC-684FE71D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9E9D063-40DA-D609-92EF-725CC91D12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D3CD5C-7CC5-0E1A-80A5-92FF823FF15B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0ADA93-ED65-D463-5BE7-AED4B2A9DA5D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07030D-6E5D-F8B7-7720-7580BCD926F6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A7C3BE-980D-F0CD-C64D-0BEF858FDD88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2F16488-D566-C34A-8FE2-83F080483322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D319BC-56CD-3EC7-A8FE-6F0493880988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87C7645-4802-8F4D-C301-83D54388E6E2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DEBF0C-00B8-546F-9CF6-98932AF486E0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4F77AA-9F82-0C92-0B8E-D2C098A89FAF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600C75-2E86-A258-0CEB-EE1256D88429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A4F724-1A94-784B-7F30-67EB45AA37CB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EECD2DB-E9DD-57A8-146F-E53FAF887188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208C356-9D23-EAA8-7C63-E83EE868743E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0166A5F-50BA-3602-5191-5067D8951400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C5E5BFE-9EBB-6080-2C7B-8F4BED596350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41F07A-7F57-9021-E2BD-A2DB498AF0FD}"/>
              </a:ext>
            </a:extLst>
          </p:cNvPr>
          <p:cNvSpPr/>
          <p:nvPr/>
        </p:nvSpPr>
        <p:spPr bwMode="auto">
          <a:xfrm>
            <a:off x="163286" y="2147845"/>
            <a:ext cx="4920343" cy="171658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222DC94-DB48-A36B-155F-DFE21A44E747}"/>
              </a:ext>
            </a:extLst>
          </p:cNvPr>
          <p:cNvSpPr/>
          <p:nvPr/>
        </p:nvSpPr>
        <p:spPr bwMode="auto">
          <a:xfrm>
            <a:off x="163286" y="4049266"/>
            <a:ext cx="4909457" cy="1720163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A7E222D-6514-14E9-4493-267AE2A2B80E}"/>
              </a:ext>
            </a:extLst>
          </p:cNvPr>
          <p:cNvSpPr/>
          <p:nvPr/>
        </p:nvSpPr>
        <p:spPr bwMode="auto">
          <a:xfrm rot="16200000">
            <a:off x="4742168" y="4750028"/>
            <a:ext cx="1343955" cy="322626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B36DF-3C29-3E01-6095-1210607D66F5}"/>
              </a:ext>
            </a:extLst>
          </p:cNvPr>
          <p:cNvSpPr txBox="1"/>
          <p:nvPr/>
        </p:nvSpPr>
        <p:spPr>
          <a:xfrm>
            <a:off x="5252832" y="4569326"/>
            <a:ext cx="3639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Processing input 3</a:t>
            </a:r>
          </a:p>
          <a:p>
            <a:pPr algn="ctr"/>
            <a:r>
              <a:rPr lang="zh-CN" altLang="en-US" sz="2200" dirty="0"/>
              <a:t>处理输入</a:t>
            </a:r>
            <a:r>
              <a:rPr lang="en-US" altLang="zh-CN" sz="2200" dirty="0"/>
              <a:t>3</a:t>
            </a:r>
            <a:endParaRPr lang="zh-CN" altLang="en-US" sz="22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7AA8CF9-5269-6C61-677F-542209F22DB6}"/>
              </a:ext>
            </a:extLst>
          </p:cNvPr>
          <p:cNvSpPr/>
          <p:nvPr/>
        </p:nvSpPr>
        <p:spPr bwMode="auto">
          <a:xfrm rot="16200000">
            <a:off x="4742168" y="2849329"/>
            <a:ext cx="1343955" cy="32262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74AE2-D3BC-8675-DBF3-305EEE2C2549}"/>
              </a:ext>
            </a:extLst>
          </p:cNvPr>
          <p:cNvSpPr txBox="1"/>
          <p:nvPr/>
        </p:nvSpPr>
        <p:spPr>
          <a:xfrm>
            <a:off x="5252832" y="2668627"/>
            <a:ext cx="3639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Processing input 2</a:t>
            </a:r>
          </a:p>
          <a:p>
            <a:pPr algn="ctr"/>
            <a:r>
              <a:rPr lang="zh-CN" altLang="en-US" sz="2200" dirty="0"/>
              <a:t>处理输入</a:t>
            </a:r>
            <a:r>
              <a:rPr lang="en-US" altLang="zh-CN" sz="2200" dirty="0"/>
              <a:t>2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569374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C98E-23E6-6FD2-88FE-260016A9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E45B-6BDA-79B2-D8AC-F5C6E376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820B7AA-B7B8-E0D8-30E1-76E0DC1F5F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486D71-8554-D9D5-440E-77E8723D18D2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A9E852-82F8-0777-BB99-66E5717C73E0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53C36F5-DAFA-7D77-8CEB-30D77FE6CB1B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2EB79FD-10A2-86DD-F518-8EF8A33D3373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C7D452F-2813-86E4-CA26-5FB55EA0EC1B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8E8EFF-2753-DE62-9028-15C88E9CE67E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F9B4CCC-B573-B032-F93A-C0EB52253362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49C8D-81EB-0978-8146-ECF5F629D17F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FA9C37A-3447-7484-4D54-0ADB50B4248D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DBBBFF-FFA3-63F1-2BD1-960BC38B5257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A188129-5F93-6DDD-1AC1-BB69D11DB6FC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A2C62AB-50A9-F83F-EDEE-86868230E03A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D33E9F6-530D-9EBB-0522-BA71C2EAA5B6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A620E54-1407-6025-BB19-488BC35CB4FD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7284550-CAD7-8DE0-ECD0-0C46FD96E14D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330962-0759-A971-907E-1F313F4725DB}"/>
              </a:ext>
            </a:extLst>
          </p:cNvPr>
          <p:cNvSpPr/>
          <p:nvPr/>
        </p:nvSpPr>
        <p:spPr bwMode="auto">
          <a:xfrm>
            <a:off x="163286" y="2147845"/>
            <a:ext cx="4920343" cy="171658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1244B7-A526-D9FC-475E-9CE0265C86A2}"/>
              </a:ext>
            </a:extLst>
          </p:cNvPr>
          <p:cNvSpPr/>
          <p:nvPr/>
        </p:nvSpPr>
        <p:spPr bwMode="auto">
          <a:xfrm>
            <a:off x="163286" y="4049266"/>
            <a:ext cx="4909457" cy="1720163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A87A4F9-27CE-71B1-A17F-EA39EF3ACFCE}"/>
              </a:ext>
            </a:extLst>
          </p:cNvPr>
          <p:cNvSpPr/>
          <p:nvPr/>
        </p:nvSpPr>
        <p:spPr bwMode="auto">
          <a:xfrm rot="16200000">
            <a:off x="2429066" y="3822120"/>
            <a:ext cx="377896" cy="26593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AAA90-63D5-213E-42BD-2D8BF70C534A}"/>
              </a:ext>
            </a:extLst>
          </p:cNvPr>
          <p:cNvSpPr txBox="1"/>
          <p:nvPr/>
        </p:nvSpPr>
        <p:spPr>
          <a:xfrm>
            <a:off x="5182812" y="3206329"/>
            <a:ext cx="3639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Only one data exchange, overall efficiency higher</a:t>
            </a:r>
          </a:p>
          <a:p>
            <a:pPr algn="ctr"/>
            <a:r>
              <a:rPr lang="zh-CN" altLang="en-US" sz="2200" dirty="0"/>
              <a:t>只有一次数据交互，</a:t>
            </a:r>
            <a:endParaRPr lang="en-US" altLang="zh-CN" sz="2200" dirty="0"/>
          </a:p>
          <a:p>
            <a:pPr algn="ctr"/>
            <a:r>
              <a:rPr lang="zh-CN" altLang="en-US" sz="2200" dirty="0"/>
              <a:t>整体效率高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4196755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CAE1-F033-4379-C79E-33FBE9F5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BA3F-1C5B-04AB-36C5-AD1EE727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54B4778-B217-216A-D6CB-08F1C69D3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215500-AB23-5A3D-4BA8-F5A3FD397211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C9232D-34C8-2787-9C64-382188D6FD7D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5DB828-2AF4-D0F0-3FAE-B337B38ABB28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099D8F8-F220-F154-BFF0-E54A6F4F7040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8D8FE91-8ABD-1C1E-16F6-06A939CE9942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E88446-1F9B-C839-1A59-50C0C68DF7D8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FEC7F8A-7475-EE3E-7D66-355A9251B228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F5F0BB-F6FF-31EE-9EF1-772C7962CA82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13BE195-6497-0469-2C0E-6BEDDCB74945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F9F850-4161-0155-8DF4-21546BC4C97E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5129915-4AD3-6A87-151A-31B061D801B3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704F32B-4584-690B-853D-251D18DBDEFF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4E1791-3949-79DE-87B1-1CA36DE5A18A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13EF22-4657-BFA5-5106-1E25A3312371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1B55529-28CD-2FFC-940E-28A2B8E07DEA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F8F412-A92B-1CAF-A472-AF38863EF4C8}"/>
              </a:ext>
            </a:extLst>
          </p:cNvPr>
          <p:cNvSpPr/>
          <p:nvPr/>
        </p:nvSpPr>
        <p:spPr bwMode="auto">
          <a:xfrm>
            <a:off x="163286" y="2147845"/>
            <a:ext cx="4920343" cy="171658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F7D9E46-B1B9-A96C-9CB6-57848D03F255}"/>
              </a:ext>
            </a:extLst>
          </p:cNvPr>
          <p:cNvSpPr/>
          <p:nvPr/>
        </p:nvSpPr>
        <p:spPr bwMode="auto">
          <a:xfrm>
            <a:off x="163286" y="4049266"/>
            <a:ext cx="4909457" cy="1720163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Accelerator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加速器</a:t>
            </a:r>
            <a:r>
              <a:rPr lang="en-US" altLang="zh-CN" sz="2000" dirty="0"/>
              <a:t>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9179F-250E-FD20-E779-BEFE00D10813}"/>
              </a:ext>
            </a:extLst>
          </p:cNvPr>
          <p:cNvSpPr txBox="1"/>
          <p:nvPr/>
        </p:nvSpPr>
        <p:spPr>
          <a:xfrm>
            <a:off x="5119744" y="2748388"/>
            <a:ext cx="36391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But 1 input processed by 1 accelerator at a time, latency not improved</a:t>
            </a:r>
          </a:p>
          <a:p>
            <a:pPr algn="ctr"/>
            <a:r>
              <a:rPr lang="zh-CN" altLang="en-US" sz="2200" dirty="0"/>
              <a:t>然而</a:t>
            </a:r>
            <a:r>
              <a:rPr lang="en-US" altLang="zh-CN" sz="2200" dirty="0"/>
              <a:t>1</a:t>
            </a:r>
            <a:r>
              <a:rPr lang="zh-CN" altLang="en-US" sz="2200" dirty="0"/>
              <a:t>个输入在同一时刻只被</a:t>
            </a:r>
            <a:r>
              <a:rPr lang="en-US" altLang="zh-CN" sz="2200" dirty="0"/>
              <a:t>1</a:t>
            </a:r>
            <a:r>
              <a:rPr lang="zh-CN" altLang="en-US" sz="2200" dirty="0"/>
              <a:t>个加速器处理，时延无法被改善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944111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F90C0-6D2C-E537-8ECD-C2F43BBF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E5A8-A394-723A-CBB1-B1BDD31B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D3ED14C-A4B5-F25F-D0C5-CDAF9F2107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63D64B-33EB-CCDE-81FD-7BA1B1328AE0}"/>
              </a:ext>
            </a:extLst>
          </p:cNvPr>
          <p:cNvSpPr txBox="1"/>
          <p:nvPr/>
        </p:nvSpPr>
        <p:spPr>
          <a:xfrm>
            <a:off x="5150486" y="1685364"/>
            <a:ext cx="388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4 accelerators available</a:t>
            </a:r>
          </a:p>
          <a:p>
            <a:pPr algn="ctr"/>
            <a:r>
              <a:rPr lang="zh-CN" altLang="en-US" sz="2200" dirty="0"/>
              <a:t>有</a:t>
            </a:r>
            <a:r>
              <a:rPr lang="en-US" altLang="zh-CN" sz="2200" dirty="0"/>
              <a:t>4</a:t>
            </a:r>
            <a:r>
              <a:rPr lang="zh-CN" altLang="en-US" sz="2200" dirty="0"/>
              <a:t>个加速器时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135EED-8194-095C-B0E7-9BCB65D43078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AB4E4B-C250-CFE0-8469-5607F01C44A2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AEF5AB-D2FA-BFE5-4487-BDD747FE82DE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C225C66-7CEF-8B81-1E4B-3226F01E0AFF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CF2FF7-0736-5B63-BF61-6C6800B66FA2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4636BBF-3540-8427-A547-DD3CA41FBFE9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02999F9-59BC-2284-AEE9-DBF17A9AA88E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F9091D-5761-A14D-7907-8DEE927F4C8C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729DB47-DF22-11CA-83D4-BAC3C3247F01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96A1DF6-467A-2552-19CC-4CBEC4C3E353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16B01D-F5E0-FBCA-22BF-8B3D41F00711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245409C-14C8-CAE0-7A6B-BBEE243B1234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F6854D9-468E-857E-623D-0E6455403FF6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5E2AFAF-5A43-ABE7-33CD-6A96CC16709C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12B13A7-DA8E-6C0E-BF00-987410CF5A08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DE6262-95CE-9D11-82E2-99E4A946CCE6}"/>
              </a:ext>
            </a:extLst>
          </p:cNvPr>
          <p:cNvSpPr/>
          <p:nvPr/>
        </p:nvSpPr>
        <p:spPr bwMode="auto">
          <a:xfrm>
            <a:off x="181772" y="2122490"/>
            <a:ext cx="1132114" cy="3653856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F1A58-DE67-3196-18BB-0CEAD88C0AB3}"/>
              </a:ext>
            </a:extLst>
          </p:cNvPr>
          <p:cNvSpPr txBox="1"/>
          <p:nvPr/>
        </p:nvSpPr>
        <p:spPr>
          <a:xfrm>
            <a:off x="5165453" y="2970758"/>
            <a:ext cx="38818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can go w/ tensor parallelism only</a:t>
            </a:r>
          </a:p>
          <a:p>
            <a:pPr algn="ctr"/>
            <a:r>
              <a:rPr lang="zh-CN" altLang="en-US" sz="2200" dirty="0"/>
              <a:t>我们能只用张量并行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235E24-C50C-F6EC-3974-3AC8EE82F241}"/>
              </a:ext>
            </a:extLst>
          </p:cNvPr>
          <p:cNvSpPr/>
          <p:nvPr/>
        </p:nvSpPr>
        <p:spPr bwMode="auto">
          <a:xfrm>
            <a:off x="1381274" y="2112255"/>
            <a:ext cx="1132114" cy="3653856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B84B4B-9EF3-D13F-7E9D-24C8B045B31A}"/>
              </a:ext>
            </a:extLst>
          </p:cNvPr>
          <p:cNvSpPr/>
          <p:nvPr/>
        </p:nvSpPr>
        <p:spPr bwMode="auto">
          <a:xfrm>
            <a:off x="2708565" y="2112255"/>
            <a:ext cx="1132114" cy="3653856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E4A74-4AD7-9A8E-2214-6A67844525DC}"/>
              </a:ext>
            </a:extLst>
          </p:cNvPr>
          <p:cNvSpPr/>
          <p:nvPr/>
        </p:nvSpPr>
        <p:spPr bwMode="auto">
          <a:xfrm>
            <a:off x="3905550" y="2102527"/>
            <a:ext cx="1132114" cy="3653856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71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4" grpId="0" animBg="1"/>
      <p:bldP spid="6" grpId="0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C6A2-40F9-0641-902E-EF1DFC5F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3C0D-53F6-A8D1-CC72-ABA5F3A88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F78A38F-5451-B591-A219-D9C1726019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48865-DEAE-E5DA-9E00-A74EB49E1A98}"/>
              </a:ext>
            </a:extLst>
          </p:cNvPr>
          <p:cNvSpPr txBox="1"/>
          <p:nvPr/>
        </p:nvSpPr>
        <p:spPr>
          <a:xfrm>
            <a:off x="5150486" y="1685364"/>
            <a:ext cx="388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4 accelerators available</a:t>
            </a:r>
          </a:p>
          <a:p>
            <a:pPr algn="ctr"/>
            <a:r>
              <a:rPr lang="zh-CN" altLang="en-US" sz="2200" dirty="0"/>
              <a:t>有</a:t>
            </a:r>
            <a:r>
              <a:rPr lang="en-US" altLang="zh-CN" sz="2200" dirty="0"/>
              <a:t>4</a:t>
            </a:r>
            <a:r>
              <a:rPr lang="zh-CN" altLang="en-US" sz="2200" dirty="0"/>
              <a:t>个加速器时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D64643-1BCD-AEB7-5DC4-9FFF9EFD1393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53A3F-D86E-2ED3-98FC-AA92AD74395F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3C93AF1-C0C0-0E94-296C-9E930B512E1B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83CA753-5AE1-61B2-375A-ECF070785E48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90E373-875B-5018-988B-17AC928ABEA9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FE8C4F-366D-B27C-A4FA-87B53436143F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D6F0AD0-A669-996C-0714-93373B0EC2DA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52A3F7B-23C2-A933-C40F-8616B7558D49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58EFBC6-AD9C-F2B4-30F0-8D16D410FC54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9C46320-C10B-0442-E66D-AB4B7D2CBBEF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FD19E0-F8B8-7894-44E8-F1C1C79720DF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970A81B-B105-6FF1-2CE1-645EF5B67319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2D3970-A60A-7D5A-601D-88E6B03C11A5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9AA20D-0AAE-3358-E190-648CB1078EDE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8E4D1B-BED6-41AF-0FA0-262EAFCC3487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1D0F30-6662-9218-6CF3-892E0193BCD2}"/>
              </a:ext>
            </a:extLst>
          </p:cNvPr>
          <p:cNvSpPr/>
          <p:nvPr/>
        </p:nvSpPr>
        <p:spPr bwMode="auto">
          <a:xfrm>
            <a:off x="181772" y="2122490"/>
            <a:ext cx="4912742" cy="76222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2364B-1B97-EE8A-F904-F9DDC3645A78}"/>
              </a:ext>
            </a:extLst>
          </p:cNvPr>
          <p:cNvSpPr txBox="1"/>
          <p:nvPr/>
        </p:nvSpPr>
        <p:spPr>
          <a:xfrm>
            <a:off x="5165453" y="2970758"/>
            <a:ext cx="388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Or pipeline parallelism only</a:t>
            </a:r>
          </a:p>
          <a:p>
            <a:pPr algn="ctr"/>
            <a:r>
              <a:rPr lang="zh-CN" altLang="en-US" sz="2200" dirty="0"/>
              <a:t>或者只用流水线并行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3FB05-E5EB-1F28-2D4E-F86EE3C4C22E}"/>
              </a:ext>
            </a:extLst>
          </p:cNvPr>
          <p:cNvSpPr/>
          <p:nvPr/>
        </p:nvSpPr>
        <p:spPr bwMode="auto">
          <a:xfrm>
            <a:off x="171234" y="3125568"/>
            <a:ext cx="4912742" cy="76222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44C32A-EBAE-77B5-88FC-115C0D2F41C4}"/>
              </a:ext>
            </a:extLst>
          </p:cNvPr>
          <p:cNvSpPr/>
          <p:nvPr/>
        </p:nvSpPr>
        <p:spPr bwMode="auto">
          <a:xfrm>
            <a:off x="171234" y="4073479"/>
            <a:ext cx="4912742" cy="76222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A2E666-1C06-DB7F-E9CC-1911DEA768C4}"/>
              </a:ext>
            </a:extLst>
          </p:cNvPr>
          <p:cNvSpPr/>
          <p:nvPr/>
        </p:nvSpPr>
        <p:spPr bwMode="auto">
          <a:xfrm>
            <a:off x="171234" y="5041560"/>
            <a:ext cx="4912742" cy="76222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2485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F224-BE9E-A453-E071-1E5A9302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3922-0AAC-473B-D7E6-498F5C19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Parallelism  </a:t>
            </a:r>
            <a:br>
              <a:rPr lang="en-US" altLang="zh-CN" dirty="0"/>
            </a:br>
            <a:r>
              <a:rPr lang="zh-CN" altLang="en-US" dirty="0"/>
              <a:t>模型层面并行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37C913A-2FB1-216A-0A4F-B277A6D2FD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06D00F-0935-8BFD-FDE1-4CE3A559E15D}"/>
              </a:ext>
            </a:extLst>
          </p:cNvPr>
          <p:cNvSpPr txBox="1"/>
          <p:nvPr/>
        </p:nvSpPr>
        <p:spPr>
          <a:xfrm>
            <a:off x="5150486" y="1685364"/>
            <a:ext cx="388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4 accelerators available</a:t>
            </a:r>
          </a:p>
          <a:p>
            <a:pPr algn="ctr"/>
            <a:r>
              <a:rPr lang="zh-CN" altLang="en-US" sz="2200" dirty="0"/>
              <a:t>有</a:t>
            </a:r>
            <a:r>
              <a:rPr lang="en-US" altLang="zh-CN" sz="2200" dirty="0"/>
              <a:t>4</a:t>
            </a:r>
            <a:r>
              <a:rPr lang="zh-CN" altLang="en-US" sz="2200" dirty="0"/>
              <a:t>个加速器时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1FC96C-9FE0-96CC-A91A-563701A5F4FB}"/>
              </a:ext>
            </a:extLst>
          </p:cNvPr>
          <p:cNvSpPr txBox="1"/>
          <p:nvPr/>
        </p:nvSpPr>
        <p:spPr>
          <a:xfrm>
            <a:off x="282695" y="5952274"/>
            <a:ext cx="469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 </a:t>
            </a:r>
            <a:r>
              <a:rPr lang="zh-CN" altLang="en-US" sz="2000" dirty="0"/>
              <a:t>输入</a:t>
            </a:r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AB8BE9-2943-995D-DFEE-79F6FE5173F6}"/>
              </a:ext>
            </a:extLst>
          </p:cNvPr>
          <p:cNvSpPr/>
          <p:nvPr/>
        </p:nvSpPr>
        <p:spPr>
          <a:xfrm>
            <a:off x="222722" y="3376809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176A5C-2AB5-591A-84AB-ACB182EAB1E5}"/>
              </a:ext>
            </a:extLst>
          </p:cNvPr>
          <p:cNvCxnSpPr>
            <a:cxnSpLocks/>
            <a:endCxn id="39" idx="2"/>
          </p:cNvCxnSpPr>
          <p:nvPr/>
        </p:nvCxnSpPr>
        <p:spPr bwMode="auto">
          <a:xfrm flipV="1">
            <a:off x="2630193" y="3815768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F5ED8F0-E3E3-E9CF-7B35-EB2D8B6900D4}"/>
              </a:ext>
            </a:extLst>
          </p:cNvPr>
          <p:cNvSpPr/>
          <p:nvPr/>
        </p:nvSpPr>
        <p:spPr>
          <a:xfrm>
            <a:off x="228601" y="22098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157712-4134-0C9D-418B-E3C6F8683E24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 bwMode="auto">
          <a:xfrm flipV="1">
            <a:off x="2636072" y="2648759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94BB8E-0CB8-E8BC-6356-F1C0C3171A28}"/>
              </a:ext>
            </a:extLst>
          </p:cNvPr>
          <p:cNvCxnSpPr>
            <a:cxnSpLocks/>
            <a:endCxn id="44" idx="2"/>
          </p:cNvCxnSpPr>
          <p:nvPr/>
        </p:nvCxnSpPr>
        <p:spPr bwMode="auto">
          <a:xfrm flipH="1" flipV="1">
            <a:off x="2636072" y="3143310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E570A3-F2FA-DC1C-0AA8-5F28A584A1CF}"/>
              </a:ext>
            </a:extLst>
          </p:cNvPr>
          <p:cNvSpPr txBox="1"/>
          <p:nvPr/>
        </p:nvSpPr>
        <p:spPr>
          <a:xfrm>
            <a:off x="753708" y="2743200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FBE9FA3-CDFA-CEB9-1BD4-A287824E2170}"/>
              </a:ext>
            </a:extLst>
          </p:cNvPr>
          <p:cNvCxnSpPr>
            <a:cxnSpLocks/>
            <a:stCxn id="41" idx="0"/>
            <a:endCxn id="46" idx="2"/>
          </p:cNvCxnSpPr>
          <p:nvPr/>
        </p:nvCxnSpPr>
        <p:spPr bwMode="auto">
          <a:xfrm flipV="1">
            <a:off x="2636072" y="1918375"/>
            <a:ext cx="0" cy="29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1E5C4D6-DEE3-757B-7E27-4E4A77F92F9D}"/>
              </a:ext>
            </a:extLst>
          </p:cNvPr>
          <p:cNvSpPr txBox="1"/>
          <p:nvPr/>
        </p:nvSpPr>
        <p:spPr>
          <a:xfrm>
            <a:off x="500948" y="15182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</a:t>
            </a:r>
            <a:r>
              <a:rPr lang="zh-CN" altLang="en-US" sz="2000" dirty="0"/>
              <a:t>输出</a:t>
            </a:r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B2794B-3EF5-C83B-EC52-ABF6712EB201}"/>
              </a:ext>
            </a:extLst>
          </p:cNvPr>
          <p:cNvSpPr/>
          <p:nvPr/>
        </p:nvSpPr>
        <p:spPr>
          <a:xfrm>
            <a:off x="222722" y="5297376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30D900-3551-7231-13F9-E636A60A536B}"/>
              </a:ext>
            </a:extLst>
          </p:cNvPr>
          <p:cNvCxnSpPr>
            <a:cxnSpLocks/>
            <a:stCxn id="38" idx="0"/>
            <a:endCxn id="48" idx="2"/>
          </p:cNvCxnSpPr>
          <p:nvPr/>
        </p:nvCxnSpPr>
        <p:spPr bwMode="auto">
          <a:xfrm flipV="1">
            <a:off x="2630193" y="5736335"/>
            <a:ext cx="0" cy="215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1DCB087-88F6-FFC5-7E82-4A73EF71CD68}"/>
              </a:ext>
            </a:extLst>
          </p:cNvPr>
          <p:cNvSpPr/>
          <p:nvPr/>
        </p:nvSpPr>
        <p:spPr>
          <a:xfrm>
            <a:off x="228601" y="4130367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06B67B0-4DA4-98EB-933C-BC67D794F826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2636072" y="4569326"/>
            <a:ext cx="0" cy="265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1DA15C5-D0C4-7480-3469-3B971C638CAD}"/>
              </a:ext>
            </a:extLst>
          </p:cNvPr>
          <p:cNvCxnSpPr>
            <a:cxnSpLocks/>
            <a:stCxn id="48" idx="0"/>
          </p:cNvCxnSpPr>
          <p:nvPr/>
        </p:nvCxnSpPr>
        <p:spPr bwMode="auto">
          <a:xfrm flipH="1" flipV="1">
            <a:off x="2627605" y="5063877"/>
            <a:ext cx="2588" cy="233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17E0CCC-282A-733B-523E-AD273046544D}"/>
              </a:ext>
            </a:extLst>
          </p:cNvPr>
          <p:cNvSpPr txBox="1"/>
          <p:nvPr/>
        </p:nvSpPr>
        <p:spPr>
          <a:xfrm>
            <a:off x="753708" y="4663767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4B914E-F513-0221-D2CE-55FC046A0D86}"/>
              </a:ext>
            </a:extLst>
          </p:cNvPr>
          <p:cNvSpPr/>
          <p:nvPr/>
        </p:nvSpPr>
        <p:spPr bwMode="auto">
          <a:xfrm>
            <a:off x="181772" y="2122489"/>
            <a:ext cx="2376371" cy="1741939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51783-8AF4-A1C1-B6B7-9E9696926D0F}"/>
              </a:ext>
            </a:extLst>
          </p:cNvPr>
          <p:cNvSpPr txBox="1"/>
          <p:nvPr/>
        </p:nvSpPr>
        <p:spPr>
          <a:xfrm>
            <a:off x="5478987" y="2928547"/>
            <a:ext cx="322483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Or even combine tensor parallelism w/ pipeline parallelism</a:t>
            </a:r>
          </a:p>
          <a:p>
            <a:pPr algn="ctr"/>
            <a:r>
              <a:rPr lang="zh-CN" altLang="en-US" sz="2200" dirty="0"/>
              <a:t>甚至组合张量并</a:t>
            </a:r>
            <a:endParaRPr lang="en-US" altLang="zh-CN" sz="2200" dirty="0"/>
          </a:p>
          <a:p>
            <a:pPr algn="ctr"/>
            <a:r>
              <a:rPr lang="zh-CN" altLang="en-US" sz="2200" dirty="0"/>
              <a:t>行与流水线并行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5B1BAA-07E7-F546-ADCD-3C8F7CA524D9}"/>
              </a:ext>
            </a:extLst>
          </p:cNvPr>
          <p:cNvSpPr/>
          <p:nvPr/>
        </p:nvSpPr>
        <p:spPr bwMode="auto">
          <a:xfrm>
            <a:off x="2696547" y="2138493"/>
            <a:ext cx="2376371" cy="1741939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B226C0-5423-42D0-ABB1-C6BC458CA0AC}"/>
              </a:ext>
            </a:extLst>
          </p:cNvPr>
          <p:cNvSpPr/>
          <p:nvPr/>
        </p:nvSpPr>
        <p:spPr bwMode="auto">
          <a:xfrm>
            <a:off x="181771" y="4058596"/>
            <a:ext cx="2376371" cy="1741939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DF1B9-8F85-1639-6909-0BBC4C4FE7E4}"/>
              </a:ext>
            </a:extLst>
          </p:cNvPr>
          <p:cNvSpPr/>
          <p:nvPr/>
        </p:nvSpPr>
        <p:spPr bwMode="auto">
          <a:xfrm>
            <a:off x="2708123" y="4056841"/>
            <a:ext cx="2376371" cy="1741939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5687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2E8D-E5EF-92D1-50EE-A385F30B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F1AD-A8CA-A4C3-D7F0-F3DBFA52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Model-Level Caching  </a:t>
            </a:r>
            <a:br>
              <a:rPr lang="en-US" altLang="zh-CN" dirty="0"/>
            </a:br>
            <a:r>
              <a:rPr lang="zh-CN" altLang="en-US" dirty="0"/>
              <a:t>模型层面缓存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0066C9B-3477-B7EB-FC4C-ED4C1E2CB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C6899-E9EC-DF80-9912-37437C3DBE5E}"/>
              </a:ext>
            </a:extLst>
          </p:cNvPr>
          <p:cNvSpPr/>
          <p:nvPr/>
        </p:nvSpPr>
        <p:spPr>
          <a:xfrm>
            <a:off x="381000" y="4724400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47B685-270A-B2C0-0AB3-7E9898D7A187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 bwMode="auto">
          <a:xfrm flipH="1" flipV="1">
            <a:off x="2788471" y="5163359"/>
            <a:ext cx="4195" cy="3230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A9F222-949D-F1EA-3AD6-4C4767181147}"/>
              </a:ext>
            </a:extLst>
          </p:cNvPr>
          <p:cNvSpPr txBox="1"/>
          <p:nvPr/>
        </p:nvSpPr>
        <p:spPr>
          <a:xfrm>
            <a:off x="445168" y="5486400"/>
            <a:ext cx="4694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Conversation history + input token(s)</a:t>
            </a:r>
          </a:p>
          <a:p>
            <a:pPr algn="ctr"/>
            <a:r>
              <a:rPr lang="zh-CN" altLang="en-US" sz="2000" dirty="0"/>
              <a:t>对话历史 </a:t>
            </a:r>
            <a:r>
              <a:rPr lang="en-US" altLang="zh-CN" sz="2000" dirty="0"/>
              <a:t>+ </a:t>
            </a:r>
            <a:r>
              <a:rPr lang="zh-CN" altLang="en-US" sz="2000" dirty="0"/>
              <a:t>输入词符号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B58B0C-B01C-AC9B-6157-5713FF6502AA}"/>
              </a:ext>
            </a:extLst>
          </p:cNvPr>
          <p:cNvSpPr/>
          <p:nvPr/>
        </p:nvSpPr>
        <p:spPr>
          <a:xfrm>
            <a:off x="381000" y="3969973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405EB2-016A-DFB5-3CF3-882EAC789C3A}"/>
              </a:ext>
            </a:extLst>
          </p:cNvPr>
          <p:cNvCxnSpPr>
            <a:cxnSpLocks/>
            <a:stCxn id="8" idx="0"/>
            <a:endCxn id="15" idx="2"/>
          </p:cNvCxnSpPr>
          <p:nvPr/>
        </p:nvCxnSpPr>
        <p:spPr bwMode="auto">
          <a:xfrm flipV="1">
            <a:off x="2788471" y="4408932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7B143-7779-9EF3-B9DE-ADF5925D6312}"/>
              </a:ext>
            </a:extLst>
          </p:cNvPr>
          <p:cNvSpPr/>
          <p:nvPr/>
        </p:nvSpPr>
        <p:spPr>
          <a:xfrm>
            <a:off x="381000" y="2527714"/>
            <a:ext cx="4814942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Neural network module  </a:t>
            </a:r>
            <a:r>
              <a:rPr lang="zh-CN" altLang="en-US" sz="2000" dirty="0">
                <a:solidFill>
                  <a:srgbClr val="100D1A"/>
                </a:solidFill>
              </a:rPr>
              <a:t>神经网络模块</a:t>
            </a:r>
            <a:endParaRPr lang="en-US" sz="2000" dirty="0">
              <a:solidFill>
                <a:srgbClr val="100D1A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996490-7C29-F4A8-FACB-3160B9C46D67}"/>
              </a:ext>
            </a:extLst>
          </p:cNvPr>
          <p:cNvCxnSpPr>
            <a:cxnSpLocks/>
            <a:endCxn id="21" idx="2"/>
          </p:cNvCxnSpPr>
          <p:nvPr/>
        </p:nvCxnSpPr>
        <p:spPr bwMode="auto">
          <a:xfrm flipV="1">
            <a:off x="2788471" y="2966673"/>
            <a:ext cx="0" cy="315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B4C0A7-EF29-073B-9A2F-1B323F18470E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flipV="1">
            <a:off x="2788471" y="3657600"/>
            <a:ext cx="0" cy="3123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7C1A1DC-580A-CF6D-1E13-325009FB5FE1}"/>
              </a:ext>
            </a:extLst>
          </p:cNvPr>
          <p:cNvSpPr txBox="1"/>
          <p:nvPr/>
        </p:nvSpPr>
        <p:spPr>
          <a:xfrm>
            <a:off x="916149" y="3153913"/>
            <a:ext cx="376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1EA433-10DB-6F9D-3E9D-F65E93563FA5}"/>
              </a:ext>
            </a:extLst>
          </p:cNvPr>
          <p:cNvSpPr txBox="1"/>
          <p:nvPr/>
        </p:nvSpPr>
        <p:spPr>
          <a:xfrm>
            <a:off x="5624459" y="1571125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Recall the KV cache</a:t>
            </a:r>
          </a:p>
          <a:p>
            <a:pPr algn="ctr"/>
            <a:r>
              <a:rPr lang="zh-CN" altLang="en-US" sz="2400" dirty="0"/>
              <a:t>回忆一下</a:t>
            </a:r>
            <a:r>
              <a:rPr lang="en-US" altLang="zh-CN" sz="2400" dirty="0"/>
              <a:t>KV</a:t>
            </a:r>
            <a:r>
              <a:rPr lang="zh-CN" altLang="en-US" sz="2400" dirty="0"/>
              <a:t>缓存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DD5064-1AA7-142E-B672-01DBDA3073CD}"/>
              </a:ext>
            </a:extLst>
          </p:cNvPr>
          <p:cNvCxnSpPr>
            <a:cxnSpLocks/>
            <a:stCxn id="21" idx="0"/>
            <a:endCxn id="37" idx="2"/>
          </p:cNvCxnSpPr>
          <p:nvPr/>
        </p:nvCxnSpPr>
        <p:spPr bwMode="auto">
          <a:xfrm flipV="1">
            <a:off x="2788471" y="2223175"/>
            <a:ext cx="0" cy="3045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C0CFAE2-FC9F-AFE5-D2A9-3F3213A0A631}"/>
              </a:ext>
            </a:extLst>
          </p:cNvPr>
          <p:cNvSpPr txBox="1"/>
          <p:nvPr/>
        </p:nvSpPr>
        <p:spPr>
          <a:xfrm>
            <a:off x="653347" y="1823065"/>
            <a:ext cx="427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token  </a:t>
            </a:r>
            <a:r>
              <a:rPr lang="zh-CN" altLang="en-US" sz="2000" dirty="0"/>
              <a:t>输出词符号</a:t>
            </a:r>
            <a:endParaRPr lang="en-US" altLang="zh-CN" sz="2000" dirty="0"/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0069CC54-BC22-C7E3-2D82-FA453CE05305}"/>
              </a:ext>
            </a:extLst>
          </p:cNvPr>
          <p:cNvSpPr/>
          <p:nvPr/>
        </p:nvSpPr>
        <p:spPr bwMode="auto">
          <a:xfrm>
            <a:off x="6705600" y="2695798"/>
            <a:ext cx="2059150" cy="2051930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Conversation history </a:t>
            </a:r>
            <a:r>
              <a:rPr lang="en-US" dirty="0"/>
              <a:t>KV </a:t>
            </a:r>
            <a:r>
              <a:rPr lang="en-US" altLang="zh-CN" dirty="0"/>
              <a:t>cache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对话历史</a:t>
            </a:r>
            <a:r>
              <a:rPr lang="en-US" dirty="0"/>
              <a:t>KV </a:t>
            </a:r>
            <a:r>
              <a:rPr lang="en-US" altLang="zh-CN" dirty="0"/>
              <a:t>cache</a:t>
            </a: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C13617E-F1E5-7364-0D73-2F0AB1CF4A6F}"/>
              </a:ext>
            </a:extLst>
          </p:cNvPr>
          <p:cNvSpPr/>
          <p:nvPr/>
        </p:nvSpPr>
        <p:spPr bwMode="auto">
          <a:xfrm rot="10800000">
            <a:off x="5271269" y="2527714"/>
            <a:ext cx="1432580" cy="2496824"/>
          </a:xfrm>
          <a:prstGeom prst="rightArrow">
            <a:avLst>
              <a:gd name="adj1" fmla="val 50000"/>
              <a:gd name="adj2" fmla="val 4849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487129-EE17-9179-6247-9BA2C3B06E99}"/>
              </a:ext>
            </a:extLst>
          </p:cNvPr>
          <p:cNvCxnSpPr>
            <a:cxnSpLocks/>
          </p:cNvCxnSpPr>
          <p:nvPr/>
        </p:nvCxnSpPr>
        <p:spPr bwMode="auto">
          <a:xfrm>
            <a:off x="605722" y="5695950"/>
            <a:ext cx="2699453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6DA8BC-87EF-EA5A-DA41-2DB159AE07C4}"/>
              </a:ext>
            </a:extLst>
          </p:cNvPr>
          <p:cNvCxnSpPr>
            <a:cxnSpLocks/>
          </p:cNvCxnSpPr>
          <p:nvPr/>
        </p:nvCxnSpPr>
        <p:spPr bwMode="auto">
          <a:xfrm>
            <a:off x="1416718" y="6010275"/>
            <a:ext cx="1352703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BC6FB6-2703-DCC3-2BA2-3BE0F1ED4D77}"/>
              </a:ext>
            </a:extLst>
          </p:cNvPr>
          <p:cNvSpPr txBox="1"/>
          <p:nvPr/>
        </p:nvSpPr>
        <p:spPr>
          <a:xfrm>
            <a:off x="5624459" y="5095144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Some compute eliminated</a:t>
            </a:r>
          </a:p>
          <a:p>
            <a:pPr algn="ctr"/>
            <a:r>
              <a:rPr lang="zh-CN" altLang="en-US" sz="2400" dirty="0"/>
              <a:t>免除了部分计算</a:t>
            </a:r>
          </a:p>
        </p:txBody>
      </p:sp>
    </p:spTree>
    <p:extLst>
      <p:ext uri="{BB962C8B-B14F-4D97-AF65-F5344CB8AC3E}">
        <p14:creationId xmlns:p14="http://schemas.microsoft.com/office/powerpoint/2010/main" val="422859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 animBg="1"/>
      <p:bldP spid="4" grpId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7F9BF-B215-738A-E4CD-74919FA3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2474-BAF3-6287-9198-B4279A11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Another Low-Precision Option  </a:t>
            </a:r>
            <a:br>
              <a:rPr lang="en-US" altLang="zh-CN" dirty="0"/>
            </a:br>
            <a:r>
              <a:rPr lang="zh-CN" altLang="en-US" dirty="0"/>
              <a:t>另一个低精度选项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0B86AA5-5DAF-7469-3FF6-F868DA195E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702CC838-B14D-82CF-8C4B-9C045190DED4}"/>
              </a:ext>
            </a:extLst>
          </p:cNvPr>
          <p:cNvSpPr/>
          <p:nvPr/>
        </p:nvSpPr>
        <p:spPr bwMode="auto">
          <a:xfrm>
            <a:off x="6705600" y="2695798"/>
            <a:ext cx="2059150" cy="2051930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Conversation history </a:t>
            </a:r>
            <a:r>
              <a:rPr lang="en-US" dirty="0"/>
              <a:t>KV </a:t>
            </a:r>
            <a:r>
              <a:rPr lang="en-US" altLang="zh-CN" dirty="0"/>
              <a:t>cache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对话历史</a:t>
            </a:r>
            <a:r>
              <a:rPr lang="en-US" dirty="0"/>
              <a:t>KV </a:t>
            </a:r>
            <a:r>
              <a:rPr lang="en-US" altLang="zh-CN" dirty="0"/>
              <a:t>cache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DCE602-3756-C43C-9727-9FA0F5AC8523}"/>
              </a:ext>
            </a:extLst>
          </p:cNvPr>
          <p:cNvSpPr txBox="1"/>
          <p:nvPr/>
        </p:nvSpPr>
        <p:spPr>
          <a:xfrm>
            <a:off x="304800" y="3400926"/>
            <a:ext cx="5014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KV cache &amp; compute over it can also use low precision, e.g., 8-bit or even 4-bit data type</a:t>
            </a:r>
          </a:p>
          <a:p>
            <a:pPr algn="ctr"/>
            <a:r>
              <a:rPr lang="en-US" altLang="zh-CN" sz="2400" dirty="0"/>
              <a:t>KV</a:t>
            </a:r>
            <a:r>
              <a:rPr lang="zh-CN" altLang="en-US" sz="2400" dirty="0"/>
              <a:t>缓存以及与</a:t>
            </a:r>
            <a:r>
              <a:rPr lang="en-US" altLang="zh-CN" sz="2400" dirty="0"/>
              <a:t>KV</a:t>
            </a:r>
            <a:r>
              <a:rPr lang="zh-CN" altLang="en-US" sz="2400" dirty="0"/>
              <a:t>缓存计算也可以是低精度：</a:t>
            </a:r>
            <a:r>
              <a:rPr lang="en-US" altLang="zh-CN" sz="2400" dirty="0"/>
              <a:t>8</a:t>
            </a:r>
            <a:r>
              <a:rPr lang="zh-CN" altLang="en-US" sz="2400" dirty="0"/>
              <a:t>位甚至</a:t>
            </a:r>
            <a:r>
              <a:rPr lang="en-US" altLang="zh-CN" sz="2400" dirty="0"/>
              <a:t>4</a:t>
            </a:r>
            <a:r>
              <a:rPr lang="zh-CN" altLang="en-US" sz="2400" dirty="0"/>
              <a:t>位数据类型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9F476D5-5100-1D6A-D956-86B4E3689989}"/>
              </a:ext>
            </a:extLst>
          </p:cNvPr>
          <p:cNvCxnSpPr>
            <a:cxnSpLocks/>
            <a:stCxn id="14" idx="3"/>
            <a:endCxn id="3" idx="2"/>
          </p:cNvCxnSpPr>
          <p:nvPr/>
        </p:nvCxnSpPr>
        <p:spPr bwMode="auto">
          <a:xfrm flipV="1">
            <a:off x="5319658" y="3721763"/>
            <a:ext cx="1385942" cy="648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0048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BD74-89C7-E120-7ADE-0FB098A0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D3A2-2598-FDDC-E764-C317FE6D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Output Processing Pipeline</a:t>
            </a:r>
            <a:br>
              <a:rPr lang="en-US" altLang="zh-CN" dirty="0"/>
            </a:br>
            <a:r>
              <a:rPr lang="zh-CN" altLang="en-US" dirty="0"/>
              <a:t>输出处理流水线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50D6832-F602-49C6-4D43-CE05FC1C60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E12F4-75EC-F52A-AA0F-8AF3916DE212}"/>
              </a:ext>
            </a:extLst>
          </p:cNvPr>
          <p:cNvSpPr txBox="1"/>
          <p:nvPr/>
        </p:nvSpPr>
        <p:spPr>
          <a:xfrm>
            <a:off x="0" y="3573959"/>
            <a:ext cx="190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Accelerator</a:t>
            </a:r>
          </a:p>
          <a:p>
            <a:pPr algn="ctr"/>
            <a:r>
              <a:rPr lang="zh-CN" altLang="en-US" sz="2200" dirty="0"/>
              <a:t>加速器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34106-7F50-839D-3493-9E4CA7BDCC5A}"/>
              </a:ext>
            </a:extLst>
          </p:cNvPr>
          <p:cNvSpPr txBox="1"/>
          <p:nvPr/>
        </p:nvSpPr>
        <p:spPr>
          <a:xfrm>
            <a:off x="0" y="2782899"/>
            <a:ext cx="190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Host</a:t>
            </a:r>
          </a:p>
          <a:p>
            <a:pPr algn="ctr"/>
            <a:r>
              <a:rPr lang="zh-CN" altLang="en-US" sz="2200" dirty="0"/>
              <a:t>主控端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762827-055E-1E73-A198-584EC2AD7453}"/>
              </a:ext>
            </a:extLst>
          </p:cNvPr>
          <p:cNvSpPr/>
          <p:nvPr/>
        </p:nvSpPr>
        <p:spPr bwMode="auto">
          <a:xfrm>
            <a:off x="1905000" y="3800960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99782E-12EC-6724-97A4-AB5C4E74BEE4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 bwMode="auto">
          <a:xfrm flipV="1">
            <a:off x="2673112" y="4116399"/>
            <a:ext cx="1" cy="3866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50DDEA-69DD-9D5D-7066-C74317FB41EB}"/>
              </a:ext>
            </a:extLst>
          </p:cNvPr>
          <p:cNvSpPr txBox="1"/>
          <p:nvPr/>
        </p:nvSpPr>
        <p:spPr>
          <a:xfrm>
            <a:off x="671564" y="4503003"/>
            <a:ext cx="4003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Generate a token</a:t>
            </a:r>
          </a:p>
          <a:p>
            <a:pPr algn="ctr"/>
            <a:r>
              <a:rPr lang="zh-CN" altLang="en-US" sz="2400" dirty="0"/>
              <a:t>生成一个词符号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985405-A0BE-5339-60B6-75A4808A009A}"/>
              </a:ext>
            </a:extLst>
          </p:cNvPr>
          <p:cNvSpPr/>
          <p:nvPr/>
        </p:nvSpPr>
        <p:spPr bwMode="auto">
          <a:xfrm>
            <a:off x="3441225" y="3037361"/>
            <a:ext cx="59737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00D79-4432-23AE-C8CF-DBAF8295BE12}"/>
              </a:ext>
            </a:extLst>
          </p:cNvPr>
          <p:cNvSpPr txBox="1"/>
          <p:nvPr/>
        </p:nvSpPr>
        <p:spPr>
          <a:xfrm>
            <a:off x="242779" y="1642645"/>
            <a:ext cx="6994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Convert the token to text &amp; transfer to user</a:t>
            </a:r>
          </a:p>
          <a:p>
            <a:pPr algn="ctr"/>
            <a:r>
              <a:rPr lang="zh-CN" altLang="en-US" sz="2400" dirty="0"/>
              <a:t>将该词符号转</a:t>
            </a:r>
            <a:r>
              <a:rPr lang="zh-CN" altLang="en-US" sz="2400"/>
              <a:t>换成文字并</a:t>
            </a:r>
            <a:r>
              <a:rPr lang="zh-CN" altLang="en-US" sz="2400" dirty="0"/>
              <a:t>发送给用户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8D452B-D0B4-B91D-E7CC-6BB1A9F1198A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 bwMode="auto">
          <a:xfrm>
            <a:off x="3739913" y="2473642"/>
            <a:ext cx="0" cy="5637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32C7208-25E4-547D-FEEC-33C0A8F53657}"/>
              </a:ext>
            </a:extLst>
          </p:cNvPr>
          <p:cNvSpPr/>
          <p:nvPr/>
        </p:nvSpPr>
        <p:spPr bwMode="auto">
          <a:xfrm>
            <a:off x="3441224" y="3800737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7A5417-D902-ED3F-A0EF-9D751440A4F2}"/>
              </a:ext>
            </a:extLst>
          </p:cNvPr>
          <p:cNvCxnSpPr>
            <a:cxnSpLocks/>
            <a:stCxn id="26" idx="0"/>
            <a:endCxn id="24" idx="2"/>
          </p:cNvCxnSpPr>
          <p:nvPr/>
        </p:nvCxnSpPr>
        <p:spPr bwMode="auto">
          <a:xfrm flipV="1">
            <a:off x="4209337" y="4116176"/>
            <a:ext cx="0" cy="12579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DE7F49-2DE7-299F-21E6-D8CA24640F68}"/>
              </a:ext>
            </a:extLst>
          </p:cNvPr>
          <p:cNvSpPr txBox="1"/>
          <p:nvPr/>
        </p:nvSpPr>
        <p:spPr>
          <a:xfrm>
            <a:off x="970837" y="5374105"/>
            <a:ext cx="6476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At the same time generate the next token</a:t>
            </a:r>
          </a:p>
          <a:p>
            <a:pPr algn="ctr"/>
            <a:r>
              <a:rPr lang="zh-CN" altLang="en-US" sz="2400" dirty="0"/>
              <a:t>同时生成下一个词符号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C7CD0F-8AB5-B294-138E-32CE90583F78}"/>
              </a:ext>
            </a:extLst>
          </p:cNvPr>
          <p:cNvSpPr/>
          <p:nvPr/>
        </p:nvSpPr>
        <p:spPr bwMode="auto">
          <a:xfrm>
            <a:off x="4978776" y="3037360"/>
            <a:ext cx="59737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78682B-7EDF-320F-4D03-5BE6592E50C5}"/>
              </a:ext>
            </a:extLst>
          </p:cNvPr>
          <p:cNvSpPr/>
          <p:nvPr/>
        </p:nvSpPr>
        <p:spPr bwMode="auto">
          <a:xfrm>
            <a:off x="4977448" y="3800736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CC5727-8292-21B0-F0BC-78F17E3D196C}"/>
              </a:ext>
            </a:extLst>
          </p:cNvPr>
          <p:cNvSpPr/>
          <p:nvPr/>
        </p:nvSpPr>
        <p:spPr bwMode="auto">
          <a:xfrm>
            <a:off x="6513674" y="3037360"/>
            <a:ext cx="59737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7E1FD1-AF1E-1011-CB5A-B9078243B68B}"/>
              </a:ext>
            </a:extLst>
          </p:cNvPr>
          <p:cNvSpPr/>
          <p:nvPr/>
        </p:nvSpPr>
        <p:spPr bwMode="auto">
          <a:xfrm>
            <a:off x="6512346" y="3800736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E136FE4B-17F0-2680-0FA6-E8807BA87780}"/>
              </a:ext>
            </a:extLst>
          </p:cNvPr>
          <p:cNvSpPr/>
          <p:nvPr/>
        </p:nvSpPr>
        <p:spPr bwMode="auto">
          <a:xfrm rot="10800000">
            <a:off x="3372756" y="3376863"/>
            <a:ext cx="132444" cy="407833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DB39A4-000D-0CB6-B28C-E93726EAD201}"/>
              </a:ext>
            </a:extLst>
          </p:cNvPr>
          <p:cNvSpPr txBox="1"/>
          <p:nvPr/>
        </p:nvSpPr>
        <p:spPr>
          <a:xfrm>
            <a:off x="1631158" y="3400404"/>
            <a:ext cx="1967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Token </a:t>
            </a:r>
            <a:r>
              <a:rPr lang="zh-CN" altLang="en-US" sz="2000" dirty="0"/>
              <a:t>词符号</a:t>
            </a: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7F0CA774-050C-D807-B89A-E68029BB8FE6}"/>
              </a:ext>
            </a:extLst>
          </p:cNvPr>
          <p:cNvSpPr/>
          <p:nvPr/>
        </p:nvSpPr>
        <p:spPr bwMode="auto">
          <a:xfrm rot="10800000">
            <a:off x="4936860" y="3376864"/>
            <a:ext cx="132444" cy="407833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C0596BE1-F24D-5626-E3C7-DC9460A6FCEB}"/>
              </a:ext>
            </a:extLst>
          </p:cNvPr>
          <p:cNvSpPr/>
          <p:nvPr/>
        </p:nvSpPr>
        <p:spPr bwMode="auto">
          <a:xfrm rot="10800000">
            <a:off x="6448928" y="3376864"/>
            <a:ext cx="132444" cy="407833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991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1" grpId="1"/>
      <p:bldP spid="16" grpId="0" animBg="1"/>
      <p:bldP spid="17" grpId="0"/>
      <p:bldP spid="17" grpId="1"/>
      <p:bldP spid="24" grpId="0" animBg="1"/>
      <p:bldP spid="26" grpId="0"/>
      <p:bldP spid="26" grpId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0" grpId="1"/>
      <p:bldP spid="41" grpId="0" animBg="1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0D36-6520-8FEE-5639-8E4C9156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D5E1-8DCB-0AB3-3248-71723B957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Cluster-Level Parallelism</a:t>
            </a:r>
            <a:br>
              <a:rPr lang="en-US" altLang="zh-CN" dirty="0"/>
            </a:br>
            <a:r>
              <a:rPr lang="zh-CN" altLang="en-US" dirty="0"/>
              <a:t>集群级别并行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F6193B-BCD2-4153-6E40-FD57315B78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42E7D6-5FD1-196F-B3BA-11105A7F8D7C}"/>
              </a:ext>
            </a:extLst>
          </p:cNvPr>
          <p:cNvGrpSpPr/>
          <p:nvPr/>
        </p:nvGrpSpPr>
        <p:grpSpPr>
          <a:xfrm>
            <a:off x="457200" y="3581400"/>
            <a:ext cx="2916236" cy="2512594"/>
            <a:chOff x="914400" y="3429000"/>
            <a:chExt cx="2916236" cy="25125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E9409B-2064-0FF1-20C3-22233E2BBFE6}"/>
                </a:ext>
              </a:extLst>
            </p:cNvPr>
            <p:cNvSpPr/>
            <p:nvPr/>
          </p:nvSpPr>
          <p:spPr>
            <a:xfrm>
              <a:off x="914400" y="3429000"/>
              <a:ext cx="2916236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Host </a:t>
              </a:r>
              <a:r>
                <a:rPr lang="zh-CN" altLang="en-US" sz="2000" dirty="0">
                  <a:solidFill>
                    <a:srgbClr val="100D1A"/>
                  </a:solidFill>
                </a:rPr>
                <a:t>主控端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6BDBC8-4F41-8062-61DF-9BA657AD766E}"/>
                </a:ext>
              </a:extLst>
            </p:cNvPr>
            <p:cNvSpPr/>
            <p:nvPr/>
          </p:nvSpPr>
          <p:spPr>
            <a:xfrm rot="16200000">
              <a:off x="353220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40BEA8-3BDB-DFA8-C854-EB60F13C819A}"/>
                </a:ext>
              </a:extLst>
            </p:cNvPr>
            <p:cNvSpPr/>
            <p:nvPr/>
          </p:nvSpPr>
          <p:spPr>
            <a:xfrm rot="16200000">
              <a:off x="1115219" y="4750174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F61DAD-543E-91C7-FF32-E23085E0A7C3}"/>
                </a:ext>
              </a:extLst>
            </p:cNvPr>
            <p:cNvSpPr/>
            <p:nvPr/>
          </p:nvSpPr>
          <p:spPr>
            <a:xfrm rot="16200000">
              <a:off x="1877218" y="4750173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A4424C-393D-7466-F92A-C5850F0BBF4D}"/>
                </a:ext>
              </a:extLst>
            </p:cNvPr>
            <p:cNvSpPr/>
            <p:nvPr/>
          </p:nvSpPr>
          <p:spPr>
            <a:xfrm rot="16200000">
              <a:off x="2639217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AEF160-2FBC-5C11-ECF1-CF7E8C300B7E}"/>
                </a:ext>
              </a:extLst>
            </p:cNvPr>
            <p:cNvCxnSpPr>
              <a:cxnSpLocks/>
              <a:stCxn id="8" idx="3"/>
            </p:cNvCxnSpPr>
            <p:nvPr/>
          </p:nvCxnSpPr>
          <p:spPr bwMode="auto">
            <a:xfrm flipV="1">
              <a:off x="1229521" y="3886200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3C18AC4-D651-5B7E-2170-D96AF445F76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81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2D4689-7EA4-5F3B-E32F-5B006B19B88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743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E540D2-8578-9E69-AC31-C3978D5BE76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05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4DDD5EF-FF04-ED22-3672-E07661BDFEC5}"/>
              </a:ext>
            </a:extLst>
          </p:cNvPr>
          <p:cNvSpPr txBox="1"/>
          <p:nvPr/>
        </p:nvSpPr>
        <p:spPr>
          <a:xfrm>
            <a:off x="3657600" y="2328275"/>
            <a:ext cx="4999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 inference instance serves at most 4 concurrent sessions</a:t>
            </a:r>
          </a:p>
          <a:p>
            <a:pPr algn="ctr"/>
            <a:r>
              <a:rPr lang="en-US" altLang="zh-CN" sz="2400" dirty="0"/>
              <a:t>1</a:t>
            </a:r>
            <a:r>
              <a:rPr lang="zh-CN" altLang="en-US" sz="2400" dirty="0"/>
              <a:t>个推理实例最多同时处理</a:t>
            </a:r>
            <a:r>
              <a:rPr lang="en-US" altLang="zh-CN" sz="2400" dirty="0"/>
              <a:t>4</a:t>
            </a:r>
            <a:r>
              <a:rPr lang="zh-CN" altLang="en-US" sz="2400" dirty="0"/>
              <a:t>个会话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FBCF9B-5ABA-8410-CB14-0FB2F3BC5250}"/>
              </a:ext>
            </a:extLst>
          </p:cNvPr>
          <p:cNvGrpSpPr/>
          <p:nvPr/>
        </p:nvGrpSpPr>
        <p:grpSpPr>
          <a:xfrm>
            <a:off x="1257572" y="2565768"/>
            <a:ext cx="1183731" cy="962836"/>
            <a:chOff x="600021" y="2503261"/>
            <a:chExt cx="1183731" cy="96283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61DFC16-072A-84F9-D66A-BC386CAEDEC9}"/>
                </a:ext>
              </a:extLst>
            </p:cNvPr>
            <p:cNvGrpSpPr/>
            <p:nvPr/>
          </p:nvGrpSpPr>
          <p:grpSpPr>
            <a:xfrm rot="5400000">
              <a:off x="549481" y="2553801"/>
              <a:ext cx="954118" cy="853038"/>
              <a:chOff x="2133600" y="3081569"/>
              <a:chExt cx="954118" cy="853038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FD60AA70-A4F1-3E56-BC45-4291B3A477DE}"/>
                  </a:ext>
                </a:extLst>
              </p:cNvPr>
              <p:cNvSpPr/>
              <p:nvPr/>
            </p:nvSpPr>
            <p:spPr bwMode="auto">
              <a:xfrm>
                <a:off x="2133600" y="3412265"/>
                <a:ext cx="942974" cy="203130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5A138B2A-E7A1-1A8E-4199-0CA6A460B41E}"/>
                  </a:ext>
                </a:extLst>
              </p:cNvPr>
              <p:cNvSpPr/>
              <p:nvPr/>
            </p:nvSpPr>
            <p:spPr bwMode="auto">
              <a:xfrm>
                <a:off x="2133600" y="3081569"/>
                <a:ext cx="954118" cy="203131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14337D95-D843-DC6C-E5D0-A504CF61C02A}"/>
                  </a:ext>
                </a:extLst>
              </p:cNvPr>
              <p:cNvSpPr/>
              <p:nvPr/>
            </p:nvSpPr>
            <p:spPr bwMode="auto">
              <a:xfrm>
                <a:off x="2133600" y="3742960"/>
                <a:ext cx="942974" cy="19164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33B07E46-0B67-D41B-C19A-B16384E8A7A9}"/>
                </a:ext>
              </a:extLst>
            </p:cNvPr>
            <p:cNvSpPr/>
            <p:nvPr/>
          </p:nvSpPr>
          <p:spPr bwMode="auto">
            <a:xfrm rot="5400000">
              <a:off x="1205128" y="2887472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69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1C39-7C66-4292-4F15-92C8C3F1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CAA9-75E8-8AF9-FDDD-546D043C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Cluster-Level Parallelism</a:t>
            </a:r>
            <a:br>
              <a:rPr lang="en-US" altLang="zh-CN" dirty="0"/>
            </a:br>
            <a:r>
              <a:rPr lang="zh-CN" altLang="en-US" dirty="0"/>
              <a:t>集群级别并行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1BC07D-346D-5C49-8E70-6AC447448D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E69D69-6585-9785-4B82-F1B967AA5C18}"/>
              </a:ext>
            </a:extLst>
          </p:cNvPr>
          <p:cNvGrpSpPr/>
          <p:nvPr/>
        </p:nvGrpSpPr>
        <p:grpSpPr>
          <a:xfrm>
            <a:off x="457200" y="3581400"/>
            <a:ext cx="2916236" cy="2512594"/>
            <a:chOff x="914400" y="3429000"/>
            <a:chExt cx="2916236" cy="25125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E8D9D0-6994-A136-6236-A426C486C9C4}"/>
                </a:ext>
              </a:extLst>
            </p:cNvPr>
            <p:cNvSpPr/>
            <p:nvPr/>
          </p:nvSpPr>
          <p:spPr>
            <a:xfrm>
              <a:off x="914400" y="3429000"/>
              <a:ext cx="2916236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Host </a:t>
              </a:r>
              <a:r>
                <a:rPr lang="zh-CN" altLang="en-US" sz="2000" dirty="0">
                  <a:solidFill>
                    <a:srgbClr val="100D1A"/>
                  </a:solidFill>
                </a:rPr>
                <a:t>主控端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5652CB-D82A-39D1-4669-0B91D8628129}"/>
                </a:ext>
              </a:extLst>
            </p:cNvPr>
            <p:cNvSpPr/>
            <p:nvPr/>
          </p:nvSpPr>
          <p:spPr>
            <a:xfrm rot="16200000">
              <a:off x="353220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705398-5EC3-C609-9877-B56946215C17}"/>
                </a:ext>
              </a:extLst>
            </p:cNvPr>
            <p:cNvSpPr/>
            <p:nvPr/>
          </p:nvSpPr>
          <p:spPr>
            <a:xfrm rot="16200000">
              <a:off x="1115219" y="4750174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3AE565F-E221-229D-246C-8AA6B22F5DB0}"/>
                </a:ext>
              </a:extLst>
            </p:cNvPr>
            <p:cNvSpPr/>
            <p:nvPr/>
          </p:nvSpPr>
          <p:spPr>
            <a:xfrm rot="16200000">
              <a:off x="1877218" y="4750173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152A32-B3F3-2F6B-7FFE-4067D2C3CF8F}"/>
                </a:ext>
              </a:extLst>
            </p:cNvPr>
            <p:cNvSpPr/>
            <p:nvPr/>
          </p:nvSpPr>
          <p:spPr>
            <a:xfrm rot="16200000">
              <a:off x="2639217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6640C3-3EE1-F54F-54C0-CF303AC71E6F}"/>
                </a:ext>
              </a:extLst>
            </p:cNvPr>
            <p:cNvCxnSpPr>
              <a:cxnSpLocks/>
              <a:stCxn id="8" idx="3"/>
            </p:cNvCxnSpPr>
            <p:nvPr/>
          </p:nvCxnSpPr>
          <p:spPr bwMode="auto">
            <a:xfrm flipV="1">
              <a:off x="1229521" y="3886200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49CB51A-EED1-B6D6-C138-68171A8EB68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81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E24671-42BD-1094-9A60-76956609A0E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743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3F2FFE-2C53-E9CE-333E-BEDA1C32D3B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05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F6DE667-0DF9-BD62-2503-E05C7FA1145E}"/>
              </a:ext>
            </a:extLst>
          </p:cNvPr>
          <p:cNvSpPr txBox="1"/>
          <p:nvPr/>
        </p:nvSpPr>
        <p:spPr>
          <a:xfrm>
            <a:off x="2072480" y="1590951"/>
            <a:ext cx="49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 concurrent sessions active</a:t>
            </a:r>
          </a:p>
          <a:p>
            <a:pPr algn="ctr"/>
            <a:r>
              <a:rPr lang="en-US" altLang="zh-CN" sz="2400" dirty="0"/>
              <a:t>8</a:t>
            </a:r>
            <a:r>
              <a:rPr lang="zh-CN" altLang="en-US" sz="2400" dirty="0"/>
              <a:t>个同时活跃的会话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4B218D-A420-3CDB-2DBC-8061C1EDBD56}"/>
              </a:ext>
            </a:extLst>
          </p:cNvPr>
          <p:cNvGrpSpPr/>
          <p:nvPr/>
        </p:nvGrpSpPr>
        <p:grpSpPr>
          <a:xfrm>
            <a:off x="1257572" y="2565768"/>
            <a:ext cx="1183731" cy="962836"/>
            <a:chOff x="600021" y="2503261"/>
            <a:chExt cx="1183731" cy="96283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201973E-EFAD-0C9A-62CF-F83165EE4DC6}"/>
                </a:ext>
              </a:extLst>
            </p:cNvPr>
            <p:cNvGrpSpPr/>
            <p:nvPr/>
          </p:nvGrpSpPr>
          <p:grpSpPr>
            <a:xfrm rot="5400000">
              <a:off x="549481" y="2553801"/>
              <a:ext cx="954118" cy="853038"/>
              <a:chOff x="2133600" y="3081569"/>
              <a:chExt cx="954118" cy="853038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C451671B-87FC-3313-E3B4-E303CB22805B}"/>
                  </a:ext>
                </a:extLst>
              </p:cNvPr>
              <p:cNvSpPr/>
              <p:nvPr/>
            </p:nvSpPr>
            <p:spPr bwMode="auto">
              <a:xfrm>
                <a:off x="2133600" y="3412265"/>
                <a:ext cx="942974" cy="203130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2247ABAA-394A-EF4A-D917-82E006FC3289}"/>
                  </a:ext>
                </a:extLst>
              </p:cNvPr>
              <p:cNvSpPr/>
              <p:nvPr/>
            </p:nvSpPr>
            <p:spPr bwMode="auto">
              <a:xfrm>
                <a:off x="2133600" y="3081569"/>
                <a:ext cx="954118" cy="203131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4549F9D-E2AA-E807-68D6-5197A306D55C}"/>
                  </a:ext>
                </a:extLst>
              </p:cNvPr>
              <p:cNvSpPr/>
              <p:nvPr/>
            </p:nvSpPr>
            <p:spPr bwMode="auto">
              <a:xfrm>
                <a:off x="2133600" y="3742960"/>
                <a:ext cx="942974" cy="19164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0E885C22-187B-6FAA-09CF-CAA18CED3ED4}"/>
                </a:ext>
              </a:extLst>
            </p:cNvPr>
            <p:cNvSpPr/>
            <p:nvPr/>
          </p:nvSpPr>
          <p:spPr bwMode="auto">
            <a:xfrm rot="5400000">
              <a:off x="1205128" y="2887472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01154DF-3EDF-1A30-0F5D-599CC1AFE31B}"/>
              </a:ext>
            </a:extLst>
          </p:cNvPr>
          <p:cNvGrpSpPr/>
          <p:nvPr/>
        </p:nvGrpSpPr>
        <p:grpSpPr>
          <a:xfrm>
            <a:off x="5715476" y="2565768"/>
            <a:ext cx="1183731" cy="962836"/>
            <a:chOff x="600021" y="2503261"/>
            <a:chExt cx="1183731" cy="96283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C9F50F3-E45E-FF8E-EDD3-0143CD35F1C8}"/>
                </a:ext>
              </a:extLst>
            </p:cNvPr>
            <p:cNvGrpSpPr/>
            <p:nvPr/>
          </p:nvGrpSpPr>
          <p:grpSpPr>
            <a:xfrm rot="5400000">
              <a:off x="549481" y="2553801"/>
              <a:ext cx="954118" cy="853038"/>
              <a:chOff x="2133600" y="3081569"/>
              <a:chExt cx="954118" cy="853038"/>
            </a:xfrm>
          </p:grpSpPr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FBB68CCE-B1A4-1C13-6F32-45172AB8E2E7}"/>
                  </a:ext>
                </a:extLst>
              </p:cNvPr>
              <p:cNvSpPr/>
              <p:nvPr/>
            </p:nvSpPr>
            <p:spPr bwMode="auto">
              <a:xfrm>
                <a:off x="2133600" y="3412265"/>
                <a:ext cx="942974" cy="203130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34744B68-8386-E982-139B-C9F6558BBB95}"/>
                  </a:ext>
                </a:extLst>
              </p:cNvPr>
              <p:cNvSpPr/>
              <p:nvPr/>
            </p:nvSpPr>
            <p:spPr bwMode="auto">
              <a:xfrm>
                <a:off x="2133600" y="3081569"/>
                <a:ext cx="954118" cy="203131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5E4DB900-A1D6-AFCC-8B53-378F06218369}"/>
                  </a:ext>
                </a:extLst>
              </p:cNvPr>
              <p:cNvSpPr/>
              <p:nvPr/>
            </p:nvSpPr>
            <p:spPr bwMode="auto">
              <a:xfrm>
                <a:off x="2133600" y="3742960"/>
                <a:ext cx="942974" cy="19164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49AF43B5-8491-4007-0FA3-8D2ED0C1C7A4}"/>
                </a:ext>
              </a:extLst>
            </p:cNvPr>
            <p:cNvSpPr/>
            <p:nvPr/>
          </p:nvSpPr>
          <p:spPr bwMode="auto">
            <a:xfrm rot="5400000">
              <a:off x="1205128" y="2887472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885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C94D-73BC-A7E7-5F56-0E397294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43C6-3187-C729-A44E-AE8569EA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Cluster-Level Parallelism</a:t>
            </a:r>
            <a:br>
              <a:rPr lang="en-US" altLang="zh-CN" dirty="0"/>
            </a:br>
            <a:r>
              <a:rPr lang="zh-CN" altLang="en-US" dirty="0"/>
              <a:t>集群级别并行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839826D-4CAE-D1BA-803A-D2E9F51D77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E5E8F6-20BC-DF1A-6081-6FE816DEEDEA}"/>
              </a:ext>
            </a:extLst>
          </p:cNvPr>
          <p:cNvGrpSpPr/>
          <p:nvPr/>
        </p:nvGrpSpPr>
        <p:grpSpPr>
          <a:xfrm>
            <a:off x="457200" y="3581400"/>
            <a:ext cx="2916236" cy="2512594"/>
            <a:chOff x="914400" y="3429000"/>
            <a:chExt cx="2916236" cy="25125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B72A2D-6E80-FBB5-DF05-AC83DF3C7767}"/>
                </a:ext>
              </a:extLst>
            </p:cNvPr>
            <p:cNvSpPr/>
            <p:nvPr/>
          </p:nvSpPr>
          <p:spPr>
            <a:xfrm>
              <a:off x="914400" y="3429000"/>
              <a:ext cx="2916236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Host </a:t>
              </a:r>
              <a:r>
                <a:rPr lang="zh-CN" altLang="en-US" sz="2000" dirty="0">
                  <a:solidFill>
                    <a:srgbClr val="100D1A"/>
                  </a:solidFill>
                </a:rPr>
                <a:t>主控端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78FF20-EEC9-0CC9-59F3-C069DD37119A}"/>
                </a:ext>
              </a:extLst>
            </p:cNvPr>
            <p:cNvSpPr/>
            <p:nvPr/>
          </p:nvSpPr>
          <p:spPr>
            <a:xfrm rot="16200000">
              <a:off x="353220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A4CECC-647C-F7D7-EBEB-A3C3D724607E}"/>
                </a:ext>
              </a:extLst>
            </p:cNvPr>
            <p:cNvSpPr/>
            <p:nvPr/>
          </p:nvSpPr>
          <p:spPr>
            <a:xfrm rot="16200000">
              <a:off x="1115219" y="4750174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57F958-7646-AC8F-14E2-58D76B72E64D}"/>
                </a:ext>
              </a:extLst>
            </p:cNvPr>
            <p:cNvSpPr/>
            <p:nvPr/>
          </p:nvSpPr>
          <p:spPr>
            <a:xfrm rot="16200000">
              <a:off x="1877218" y="4750173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FFE8E7-6FDE-0E78-B325-996BEEBB82B1}"/>
                </a:ext>
              </a:extLst>
            </p:cNvPr>
            <p:cNvSpPr/>
            <p:nvPr/>
          </p:nvSpPr>
          <p:spPr>
            <a:xfrm rot="16200000">
              <a:off x="2639217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B1BE46-C473-7D56-FB68-C01296338E94}"/>
                </a:ext>
              </a:extLst>
            </p:cNvPr>
            <p:cNvCxnSpPr>
              <a:cxnSpLocks/>
              <a:stCxn id="8" idx="3"/>
            </p:cNvCxnSpPr>
            <p:nvPr/>
          </p:nvCxnSpPr>
          <p:spPr bwMode="auto">
            <a:xfrm flipV="1">
              <a:off x="1229521" y="3886200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F901A5-D628-47CC-A71A-C7F781EF3AF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81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E04D5B0-6BCE-EC55-FEE5-42CBE3290CD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743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026373-FE6D-6187-9FC5-E593BF107ED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05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F6DD5F1-1FB3-F6A2-C872-FC68BBF5B3FA}"/>
              </a:ext>
            </a:extLst>
          </p:cNvPr>
          <p:cNvSpPr txBox="1"/>
          <p:nvPr/>
        </p:nvSpPr>
        <p:spPr>
          <a:xfrm>
            <a:off x="1432701" y="1646612"/>
            <a:ext cx="6278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Scale to 2 instances for data parallelism</a:t>
            </a:r>
          </a:p>
          <a:p>
            <a:pPr algn="ctr"/>
            <a:r>
              <a:rPr lang="zh-CN" altLang="en-US" sz="2400" dirty="0"/>
              <a:t>扩容到</a:t>
            </a:r>
            <a:r>
              <a:rPr lang="en-US" altLang="zh-CN" sz="2400" dirty="0"/>
              <a:t>2</a:t>
            </a:r>
            <a:r>
              <a:rPr lang="zh-CN" altLang="en-US" sz="2400" dirty="0"/>
              <a:t>个实例进行数据并行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990B02-A37F-ABCF-B321-51C8A3C122CC}"/>
              </a:ext>
            </a:extLst>
          </p:cNvPr>
          <p:cNvGrpSpPr/>
          <p:nvPr/>
        </p:nvGrpSpPr>
        <p:grpSpPr>
          <a:xfrm>
            <a:off x="1257572" y="2565768"/>
            <a:ext cx="1183731" cy="962836"/>
            <a:chOff x="600021" y="2503261"/>
            <a:chExt cx="1183731" cy="96283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7053DE-F767-5172-07C9-66CA3555E681}"/>
                </a:ext>
              </a:extLst>
            </p:cNvPr>
            <p:cNvGrpSpPr/>
            <p:nvPr/>
          </p:nvGrpSpPr>
          <p:grpSpPr>
            <a:xfrm rot="5400000">
              <a:off x="549481" y="2553801"/>
              <a:ext cx="954118" cy="853038"/>
              <a:chOff x="2133600" y="3081569"/>
              <a:chExt cx="954118" cy="853038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568734C8-60C2-3273-6FBD-969788367E32}"/>
                  </a:ext>
                </a:extLst>
              </p:cNvPr>
              <p:cNvSpPr/>
              <p:nvPr/>
            </p:nvSpPr>
            <p:spPr bwMode="auto">
              <a:xfrm>
                <a:off x="2133600" y="3412265"/>
                <a:ext cx="942974" cy="203130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BD1676F5-102C-8C22-3642-7A7D22D45C14}"/>
                  </a:ext>
                </a:extLst>
              </p:cNvPr>
              <p:cNvSpPr/>
              <p:nvPr/>
            </p:nvSpPr>
            <p:spPr bwMode="auto">
              <a:xfrm>
                <a:off x="2133600" y="3081569"/>
                <a:ext cx="954118" cy="203131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CC0093BE-93E5-E36A-4246-51F0581E2460}"/>
                  </a:ext>
                </a:extLst>
              </p:cNvPr>
              <p:cNvSpPr/>
              <p:nvPr/>
            </p:nvSpPr>
            <p:spPr bwMode="auto">
              <a:xfrm>
                <a:off x="2133600" y="3742960"/>
                <a:ext cx="942974" cy="19164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14B23AB3-E583-3144-EB38-EC46EFE1EB90}"/>
                </a:ext>
              </a:extLst>
            </p:cNvPr>
            <p:cNvSpPr/>
            <p:nvPr/>
          </p:nvSpPr>
          <p:spPr bwMode="auto">
            <a:xfrm rot="5400000">
              <a:off x="1205128" y="2887472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73E1601-3848-1016-B6D0-74C165B2D5D5}"/>
              </a:ext>
            </a:extLst>
          </p:cNvPr>
          <p:cNvGrpSpPr/>
          <p:nvPr/>
        </p:nvGrpSpPr>
        <p:grpSpPr>
          <a:xfrm>
            <a:off x="5715476" y="2565768"/>
            <a:ext cx="1183731" cy="962836"/>
            <a:chOff x="600021" y="2503261"/>
            <a:chExt cx="1183731" cy="96283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6CD4CAF-2F24-D974-C5B6-612BBC3D8CD9}"/>
                </a:ext>
              </a:extLst>
            </p:cNvPr>
            <p:cNvGrpSpPr/>
            <p:nvPr/>
          </p:nvGrpSpPr>
          <p:grpSpPr>
            <a:xfrm rot="5400000">
              <a:off x="549481" y="2553801"/>
              <a:ext cx="954118" cy="853038"/>
              <a:chOff x="2133600" y="3081569"/>
              <a:chExt cx="954118" cy="853038"/>
            </a:xfrm>
          </p:grpSpPr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156684CB-29E9-28CA-AD8D-808A181C6ABD}"/>
                  </a:ext>
                </a:extLst>
              </p:cNvPr>
              <p:cNvSpPr/>
              <p:nvPr/>
            </p:nvSpPr>
            <p:spPr bwMode="auto">
              <a:xfrm>
                <a:off x="2133600" y="3412265"/>
                <a:ext cx="942974" cy="203130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C08D2AA8-2CAE-ACC9-2279-DC906BB4745C}"/>
                  </a:ext>
                </a:extLst>
              </p:cNvPr>
              <p:cNvSpPr/>
              <p:nvPr/>
            </p:nvSpPr>
            <p:spPr bwMode="auto">
              <a:xfrm>
                <a:off x="2133600" y="3081569"/>
                <a:ext cx="954118" cy="203131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454900CC-A49E-82EA-38FE-A4F1DF9C27EB}"/>
                  </a:ext>
                </a:extLst>
              </p:cNvPr>
              <p:cNvSpPr/>
              <p:nvPr/>
            </p:nvSpPr>
            <p:spPr bwMode="auto">
              <a:xfrm>
                <a:off x="2133600" y="3742960"/>
                <a:ext cx="942974" cy="19164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EBE61A25-A910-A03C-DB1F-17EDFE89D589}"/>
                </a:ext>
              </a:extLst>
            </p:cNvPr>
            <p:cNvSpPr/>
            <p:nvPr/>
          </p:nvSpPr>
          <p:spPr bwMode="auto">
            <a:xfrm rot="5400000">
              <a:off x="1205128" y="2887472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B55B53-5230-8B36-C26D-DB255DC9ECDA}"/>
              </a:ext>
            </a:extLst>
          </p:cNvPr>
          <p:cNvGrpSpPr/>
          <p:nvPr/>
        </p:nvGrpSpPr>
        <p:grpSpPr>
          <a:xfrm>
            <a:off x="4943475" y="3595471"/>
            <a:ext cx="2916236" cy="2512594"/>
            <a:chOff x="914400" y="3429000"/>
            <a:chExt cx="2916236" cy="251259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50FED2-6A9A-6D06-AC0D-CC6B330C36DD}"/>
                </a:ext>
              </a:extLst>
            </p:cNvPr>
            <p:cNvSpPr/>
            <p:nvPr/>
          </p:nvSpPr>
          <p:spPr>
            <a:xfrm>
              <a:off x="914400" y="3429000"/>
              <a:ext cx="2916236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Host </a:t>
              </a:r>
              <a:r>
                <a:rPr lang="zh-CN" altLang="en-US" sz="2000" dirty="0">
                  <a:solidFill>
                    <a:srgbClr val="100D1A"/>
                  </a:solidFill>
                </a:rPr>
                <a:t>主控端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93A6AC0-DFF9-FB72-EB37-F05E7E9520D8}"/>
                </a:ext>
              </a:extLst>
            </p:cNvPr>
            <p:cNvSpPr/>
            <p:nvPr/>
          </p:nvSpPr>
          <p:spPr>
            <a:xfrm rot="16200000">
              <a:off x="353220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EE9D71E-69D1-A45A-B28C-3373EC30689A}"/>
                </a:ext>
              </a:extLst>
            </p:cNvPr>
            <p:cNvSpPr/>
            <p:nvPr/>
          </p:nvSpPr>
          <p:spPr>
            <a:xfrm rot="16200000">
              <a:off x="1115219" y="4750174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8AEB3ED-C552-A034-E339-BBA14DF6A1D2}"/>
                </a:ext>
              </a:extLst>
            </p:cNvPr>
            <p:cNvSpPr/>
            <p:nvPr/>
          </p:nvSpPr>
          <p:spPr>
            <a:xfrm rot="16200000">
              <a:off x="1877218" y="4750173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5CD40D-98FA-4711-FB2D-71C39A411A35}"/>
                </a:ext>
              </a:extLst>
            </p:cNvPr>
            <p:cNvSpPr/>
            <p:nvPr/>
          </p:nvSpPr>
          <p:spPr>
            <a:xfrm rot="16200000">
              <a:off x="2639217" y="4750175"/>
              <a:ext cx="1752600" cy="6302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100D1A"/>
                  </a:solidFill>
                </a:rPr>
                <a:t>Accelerator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加速器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32C0ED8-1206-1D6A-774F-6AD85640FFDD}"/>
                </a:ext>
              </a:extLst>
            </p:cNvPr>
            <p:cNvCxnSpPr>
              <a:cxnSpLocks/>
              <a:stCxn id="29" idx="3"/>
            </p:cNvCxnSpPr>
            <p:nvPr/>
          </p:nvCxnSpPr>
          <p:spPr bwMode="auto">
            <a:xfrm flipV="1">
              <a:off x="1229521" y="3886200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34962F-2B79-A04A-9167-7443182AFC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81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A26B221-5D5A-FA64-41B5-ABCF91FC0D4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743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B2251D-7AE1-6469-3295-A8B029205AE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05200" y="3886197"/>
              <a:ext cx="0" cy="302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66554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BDBE-5814-823C-0771-6DF43E78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AFE9-B11D-7D5C-9EB7-99FE24DA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Cluster-Level Caching</a:t>
            </a:r>
            <a:br>
              <a:rPr lang="en-US" altLang="zh-CN" dirty="0"/>
            </a:br>
            <a:r>
              <a:rPr lang="zh-CN" altLang="en-US" dirty="0"/>
              <a:t>集群级别缓存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85FD8-AFD5-DA4A-DA81-C65F035F0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Distributed KV Store  </a:t>
            </a:r>
            <a:r>
              <a:rPr lang="zh-CN" altLang="en-US" dirty="0"/>
              <a:t>分布式</a:t>
            </a:r>
            <a:r>
              <a:rPr lang="en-US" altLang="zh-CN" dirty="0"/>
              <a:t>KV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Hold KV cache of all the session</a:t>
            </a:r>
            <a:br>
              <a:rPr lang="en-US" altLang="zh-CN" dirty="0"/>
            </a:br>
            <a:r>
              <a:rPr lang="zh-CN" altLang="en-US" dirty="0"/>
              <a:t>保存所有会话的</a:t>
            </a:r>
            <a:r>
              <a:rPr lang="en-US" altLang="zh-CN" dirty="0"/>
              <a:t>KV</a:t>
            </a:r>
            <a:r>
              <a:rPr lang="zh-CN" altLang="en-US" dirty="0"/>
              <a:t>缓存</a:t>
            </a:r>
            <a:endParaRPr lang="en-US" altLang="zh-CN" dirty="0"/>
          </a:p>
          <a:p>
            <a:pPr lvl="1"/>
            <a:r>
              <a:rPr lang="en-US" altLang="zh-CN" dirty="0"/>
              <a:t>Connected w/ network  </a:t>
            </a:r>
            <a:r>
              <a:rPr lang="zh-CN" altLang="en-US" dirty="0"/>
              <a:t>由网络互联</a:t>
            </a:r>
            <a:endParaRPr lang="en-US" altLang="zh-CN" dirty="0"/>
          </a:p>
          <a:p>
            <a:r>
              <a:rPr lang="en-US" altLang="zh-CN" dirty="0"/>
              <a:t>KV Cache of Active Sessions </a:t>
            </a:r>
            <a:br>
              <a:rPr lang="en-US" altLang="zh-CN" dirty="0"/>
            </a:br>
            <a:r>
              <a:rPr lang="zh-CN" altLang="en-US" dirty="0"/>
              <a:t>活跃会话的</a:t>
            </a:r>
            <a:r>
              <a:rPr lang="en-US" altLang="zh-CN" dirty="0"/>
              <a:t>KV</a:t>
            </a:r>
            <a:r>
              <a:rPr lang="zh-CN" altLang="en-US" dirty="0"/>
              <a:t>缓存</a:t>
            </a:r>
            <a:endParaRPr lang="en-US" altLang="zh-CN" dirty="0"/>
          </a:p>
          <a:p>
            <a:pPr lvl="1"/>
            <a:r>
              <a:rPr lang="en-US" altLang="zh-CN" dirty="0"/>
              <a:t>Transferred to &amp; cached in accelerator memory  </a:t>
            </a:r>
            <a:r>
              <a:rPr lang="zh-CN" altLang="en-US" dirty="0"/>
              <a:t>传送至并被缓存于加速器内存中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563A9BC-2FEF-7553-6B04-0980E74AC7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60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F4CE-1D24-444A-D959-CCB9C9A98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7CE9-D617-3DBD-AB93-66252EA3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Advanced Optimization</a:t>
            </a:r>
            <a:br>
              <a:rPr lang="en-US" altLang="zh-CN" dirty="0"/>
            </a:br>
            <a:r>
              <a:rPr lang="zh-CN" altLang="en-US" dirty="0"/>
              <a:t>进阶优化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C6C0C-64B6-FDD1-6DAC-C9412B51C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KV Cache by Modules  </a:t>
            </a:r>
            <a:br>
              <a:rPr lang="en-US" altLang="zh-CN" dirty="0"/>
            </a:br>
            <a:r>
              <a:rPr lang="en-US" altLang="zh-CN" dirty="0"/>
              <a:t>KV</a:t>
            </a:r>
            <a:r>
              <a:rPr lang="zh-CN" altLang="en-US" dirty="0"/>
              <a:t>缓存对应于各模块</a:t>
            </a:r>
            <a:endParaRPr lang="en-US" altLang="zh-CN" dirty="0"/>
          </a:p>
          <a:p>
            <a:pPr lvl="1"/>
            <a:r>
              <a:rPr lang="en-US" altLang="zh-CN" dirty="0"/>
              <a:t>Compute of the current module pipelined w/ transfer of the KV cache of the next module  </a:t>
            </a:r>
            <a:r>
              <a:rPr lang="zh-CN" altLang="en-US" dirty="0"/>
              <a:t>当前模块的计算和下一个模块的</a:t>
            </a:r>
            <a:r>
              <a:rPr lang="en-US" altLang="zh-CN" dirty="0"/>
              <a:t>KV</a:t>
            </a:r>
            <a:r>
              <a:rPr lang="zh-CN" altLang="en-US" dirty="0"/>
              <a:t>缓存传输流水化执行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B353254-24D4-CEA0-A37F-EE0323DE6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3BE9B-27B0-ABDB-F534-BD92500D11CE}"/>
              </a:ext>
            </a:extLst>
          </p:cNvPr>
          <p:cNvSpPr txBox="1"/>
          <p:nvPr/>
        </p:nvSpPr>
        <p:spPr>
          <a:xfrm>
            <a:off x="55947" y="5379303"/>
            <a:ext cx="9032106" cy="83099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 dirty="0">
                <a:solidFill>
                  <a:schemeClr val="bg1"/>
                </a:solidFill>
              </a:rPr>
              <a:t>There are plenty of optimization opportunities in practice</a:t>
            </a:r>
          </a:p>
          <a:p>
            <a:pPr algn="ctr"/>
            <a:r>
              <a:rPr lang="zh-CN" altLang="en-US" sz="2400" i="1" dirty="0">
                <a:solidFill>
                  <a:schemeClr val="bg1"/>
                </a:solidFill>
              </a:rPr>
              <a:t>实践中有很多优化的机会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96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9C44-17E9-7861-2AC0-9A0833D3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B224-ECA6-ADDE-6D7B-1EC78381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Just a Popular Science Course</a:t>
            </a:r>
            <a:br>
              <a:rPr lang="en-US" altLang="zh-CN" dirty="0"/>
            </a:br>
            <a:r>
              <a:rPr lang="zh-CN" altLang="en-US" dirty="0"/>
              <a:t>只是一门科普课程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5941F-17C1-9E14-AEC0-D7C838CF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Never Meant to Be Complete  </a:t>
            </a:r>
            <a:br>
              <a:rPr lang="en-US" altLang="zh-CN" dirty="0"/>
            </a:br>
            <a:r>
              <a:rPr lang="zh-CN" altLang="en-US" dirty="0"/>
              <a:t>原本就未计划强调完整性</a:t>
            </a:r>
            <a:endParaRPr lang="en-US" altLang="zh-CN" dirty="0"/>
          </a:p>
          <a:p>
            <a:pPr lvl="1"/>
            <a:r>
              <a:rPr lang="en-US" altLang="zh-CN" dirty="0"/>
              <a:t>Selective course content  </a:t>
            </a:r>
            <a:br>
              <a:rPr lang="en-US" altLang="zh-CN" dirty="0"/>
            </a:br>
            <a:r>
              <a:rPr lang="zh-CN" altLang="en-US" dirty="0"/>
              <a:t>选择性的课程内容</a:t>
            </a:r>
            <a:endParaRPr lang="en-US" altLang="zh-CN" dirty="0"/>
          </a:p>
          <a:p>
            <a:pPr lvl="2"/>
            <a:r>
              <a:rPr lang="en-US" altLang="zh-CN" dirty="0"/>
              <a:t>Mentioned only for some important topics  </a:t>
            </a:r>
            <a:br>
              <a:rPr lang="en-US" altLang="zh-CN" dirty="0"/>
            </a:br>
            <a:r>
              <a:rPr lang="zh-CN" altLang="en-US" dirty="0"/>
              <a:t>对于一些很重要的内容只是稍作提及</a:t>
            </a:r>
            <a:endParaRPr lang="en-US" altLang="zh-CN" dirty="0"/>
          </a:p>
          <a:p>
            <a:pPr lvl="1"/>
            <a:r>
              <a:rPr lang="en-US" altLang="zh-CN" dirty="0"/>
              <a:t>Deliberate omission, e.g., </a:t>
            </a:r>
            <a:r>
              <a:rPr lang="zh-CN" altLang="en-US" dirty="0"/>
              <a:t>刻意省略，例如</a:t>
            </a:r>
            <a:endParaRPr lang="en-US" altLang="zh-CN" dirty="0"/>
          </a:p>
          <a:p>
            <a:pPr lvl="2"/>
            <a:r>
              <a:rPr lang="en-US" altLang="zh-CN" dirty="0"/>
              <a:t>OS kernel vs user-space application  </a:t>
            </a:r>
            <a:br>
              <a:rPr lang="en-US" altLang="zh-CN" dirty="0"/>
            </a:br>
            <a:r>
              <a:rPr lang="zh-CN" altLang="en-US" dirty="0"/>
              <a:t>操作系统内核和用户态程序</a:t>
            </a:r>
            <a:endParaRPr lang="en-US" altLang="zh-CN" dirty="0"/>
          </a:p>
          <a:p>
            <a:pPr lvl="2"/>
            <a:r>
              <a:rPr lang="en-US" altLang="zh-CN" dirty="0"/>
              <a:t>Memory management  </a:t>
            </a:r>
            <a:r>
              <a:rPr lang="zh-CN" altLang="en-US" dirty="0"/>
              <a:t>内存管理</a:t>
            </a:r>
            <a:endParaRPr lang="en-US" altLang="zh-CN" dirty="0"/>
          </a:p>
          <a:p>
            <a:pPr lvl="2"/>
            <a:r>
              <a:rPr lang="en-US" altLang="zh-CN" dirty="0"/>
              <a:t>Interrupt</a:t>
            </a:r>
            <a:r>
              <a:rPr lang="zh-CN" altLang="en-US" dirty="0"/>
              <a:t> </a:t>
            </a:r>
            <a:r>
              <a:rPr lang="en-US" altLang="zh-CN" dirty="0"/>
              <a:t>mechanism  </a:t>
            </a:r>
            <a:r>
              <a:rPr lang="zh-CN" altLang="en-US" dirty="0"/>
              <a:t>中断机制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FBC4DD-827C-B660-3C28-FA20CF30F1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916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D706-EE72-D006-8DA9-0E61B4DB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079A-A305-3275-39E5-8B369A9B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Just a Popular Science Course</a:t>
            </a:r>
            <a:br>
              <a:rPr lang="en-US" altLang="zh-CN" dirty="0"/>
            </a:br>
            <a:r>
              <a:rPr lang="zh-CN" altLang="en-US" dirty="0"/>
              <a:t>只是一门科普课程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5BA1-E4E0-F5B7-24BD-F2C8FB943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Far from Full Depth  </a:t>
            </a:r>
            <a:br>
              <a:rPr lang="en-US" altLang="zh-CN" dirty="0"/>
            </a:br>
            <a:r>
              <a:rPr lang="zh-CN" altLang="en-US" dirty="0"/>
              <a:t>远未触及终极深度</a:t>
            </a:r>
            <a:endParaRPr lang="en-US" altLang="zh-CN" dirty="0"/>
          </a:p>
          <a:p>
            <a:pPr lvl="1"/>
            <a:r>
              <a:rPr lang="en-US" altLang="zh-CN" dirty="0"/>
              <a:t>Practices to demonstrate the power of various optimizations   </a:t>
            </a:r>
            <a:br>
              <a:rPr lang="en-US" altLang="zh-CN" dirty="0"/>
            </a:br>
            <a:r>
              <a:rPr lang="zh-CN" altLang="en-US" dirty="0"/>
              <a:t>各个实践以展示各种优化的威力</a:t>
            </a:r>
            <a:endParaRPr lang="en-US" altLang="zh-CN" dirty="0"/>
          </a:p>
          <a:p>
            <a:pPr lvl="2"/>
            <a:r>
              <a:rPr lang="en-US" altLang="zh-CN" dirty="0"/>
              <a:t>But not to the extreme  </a:t>
            </a:r>
            <a:r>
              <a:rPr lang="zh-CN" altLang="en-US" dirty="0"/>
              <a:t>却并非极致优化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647A77A-1B1B-A04E-6EBF-AE60946059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499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6C7F-B0C2-7A25-0A6A-5E51B8F8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8181-3015-9495-2176-83C3C283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Closing Remarks  </a:t>
            </a:r>
            <a:r>
              <a:rPr lang="zh-CN" altLang="en-US" dirty="0"/>
              <a:t>结束语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1E1A1F3-522C-CF26-319D-48A516ED05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8. Epilogue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8.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07659-D080-506F-7CF9-0D4376B2AEFC}"/>
              </a:ext>
            </a:extLst>
          </p:cNvPr>
          <p:cNvSpPr txBox="1"/>
          <p:nvPr/>
        </p:nvSpPr>
        <p:spPr>
          <a:xfrm>
            <a:off x="0" y="175259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If you’re interested, learn more about architecture &amp; systems</a:t>
            </a:r>
          </a:p>
          <a:p>
            <a:pPr algn="ctr"/>
            <a:r>
              <a:rPr lang="zh-CN" altLang="en-US" sz="2400" dirty="0"/>
              <a:t>如果你感兴趣，可在架构和系统方面进行更多的学习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164F6-2453-86A8-66AB-44A8A2882D52}"/>
              </a:ext>
            </a:extLst>
          </p:cNvPr>
          <p:cNvSpPr txBox="1"/>
          <p:nvPr/>
        </p:nvSpPr>
        <p:spPr>
          <a:xfrm>
            <a:off x="533400" y="3000979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Reflect on your learning w/ those paradigms, </a:t>
            </a:r>
          </a:p>
          <a:p>
            <a:pPr algn="ctr"/>
            <a:r>
              <a:rPr lang="en-US" altLang="zh-CN" sz="2400" dirty="0"/>
              <a:t>&amp; deepen it through practices </a:t>
            </a:r>
          </a:p>
          <a:p>
            <a:pPr algn="ctr"/>
            <a:r>
              <a:rPr lang="zh-CN" altLang="en-US" sz="2400" dirty="0"/>
              <a:t>用这些范式反思学习到的内容，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并通过实践深化学习到的内容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39CE1-452A-E47E-A57F-AD61ADEBC2F2}"/>
              </a:ext>
            </a:extLst>
          </p:cNvPr>
          <p:cNvSpPr txBox="1"/>
          <p:nvPr/>
        </p:nvSpPr>
        <p:spPr>
          <a:xfrm>
            <a:off x="533400" y="4988022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Continue evolving in the AI era</a:t>
            </a:r>
          </a:p>
          <a:p>
            <a:pPr algn="ctr"/>
            <a:r>
              <a:rPr lang="zh-CN" altLang="en-US" sz="2400" dirty="0"/>
              <a:t>在</a:t>
            </a:r>
            <a:r>
              <a:rPr lang="en-US" altLang="zh-CN" sz="2400" dirty="0"/>
              <a:t>AI</a:t>
            </a:r>
            <a:r>
              <a:rPr lang="zh-CN" altLang="en-US" sz="2400" dirty="0"/>
              <a:t>时代不断提升</a:t>
            </a:r>
          </a:p>
        </p:txBody>
      </p:sp>
    </p:spTree>
    <p:extLst>
      <p:ext uri="{BB962C8B-B14F-4D97-AF65-F5344CB8AC3E}">
        <p14:creationId xmlns:p14="http://schemas.microsoft.com/office/powerpoint/2010/main" val="285845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20552</TotalTime>
  <Words>5199</Words>
  <Application>Microsoft Office PowerPoint</Application>
  <PresentationFormat>On-screen Show (4:3)</PresentationFormat>
  <Paragraphs>528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ＭＳ Ｐゴシック</vt:lpstr>
      <vt:lpstr>SimSun</vt:lpstr>
      <vt:lpstr>微软雅黑</vt:lpstr>
      <vt:lpstr>Arial</vt:lpstr>
      <vt:lpstr>Comic Sans MS</vt:lpstr>
      <vt:lpstr>Tahoma</vt:lpstr>
      <vt:lpstr>Times New Roman</vt:lpstr>
      <vt:lpstr>Wingdings</vt:lpstr>
      <vt:lpstr>Blends</vt:lpstr>
      <vt:lpstr>How Computing Works -  Modern Paradigms of Architecture &amp; System 8. Epilogue</vt:lpstr>
      <vt:lpstr>What We’ve Learned 我们学了什么</vt:lpstr>
      <vt:lpstr>What Is Practice 7.4 About? 实践7.4做了什么？(1)</vt:lpstr>
      <vt:lpstr>What Is Practice 7.4 About? 实践7.4做了什么？(2)</vt:lpstr>
      <vt:lpstr>What Is Practice 7.4 About? 实践7.4做了什么？(3)</vt:lpstr>
      <vt:lpstr>What Is Practice 7.4 About? 实践7.4做了什么？(4)</vt:lpstr>
      <vt:lpstr>What Is Practice 7.4 About? 实践7.4做了什么？(5)</vt:lpstr>
      <vt:lpstr>What Is Practice 7.4 About? 实践7.4做了什么？(6)</vt:lpstr>
      <vt:lpstr>The Paradigms  这些范式</vt:lpstr>
      <vt:lpstr>Generalization  推广</vt:lpstr>
      <vt:lpstr>LLM: Deeply Stacked Modules LLM：深度堆叠的模块</vt:lpstr>
      <vt:lpstr>Workload Offloading   工作负载分担</vt:lpstr>
      <vt:lpstr>Low Precision  低精度</vt:lpstr>
      <vt:lpstr>Low-Level Parallelism  底层并行</vt:lpstr>
      <vt:lpstr>Low-Level Caching  底层缓存 (1)</vt:lpstr>
      <vt:lpstr>Low-Level Caching  底层缓存 (2)</vt:lpstr>
      <vt:lpstr>Compilation &amp; Interpretation  编译与解释</vt:lpstr>
      <vt:lpstr>Model-Level Parallelism   模型层面并行 (1)</vt:lpstr>
      <vt:lpstr>Model-Level Parallelism   模型层面并行 (2)</vt:lpstr>
      <vt:lpstr>Model-Level Parallelism   模型层面并行 (2)</vt:lpstr>
      <vt:lpstr>Model-Level Parallelism   模型层面并行 (2)</vt:lpstr>
      <vt:lpstr>Model-Level Parallelism   模型层面并行 (3)</vt:lpstr>
      <vt:lpstr>Model-Level Parallelism   模型层面并行 (3)</vt:lpstr>
      <vt:lpstr>Model-Level Parallelism   模型层面并行 (3)</vt:lpstr>
      <vt:lpstr>Model-Level Parallelism   模型层面并行 (3)</vt:lpstr>
      <vt:lpstr>Model-Level Parallelism   模型层面并行 (3)</vt:lpstr>
      <vt:lpstr>Model-Level Parallelism   模型层面并行 (3)</vt:lpstr>
      <vt:lpstr>Model-Level Parallelism   模型层面并行 (4)</vt:lpstr>
      <vt:lpstr>Model-Level Parallelism   模型层面并行 (4)</vt:lpstr>
      <vt:lpstr>Model-Level Parallelism   模型层面并行 (4)</vt:lpstr>
      <vt:lpstr>Model-Level Caching   模型层面缓存</vt:lpstr>
      <vt:lpstr>Another Low-Precision Option   另一个低精度选项</vt:lpstr>
      <vt:lpstr>Output Processing Pipeline 输出处理流水线</vt:lpstr>
      <vt:lpstr>Cluster-Level Parallelism 集群级别并行</vt:lpstr>
      <vt:lpstr>Cluster-Level Parallelism 集群级别并行</vt:lpstr>
      <vt:lpstr>Cluster-Level Parallelism 集群级别并行</vt:lpstr>
      <vt:lpstr>Cluster-Level Caching 集群级别缓存</vt:lpstr>
      <vt:lpstr>Advanced Optimization 进阶优化</vt:lpstr>
      <vt:lpstr>Just a Popular Science Course 只是一门科普课程 (1)</vt:lpstr>
      <vt:lpstr>Just a Popular Science Course 只是一门科普课程 (2)</vt:lpstr>
      <vt:lpstr>Closing Remarks  结束语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1049</cp:revision>
  <dcterms:created xsi:type="dcterms:W3CDTF">2003-03-13T01:36:43Z</dcterms:created>
  <dcterms:modified xsi:type="dcterms:W3CDTF">2026-10-25T22:18:39Z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