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4"/>
  </p:sldMasterIdLst>
  <p:notesMasterIdLst>
    <p:notesMasterId r:id="rId50"/>
  </p:notesMasterIdLst>
  <p:handoutMasterIdLst>
    <p:handoutMasterId r:id="rId51"/>
  </p:handoutMasterIdLst>
  <p:sldIdLst>
    <p:sldId id="286" r:id="rId5"/>
    <p:sldId id="645" r:id="rId6"/>
    <p:sldId id="692" r:id="rId7"/>
    <p:sldId id="694" r:id="rId8"/>
    <p:sldId id="693" r:id="rId9"/>
    <p:sldId id="695" r:id="rId10"/>
    <p:sldId id="696" r:id="rId11"/>
    <p:sldId id="697" r:id="rId12"/>
    <p:sldId id="698" r:id="rId13"/>
    <p:sldId id="702" r:id="rId14"/>
    <p:sldId id="703" r:id="rId15"/>
    <p:sldId id="704" r:id="rId16"/>
    <p:sldId id="705" r:id="rId17"/>
    <p:sldId id="706" r:id="rId18"/>
    <p:sldId id="709" r:id="rId19"/>
    <p:sldId id="707" r:id="rId20"/>
    <p:sldId id="708" r:id="rId21"/>
    <p:sldId id="710" r:id="rId22"/>
    <p:sldId id="711" r:id="rId23"/>
    <p:sldId id="712" r:id="rId24"/>
    <p:sldId id="713" r:id="rId25"/>
    <p:sldId id="714" r:id="rId26"/>
    <p:sldId id="715" r:id="rId27"/>
    <p:sldId id="716" r:id="rId28"/>
    <p:sldId id="717" r:id="rId29"/>
    <p:sldId id="718" r:id="rId30"/>
    <p:sldId id="719" r:id="rId31"/>
    <p:sldId id="720" r:id="rId32"/>
    <p:sldId id="721" r:id="rId33"/>
    <p:sldId id="722" r:id="rId34"/>
    <p:sldId id="723" r:id="rId35"/>
    <p:sldId id="724" r:id="rId36"/>
    <p:sldId id="725" r:id="rId37"/>
    <p:sldId id="728" r:id="rId38"/>
    <p:sldId id="729" r:id="rId39"/>
    <p:sldId id="730" r:id="rId40"/>
    <p:sldId id="726" r:id="rId41"/>
    <p:sldId id="732" r:id="rId42"/>
    <p:sldId id="734" r:id="rId43"/>
    <p:sldId id="733" r:id="rId44"/>
    <p:sldId id="735" r:id="rId45"/>
    <p:sldId id="700" r:id="rId46"/>
    <p:sldId id="701" r:id="rId47"/>
    <p:sldId id="699" r:id="rId48"/>
    <p:sldId id="353" r:id="rId49"/>
  </p:sldIdLst>
  <p:sldSz cx="9144000" cy="6858000" type="screen4x3"/>
  <p:notesSz cx="7010400" cy="92964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B104"/>
    <a:srgbClr val="339933"/>
    <a:srgbClr val="EFE5D7"/>
    <a:srgbClr val="333399"/>
    <a:srgbClr val="B2B2B2"/>
    <a:srgbClr val="993366"/>
    <a:srgbClr val="33CC3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414D35-63EA-49AB-B02A-5978EF51928F}" v="13955" dt="2026-10-26T12:13:30.8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874" autoAdjust="0"/>
    <p:restoredTop sz="89758" autoAdjust="0"/>
  </p:normalViewPr>
  <p:slideViewPr>
    <p:cSldViewPr>
      <p:cViewPr varScale="1">
        <p:scale>
          <a:sx n="64" d="100"/>
          <a:sy n="64" d="100"/>
        </p:scale>
        <p:origin x="1042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2275" y="62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microsoft.com/office/2015/10/relationships/revisionInfo" Target="revisionInfo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Cong" userId="025630f4-267e-4cb3-8cd5-8795177f99f4" providerId="ADAL" clId="{929A2CC8-B112-421C-81E2-D5D63B23E300}"/>
    <pc:docChg chg="undo redo custSel addSld delSld modSld sldOrd">
      <pc:chgData name="Li, Cong" userId="025630f4-267e-4cb3-8cd5-8795177f99f4" providerId="ADAL" clId="{929A2CC8-B112-421C-81E2-D5D63B23E300}" dt="2026-10-26T12:22:32.045" v="97556" actId="1036"/>
      <pc:docMkLst>
        <pc:docMk/>
      </pc:docMkLst>
      <pc:sldChg chg="modSp mod">
        <pc:chgData name="Li, Cong" userId="025630f4-267e-4cb3-8cd5-8795177f99f4" providerId="ADAL" clId="{929A2CC8-B112-421C-81E2-D5D63B23E300}" dt="2026-10-25T00:26:54.122" v="78297" actId="20577"/>
        <pc:sldMkLst>
          <pc:docMk/>
          <pc:sldMk cId="0" sldId="286"/>
        </pc:sldMkLst>
        <pc:spChg chg="mod">
          <ac:chgData name="Li, Cong" userId="025630f4-267e-4cb3-8cd5-8795177f99f4" providerId="ADAL" clId="{929A2CC8-B112-421C-81E2-D5D63B23E300}" dt="2026-10-25T00:26:54.122" v="78297" actId="20577"/>
          <ac:spMkLst>
            <pc:docMk/>
            <pc:sldMk cId="0" sldId="286"/>
            <ac:spMk id="4" creationId="{D050F980-1D76-4E39-94EB-A1B939407DEF}"/>
          </ac:spMkLst>
        </pc:spChg>
        <pc:spChg chg="mod">
          <ac:chgData name="Li, Cong" userId="025630f4-267e-4cb3-8cd5-8795177f99f4" providerId="ADAL" clId="{929A2CC8-B112-421C-81E2-D5D63B23E300}" dt="2026-10-25T00:26:43.882" v="78283" actId="20577"/>
          <ac:spMkLst>
            <pc:docMk/>
            <pc:sldMk cId="0" sldId="286"/>
            <ac:spMk id="5122" creationId="{00000000-0000-0000-0000-000000000000}"/>
          </ac:spMkLst>
        </pc:spChg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440668768" sldId="496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2625912440" sldId="522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438670737" sldId="599"/>
        </pc:sldMkLst>
      </pc:sldChg>
      <pc:sldChg chg="addSp del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009159685" sldId="629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607327523" sldId="644"/>
        </pc:sldMkLst>
      </pc:sldChg>
      <pc:sldChg chg="addSp delSp modSp add mod ord delAnim modAnim">
        <pc:chgData name="Li, Cong" userId="025630f4-267e-4cb3-8cd5-8795177f99f4" providerId="ADAL" clId="{929A2CC8-B112-421C-81E2-D5D63B23E300}" dt="2026-10-25T01:32:52.782" v="80159"/>
        <pc:sldMkLst>
          <pc:docMk/>
          <pc:sldMk cId="456377207" sldId="645"/>
        </pc:sldMkLst>
        <pc:spChg chg="mod">
          <ac:chgData name="Li, Cong" userId="025630f4-267e-4cb3-8cd5-8795177f99f4" providerId="ADAL" clId="{929A2CC8-B112-421C-81E2-D5D63B23E300}" dt="2026-10-25T00:36:00.869" v="78347" actId="20577"/>
          <ac:spMkLst>
            <pc:docMk/>
            <pc:sldMk cId="456377207" sldId="645"/>
            <ac:spMk id="2" creationId="{1EB7604A-B762-4EFF-7288-CF8C68EDE2F1}"/>
          </ac:spMkLst>
        </pc:spChg>
        <pc:spChg chg="add mod">
          <ac:chgData name="Li, Cong" userId="025630f4-267e-4cb3-8cd5-8795177f99f4" providerId="ADAL" clId="{929A2CC8-B112-421C-81E2-D5D63B23E300}" dt="2026-10-25T00:43:04.251" v="78783" actId="20577"/>
          <ac:spMkLst>
            <pc:docMk/>
            <pc:sldMk cId="456377207" sldId="645"/>
            <ac:spMk id="3" creationId="{1C096E36-81C0-9603-0E24-B58A319E9C07}"/>
          </ac:spMkLst>
        </pc:spChg>
        <pc:spChg chg="mod">
          <ac:chgData name="Li, Cong" userId="025630f4-267e-4cb3-8cd5-8795177f99f4" providerId="ADAL" clId="{929A2CC8-B112-421C-81E2-D5D63B23E300}" dt="2026-10-25T00:35:46.036" v="78304" actId="20577"/>
          <ac:spMkLst>
            <pc:docMk/>
            <pc:sldMk cId="456377207" sldId="645"/>
            <ac:spMk id="5" creationId="{3BF9CC28-E1BC-1E9C-DB57-62571AAACCD1}"/>
          </ac:spMkLst>
        </pc:spChg>
        <pc:spChg chg="mod">
          <ac:chgData name="Li, Cong" userId="025630f4-267e-4cb3-8cd5-8795177f99f4" providerId="ADAL" clId="{929A2CC8-B112-421C-81E2-D5D63B23E300}" dt="2026-10-25T00:38:47.751" v="78688" actId="20577"/>
          <ac:spMkLst>
            <pc:docMk/>
            <pc:sldMk cId="456377207" sldId="645"/>
            <ac:spMk id="6" creationId="{6D9CB325-88C4-0F3F-B97D-DC0E0F00364B}"/>
          </ac:spMkLst>
        </pc:spChg>
        <pc:spChg chg="mod">
          <ac:chgData name="Li, Cong" userId="025630f4-267e-4cb3-8cd5-8795177f99f4" providerId="ADAL" clId="{929A2CC8-B112-421C-81E2-D5D63B23E300}" dt="2026-10-25T00:37:32.671" v="78472" actId="1035"/>
          <ac:spMkLst>
            <pc:docMk/>
            <pc:sldMk cId="456377207" sldId="645"/>
            <ac:spMk id="10" creationId="{8CA2D213-5363-199C-E11A-691EE19F49D8}"/>
          </ac:spMkLst>
        </pc:spChg>
      </pc:sldChg>
      <pc:sldChg chg="addSp delSp modSp add del mod delAnim">
        <pc:chgData name="Li, Cong" userId="025630f4-267e-4cb3-8cd5-8795177f99f4" providerId="ADAL" clId="{929A2CC8-B112-421C-81E2-D5D63B23E300}" dt="2026-10-25T02:47:55.905" v="83660" actId="47"/>
        <pc:sldMkLst>
          <pc:docMk/>
          <pc:sldMk cId="1535622073" sldId="646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37592539" sldId="648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4021112979" sldId="649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944223250" sldId="650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952582907" sldId="651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924237332" sldId="652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515799809" sldId="653"/>
        </pc:sldMkLst>
      </pc:sldChg>
      <pc:sldChg chg="add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102104761" sldId="654"/>
        </pc:sldMkLst>
      </pc:sldChg>
      <pc:sldChg chg="addSp del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361454139" sldId="655"/>
        </pc:sldMkLst>
      </pc:sldChg>
      <pc:sldChg chg="addSp del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27341985" sldId="656"/>
        </pc:sldMkLst>
      </pc:sldChg>
      <pc:sldChg chg="addSp 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137350092" sldId="657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935658337" sldId="658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3818523678" sldId="659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51596517" sldId="660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79162673" sldId="661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471535493" sldId="663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52727051" sldId="664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4279942667" sldId="665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67785173" sldId="666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208049748" sldId="667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4078939705" sldId="668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1417012964" sldId="669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3097563623" sldId="670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86018410" sldId="671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467815374" sldId="672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418775150" sldId="673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3300590521" sldId="674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1259981469" sldId="675"/>
        </pc:sldMkLst>
      </pc:sldChg>
      <pc:sldChg chg="modSp add del mod">
        <pc:chgData name="Li, Cong" userId="025630f4-267e-4cb3-8cd5-8795177f99f4" providerId="ADAL" clId="{929A2CC8-B112-421C-81E2-D5D63B23E300}" dt="2026-10-25T02:47:55.905" v="83660" actId="47"/>
        <pc:sldMkLst>
          <pc:docMk/>
          <pc:sldMk cId="492437470" sldId="676"/>
        </pc:sldMkLst>
      </pc:sldChg>
      <pc:sldChg chg="addSp delSp modSp add del mod setBg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172383689" sldId="677"/>
        </pc:sldMkLst>
      </pc:sldChg>
      <pc:sldChg chg="addSp delSp modSp add del mod setBg modAnim">
        <pc:chgData name="Li, Cong" userId="025630f4-267e-4cb3-8cd5-8795177f99f4" providerId="ADAL" clId="{929A2CC8-B112-421C-81E2-D5D63B23E300}" dt="2026-10-25T02:47:55.905" v="83660" actId="47"/>
        <pc:sldMkLst>
          <pc:docMk/>
          <pc:sldMk cId="3869334679" sldId="678"/>
        </pc:sldMkLst>
      </pc:sldChg>
      <pc:sldChg chg="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956421229" sldId="679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3685720987" sldId="680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1712827502" sldId="681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854482502" sldId="682"/>
        </pc:sldMkLst>
      </pc:sldChg>
      <pc:sldChg chg="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772184463" sldId="683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467838845" sldId="684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308115475" sldId="685"/>
        </pc:sldMkLst>
      </pc:sldChg>
      <pc:sldChg chg="addSp delSp modSp add del mod delAnim modAnim">
        <pc:chgData name="Li, Cong" userId="025630f4-267e-4cb3-8cd5-8795177f99f4" providerId="ADAL" clId="{929A2CC8-B112-421C-81E2-D5D63B23E300}" dt="2026-10-25T02:47:55.905" v="83660" actId="47"/>
        <pc:sldMkLst>
          <pc:docMk/>
          <pc:sldMk cId="221958194" sldId="686"/>
        </pc:sldMkLst>
      </pc:sldChg>
      <pc:sldChg chg="add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278926780" sldId="687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2927516807" sldId="688"/>
        </pc:sldMkLst>
      </pc:sldChg>
      <pc:sldChg chg="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3775875382" sldId="689"/>
        </pc:sldMkLst>
      </pc:sldChg>
      <pc:sldChg chg="addSp delSp modSp add del mod modAnim">
        <pc:chgData name="Li, Cong" userId="025630f4-267e-4cb3-8cd5-8795177f99f4" providerId="ADAL" clId="{929A2CC8-B112-421C-81E2-D5D63B23E300}" dt="2026-10-25T02:47:55.905" v="83660" actId="47"/>
        <pc:sldMkLst>
          <pc:docMk/>
          <pc:sldMk cId="1837258851" sldId="690"/>
        </pc:sldMkLst>
      </pc:sldChg>
      <pc:sldChg chg="add del modAnim">
        <pc:chgData name="Li, Cong" userId="025630f4-267e-4cb3-8cd5-8795177f99f4" providerId="ADAL" clId="{929A2CC8-B112-421C-81E2-D5D63B23E300}" dt="2026-10-25T02:47:55.905" v="83660" actId="47"/>
        <pc:sldMkLst>
          <pc:docMk/>
          <pc:sldMk cId="2664850137" sldId="691"/>
        </pc:sldMkLst>
      </pc:sldChg>
      <pc:sldChg chg="addSp delSp modSp add mod addAnim delAnim modAnim">
        <pc:chgData name="Li, Cong" userId="025630f4-267e-4cb3-8cd5-8795177f99f4" providerId="ADAL" clId="{929A2CC8-B112-421C-81E2-D5D63B23E300}" dt="2026-10-25T01:32:57.309" v="80161"/>
        <pc:sldMkLst>
          <pc:docMk/>
          <pc:sldMk cId="2369497525" sldId="692"/>
        </pc:sldMkLst>
        <pc:spChg chg="mod">
          <ac:chgData name="Li, Cong" userId="025630f4-267e-4cb3-8cd5-8795177f99f4" providerId="ADAL" clId="{929A2CC8-B112-421C-81E2-D5D63B23E300}" dt="2026-10-25T01:17:06.099" v="79026" actId="20577"/>
          <ac:spMkLst>
            <pc:docMk/>
            <pc:sldMk cId="2369497525" sldId="692"/>
            <ac:spMk id="2" creationId="{4C127A61-5D0B-856D-2835-A13629E420F4}"/>
          </ac:spMkLst>
        </pc:spChg>
        <pc:spChg chg="mod">
          <ac:chgData name="Li, Cong" userId="025630f4-267e-4cb3-8cd5-8795177f99f4" providerId="ADAL" clId="{929A2CC8-B112-421C-81E2-D5D63B23E300}" dt="2026-10-25T01:19:35.367" v="79269" actId="1076"/>
          <ac:spMkLst>
            <pc:docMk/>
            <pc:sldMk cId="2369497525" sldId="692"/>
            <ac:spMk id="3" creationId="{53A1E2AE-1812-87DC-4673-ECA2B46E1ACC}"/>
          </ac:spMkLst>
        </pc:spChg>
        <pc:spChg chg="add del mod">
          <ac:chgData name="Li, Cong" userId="025630f4-267e-4cb3-8cd5-8795177f99f4" providerId="ADAL" clId="{929A2CC8-B112-421C-81E2-D5D63B23E300}" dt="2026-10-25T01:18:48.710" v="79156" actId="20577"/>
          <ac:spMkLst>
            <pc:docMk/>
            <pc:sldMk cId="2369497525" sldId="692"/>
            <ac:spMk id="6" creationId="{39BC6478-B539-E799-724F-78771624FB02}"/>
          </ac:spMkLst>
        </pc:spChg>
        <pc:spChg chg="mod">
          <ac:chgData name="Li, Cong" userId="025630f4-267e-4cb3-8cd5-8795177f99f4" providerId="ADAL" clId="{929A2CC8-B112-421C-81E2-D5D63B23E300}" dt="2026-10-25T00:59:54.433" v="79023" actId="20577"/>
          <ac:spMkLst>
            <pc:docMk/>
            <pc:sldMk cId="2369497525" sldId="692"/>
            <ac:spMk id="10" creationId="{0E4C9BE5-4043-6144-A130-00BEC8B9B11B}"/>
          </ac:spMkLst>
        </pc:spChg>
      </pc:sldChg>
      <pc:sldChg chg="modSp add mod modAnim">
        <pc:chgData name="Li, Cong" userId="025630f4-267e-4cb3-8cd5-8795177f99f4" providerId="ADAL" clId="{929A2CC8-B112-421C-81E2-D5D63B23E300}" dt="2026-10-25T03:02:12.591" v="84749" actId="1076"/>
        <pc:sldMkLst>
          <pc:docMk/>
          <pc:sldMk cId="1266593933" sldId="693"/>
        </pc:sldMkLst>
        <pc:spChg chg="mod">
          <ac:chgData name="Li, Cong" userId="025630f4-267e-4cb3-8cd5-8795177f99f4" providerId="ADAL" clId="{929A2CC8-B112-421C-81E2-D5D63B23E300}" dt="2026-10-25T01:37:25.885" v="80164" actId="20577"/>
          <ac:spMkLst>
            <pc:docMk/>
            <pc:sldMk cId="1266593933" sldId="693"/>
            <ac:spMk id="2" creationId="{48DEDC0C-901B-2FE5-1CB1-1EB2BB35E5D9}"/>
          </ac:spMkLst>
        </pc:spChg>
        <pc:spChg chg="mod">
          <ac:chgData name="Li, Cong" userId="025630f4-267e-4cb3-8cd5-8795177f99f4" providerId="ADAL" clId="{929A2CC8-B112-421C-81E2-D5D63B23E300}" dt="2026-10-25T03:02:07.106" v="84748" actId="1076"/>
          <ac:spMkLst>
            <pc:docMk/>
            <pc:sldMk cId="1266593933" sldId="693"/>
            <ac:spMk id="3" creationId="{7DCE80C1-0F20-A67A-7ADB-65A7DBD2A703}"/>
          </ac:spMkLst>
        </pc:spChg>
        <pc:spChg chg="mod">
          <ac:chgData name="Li, Cong" userId="025630f4-267e-4cb3-8cd5-8795177f99f4" providerId="ADAL" clId="{929A2CC8-B112-421C-81E2-D5D63B23E300}" dt="2026-10-25T03:02:12.591" v="84749" actId="1076"/>
          <ac:spMkLst>
            <pc:docMk/>
            <pc:sldMk cId="1266593933" sldId="693"/>
            <ac:spMk id="6" creationId="{8B21A85A-0093-270D-0A01-586C4F4C16FE}"/>
          </ac:spMkLst>
        </pc:spChg>
        <pc:spChg chg="mod">
          <ac:chgData name="Li, Cong" userId="025630f4-267e-4cb3-8cd5-8795177f99f4" providerId="ADAL" clId="{929A2CC8-B112-421C-81E2-D5D63B23E300}" dt="2026-10-25T01:21:26.911" v="79437" actId="113"/>
          <ac:spMkLst>
            <pc:docMk/>
            <pc:sldMk cId="1266593933" sldId="693"/>
            <ac:spMk id="10" creationId="{D0006DC3-6DDE-1DE4-FC98-8556CCA734F7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01:42:23.156" v="80818" actId="1076"/>
        <pc:sldMkLst>
          <pc:docMk/>
          <pc:sldMk cId="3688104606" sldId="694"/>
        </pc:sldMkLst>
        <pc:spChg chg="mod">
          <ac:chgData name="Li, Cong" userId="025630f4-267e-4cb3-8cd5-8795177f99f4" providerId="ADAL" clId="{929A2CC8-B112-421C-81E2-D5D63B23E300}" dt="2026-10-25T01:37:31.974" v="80166" actId="20577"/>
          <ac:spMkLst>
            <pc:docMk/>
            <pc:sldMk cId="3688104606" sldId="694"/>
            <ac:spMk id="2" creationId="{B0966BE9-EFA7-8288-D33B-00DBA461ECEB}"/>
          </ac:spMkLst>
        </pc:spChg>
        <pc:spChg chg="del">
          <ac:chgData name="Li, Cong" userId="025630f4-267e-4cb3-8cd5-8795177f99f4" providerId="ADAL" clId="{929A2CC8-B112-421C-81E2-D5D63B23E300}" dt="2026-10-25T01:39:14.026" v="80477" actId="478"/>
          <ac:spMkLst>
            <pc:docMk/>
            <pc:sldMk cId="3688104606" sldId="694"/>
            <ac:spMk id="3" creationId="{07654B4E-DA1B-7B52-B6A6-DC204C3CB125}"/>
          </ac:spMkLst>
        </pc:spChg>
        <pc:spChg chg="add mod">
          <ac:chgData name="Li, Cong" userId="025630f4-267e-4cb3-8cd5-8795177f99f4" providerId="ADAL" clId="{929A2CC8-B112-421C-81E2-D5D63B23E300}" dt="2026-10-25T01:42:23.156" v="80818" actId="1076"/>
          <ac:spMkLst>
            <pc:docMk/>
            <pc:sldMk cId="3688104606" sldId="694"/>
            <ac:spMk id="4" creationId="{582B8B91-6C8A-A2B5-A13D-61764F3BAC8F}"/>
          </ac:spMkLst>
        </pc:spChg>
        <pc:spChg chg="mod">
          <ac:chgData name="Li, Cong" userId="025630f4-267e-4cb3-8cd5-8795177f99f4" providerId="ADAL" clId="{929A2CC8-B112-421C-81E2-D5D63B23E300}" dt="2026-10-25T01:41:53.332" v="80813" actId="1076"/>
          <ac:spMkLst>
            <pc:docMk/>
            <pc:sldMk cId="3688104606" sldId="694"/>
            <ac:spMk id="6" creationId="{71C3297E-9E7E-9CE2-1B58-9FC0D9DE0D5E}"/>
          </ac:spMkLst>
        </pc:spChg>
        <pc:spChg chg="mod">
          <ac:chgData name="Li, Cong" userId="025630f4-267e-4cb3-8cd5-8795177f99f4" providerId="ADAL" clId="{929A2CC8-B112-421C-81E2-D5D63B23E300}" dt="2026-10-25T01:39:21.495" v="80484" actId="1035"/>
          <ac:spMkLst>
            <pc:docMk/>
            <pc:sldMk cId="3688104606" sldId="694"/>
            <ac:spMk id="10" creationId="{0F6DC3D4-2F28-786C-8CFD-ED104948C285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22:09:45.071" v="96480" actId="6549"/>
        <pc:sldMkLst>
          <pc:docMk/>
          <pc:sldMk cId="3038641637" sldId="695"/>
        </pc:sldMkLst>
        <pc:spChg chg="mod">
          <ac:chgData name="Li, Cong" userId="025630f4-267e-4cb3-8cd5-8795177f99f4" providerId="ADAL" clId="{929A2CC8-B112-421C-81E2-D5D63B23E300}" dt="2026-10-25T01:45:21.112" v="80820" actId="20577"/>
          <ac:spMkLst>
            <pc:docMk/>
            <pc:sldMk cId="3038641637" sldId="695"/>
            <ac:spMk id="2" creationId="{A17867E1-017A-7959-6EDC-778BBED11E78}"/>
          </ac:spMkLst>
        </pc:spChg>
        <pc:spChg chg="del">
          <ac:chgData name="Li, Cong" userId="025630f4-267e-4cb3-8cd5-8795177f99f4" providerId="ADAL" clId="{929A2CC8-B112-421C-81E2-D5D63B23E300}" dt="2026-10-25T01:52:45.502" v="81203" actId="478"/>
          <ac:spMkLst>
            <pc:docMk/>
            <pc:sldMk cId="3038641637" sldId="695"/>
            <ac:spMk id="3" creationId="{76417185-7986-4051-370A-428B82178155}"/>
          </ac:spMkLst>
        </pc:spChg>
        <pc:spChg chg="mod">
          <ac:chgData name="Li, Cong" userId="025630f4-267e-4cb3-8cd5-8795177f99f4" providerId="ADAL" clId="{929A2CC8-B112-421C-81E2-D5D63B23E300}" dt="2026-10-25T22:09:45.071" v="96480" actId="6549"/>
          <ac:spMkLst>
            <pc:docMk/>
            <pc:sldMk cId="3038641637" sldId="695"/>
            <ac:spMk id="6" creationId="{40D5F070-828A-B1E7-5D58-CCBC7AF120CA}"/>
          </ac:spMkLst>
        </pc:spChg>
        <pc:spChg chg="mod">
          <ac:chgData name="Li, Cong" userId="025630f4-267e-4cb3-8cd5-8795177f99f4" providerId="ADAL" clId="{929A2CC8-B112-421C-81E2-D5D63B23E300}" dt="2026-10-25T01:55:46.816" v="81225" actId="1076"/>
          <ac:spMkLst>
            <pc:docMk/>
            <pc:sldMk cId="3038641637" sldId="695"/>
            <ac:spMk id="10" creationId="{901C5377-2358-4CDF-D0D5-A47DD6EEBBBB}"/>
          </ac:spMkLst>
        </pc:spChg>
      </pc:sldChg>
      <pc:sldChg chg="modSp add mod">
        <pc:chgData name="Li, Cong" userId="025630f4-267e-4cb3-8cd5-8795177f99f4" providerId="ADAL" clId="{929A2CC8-B112-421C-81E2-D5D63B23E300}" dt="2026-10-25T02:06:07.325" v="82220" actId="2711"/>
        <pc:sldMkLst>
          <pc:docMk/>
          <pc:sldMk cId="655378907" sldId="696"/>
        </pc:sldMkLst>
        <pc:spChg chg="mod">
          <ac:chgData name="Li, Cong" userId="025630f4-267e-4cb3-8cd5-8795177f99f4" providerId="ADAL" clId="{929A2CC8-B112-421C-81E2-D5D63B23E300}" dt="2026-10-25T01:59:55.916" v="81392" actId="20577"/>
          <ac:spMkLst>
            <pc:docMk/>
            <pc:sldMk cId="655378907" sldId="696"/>
            <ac:spMk id="2" creationId="{2B36B4F6-7021-F0DD-E443-E371E73C1134}"/>
          </ac:spMkLst>
        </pc:spChg>
        <pc:spChg chg="mod">
          <ac:chgData name="Li, Cong" userId="025630f4-267e-4cb3-8cd5-8795177f99f4" providerId="ADAL" clId="{929A2CC8-B112-421C-81E2-D5D63B23E300}" dt="2026-10-25T02:06:07.325" v="82220" actId="2711"/>
          <ac:spMkLst>
            <pc:docMk/>
            <pc:sldMk cId="655378907" sldId="696"/>
            <ac:spMk id="6" creationId="{2507F449-89A5-D45C-1EC7-49CB24FF6B01}"/>
          </ac:spMkLst>
        </pc:spChg>
        <pc:spChg chg="mod">
          <ac:chgData name="Li, Cong" userId="025630f4-267e-4cb3-8cd5-8795177f99f4" providerId="ADAL" clId="{929A2CC8-B112-421C-81E2-D5D63B23E300}" dt="2026-10-25T02:05:48.029" v="82216" actId="1076"/>
          <ac:spMkLst>
            <pc:docMk/>
            <pc:sldMk cId="655378907" sldId="696"/>
            <ac:spMk id="10" creationId="{4A0E65DF-400A-A0ED-29AC-E725B8FC95CD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22:05:54.311" v="96455" actId="20577"/>
        <pc:sldMkLst>
          <pc:docMk/>
          <pc:sldMk cId="4196240190" sldId="697"/>
        </pc:sldMkLst>
        <pc:spChg chg="mod">
          <ac:chgData name="Li, Cong" userId="025630f4-267e-4cb3-8cd5-8795177f99f4" providerId="ADAL" clId="{929A2CC8-B112-421C-81E2-D5D63B23E300}" dt="2026-10-25T02:06:17.465" v="82222" actId="20577"/>
          <ac:spMkLst>
            <pc:docMk/>
            <pc:sldMk cId="4196240190" sldId="697"/>
            <ac:spMk id="2" creationId="{C73A7F01-D7A9-F9F7-ED6B-41101E2FCAF3}"/>
          </ac:spMkLst>
        </pc:spChg>
        <pc:spChg chg="add mod">
          <ac:chgData name="Li, Cong" userId="025630f4-267e-4cb3-8cd5-8795177f99f4" providerId="ADAL" clId="{929A2CC8-B112-421C-81E2-D5D63B23E300}" dt="2026-10-25T22:05:54.311" v="96455" actId="20577"/>
          <ac:spMkLst>
            <pc:docMk/>
            <pc:sldMk cId="4196240190" sldId="697"/>
            <ac:spMk id="3" creationId="{E007EEA2-8A1E-FE4A-139A-ECD5952B0651}"/>
          </ac:spMkLst>
        </pc:spChg>
        <pc:spChg chg="mod">
          <ac:chgData name="Li, Cong" userId="025630f4-267e-4cb3-8cd5-8795177f99f4" providerId="ADAL" clId="{929A2CC8-B112-421C-81E2-D5D63B23E300}" dt="2026-10-25T02:11:11.892" v="82757" actId="1076"/>
          <ac:spMkLst>
            <pc:docMk/>
            <pc:sldMk cId="4196240190" sldId="697"/>
            <ac:spMk id="6" creationId="{0F48C965-7D4E-0E85-D70F-C702CDE51D09}"/>
          </ac:spMkLst>
        </pc:spChg>
        <pc:spChg chg="mod">
          <ac:chgData name="Li, Cong" userId="025630f4-267e-4cb3-8cd5-8795177f99f4" providerId="ADAL" clId="{929A2CC8-B112-421C-81E2-D5D63B23E300}" dt="2026-10-25T02:08:12.297" v="82527" actId="113"/>
          <ac:spMkLst>
            <pc:docMk/>
            <pc:sldMk cId="4196240190" sldId="697"/>
            <ac:spMk id="10" creationId="{3DD587ED-6739-00ED-A5A5-62EABC225537}"/>
          </ac:spMkLst>
        </pc:spChg>
      </pc:sldChg>
      <pc:sldChg chg="modSp add mod modAnim">
        <pc:chgData name="Li, Cong" userId="025630f4-267e-4cb3-8cd5-8795177f99f4" providerId="ADAL" clId="{929A2CC8-B112-421C-81E2-D5D63B23E300}" dt="2026-10-25T22:13:04.473" v="96534" actId="20577"/>
        <pc:sldMkLst>
          <pc:docMk/>
          <pc:sldMk cId="2698511096" sldId="698"/>
        </pc:sldMkLst>
        <pc:spChg chg="mod">
          <ac:chgData name="Li, Cong" userId="025630f4-267e-4cb3-8cd5-8795177f99f4" providerId="ADAL" clId="{929A2CC8-B112-421C-81E2-D5D63B23E300}" dt="2026-10-25T05:16:42.381" v="85057" actId="20577"/>
          <ac:spMkLst>
            <pc:docMk/>
            <pc:sldMk cId="2698511096" sldId="698"/>
            <ac:spMk id="2" creationId="{63294291-AB81-EB19-F001-591BFF22B65C}"/>
          </ac:spMkLst>
        </pc:spChg>
        <pc:spChg chg="mod">
          <ac:chgData name="Li, Cong" userId="025630f4-267e-4cb3-8cd5-8795177f99f4" providerId="ADAL" clId="{929A2CC8-B112-421C-81E2-D5D63B23E300}" dt="2026-10-25T22:13:04.473" v="96534" actId="20577"/>
          <ac:spMkLst>
            <pc:docMk/>
            <pc:sldMk cId="2698511096" sldId="698"/>
            <ac:spMk id="3" creationId="{118DC431-018E-D6A9-B4C0-43AEFFCDC013}"/>
          </ac:spMkLst>
        </pc:spChg>
        <pc:spChg chg="mod">
          <ac:chgData name="Li, Cong" userId="025630f4-267e-4cb3-8cd5-8795177f99f4" providerId="ADAL" clId="{929A2CC8-B112-421C-81E2-D5D63B23E300}" dt="2026-10-25T02:12:51.063" v="82759"/>
          <ac:spMkLst>
            <pc:docMk/>
            <pc:sldMk cId="2698511096" sldId="698"/>
            <ac:spMk id="5" creationId="{E211DADC-B506-D87E-1B09-737FC3F20032}"/>
          </ac:spMkLst>
        </pc:spChg>
      </pc:sldChg>
      <pc:sldChg chg="modSp add mod">
        <pc:chgData name="Li, Cong" userId="025630f4-267e-4cb3-8cd5-8795177f99f4" providerId="ADAL" clId="{929A2CC8-B112-421C-81E2-D5D63B23E300}" dt="2026-10-25T22:12:37.762" v="96530" actId="6549"/>
        <pc:sldMkLst>
          <pc:docMk/>
          <pc:sldMk cId="2858452758" sldId="699"/>
        </pc:sldMkLst>
        <pc:spChg chg="mod">
          <ac:chgData name="Li, Cong" userId="025630f4-267e-4cb3-8cd5-8795177f99f4" providerId="ADAL" clId="{929A2CC8-B112-421C-81E2-D5D63B23E300}" dt="2026-10-25T05:53:42.437" v="86013" actId="20577"/>
          <ac:spMkLst>
            <pc:docMk/>
            <pc:sldMk cId="2858452758" sldId="699"/>
            <ac:spMk id="2" creationId="{C49E8181-3015-9495-2176-83C3C283E768}"/>
          </ac:spMkLst>
        </pc:spChg>
        <pc:spChg chg="mod">
          <ac:chgData name="Li, Cong" userId="025630f4-267e-4cb3-8cd5-8795177f99f4" providerId="ADAL" clId="{929A2CC8-B112-421C-81E2-D5D63B23E300}" dt="2026-10-25T05:54:39.194" v="86042" actId="20577"/>
          <ac:spMkLst>
            <pc:docMk/>
            <pc:sldMk cId="2858452758" sldId="699"/>
            <ac:spMk id="3" creationId="{F2739CE1-452A-E47E-A57F-AD61ADEBC2F2}"/>
          </ac:spMkLst>
        </pc:spChg>
        <pc:spChg chg="mod">
          <ac:chgData name="Li, Cong" userId="025630f4-267e-4cb3-8cd5-8795177f99f4" providerId="ADAL" clId="{929A2CC8-B112-421C-81E2-D5D63B23E300}" dt="2026-10-25T22:12:37.762" v="96530" actId="6549"/>
          <ac:spMkLst>
            <pc:docMk/>
            <pc:sldMk cId="2858452758" sldId="699"/>
            <ac:spMk id="6" creationId="{64A164F6-2453-86A8-66AB-44A8A2882D52}"/>
          </ac:spMkLst>
        </pc:spChg>
        <pc:spChg chg="mod">
          <ac:chgData name="Li, Cong" userId="025630f4-267e-4cb3-8cd5-8795177f99f4" providerId="ADAL" clId="{929A2CC8-B112-421C-81E2-D5D63B23E300}" dt="2026-10-25T22:12:03.837" v="96512" actId="1076"/>
          <ac:spMkLst>
            <pc:docMk/>
            <pc:sldMk cId="2858452758" sldId="699"/>
            <ac:spMk id="10" creationId="{1BE07659-D080-506F-7CF9-0D4376B2AEFC}"/>
          </ac:spMkLst>
        </pc:spChg>
      </pc:sldChg>
      <pc:sldChg chg="modSp add mod modAnim">
        <pc:chgData name="Li, Cong" userId="025630f4-267e-4cb3-8cd5-8795177f99f4" providerId="ADAL" clId="{929A2CC8-B112-421C-81E2-D5D63B23E300}" dt="2026-10-25T22:11:21.891" v="96502" actId="20577"/>
        <pc:sldMkLst>
          <pc:docMk/>
          <pc:sldMk cId="2219164100" sldId="700"/>
        </pc:sldMkLst>
        <pc:spChg chg="mod">
          <ac:chgData name="Li, Cong" userId="025630f4-267e-4cb3-8cd5-8795177f99f4" providerId="ADAL" clId="{929A2CC8-B112-421C-81E2-D5D63B23E300}" dt="2026-10-25T02:52:29.740" v="84212" actId="20577"/>
          <ac:spMkLst>
            <pc:docMk/>
            <pc:sldMk cId="2219164100" sldId="700"/>
            <ac:spMk id="2" creationId="{E1AAB224-ECA6-ADDE-6D7B-1EC78381B80A}"/>
          </ac:spMkLst>
        </pc:spChg>
        <pc:spChg chg="mod">
          <ac:chgData name="Li, Cong" userId="025630f4-267e-4cb3-8cd5-8795177f99f4" providerId="ADAL" clId="{929A2CC8-B112-421C-81E2-D5D63B23E300}" dt="2026-10-25T22:11:21.891" v="96502" actId="20577"/>
          <ac:spMkLst>
            <pc:docMk/>
            <pc:sldMk cId="2219164100" sldId="700"/>
            <ac:spMk id="3" creationId="{FB05941F-17C1-9E14-AEC0-D7C838CF3D3A}"/>
          </ac:spMkLst>
        </pc:spChg>
      </pc:sldChg>
      <pc:sldChg chg="modSp add mod modAnim">
        <pc:chgData name="Li, Cong" userId="025630f4-267e-4cb3-8cd5-8795177f99f4" providerId="ADAL" clId="{929A2CC8-B112-421C-81E2-D5D63B23E300}" dt="2026-10-26T12:13:30.810" v="97537" actId="15"/>
        <pc:sldMkLst>
          <pc:docMk/>
          <pc:sldMk cId="3924990294" sldId="701"/>
        </pc:sldMkLst>
        <pc:spChg chg="mod">
          <ac:chgData name="Li, Cong" userId="025630f4-267e-4cb3-8cd5-8795177f99f4" providerId="ADAL" clId="{929A2CC8-B112-421C-81E2-D5D63B23E300}" dt="2026-10-25T02:53:47.450" v="84313" actId="20577"/>
          <ac:spMkLst>
            <pc:docMk/>
            <pc:sldMk cId="3924990294" sldId="701"/>
            <ac:spMk id="2" creationId="{3341079A-A305-3275-39E5-8B369A9BBE2F}"/>
          </ac:spMkLst>
        </pc:spChg>
        <pc:spChg chg="mod">
          <ac:chgData name="Li, Cong" userId="025630f4-267e-4cb3-8cd5-8795177f99f4" providerId="ADAL" clId="{929A2CC8-B112-421C-81E2-D5D63B23E300}" dt="2026-10-26T12:13:30.810" v="97537" actId="15"/>
          <ac:spMkLst>
            <pc:docMk/>
            <pc:sldMk cId="3924990294" sldId="701"/>
            <ac:spMk id="3" creationId="{75D65BA1-E4E0-F5B7-24BD-F2C8FB9439BA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22:10:05.359" v="96481" actId="6549"/>
        <pc:sldMkLst>
          <pc:docMk/>
          <pc:sldMk cId="104085609" sldId="702"/>
        </pc:sldMkLst>
        <pc:spChg chg="mod">
          <ac:chgData name="Li, Cong" userId="025630f4-267e-4cb3-8cd5-8795177f99f4" providerId="ADAL" clId="{929A2CC8-B112-421C-81E2-D5D63B23E300}" dt="2026-10-25T05:27:24.134" v="85669" actId="20577"/>
          <ac:spMkLst>
            <pc:docMk/>
            <pc:sldMk cId="104085609" sldId="702"/>
            <ac:spMk id="2" creationId="{88146507-8C78-11B8-2A54-807275B7E3A0}"/>
          </ac:spMkLst>
        </pc:spChg>
        <pc:spChg chg="mod">
          <ac:chgData name="Li, Cong" userId="025630f4-267e-4cb3-8cd5-8795177f99f4" providerId="ADAL" clId="{929A2CC8-B112-421C-81E2-D5D63B23E300}" dt="2026-10-25T22:06:18.747" v="96467" actId="20577"/>
          <ac:spMkLst>
            <pc:docMk/>
            <pc:sldMk cId="104085609" sldId="702"/>
            <ac:spMk id="3" creationId="{015B2414-ED85-9A3D-FC34-4FE04FB8A0B1}"/>
          </ac:spMkLst>
        </pc:spChg>
        <pc:spChg chg="add mod">
          <ac:chgData name="Li, Cong" userId="025630f4-267e-4cb3-8cd5-8795177f99f4" providerId="ADAL" clId="{929A2CC8-B112-421C-81E2-D5D63B23E300}" dt="2026-10-25T22:10:05.359" v="96481" actId="6549"/>
          <ac:spMkLst>
            <pc:docMk/>
            <pc:sldMk cId="104085609" sldId="702"/>
            <ac:spMk id="4" creationId="{2B696103-1F93-AEEA-A0F7-947F7B9D8F00}"/>
          </ac:spMkLst>
        </pc:spChg>
        <pc:spChg chg="del">
          <ac:chgData name="Li, Cong" userId="025630f4-267e-4cb3-8cd5-8795177f99f4" providerId="ADAL" clId="{929A2CC8-B112-421C-81E2-D5D63B23E300}" dt="2026-10-25T05:17:30.459" v="85156" actId="478"/>
          <ac:spMkLst>
            <pc:docMk/>
            <pc:sldMk cId="104085609" sldId="702"/>
            <ac:spMk id="6" creationId="{C3117C61-B2F8-81EC-D0EC-611408F0CF22}"/>
          </ac:spMkLst>
        </pc:spChg>
        <pc:spChg chg="mod">
          <ac:chgData name="Li, Cong" userId="025630f4-267e-4cb3-8cd5-8795177f99f4" providerId="ADAL" clId="{929A2CC8-B112-421C-81E2-D5D63B23E300}" dt="2026-10-25T22:07:32.753" v="96479" actId="20577"/>
          <ac:spMkLst>
            <pc:docMk/>
            <pc:sldMk cId="104085609" sldId="702"/>
            <ac:spMk id="10" creationId="{3AEF6EB2-BB14-81EF-EE32-4C88A772BDB4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08:16:01.587" v="88329" actId="1035"/>
        <pc:sldMkLst>
          <pc:docMk/>
          <pc:sldMk cId="1761666980" sldId="703"/>
        </pc:sldMkLst>
        <pc:spChg chg="mod">
          <ac:chgData name="Li, Cong" userId="025630f4-267e-4cb3-8cd5-8795177f99f4" providerId="ADAL" clId="{929A2CC8-B112-421C-81E2-D5D63B23E300}" dt="2026-10-25T05:43:33.620" v="85736" actId="20577"/>
          <ac:spMkLst>
            <pc:docMk/>
            <pc:sldMk cId="1761666980" sldId="703"/>
            <ac:spMk id="2" creationId="{BB3078F0-FE09-8B6E-6DE0-FD03DFC71566}"/>
          </ac:spMkLst>
        </pc:spChg>
        <pc:spChg chg="del">
          <ac:chgData name="Li, Cong" userId="025630f4-267e-4cb3-8cd5-8795177f99f4" providerId="ADAL" clId="{929A2CC8-B112-421C-81E2-D5D63B23E300}" dt="2026-10-25T05:43:37.818" v="85738" actId="478"/>
          <ac:spMkLst>
            <pc:docMk/>
            <pc:sldMk cId="1761666980" sldId="703"/>
            <ac:spMk id="3" creationId="{CAAB77BE-2E99-8BF8-0897-E66B5BF1D37A}"/>
          </ac:spMkLst>
        </pc:spChg>
        <pc:spChg chg="del">
          <ac:chgData name="Li, Cong" userId="025630f4-267e-4cb3-8cd5-8795177f99f4" providerId="ADAL" clId="{929A2CC8-B112-421C-81E2-D5D63B23E300}" dt="2026-10-25T05:43:39.075" v="85739" actId="478"/>
          <ac:spMkLst>
            <pc:docMk/>
            <pc:sldMk cId="1761666980" sldId="703"/>
            <ac:spMk id="4" creationId="{A0A2CBB2-20A2-CE86-8C60-23D64BDC3CC1}"/>
          </ac:spMkLst>
        </pc:spChg>
        <pc:spChg chg="add del mod">
          <ac:chgData name="Li, Cong" userId="025630f4-267e-4cb3-8cd5-8795177f99f4" providerId="ADAL" clId="{929A2CC8-B112-421C-81E2-D5D63B23E300}" dt="2026-10-25T05:43:51.124" v="85741" actId="478"/>
          <ac:spMkLst>
            <pc:docMk/>
            <pc:sldMk cId="1761666980" sldId="703"/>
            <ac:spMk id="6" creationId="{B4E67019-0D81-ACE1-8A38-0EB35A1332AF}"/>
          </ac:spMkLst>
        </pc:spChg>
        <pc:spChg chg="add mod">
          <ac:chgData name="Li, Cong" userId="025630f4-267e-4cb3-8cd5-8795177f99f4" providerId="ADAL" clId="{929A2CC8-B112-421C-81E2-D5D63B23E300}" dt="2026-10-25T05:46:45.637" v="85923" actId="1076"/>
          <ac:spMkLst>
            <pc:docMk/>
            <pc:sldMk cId="1761666980" sldId="703"/>
            <ac:spMk id="8" creationId="{18585597-AF2C-AF4F-8B06-1EC969F476E4}"/>
          </ac:spMkLst>
        </pc:spChg>
        <pc:spChg chg="del">
          <ac:chgData name="Li, Cong" userId="025630f4-267e-4cb3-8cd5-8795177f99f4" providerId="ADAL" clId="{929A2CC8-B112-421C-81E2-D5D63B23E300}" dt="2026-10-25T05:43:36.570" v="85737" actId="478"/>
          <ac:spMkLst>
            <pc:docMk/>
            <pc:sldMk cId="1761666980" sldId="703"/>
            <ac:spMk id="10" creationId="{79AC3ED6-C841-96B8-6A0A-D4C646A67F13}"/>
          </ac:spMkLst>
        </pc:spChg>
        <pc:spChg chg="add mod">
          <ac:chgData name="Li, Cong" userId="025630f4-267e-4cb3-8cd5-8795177f99f4" providerId="ADAL" clId="{929A2CC8-B112-421C-81E2-D5D63B23E300}" dt="2026-10-25T08:16:01.587" v="88329" actId="1035"/>
          <ac:spMkLst>
            <pc:docMk/>
            <pc:sldMk cId="1761666980" sldId="703"/>
            <ac:spMk id="13" creationId="{50F5B071-7A37-DCF9-65DB-4F0EEA6EAD62}"/>
          </ac:spMkLst>
        </pc:spChg>
        <pc:spChg chg="add mod">
          <ac:chgData name="Li, Cong" userId="025630f4-267e-4cb3-8cd5-8795177f99f4" providerId="ADAL" clId="{929A2CC8-B112-421C-81E2-D5D63B23E300}" dt="2026-10-25T05:46:52.222" v="85925" actId="1076"/>
          <ac:spMkLst>
            <pc:docMk/>
            <pc:sldMk cId="1761666980" sldId="703"/>
            <ac:spMk id="15" creationId="{A84E96EE-38E5-F985-7A6D-2C74E968D063}"/>
          </ac:spMkLst>
        </pc:spChg>
        <pc:spChg chg="add mod">
          <ac:chgData name="Li, Cong" userId="025630f4-267e-4cb3-8cd5-8795177f99f4" providerId="ADAL" clId="{929A2CC8-B112-421C-81E2-D5D63B23E300}" dt="2026-10-25T05:50:55.407" v="85988" actId="1076"/>
          <ac:spMkLst>
            <pc:docMk/>
            <pc:sldMk cId="1761666980" sldId="703"/>
            <ac:spMk id="21" creationId="{473AA400-8544-D9C1-FC0B-44AEDB7A78D1}"/>
          </ac:spMkLst>
        </pc:spChg>
        <pc:spChg chg="add mod">
          <ac:chgData name="Li, Cong" userId="025630f4-267e-4cb3-8cd5-8795177f99f4" providerId="ADAL" clId="{929A2CC8-B112-421C-81E2-D5D63B23E300}" dt="2026-10-25T05:50:01.931" v="85980" actId="5793"/>
          <ac:spMkLst>
            <pc:docMk/>
            <pc:sldMk cId="1761666980" sldId="703"/>
            <ac:spMk id="26" creationId="{910B98BE-6CFD-A020-A0A2-6234BDCADD06}"/>
          </ac:spMkLst>
        </pc:spChg>
        <pc:spChg chg="add mod">
          <ac:chgData name="Li, Cong" userId="025630f4-267e-4cb3-8cd5-8795177f99f4" providerId="ADAL" clId="{929A2CC8-B112-421C-81E2-D5D63B23E300}" dt="2026-10-25T05:55:08.468" v="86044"/>
          <ac:spMkLst>
            <pc:docMk/>
            <pc:sldMk cId="1761666980" sldId="703"/>
            <ac:spMk id="28" creationId="{8046006E-C799-E983-F8EB-8727C328B481}"/>
          </ac:spMkLst>
        </pc:spChg>
        <pc:spChg chg="add mod">
          <ac:chgData name="Li, Cong" userId="025630f4-267e-4cb3-8cd5-8795177f99f4" providerId="ADAL" clId="{929A2CC8-B112-421C-81E2-D5D63B23E300}" dt="2026-10-25T05:58:24.312" v="86288" actId="1076"/>
          <ac:spMkLst>
            <pc:docMk/>
            <pc:sldMk cId="1761666980" sldId="703"/>
            <ac:spMk id="29" creationId="{8B13F43E-B524-41F4-FD0D-20F2B703B8C2}"/>
          </ac:spMkLst>
        </pc:spChg>
        <pc:spChg chg="add mod">
          <ac:chgData name="Li, Cong" userId="025630f4-267e-4cb3-8cd5-8795177f99f4" providerId="ADAL" clId="{929A2CC8-B112-421C-81E2-D5D63B23E300}" dt="2026-10-25T05:57:55.375" v="86282" actId="1076"/>
          <ac:spMkLst>
            <pc:docMk/>
            <pc:sldMk cId="1761666980" sldId="703"/>
            <ac:spMk id="37" creationId="{BF4CE9D5-CC26-A7FD-E444-0CECE6B4C7D8}"/>
          </ac:spMkLst>
        </pc:spChg>
        <pc:spChg chg="add mod">
          <ac:chgData name="Li, Cong" userId="025630f4-267e-4cb3-8cd5-8795177f99f4" providerId="ADAL" clId="{929A2CC8-B112-421C-81E2-D5D63B23E300}" dt="2026-10-25T05:58:59.144" v="86384" actId="1076"/>
          <ac:spMkLst>
            <pc:docMk/>
            <pc:sldMk cId="1761666980" sldId="703"/>
            <ac:spMk id="41" creationId="{2BA14678-B186-8756-087C-297504C751B4}"/>
          </ac:spMkLst>
        </pc:spChg>
        <pc:cxnChg chg="add mod">
          <ac:chgData name="Li, Cong" userId="025630f4-267e-4cb3-8cd5-8795177f99f4" providerId="ADAL" clId="{929A2CC8-B112-421C-81E2-D5D63B23E300}" dt="2026-10-25T08:16:01.587" v="88329" actId="1035"/>
          <ac:cxnSpMkLst>
            <pc:docMk/>
            <pc:sldMk cId="1761666980" sldId="703"/>
            <ac:cxnSpMk id="11" creationId="{1850FD35-D362-7F24-E3DD-3079DE204E54}"/>
          </ac:cxnSpMkLst>
        </pc:cxnChg>
        <pc:cxnChg chg="add mod">
          <ac:chgData name="Li, Cong" userId="025630f4-267e-4cb3-8cd5-8795177f99f4" providerId="ADAL" clId="{929A2CC8-B112-421C-81E2-D5D63B23E300}" dt="2026-10-25T05:46:57.821" v="85928" actId="14100"/>
          <ac:cxnSpMkLst>
            <pc:docMk/>
            <pc:sldMk cId="1761666980" sldId="703"/>
            <ac:cxnSpMk id="16" creationId="{29FCEAA0-098F-0173-BC11-DCFA930A50B4}"/>
          </ac:cxnSpMkLst>
        </pc:cxnChg>
        <pc:cxnChg chg="add mod">
          <ac:chgData name="Li, Cong" userId="025630f4-267e-4cb3-8cd5-8795177f99f4" providerId="ADAL" clId="{929A2CC8-B112-421C-81E2-D5D63B23E300}" dt="2026-10-25T05:49:20.006" v="85929"/>
          <ac:cxnSpMkLst>
            <pc:docMk/>
            <pc:sldMk cId="1761666980" sldId="703"/>
            <ac:cxnSpMk id="19" creationId="{672F4493-8B40-C815-A9B9-61D2212D6BD9}"/>
          </ac:cxnSpMkLst>
        </pc:cxnChg>
        <pc:cxnChg chg="add mod">
          <ac:chgData name="Li, Cong" userId="025630f4-267e-4cb3-8cd5-8795177f99f4" providerId="ADAL" clId="{929A2CC8-B112-421C-81E2-D5D63B23E300}" dt="2026-10-25T05:49:20.476" v="85930"/>
          <ac:cxnSpMkLst>
            <pc:docMk/>
            <pc:sldMk cId="1761666980" sldId="703"/>
            <ac:cxnSpMk id="20" creationId="{1C67D69A-A3CB-7126-155C-B214395E15B4}"/>
          </ac:cxnSpMkLst>
        </pc:cxnChg>
        <pc:cxnChg chg="add mod">
          <ac:chgData name="Li, Cong" userId="025630f4-267e-4cb3-8cd5-8795177f99f4" providerId="ADAL" clId="{929A2CC8-B112-421C-81E2-D5D63B23E300}" dt="2026-10-25T05:50:55.407" v="85988" actId="1076"/>
          <ac:cxnSpMkLst>
            <pc:docMk/>
            <pc:sldMk cId="1761666980" sldId="703"/>
            <ac:cxnSpMk id="22" creationId="{79548548-6C07-B16A-1922-2385571BF323}"/>
          </ac:cxnSpMkLst>
        </pc:cxnChg>
        <pc:cxnChg chg="add mod">
          <ac:chgData name="Li, Cong" userId="025630f4-267e-4cb3-8cd5-8795177f99f4" providerId="ADAL" clId="{929A2CC8-B112-421C-81E2-D5D63B23E300}" dt="2026-10-25T05:50:42.599" v="85987" actId="14100"/>
          <ac:cxnSpMkLst>
            <pc:docMk/>
            <pc:sldMk cId="1761666980" sldId="703"/>
            <ac:cxnSpMk id="23" creationId="{19DE4B3B-87D6-718F-7F3D-A3A6732A95F9}"/>
          </ac:cxnSpMkLst>
        </pc:cxnChg>
        <pc:cxnChg chg="add mod">
          <ac:chgData name="Li, Cong" userId="025630f4-267e-4cb3-8cd5-8795177f99f4" providerId="ADAL" clId="{929A2CC8-B112-421C-81E2-D5D63B23E300}" dt="2026-10-25T05:56:25.809" v="86175" actId="692"/>
          <ac:cxnSpMkLst>
            <pc:docMk/>
            <pc:sldMk cId="1761666980" sldId="703"/>
            <ac:cxnSpMk id="31" creationId="{F34650ED-4465-578B-2C63-71A60CAE4296}"/>
          </ac:cxnSpMkLst>
        </pc:cxnChg>
        <pc:cxnChg chg="add mod">
          <ac:chgData name="Li, Cong" userId="025630f4-267e-4cb3-8cd5-8795177f99f4" providerId="ADAL" clId="{929A2CC8-B112-421C-81E2-D5D63B23E300}" dt="2026-10-25T05:57:55.375" v="86282" actId="1076"/>
          <ac:cxnSpMkLst>
            <pc:docMk/>
            <pc:sldMk cId="1761666980" sldId="703"/>
            <ac:cxnSpMk id="34" creationId="{5B832501-2560-2E63-C06A-A837EB60935B}"/>
          </ac:cxnSpMkLst>
        </pc:cxnChg>
      </pc:sldChg>
      <pc:sldChg chg="delSp modSp add mod delAnim">
        <pc:chgData name="Li, Cong" userId="025630f4-267e-4cb3-8cd5-8795177f99f4" providerId="ADAL" clId="{929A2CC8-B112-421C-81E2-D5D63B23E300}" dt="2026-10-25T07:35:36.750" v="86895" actId="1076"/>
        <pc:sldMkLst>
          <pc:docMk/>
          <pc:sldMk cId="2736305692" sldId="704"/>
        </pc:sldMkLst>
        <pc:spChg chg="mod">
          <ac:chgData name="Li, Cong" userId="025630f4-267e-4cb3-8cd5-8795177f99f4" providerId="ADAL" clId="{929A2CC8-B112-421C-81E2-D5D63B23E300}" dt="2026-10-25T07:31:35.729" v="86482" actId="20577"/>
          <ac:spMkLst>
            <pc:docMk/>
            <pc:sldMk cId="2736305692" sldId="704"/>
            <ac:spMk id="2" creationId="{53BFB00F-AF26-36A0-E7E9-A2FBC2692048}"/>
          </ac:spMkLst>
        </pc:spChg>
        <pc:spChg chg="mod">
          <ac:chgData name="Li, Cong" userId="025630f4-267e-4cb3-8cd5-8795177f99f4" providerId="ADAL" clId="{929A2CC8-B112-421C-81E2-D5D63B23E300}" dt="2026-10-25T07:35:36.750" v="86895" actId="1076"/>
          <ac:spMkLst>
            <pc:docMk/>
            <pc:sldMk cId="2736305692" sldId="704"/>
            <ac:spMk id="3" creationId="{B1223B5F-14F6-880E-2964-D53D132D106C}"/>
          </ac:spMkLst>
        </pc:spChg>
        <pc:spChg chg="del">
          <ac:chgData name="Li, Cong" userId="025630f4-267e-4cb3-8cd5-8795177f99f4" providerId="ADAL" clId="{929A2CC8-B112-421C-81E2-D5D63B23E300}" dt="2026-10-25T07:35:10.056" v="86815" actId="478"/>
          <ac:spMkLst>
            <pc:docMk/>
            <pc:sldMk cId="2736305692" sldId="704"/>
            <ac:spMk id="4" creationId="{F58336EC-A9EA-7EC3-ED0C-9BBEA030DF23}"/>
          </ac:spMkLst>
        </pc:spChg>
        <pc:spChg chg="mod">
          <ac:chgData name="Li, Cong" userId="025630f4-267e-4cb3-8cd5-8795177f99f4" providerId="ADAL" clId="{929A2CC8-B112-421C-81E2-D5D63B23E300}" dt="2026-10-25T07:32:51.570" v="86711" actId="1076"/>
          <ac:spMkLst>
            <pc:docMk/>
            <pc:sldMk cId="2736305692" sldId="704"/>
            <ac:spMk id="10" creationId="{46927AA5-DC62-B4AB-8224-80CC2D33015E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22:13:22.701" v="96540" actId="20577"/>
        <pc:sldMkLst>
          <pc:docMk/>
          <pc:sldMk cId="3987495751" sldId="705"/>
        </pc:sldMkLst>
        <pc:spChg chg="mod">
          <ac:chgData name="Li, Cong" userId="025630f4-267e-4cb3-8cd5-8795177f99f4" providerId="ADAL" clId="{929A2CC8-B112-421C-81E2-D5D63B23E300}" dt="2026-10-25T07:45:59.561" v="86928" actId="20577"/>
          <ac:spMkLst>
            <pc:docMk/>
            <pc:sldMk cId="3987495751" sldId="705"/>
            <ac:spMk id="2" creationId="{559D39E4-BD40-650C-BA55-62266D8B8625}"/>
          </ac:spMkLst>
        </pc:spChg>
        <pc:spChg chg="mod">
          <ac:chgData name="Li, Cong" userId="025630f4-267e-4cb3-8cd5-8795177f99f4" providerId="ADAL" clId="{929A2CC8-B112-421C-81E2-D5D63B23E300}" dt="2026-10-25T07:51:39.977" v="87706" actId="1076"/>
          <ac:spMkLst>
            <pc:docMk/>
            <pc:sldMk cId="3987495751" sldId="705"/>
            <ac:spMk id="3" creationId="{33E12388-0334-9CB2-5F9A-508F65BC4E0D}"/>
          </ac:spMkLst>
        </pc:spChg>
        <pc:spChg chg="add mod">
          <ac:chgData name="Li, Cong" userId="025630f4-267e-4cb3-8cd5-8795177f99f4" providerId="ADAL" clId="{929A2CC8-B112-421C-81E2-D5D63B23E300}" dt="2026-10-25T22:13:22.701" v="96540" actId="20577"/>
          <ac:spMkLst>
            <pc:docMk/>
            <pc:sldMk cId="3987495751" sldId="705"/>
            <ac:spMk id="4" creationId="{3EF58B8B-74DD-E743-E487-FE230EEC93B0}"/>
          </ac:spMkLst>
        </pc:spChg>
        <pc:spChg chg="mod">
          <ac:chgData name="Li, Cong" userId="025630f4-267e-4cb3-8cd5-8795177f99f4" providerId="ADAL" clId="{929A2CC8-B112-421C-81E2-D5D63B23E300}" dt="2026-10-25T07:51:36.953" v="87705" actId="1076"/>
          <ac:spMkLst>
            <pc:docMk/>
            <pc:sldMk cId="3987495751" sldId="705"/>
            <ac:spMk id="10" creationId="{2423636F-C033-5019-FD09-EF8C45B9228C}"/>
          </ac:spMkLst>
        </pc:spChg>
      </pc:sldChg>
      <pc:sldChg chg="modSp add mod">
        <pc:chgData name="Li, Cong" userId="025630f4-267e-4cb3-8cd5-8795177f99f4" providerId="ADAL" clId="{929A2CC8-B112-421C-81E2-D5D63B23E300}" dt="2026-10-25T22:16:47.289" v="96586" actId="20577"/>
        <pc:sldMkLst>
          <pc:docMk/>
          <pc:sldMk cId="200489992" sldId="706"/>
        </pc:sldMkLst>
        <pc:spChg chg="mod">
          <ac:chgData name="Li, Cong" userId="025630f4-267e-4cb3-8cd5-8795177f99f4" providerId="ADAL" clId="{929A2CC8-B112-421C-81E2-D5D63B23E300}" dt="2026-10-25T07:56:26.625" v="87751" actId="20577"/>
          <ac:spMkLst>
            <pc:docMk/>
            <pc:sldMk cId="200489992" sldId="706"/>
            <ac:spMk id="2" creationId="{C00E00BC-E020-74B3-CF94-48E719D76F94}"/>
          </ac:spMkLst>
        </pc:spChg>
        <pc:spChg chg="mod">
          <ac:chgData name="Li, Cong" userId="025630f4-267e-4cb3-8cd5-8795177f99f4" providerId="ADAL" clId="{929A2CC8-B112-421C-81E2-D5D63B23E300}" dt="2026-10-25T08:00:10.037" v="88278" actId="1076"/>
          <ac:spMkLst>
            <pc:docMk/>
            <pc:sldMk cId="200489992" sldId="706"/>
            <ac:spMk id="3" creationId="{0B3CA4F8-1A1A-5699-81F9-ACE59843B702}"/>
          </ac:spMkLst>
        </pc:spChg>
        <pc:spChg chg="mod">
          <ac:chgData name="Li, Cong" userId="025630f4-267e-4cb3-8cd5-8795177f99f4" providerId="ADAL" clId="{929A2CC8-B112-421C-81E2-D5D63B23E300}" dt="2026-10-25T22:16:47.289" v="96586" actId="20577"/>
          <ac:spMkLst>
            <pc:docMk/>
            <pc:sldMk cId="200489992" sldId="706"/>
            <ac:spMk id="4" creationId="{B4F6152F-E9F1-B44B-D12F-E46E0D7EC27E}"/>
          </ac:spMkLst>
        </pc:spChg>
        <pc:spChg chg="mod">
          <ac:chgData name="Li, Cong" userId="025630f4-267e-4cb3-8cd5-8795177f99f4" providerId="ADAL" clId="{929A2CC8-B112-421C-81E2-D5D63B23E300}" dt="2026-10-25T22:13:39.075" v="96541" actId="20577"/>
          <ac:spMkLst>
            <pc:docMk/>
            <pc:sldMk cId="200489992" sldId="706"/>
            <ac:spMk id="10" creationId="{52C6EF6D-FB56-69AA-4FA6-5E5CE21345A6}"/>
          </ac:spMkLst>
        </pc:spChg>
      </pc:sldChg>
      <pc:sldChg chg="modSp add mod">
        <pc:chgData name="Li, Cong" userId="025630f4-267e-4cb3-8cd5-8795177f99f4" providerId="ADAL" clId="{929A2CC8-B112-421C-81E2-D5D63B23E300}" dt="2026-10-25T22:13:52.334" v="96542" actId="20577"/>
        <pc:sldMkLst>
          <pc:docMk/>
          <pc:sldMk cId="343007056" sldId="707"/>
        </pc:sldMkLst>
        <pc:spChg chg="mod">
          <ac:chgData name="Li, Cong" userId="025630f4-267e-4cb3-8cd5-8795177f99f4" providerId="ADAL" clId="{929A2CC8-B112-421C-81E2-D5D63B23E300}" dt="2026-10-25T09:05:56.982" v="89823" actId="20577"/>
          <ac:spMkLst>
            <pc:docMk/>
            <pc:sldMk cId="343007056" sldId="707"/>
            <ac:spMk id="2" creationId="{D68A7C7B-58EB-9EF9-8242-17C5632B887A}"/>
          </ac:spMkLst>
        </pc:spChg>
        <pc:spChg chg="mod">
          <ac:chgData name="Li, Cong" userId="025630f4-267e-4cb3-8cd5-8795177f99f4" providerId="ADAL" clId="{929A2CC8-B112-421C-81E2-D5D63B23E300}" dt="2026-10-25T22:06:24.458" v="96473" actId="20577"/>
          <ac:spMkLst>
            <pc:docMk/>
            <pc:sldMk cId="343007056" sldId="707"/>
            <ac:spMk id="3" creationId="{F20C19BE-0981-32B3-3027-20218C03EA4C}"/>
          </ac:spMkLst>
        </pc:spChg>
        <pc:spChg chg="mod">
          <ac:chgData name="Li, Cong" userId="025630f4-267e-4cb3-8cd5-8795177f99f4" providerId="ADAL" clId="{929A2CC8-B112-421C-81E2-D5D63B23E300}" dt="2026-10-25T22:07:03.782" v="96477" actId="20577"/>
          <ac:spMkLst>
            <pc:docMk/>
            <pc:sldMk cId="343007056" sldId="707"/>
            <ac:spMk id="4" creationId="{8E65871B-4B4D-8118-AB26-51CDE8731FB5}"/>
          </ac:spMkLst>
        </pc:spChg>
        <pc:spChg chg="mod">
          <ac:chgData name="Li, Cong" userId="025630f4-267e-4cb3-8cd5-8795177f99f4" providerId="ADAL" clId="{929A2CC8-B112-421C-81E2-D5D63B23E300}" dt="2026-10-25T22:13:52.334" v="96542" actId="20577"/>
          <ac:spMkLst>
            <pc:docMk/>
            <pc:sldMk cId="343007056" sldId="707"/>
            <ac:spMk id="10" creationId="{F6506330-E318-2765-737E-08E14FD87C06}"/>
          </ac:spMkLst>
        </pc:spChg>
      </pc:sldChg>
      <pc:sldChg chg="delSp modSp add mod delAnim">
        <pc:chgData name="Li, Cong" userId="025630f4-267e-4cb3-8cd5-8795177f99f4" providerId="ADAL" clId="{929A2CC8-B112-421C-81E2-D5D63B23E300}" dt="2026-10-26T01:08:17.160" v="97416" actId="20577"/>
        <pc:sldMkLst>
          <pc:docMk/>
          <pc:sldMk cId="3521352987" sldId="708"/>
        </pc:sldMkLst>
        <pc:spChg chg="mod">
          <ac:chgData name="Li, Cong" userId="025630f4-267e-4cb3-8cd5-8795177f99f4" providerId="ADAL" clId="{929A2CC8-B112-421C-81E2-D5D63B23E300}" dt="2026-10-25T08:45:53.381" v="89071" actId="20577"/>
          <ac:spMkLst>
            <pc:docMk/>
            <pc:sldMk cId="3521352987" sldId="708"/>
            <ac:spMk id="2" creationId="{B8C7F9C8-03ED-E865-2B7E-A9B356926950}"/>
          </ac:spMkLst>
        </pc:spChg>
        <pc:spChg chg="mod">
          <ac:chgData name="Li, Cong" userId="025630f4-267e-4cb3-8cd5-8795177f99f4" providerId="ADAL" clId="{929A2CC8-B112-421C-81E2-D5D63B23E300}" dt="2026-10-26T01:08:17.160" v="97416" actId="20577"/>
          <ac:spMkLst>
            <pc:docMk/>
            <pc:sldMk cId="3521352987" sldId="708"/>
            <ac:spMk id="3" creationId="{90941D40-B668-6C1A-9CFB-9AD9448E28E8}"/>
          </ac:spMkLst>
        </pc:spChg>
        <pc:spChg chg="del">
          <ac:chgData name="Li, Cong" userId="025630f4-267e-4cb3-8cd5-8795177f99f4" providerId="ADAL" clId="{929A2CC8-B112-421C-81E2-D5D63B23E300}" dt="2026-10-25T08:49:25.995" v="89548" actId="478"/>
          <ac:spMkLst>
            <pc:docMk/>
            <pc:sldMk cId="3521352987" sldId="708"/>
            <ac:spMk id="4" creationId="{2D77D4D2-6C98-C61D-FC37-101673A25C89}"/>
          </ac:spMkLst>
        </pc:spChg>
        <pc:spChg chg="mod">
          <ac:chgData name="Li, Cong" userId="025630f4-267e-4cb3-8cd5-8795177f99f4" providerId="ADAL" clId="{929A2CC8-B112-421C-81E2-D5D63B23E300}" dt="2026-10-25T08:51:23.753" v="89809" actId="1036"/>
          <ac:spMkLst>
            <pc:docMk/>
            <pc:sldMk cId="3521352987" sldId="708"/>
            <ac:spMk id="10" creationId="{DEDD15C8-9755-683C-8D6C-9C07C7D777D5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9:12:37.913" v="90653" actId="6549"/>
        <pc:sldMkLst>
          <pc:docMk/>
          <pc:sldMk cId="3192199583" sldId="709"/>
        </pc:sldMkLst>
        <pc:spChg chg="mod">
          <ac:chgData name="Li, Cong" userId="025630f4-267e-4cb3-8cd5-8795177f99f4" providerId="ADAL" clId="{929A2CC8-B112-421C-81E2-D5D63B23E300}" dt="2026-10-25T09:05:34.098" v="89817" actId="20577"/>
          <ac:spMkLst>
            <pc:docMk/>
            <pc:sldMk cId="3192199583" sldId="709"/>
            <ac:spMk id="2" creationId="{2341A491-3E03-E847-9A75-7D4C56ED8963}"/>
          </ac:spMkLst>
        </pc:spChg>
        <pc:spChg chg="mod">
          <ac:chgData name="Li, Cong" userId="025630f4-267e-4cb3-8cd5-8795177f99f4" providerId="ADAL" clId="{929A2CC8-B112-421C-81E2-D5D63B23E300}" dt="2026-10-25T09:12:37.913" v="90653" actId="6549"/>
          <ac:spMkLst>
            <pc:docMk/>
            <pc:sldMk cId="3192199583" sldId="709"/>
            <ac:spMk id="3" creationId="{FA6E45C1-3A12-BB55-7A57-CB8C5DA4F9C9}"/>
          </ac:spMkLst>
        </pc:spChg>
        <pc:spChg chg="del">
          <ac:chgData name="Li, Cong" userId="025630f4-267e-4cb3-8cd5-8795177f99f4" providerId="ADAL" clId="{929A2CC8-B112-421C-81E2-D5D63B23E300}" dt="2026-10-25T09:10:49.793" v="90583" actId="478"/>
          <ac:spMkLst>
            <pc:docMk/>
            <pc:sldMk cId="3192199583" sldId="709"/>
            <ac:spMk id="4" creationId="{0F954E88-F25B-14CB-AA65-C8255B7DEE60}"/>
          </ac:spMkLst>
        </pc:spChg>
        <pc:spChg chg="mod">
          <ac:chgData name="Li, Cong" userId="025630f4-267e-4cb3-8cd5-8795177f99f4" providerId="ADAL" clId="{929A2CC8-B112-421C-81E2-D5D63B23E300}" dt="2026-10-25T09:08:14.126" v="90192" actId="1076"/>
          <ac:spMkLst>
            <pc:docMk/>
            <pc:sldMk cId="3192199583" sldId="709"/>
            <ac:spMk id="10" creationId="{C2B5B0CA-6864-9E74-5FC3-17C688AA439B}"/>
          </ac:spMkLst>
        </pc:spChg>
      </pc:sldChg>
      <pc:sldChg chg="delSp modSp add mod delAnim">
        <pc:chgData name="Li, Cong" userId="025630f4-267e-4cb3-8cd5-8795177f99f4" providerId="ADAL" clId="{929A2CC8-B112-421C-81E2-D5D63B23E300}" dt="2026-10-25T09:45:10.432" v="91389" actId="1035"/>
        <pc:sldMkLst>
          <pc:docMk/>
          <pc:sldMk cId="2141865905" sldId="710"/>
        </pc:sldMkLst>
        <pc:spChg chg="mod">
          <ac:chgData name="Li, Cong" userId="025630f4-267e-4cb3-8cd5-8795177f99f4" providerId="ADAL" clId="{929A2CC8-B112-421C-81E2-D5D63B23E300}" dt="2026-10-25T09:20:24.566" v="90952" actId="20577"/>
          <ac:spMkLst>
            <pc:docMk/>
            <pc:sldMk cId="2141865905" sldId="710"/>
            <ac:spMk id="2" creationId="{CDB4E160-75D2-598E-F0B6-212F27823A01}"/>
          </ac:spMkLst>
        </pc:spChg>
        <pc:spChg chg="del">
          <ac:chgData name="Li, Cong" userId="025630f4-267e-4cb3-8cd5-8795177f99f4" providerId="ADAL" clId="{929A2CC8-B112-421C-81E2-D5D63B23E300}" dt="2026-10-25T09:20:52.073" v="90958" actId="478"/>
          <ac:spMkLst>
            <pc:docMk/>
            <pc:sldMk cId="2141865905" sldId="710"/>
            <ac:spMk id="3" creationId="{45D0CDFE-7170-79B1-5877-43882CC7FCE9}"/>
          </ac:spMkLst>
        </pc:spChg>
        <pc:spChg chg="mod">
          <ac:chgData name="Li, Cong" userId="025630f4-267e-4cb3-8cd5-8795177f99f4" providerId="ADAL" clId="{929A2CC8-B112-421C-81E2-D5D63B23E300}" dt="2026-10-25T09:33:31.352" v="91387" actId="20577"/>
          <ac:spMkLst>
            <pc:docMk/>
            <pc:sldMk cId="2141865905" sldId="710"/>
            <ac:spMk id="4" creationId="{4A96BB0F-3532-56AF-04E8-ED84ADC65677}"/>
          </ac:spMkLst>
        </pc:spChg>
        <pc:spChg chg="mod">
          <ac:chgData name="Li, Cong" userId="025630f4-267e-4cb3-8cd5-8795177f99f4" providerId="ADAL" clId="{929A2CC8-B112-421C-81E2-D5D63B23E300}" dt="2026-10-25T09:45:10.432" v="91389" actId="1035"/>
          <ac:spMkLst>
            <pc:docMk/>
            <pc:sldMk cId="2141865905" sldId="710"/>
            <ac:spMk id="10" creationId="{90C05E6E-FF93-8F65-D49D-BFCDBB8AE401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11:01:13.951" v="93385" actId="20577"/>
        <pc:sldMkLst>
          <pc:docMk/>
          <pc:sldMk cId="1952528516" sldId="711"/>
        </pc:sldMkLst>
        <pc:spChg chg="add del mod">
          <ac:chgData name="Li, Cong" userId="025630f4-267e-4cb3-8cd5-8795177f99f4" providerId="ADAL" clId="{929A2CC8-B112-421C-81E2-D5D63B23E300}" dt="2026-10-25T09:48:07.850" v="91480" actId="478"/>
          <ac:spMkLst>
            <pc:docMk/>
            <pc:sldMk cId="1952528516" sldId="711"/>
            <ac:spMk id="2" creationId="{80A2D16C-6E7F-E206-25E3-CCE2A33ED0C1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3" creationId="{7E8E97FB-A770-2DBA-878A-B6A304B6FA86}"/>
          </ac:spMkLst>
        </pc:spChg>
        <pc:spChg chg="del">
          <ac:chgData name="Li, Cong" userId="025630f4-267e-4cb3-8cd5-8795177f99f4" providerId="ADAL" clId="{929A2CC8-B112-421C-81E2-D5D63B23E300}" dt="2026-10-25T09:45:53.882" v="91392" actId="478"/>
          <ac:spMkLst>
            <pc:docMk/>
            <pc:sldMk cId="1952528516" sldId="711"/>
            <ac:spMk id="4" creationId="{20853FE5-8E6B-310C-2138-9785106ABF42}"/>
          </ac:spMkLst>
        </pc:spChg>
        <pc:spChg chg="add del">
          <ac:chgData name="Li, Cong" userId="025630f4-267e-4cb3-8cd5-8795177f99f4" providerId="ADAL" clId="{929A2CC8-B112-421C-81E2-D5D63B23E300}" dt="2026-10-25T09:48:07.850" v="91480" actId="478"/>
          <ac:spMkLst>
            <pc:docMk/>
            <pc:sldMk cId="1952528516" sldId="711"/>
            <ac:spMk id="5" creationId="{0C7C2920-CCE0-810F-378C-3B9AF16BCA88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7" creationId="{7D969C73-5464-068D-4388-CB66AAF4EB47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8" creationId="{F9AA801C-6072-3B52-6082-ACAA3C626CC8}"/>
          </ac:spMkLst>
        </pc:spChg>
        <pc:spChg chg="del">
          <ac:chgData name="Li, Cong" userId="025630f4-267e-4cb3-8cd5-8795177f99f4" providerId="ADAL" clId="{929A2CC8-B112-421C-81E2-D5D63B23E300}" dt="2026-10-25T09:45:53.882" v="91392" actId="478"/>
          <ac:spMkLst>
            <pc:docMk/>
            <pc:sldMk cId="1952528516" sldId="711"/>
            <ac:spMk id="10" creationId="{DCDCBABB-BC97-A63B-3819-A1DC90C39EF4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1" creationId="{C5E1F2DF-6318-3BEB-71CF-C1278B84CAAB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4" creationId="{87775D3F-3912-F414-DC72-92AC1D9E190E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6" creationId="{915AB0A1-0C11-51B9-3317-93BCC9A60667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7" creationId="{CF694727-9A08-88BF-F4BA-8DC382FE95C0}"/>
          </ac:spMkLst>
        </pc:spChg>
        <pc:spChg chg="add del mod">
          <ac:chgData name="Li, Cong" userId="025630f4-267e-4cb3-8cd5-8795177f99f4" providerId="ADAL" clId="{929A2CC8-B112-421C-81E2-D5D63B23E300}" dt="2026-10-25T10:02:04.617" v="92138" actId="478"/>
          <ac:spMkLst>
            <pc:docMk/>
            <pc:sldMk cId="1952528516" sldId="711"/>
            <ac:spMk id="19" creationId="{7CD28059-A0D0-E578-4E90-004777320CEB}"/>
          </ac:spMkLst>
        </pc:spChg>
        <pc:spChg chg="add mod">
          <ac:chgData name="Li, Cong" userId="025630f4-267e-4cb3-8cd5-8795177f99f4" providerId="ADAL" clId="{929A2CC8-B112-421C-81E2-D5D63B23E300}" dt="2026-10-25T09:48:06.911" v="91479" actId="478"/>
          <ac:spMkLst>
            <pc:docMk/>
            <pc:sldMk cId="1952528516" sldId="711"/>
            <ac:spMk id="20" creationId="{29E9434F-950D-4F1B-2051-5985957B73AF}"/>
          </ac:spMkLst>
        </pc:spChg>
        <pc:spChg chg="add mod">
          <ac:chgData name="Li, Cong" userId="025630f4-267e-4cb3-8cd5-8795177f99f4" providerId="ADAL" clId="{929A2CC8-B112-421C-81E2-D5D63B23E300}" dt="2026-10-25T11:01:13.951" v="93385" actId="20577"/>
          <ac:spMkLst>
            <pc:docMk/>
            <pc:sldMk cId="1952528516" sldId="711"/>
            <ac:spMk id="21" creationId="{DACB5C4D-851E-3111-4704-432D863AC1DB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2" creationId="{41E8FF55-9DB0-C801-ECA4-5261EB5C5DBA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4" creationId="{EDAE80BD-C96D-FDA4-1919-1C32459CAE02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7" creationId="{79CCBF33-EB4B-0FF2-B97B-F3ECA14C5365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29" creationId="{5AFB5402-26A0-526B-EE95-B73D24C056FC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0" creationId="{615C09E6-F248-95DE-685D-A0E6675C298E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1" creationId="{28E92554-7E98-180A-1A28-7211F88476B6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3" creationId="{BF8ADE90-B569-FCD8-04BF-3DA4614F8362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6" creationId="{604F8C62-38AD-0296-149C-20F4CA360633}"/>
          </ac:spMkLst>
        </pc:spChg>
        <pc:spChg chg="add mod">
          <ac:chgData name="Li, Cong" userId="025630f4-267e-4cb3-8cd5-8795177f99f4" providerId="ADAL" clId="{929A2CC8-B112-421C-81E2-D5D63B23E300}" dt="2026-10-25T10:02:12.263" v="92139"/>
          <ac:spMkLst>
            <pc:docMk/>
            <pc:sldMk cId="1952528516" sldId="711"/>
            <ac:spMk id="37" creationId="{37888348-348F-E46D-3965-93ED0A85A6CD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38" creationId="{485B5CC5-E1C3-4DF1-4FD4-2087D2235A8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39" creationId="{23B24FBE-9D55-9AB2-7590-BD56330ABA6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1" creationId="{12404D85-73EC-15C1-0A3B-7D6FDD8F49C8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4" creationId="{D286CFAC-4691-8D5A-C63F-52CC45102C4B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6" creationId="{8B604713-F340-C083-E026-C4B67D0824A7}"/>
          </ac:spMkLst>
        </pc:spChg>
        <pc:spChg chg="add mod ord">
          <ac:chgData name="Li, Cong" userId="025630f4-267e-4cb3-8cd5-8795177f99f4" providerId="ADAL" clId="{929A2CC8-B112-421C-81E2-D5D63B23E300}" dt="2026-10-25T10:02:38.488" v="92144" actId="166"/>
          <ac:spMkLst>
            <pc:docMk/>
            <pc:sldMk cId="1952528516" sldId="711"/>
            <ac:spMk id="47" creationId="{D7989C67-2AEA-3593-5B67-278E7347C0E6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48" creationId="{F97DF7F7-BF86-F5B1-4026-A45A2846A2EC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0" creationId="{4B77E84D-ECA6-6E24-C9F0-ACAFA6080400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3" creationId="{026904A0-8449-287D-0F68-C2948AD16753}"/>
          </ac:spMkLst>
        </pc:spChg>
        <pc:spChg chg="add mod">
          <ac:chgData name="Li, Cong" userId="025630f4-267e-4cb3-8cd5-8795177f99f4" providerId="ADAL" clId="{929A2CC8-B112-421C-81E2-D5D63B23E300}" dt="2026-10-25T10:02:20.122" v="92140"/>
          <ac:spMkLst>
            <pc:docMk/>
            <pc:sldMk cId="1952528516" sldId="711"/>
            <ac:spMk id="54" creationId="{9A04A302-9A7B-9554-87B7-0AABB5773B49}"/>
          </ac:spMkLst>
        </pc:spChg>
        <pc:cxnChg chg="add del mod">
          <ac:chgData name="Li, Cong" userId="025630f4-267e-4cb3-8cd5-8795177f99f4" providerId="ADAL" clId="{929A2CC8-B112-421C-81E2-D5D63B23E300}" dt="2026-10-25T10:02:04.617" v="92138" actId="478"/>
          <ac:cxnSpMkLst>
            <pc:docMk/>
            <pc:sldMk cId="1952528516" sldId="711"/>
            <ac:cxnSpMk id="6" creationId="{89A22B5F-38E6-CC17-45AF-5C726374D48C}"/>
          </ac:cxnSpMkLst>
        </pc:cxnChg>
        <pc:cxnChg chg="add mod">
          <ac:chgData name="Li, Cong" userId="025630f4-267e-4cb3-8cd5-8795177f99f4" providerId="ADAL" clId="{929A2CC8-B112-421C-81E2-D5D63B23E300}" dt="2026-10-25T09:45:54.270" v="91393"/>
          <ac:cxnSpMkLst>
            <pc:docMk/>
            <pc:sldMk cId="1952528516" sldId="711"/>
            <ac:cxnSpMk id="9" creationId="{CBC1B96D-42EC-B608-4724-C152A5C48F8F}"/>
          </ac:cxnSpMkLst>
        </pc:cxnChg>
        <pc:cxnChg chg="add del mod">
          <ac:chgData name="Li, Cong" userId="025630f4-267e-4cb3-8cd5-8795177f99f4" providerId="ADAL" clId="{929A2CC8-B112-421C-81E2-D5D63B23E300}" dt="2026-10-25T10:02:04.617" v="92138" actId="478"/>
          <ac:cxnSpMkLst>
            <pc:docMk/>
            <pc:sldMk cId="1952528516" sldId="711"/>
            <ac:cxnSpMk id="12" creationId="{75DF2DCE-1D47-6C2B-8523-3DB13A5608BC}"/>
          </ac:cxnSpMkLst>
        </pc:cxnChg>
        <pc:cxnChg chg="add mod">
          <ac:chgData name="Li, Cong" userId="025630f4-267e-4cb3-8cd5-8795177f99f4" providerId="ADAL" clId="{929A2CC8-B112-421C-81E2-D5D63B23E300}" dt="2026-10-25T09:45:54.270" v="91393"/>
          <ac:cxnSpMkLst>
            <pc:docMk/>
            <pc:sldMk cId="1952528516" sldId="711"/>
            <ac:cxnSpMk id="15" creationId="{5EABE900-0D47-EF78-CE86-E02D58E737C4}"/>
          </ac:cxnSpMkLst>
        </pc:cxnChg>
        <pc:cxnChg chg="add mod">
          <ac:chgData name="Li, Cong" userId="025630f4-267e-4cb3-8cd5-8795177f99f4" providerId="ADAL" clId="{929A2CC8-B112-421C-81E2-D5D63B23E300}" dt="2026-10-25T10:02:12.263" v="92139"/>
          <ac:cxnSpMkLst>
            <pc:docMk/>
            <pc:sldMk cId="1952528516" sldId="711"/>
            <ac:cxnSpMk id="28" creationId="{1DB37F88-44F7-A727-B232-F7AF2FFA4500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10-25T10:02:34.295" v="92143" actId="166"/>
        <pc:sldMkLst>
          <pc:docMk/>
          <pc:sldMk cId="4098264242" sldId="712"/>
        </pc:sldMkLst>
        <pc:spChg chg="del">
          <ac:chgData name="Li, Cong" userId="025630f4-267e-4cb3-8cd5-8795177f99f4" providerId="ADAL" clId="{929A2CC8-B112-421C-81E2-D5D63B23E300}" dt="2026-10-25T10:00:17.523" v="92108" actId="478"/>
          <ac:spMkLst>
            <pc:docMk/>
            <pc:sldMk cId="4098264242" sldId="712"/>
            <ac:spMk id="3" creationId="{B909F047-00DA-7B5D-5EA7-A835281AB024}"/>
          </ac:spMkLst>
        </pc:spChg>
        <pc:spChg chg="mod">
          <ac:chgData name="Li, Cong" userId="025630f4-267e-4cb3-8cd5-8795177f99f4" providerId="ADAL" clId="{929A2CC8-B112-421C-81E2-D5D63B23E300}" dt="2026-10-25T10:00:47.517" v="92118" actId="1076"/>
          <ac:spMkLst>
            <pc:docMk/>
            <pc:sldMk cId="4098264242" sldId="712"/>
            <ac:spMk id="7" creationId="{6AB7C1E8-1B27-EA8F-3AD9-847B11BEBC4D}"/>
          </ac:spMkLst>
        </pc:spChg>
        <pc:spChg chg="mod">
          <ac:chgData name="Li, Cong" userId="025630f4-267e-4cb3-8cd5-8795177f99f4" providerId="ADAL" clId="{929A2CC8-B112-421C-81E2-D5D63B23E300}" dt="2026-10-25T10:00:02.238" v="92106" actId="1037"/>
          <ac:spMkLst>
            <pc:docMk/>
            <pc:sldMk cId="4098264242" sldId="712"/>
            <ac:spMk id="8" creationId="{7B6E2E3D-1D7C-3F46-4BED-59BFD0E41458}"/>
          </ac:spMkLst>
        </pc:spChg>
        <pc:spChg chg="mod">
          <ac:chgData name="Li, Cong" userId="025630f4-267e-4cb3-8cd5-8795177f99f4" providerId="ADAL" clId="{929A2CC8-B112-421C-81E2-D5D63B23E300}" dt="2026-10-25T09:58:54.680" v="92074" actId="1035"/>
          <ac:spMkLst>
            <pc:docMk/>
            <pc:sldMk cId="4098264242" sldId="712"/>
            <ac:spMk id="11" creationId="{C97934C3-4717-D3DF-A4A9-0B8F3B0FB065}"/>
          </ac:spMkLst>
        </pc:spChg>
        <pc:spChg chg="mod">
          <ac:chgData name="Li, Cong" userId="025630f4-267e-4cb3-8cd5-8795177f99f4" providerId="ADAL" clId="{929A2CC8-B112-421C-81E2-D5D63B23E300}" dt="2026-10-25T09:59:15.180" v="92084" actId="1035"/>
          <ac:spMkLst>
            <pc:docMk/>
            <pc:sldMk cId="4098264242" sldId="712"/>
            <ac:spMk id="14" creationId="{ED5DC544-8C67-17BB-94BD-85EDEB7ACD7B}"/>
          </ac:spMkLst>
        </pc:spChg>
        <pc:spChg chg="mod">
          <ac:chgData name="Li, Cong" userId="025630f4-267e-4cb3-8cd5-8795177f99f4" providerId="ADAL" clId="{929A2CC8-B112-421C-81E2-D5D63B23E300}" dt="2026-10-25T09:58:50.245" v="92067" actId="1036"/>
          <ac:spMkLst>
            <pc:docMk/>
            <pc:sldMk cId="4098264242" sldId="712"/>
            <ac:spMk id="16" creationId="{6504F253-28A8-345D-3A4A-95A13E5AB30D}"/>
          </ac:spMkLst>
        </pc:spChg>
        <pc:spChg chg="mod ord">
          <ac:chgData name="Li, Cong" userId="025630f4-267e-4cb3-8cd5-8795177f99f4" providerId="ADAL" clId="{929A2CC8-B112-421C-81E2-D5D63B23E300}" dt="2026-10-25T10:01:58.403" v="92137" actId="14100"/>
          <ac:spMkLst>
            <pc:docMk/>
            <pc:sldMk cId="4098264242" sldId="712"/>
            <ac:spMk id="17" creationId="{12817B84-B9AF-56B6-9DA9-0EB80D659AAC}"/>
          </ac:spMkLst>
        </pc:spChg>
        <pc:spChg chg="mod ord">
          <ac:chgData name="Li, Cong" userId="025630f4-267e-4cb3-8cd5-8795177f99f4" providerId="ADAL" clId="{929A2CC8-B112-421C-81E2-D5D63B23E300}" dt="2026-10-25T10:02:34.295" v="92143" actId="166"/>
          <ac:spMkLst>
            <pc:docMk/>
            <pc:sldMk cId="4098264242" sldId="712"/>
            <ac:spMk id="19" creationId="{156A4824-C7B1-9DF4-3FE7-828BB3612D3B}"/>
          </ac:spMkLst>
        </pc:spChg>
        <pc:spChg chg="mod">
          <ac:chgData name="Li, Cong" userId="025630f4-267e-4cb3-8cd5-8795177f99f4" providerId="ADAL" clId="{929A2CC8-B112-421C-81E2-D5D63B23E300}" dt="2026-10-25T09:58:09.314" v="92059" actId="1076"/>
          <ac:spMkLst>
            <pc:docMk/>
            <pc:sldMk cId="4098264242" sldId="712"/>
            <ac:spMk id="21" creationId="{B2F75DFD-24F0-9890-76F9-FBC1664303D2}"/>
          </ac:spMkLst>
        </pc:spChg>
        <pc:spChg chg="add mod">
          <ac:chgData name="Li, Cong" userId="025630f4-267e-4cb3-8cd5-8795177f99f4" providerId="ADAL" clId="{929A2CC8-B112-421C-81E2-D5D63B23E300}" dt="2026-10-25T10:00:12.850" v="92107"/>
          <ac:spMkLst>
            <pc:docMk/>
            <pc:sldMk cId="4098264242" sldId="712"/>
            <ac:spMk id="22" creationId="{62B53466-E620-92B5-0FFE-ED780DF08FF0}"/>
          </ac:spMkLst>
        </pc:spChg>
        <pc:spChg chg="add mod">
          <ac:chgData name="Li, Cong" userId="025630f4-267e-4cb3-8cd5-8795177f99f4" providerId="ADAL" clId="{929A2CC8-B112-421C-81E2-D5D63B23E300}" dt="2026-10-25T10:00:12.850" v="92107"/>
          <ac:spMkLst>
            <pc:docMk/>
            <pc:sldMk cId="4098264242" sldId="712"/>
            <ac:spMk id="24" creationId="{2E94D8C9-8754-A1C3-95D6-D3C49CDA4A81}"/>
          </ac:spMkLst>
        </pc:spChg>
        <pc:spChg chg="add mod">
          <ac:chgData name="Li, Cong" userId="025630f4-267e-4cb3-8cd5-8795177f99f4" providerId="ADAL" clId="{929A2CC8-B112-421C-81E2-D5D63B23E300}" dt="2026-10-25T10:00:12.850" v="92107"/>
          <ac:spMkLst>
            <pc:docMk/>
            <pc:sldMk cId="4098264242" sldId="712"/>
            <ac:spMk id="27" creationId="{237F7281-4322-635E-EEA8-56964D9EB6B0}"/>
          </ac:spMkLst>
        </pc:spChg>
        <pc:spChg chg="add mod">
          <ac:chgData name="Li, Cong" userId="025630f4-267e-4cb3-8cd5-8795177f99f4" providerId="ADAL" clId="{929A2CC8-B112-421C-81E2-D5D63B23E300}" dt="2026-10-25T10:00:18.155" v="92109"/>
          <ac:spMkLst>
            <pc:docMk/>
            <pc:sldMk cId="4098264242" sldId="712"/>
            <ac:spMk id="28" creationId="{3B74A6E8-2978-C17F-049F-DBC08745729E}"/>
          </ac:spMkLst>
        </pc:spChg>
        <pc:spChg chg="add mod">
          <ac:chgData name="Li, Cong" userId="025630f4-267e-4cb3-8cd5-8795177f99f4" providerId="ADAL" clId="{929A2CC8-B112-421C-81E2-D5D63B23E300}" dt="2026-10-25T10:00:18.155" v="92109"/>
          <ac:spMkLst>
            <pc:docMk/>
            <pc:sldMk cId="4098264242" sldId="712"/>
            <ac:spMk id="30" creationId="{A728E4A2-9101-F03F-28F1-23B55F74F27B}"/>
          </ac:spMkLst>
        </pc:spChg>
        <pc:spChg chg="add mod">
          <ac:chgData name="Li, Cong" userId="025630f4-267e-4cb3-8cd5-8795177f99f4" providerId="ADAL" clId="{929A2CC8-B112-421C-81E2-D5D63B23E300}" dt="2026-10-25T10:00:18.155" v="92109"/>
          <ac:spMkLst>
            <pc:docMk/>
            <pc:sldMk cId="4098264242" sldId="712"/>
            <ac:spMk id="33" creationId="{1DEA2131-403B-F5AF-B574-E4C2035FB499}"/>
          </ac:spMkLst>
        </pc:spChg>
        <pc:spChg chg="add mod">
          <ac:chgData name="Li, Cong" userId="025630f4-267e-4cb3-8cd5-8795177f99f4" providerId="ADAL" clId="{929A2CC8-B112-421C-81E2-D5D63B23E300}" dt="2026-10-25T10:01:15.920" v="92129" actId="1037"/>
          <ac:spMkLst>
            <pc:docMk/>
            <pc:sldMk cId="4098264242" sldId="712"/>
            <ac:spMk id="34" creationId="{CB15E64D-9F06-FDE2-7BDD-20042E5C93FB}"/>
          </ac:spMkLst>
        </pc:spChg>
        <pc:spChg chg="add mod">
          <ac:chgData name="Li, Cong" userId="025630f4-267e-4cb3-8cd5-8795177f99f4" providerId="ADAL" clId="{929A2CC8-B112-421C-81E2-D5D63B23E300}" dt="2026-10-25T10:00:25.687" v="92112" actId="1076"/>
          <ac:spMkLst>
            <pc:docMk/>
            <pc:sldMk cId="4098264242" sldId="712"/>
            <ac:spMk id="36" creationId="{E32957AE-C0CC-C62D-BC03-8D2971FB10EE}"/>
          </ac:spMkLst>
        </pc:spChg>
        <pc:spChg chg="add mod">
          <ac:chgData name="Li, Cong" userId="025630f4-267e-4cb3-8cd5-8795177f99f4" providerId="ADAL" clId="{929A2CC8-B112-421C-81E2-D5D63B23E300}" dt="2026-10-25T10:00:25.687" v="92112" actId="1076"/>
          <ac:spMkLst>
            <pc:docMk/>
            <pc:sldMk cId="4098264242" sldId="712"/>
            <ac:spMk id="39" creationId="{5611F13D-6B7F-51F3-DB6C-A39371F2179E}"/>
          </ac:spMkLst>
        </pc:spChg>
        <pc:cxnChg chg="del mod">
          <ac:chgData name="Li, Cong" userId="025630f4-267e-4cb3-8cd5-8795177f99f4" providerId="ADAL" clId="{929A2CC8-B112-421C-81E2-D5D63B23E300}" dt="2026-10-25T10:00:21.488" v="92110" actId="478"/>
          <ac:cxnSpMkLst>
            <pc:docMk/>
            <pc:sldMk cId="4098264242" sldId="712"/>
            <ac:cxnSpMk id="6" creationId="{5E319510-938C-A59A-CF76-195330DF80EE}"/>
          </ac:cxnSpMkLst>
        </pc:cxnChg>
        <pc:cxnChg chg="mod">
          <ac:chgData name="Li, Cong" userId="025630f4-267e-4cb3-8cd5-8795177f99f4" providerId="ADAL" clId="{929A2CC8-B112-421C-81E2-D5D63B23E300}" dt="2026-10-25T10:00:02.238" v="92106" actId="1037"/>
          <ac:cxnSpMkLst>
            <pc:docMk/>
            <pc:sldMk cId="4098264242" sldId="712"/>
            <ac:cxnSpMk id="9" creationId="{4664C846-A28F-EC05-ED71-880CE72FF997}"/>
          </ac:cxnSpMkLst>
        </pc:cxnChg>
        <pc:cxnChg chg="mod">
          <ac:chgData name="Li, Cong" userId="025630f4-267e-4cb3-8cd5-8795177f99f4" providerId="ADAL" clId="{929A2CC8-B112-421C-81E2-D5D63B23E300}" dt="2026-10-25T09:59:32.580" v="92085" actId="14100"/>
          <ac:cxnSpMkLst>
            <pc:docMk/>
            <pc:sldMk cId="4098264242" sldId="712"/>
            <ac:cxnSpMk id="12" creationId="{AF2B70B6-6E11-95A6-B1D9-30855C6001E1}"/>
          </ac:cxnSpMkLst>
        </pc:cxnChg>
        <pc:cxnChg chg="mod">
          <ac:chgData name="Li, Cong" userId="025630f4-267e-4cb3-8cd5-8795177f99f4" providerId="ADAL" clId="{929A2CC8-B112-421C-81E2-D5D63B23E300}" dt="2026-10-25T10:00:39.500" v="92116" actId="14100"/>
          <ac:cxnSpMkLst>
            <pc:docMk/>
            <pc:sldMk cId="4098264242" sldId="712"/>
            <ac:cxnSpMk id="13" creationId="{49623E46-BD84-21CD-CFD7-79C39E04E227}"/>
          </ac:cxnSpMkLst>
        </pc:cxnChg>
        <pc:cxnChg chg="mod">
          <ac:chgData name="Li, Cong" userId="025630f4-267e-4cb3-8cd5-8795177f99f4" providerId="ADAL" clId="{929A2CC8-B112-421C-81E2-D5D63B23E300}" dt="2026-10-25T09:58:54.680" v="92074" actId="1035"/>
          <ac:cxnSpMkLst>
            <pc:docMk/>
            <pc:sldMk cId="4098264242" sldId="712"/>
            <ac:cxnSpMk id="15" creationId="{31BFFC68-E625-2D55-7E20-63E5C84FD186}"/>
          </ac:cxnSpMkLst>
        </pc:cxnChg>
        <pc:cxnChg chg="add mod">
          <ac:chgData name="Li, Cong" userId="025630f4-267e-4cb3-8cd5-8795177f99f4" providerId="ADAL" clId="{929A2CC8-B112-421C-81E2-D5D63B23E300}" dt="2026-10-25T10:00:12.850" v="92107"/>
          <ac:cxnSpMkLst>
            <pc:docMk/>
            <pc:sldMk cId="4098264242" sldId="712"/>
            <ac:cxnSpMk id="23" creationId="{F07010C5-8C30-67E0-326F-B8BDDDA17AE9}"/>
          </ac:cxnSpMkLst>
        </pc:cxnChg>
        <pc:cxnChg chg="add mod">
          <ac:chgData name="Li, Cong" userId="025630f4-267e-4cb3-8cd5-8795177f99f4" providerId="ADAL" clId="{929A2CC8-B112-421C-81E2-D5D63B23E300}" dt="2026-10-25T10:00:12.850" v="92107"/>
          <ac:cxnSpMkLst>
            <pc:docMk/>
            <pc:sldMk cId="4098264242" sldId="712"/>
            <ac:cxnSpMk id="25" creationId="{04E1D9AB-1252-1C05-94A9-DBD5ABF1DF3F}"/>
          </ac:cxnSpMkLst>
        </pc:cxnChg>
        <pc:cxnChg chg="add mod">
          <ac:chgData name="Li, Cong" userId="025630f4-267e-4cb3-8cd5-8795177f99f4" providerId="ADAL" clId="{929A2CC8-B112-421C-81E2-D5D63B23E300}" dt="2026-10-25T10:00:12.850" v="92107"/>
          <ac:cxnSpMkLst>
            <pc:docMk/>
            <pc:sldMk cId="4098264242" sldId="712"/>
            <ac:cxnSpMk id="26" creationId="{7A645A6B-C45C-8627-D22F-1C3BDE6A1C2B}"/>
          </ac:cxnSpMkLst>
        </pc:cxnChg>
        <pc:cxnChg chg="add mod">
          <ac:chgData name="Li, Cong" userId="025630f4-267e-4cb3-8cd5-8795177f99f4" providerId="ADAL" clId="{929A2CC8-B112-421C-81E2-D5D63B23E300}" dt="2026-10-25T10:00:18.155" v="92109"/>
          <ac:cxnSpMkLst>
            <pc:docMk/>
            <pc:sldMk cId="4098264242" sldId="712"/>
            <ac:cxnSpMk id="29" creationId="{56B96B74-AC10-E040-655B-A5C91DA13326}"/>
          </ac:cxnSpMkLst>
        </pc:cxnChg>
        <pc:cxnChg chg="add mod">
          <ac:chgData name="Li, Cong" userId="025630f4-267e-4cb3-8cd5-8795177f99f4" providerId="ADAL" clId="{929A2CC8-B112-421C-81E2-D5D63B23E300}" dt="2026-10-25T10:00:18.155" v="92109"/>
          <ac:cxnSpMkLst>
            <pc:docMk/>
            <pc:sldMk cId="4098264242" sldId="712"/>
            <ac:cxnSpMk id="31" creationId="{86D7333D-04C0-4618-51EF-5C0CAC0B3555}"/>
          </ac:cxnSpMkLst>
        </pc:cxnChg>
        <pc:cxnChg chg="add mod">
          <ac:chgData name="Li, Cong" userId="025630f4-267e-4cb3-8cd5-8795177f99f4" providerId="ADAL" clId="{929A2CC8-B112-421C-81E2-D5D63B23E300}" dt="2026-10-25T10:00:18.155" v="92109"/>
          <ac:cxnSpMkLst>
            <pc:docMk/>
            <pc:sldMk cId="4098264242" sldId="712"/>
            <ac:cxnSpMk id="32" creationId="{979A9A87-6D19-6B41-0BE1-D3D9C67E1A9C}"/>
          </ac:cxnSpMkLst>
        </pc:cxnChg>
        <pc:cxnChg chg="add mod">
          <ac:chgData name="Li, Cong" userId="025630f4-267e-4cb3-8cd5-8795177f99f4" providerId="ADAL" clId="{929A2CC8-B112-421C-81E2-D5D63B23E300}" dt="2026-10-25T10:01:15.920" v="92129" actId="1037"/>
          <ac:cxnSpMkLst>
            <pc:docMk/>
            <pc:sldMk cId="4098264242" sldId="712"/>
            <ac:cxnSpMk id="35" creationId="{59D5D188-3641-EC42-2ABE-B63E8732099C}"/>
          </ac:cxnSpMkLst>
        </pc:cxnChg>
        <pc:cxnChg chg="add mod">
          <ac:chgData name="Li, Cong" userId="025630f4-267e-4cb3-8cd5-8795177f99f4" providerId="ADAL" clId="{929A2CC8-B112-421C-81E2-D5D63B23E300}" dt="2026-10-25T10:00:25.687" v="92112" actId="1076"/>
          <ac:cxnSpMkLst>
            <pc:docMk/>
            <pc:sldMk cId="4098264242" sldId="712"/>
            <ac:cxnSpMk id="37" creationId="{04137FD4-C958-989E-4CA7-72CC221E577F}"/>
          </ac:cxnSpMkLst>
        </pc:cxnChg>
        <pc:cxnChg chg="add mod">
          <ac:chgData name="Li, Cong" userId="025630f4-267e-4cb3-8cd5-8795177f99f4" providerId="ADAL" clId="{929A2CC8-B112-421C-81E2-D5D63B23E300}" dt="2026-10-25T10:01:21.677" v="92130" actId="14100"/>
          <ac:cxnSpMkLst>
            <pc:docMk/>
            <pc:sldMk cId="4098264242" sldId="712"/>
            <ac:cxnSpMk id="38" creationId="{729C4592-8996-65DE-5699-82E3C42A8E64}"/>
          </ac:cxnSpMkLst>
        </pc:cxnChg>
      </pc:sldChg>
      <pc:sldChg chg="addSp delSp modSp add mod">
        <pc:chgData name="Li, Cong" userId="025630f4-267e-4cb3-8cd5-8795177f99f4" providerId="ADAL" clId="{929A2CC8-B112-421C-81E2-D5D63B23E300}" dt="2026-10-25T10:17:57.267" v="92453" actId="1076"/>
        <pc:sldMkLst>
          <pc:docMk/>
          <pc:sldMk cId="867745375" sldId="713"/>
        </pc:sldMkLst>
        <pc:spChg chg="add del mod">
          <ac:chgData name="Li, Cong" userId="025630f4-267e-4cb3-8cd5-8795177f99f4" providerId="ADAL" clId="{929A2CC8-B112-421C-81E2-D5D63B23E300}" dt="2026-10-25T10:17:25.070" v="92415" actId="478"/>
          <ac:spMkLst>
            <pc:docMk/>
            <pc:sldMk cId="867745375" sldId="713"/>
            <ac:spMk id="3" creationId="{E110AD2B-4181-100F-70D4-B0B2786BFAD0}"/>
          </ac:spMkLst>
        </pc:spChg>
        <pc:spChg chg="add mod">
          <ac:chgData name="Li, Cong" userId="025630f4-267e-4cb3-8cd5-8795177f99f4" providerId="ADAL" clId="{929A2CC8-B112-421C-81E2-D5D63B23E300}" dt="2026-10-25T10:17:39.939" v="92446" actId="207"/>
          <ac:spMkLst>
            <pc:docMk/>
            <pc:sldMk cId="867745375" sldId="713"/>
            <ac:spMk id="4" creationId="{9EF40CBD-77F4-C820-CF9A-D98E1972096F}"/>
          </ac:spMkLst>
        </pc:spChg>
        <pc:spChg chg="add mod">
          <ac:chgData name="Li, Cong" userId="025630f4-267e-4cb3-8cd5-8795177f99f4" providerId="ADAL" clId="{929A2CC8-B112-421C-81E2-D5D63B23E300}" dt="2026-10-25T10:17:46.617" v="92449" actId="1076"/>
          <ac:spMkLst>
            <pc:docMk/>
            <pc:sldMk cId="867745375" sldId="713"/>
            <ac:spMk id="10" creationId="{4D930EB2-15EF-3E6C-D1A8-578170868CD9}"/>
          </ac:spMkLst>
        </pc:spChg>
        <pc:spChg chg="add mod">
          <ac:chgData name="Li, Cong" userId="025630f4-267e-4cb3-8cd5-8795177f99f4" providerId="ADAL" clId="{929A2CC8-B112-421C-81E2-D5D63B23E300}" dt="2026-10-25T10:17:50.169" v="92451" actId="1076"/>
          <ac:spMkLst>
            <pc:docMk/>
            <pc:sldMk cId="867745375" sldId="713"/>
            <ac:spMk id="20" creationId="{D55F383A-3FC8-7E49-7A0C-BEBE89DD14D6}"/>
          </ac:spMkLst>
        </pc:spChg>
        <pc:spChg chg="mod">
          <ac:chgData name="Li, Cong" userId="025630f4-267e-4cb3-8cd5-8795177f99f4" providerId="ADAL" clId="{929A2CC8-B112-421C-81E2-D5D63B23E300}" dt="2026-10-25T10:17:02.326" v="92404" actId="20577"/>
          <ac:spMkLst>
            <pc:docMk/>
            <pc:sldMk cId="867745375" sldId="713"/>
            <ac:spMk id="21" creationId="{6C054981-3177-FCD5-A856-C77392895DA7}"/>
          </ac:spMkLst>
        </pc:spChg>
        <pc:spChg chg="add mod">
          <ac:chgData name="Li, Cong" userId="025630f4-267e-4cb3-8cd5-8795177f99f4" providerId="ADAL" clId="{929A2CC8-B112-421C-81E2-D5D63B23E300}" dt="2026-10-25T10:17:57.267" v="92453" actId="1076"/>
          <ac:spMkLst>
            <pc:docMk/>
            <pc:sldMk cId="867745375" sldId="713"/>
            <ac:spMk id="23" creationId="{E2C41396-6F93-BF56-AE55-BD9B9888209A}"/>
          </ac:spMkLst>
        </pc:spChg>
      </pc:sldChg>
      <pc:sldChg chg="modSp add mod">
        <pc:chgData name="Li, Cong" userId="025630f4-267e-4cb3-8cd5-8795177f99f4" providerId="ADAL" clId="{929A2CC8-B112-421C-81E2-D5D63B23E300}" dt="2026-10-25T10:22:13.738" v="92601" actId="14100"/>
        <pc:sldMkLst>
          <pc:docMk/>
          <pc:sldMk cId="2633767920" sldId="714"/>
        </pc:sldMkLst>
        <pc:spChg chg="mod">
          <ac:chgData name="Li, Cong" userId="025630f4-267e-4cb3-8cd5-8795177f99f4" providerId="ADAL" clId="{929A2CC8-B112-421C-81E2-D5D63B23E300}" dt="2026-10-25T10:19:46.485" v="92455" actId="20577"/>
          <ac:spMkLst>
            <pc:docMk/>
            <pc:sldMk cId="2633767920" sldId="714"/>
            <ac:spMk id="2" creationId="{F7A56E8A-8000-7C80-5064-5DA2474CC5ED}"/>
          </ac:spMkLst>
        </pc:spChg>
        <pc:spChg chg="mod">
          <ac:chgData name="Li, Cong" userId="025630f4-267e-4cb3-8cd5-8795177f99f4" providerId="ADAL" clId="{929A2CC8-B112-421C-81E2-D5D63B23E300}" dt="2026-10-25T10:22:13.738" v="92601" actId="14100"/>
          <ac:spMkLst>
            <pc:docMk/>
            <pc:sldMk cId="2633767920" sldId="714"/>
            <ac:spMk id="21" creationId="{892F0548-4506-9B03-C96E-5A5170A4773E}"/>
          </ac:spMkLst>
        </pc:spChg>
        <pc:spChg chg="mod">
          <ac:chgData name="Li, Cong" userId="025630f4-267e-4cb3-8cd5-8795177f99f4" providerId="ADAL" clId="{929A2CC8-B112-421C-81E2-D5D63B23E300}" dt="2026-10-25T10:22:06.785" v="92600" actId="14100"/>
          <ac:spMkLst>
            <pc:docMk/>
            <pc:sldMk cId="2633767920" sldId="714"/>
            <ac:spMk id="47" creationId="{77AD2445-0362-D6CA-101D-F75A7DE41C14}"/>
          </ac:spMkLst>
        </pc:spChg>
        <pc:spChg chg="mod">
          <ac:chgData name="Li, Cong" userId="025630f4-267e-4cb3-8cd5-8795177f99f4" providerId="ADAL" clId="{929A2CC8-B112-421C-81E2-D5D63B23E300}" dt="2026-10-25T10:21:56.281" v="92597" actId="14100"/>
          <ac:spMkLst>
            <pc:docMk/>
            <pc:sldMk cId="2633767920" sldId="714"/>
            <ac:spMk id="54" creationId="{18E62529-D901-4E89-4E0D-22F0C898B988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10:48:57.369" v="92808" actId="207"/>
        <pc:sldMkLst>
          <pc:docMk/>
          <pc:sldMk cId="4235899450" sldId="715"/>
        </pc:sldMkLst>
        <pc:spChg chg="add mod">
          <ac:chgData name="Li, Cong" userId="025630f4-267e-4cb3-8cd5-8795177f99f4" providerId="ADAL" clId="{929A2CC8-B112-421C-81E2-D5D63B23E300}" dt="2026-10-25T10:48:57.369" v="92808" actId="207"/>
          <ac:spMkLst>
            <pc:docMk/>
            <pc:sldMk cId="4235899450" sldId="715"/>
            <ac:spMk id="3" creationId="{AEBACAEE-F96E-EFF5-7720-476714AB986E}"/>
          </ac:spMkLst>
        </pc:spChg>
        <pc:spChg chg="add mod">
          <ac:chgData name="Li, Cong" userId="025630f4-267e-4cb3-8cd5-8795177f99f4" providerId="ADAL" clId="{929A2CC8-B112-421C-81E2-D5D63B23E300}" dt="2026-10-25T10:24:43.126" v="92632" actId="1076"/>
          <ac:spMkLst>
            <pc:docMk/>
            <pc:sldMk cId="4235899450" sldId="715"/>
            <ac:spMk id="6" creationId="{8A7D92EF-8D41-F43A-A066-206AA21899D9}"/>
          </ac:spMkLst>
        </pc:spChg>
        <pc:spChg chg="del">
          <ac:chgData name="Li, Cong" userId="025630f4-267e-4cb3-8cd5-8795177f99f4" providerId="ADAL" clId="{929A2CC8-B112-421C-81E2-D5D63B23E300}" dt="2026-10-25T10:23:54.611" v="92603" actId="478"/>
          <ac:spMkLst>
            <pc:docMk/>
            <pc:sldMk cId="4235899450" sldId="715"/>
            <ac:spMk id="21" creationId="{3F2796D8-DAD9-3916-B23A-332675C8EE6C}"/>
          </ac:spMkLst>
        </pc:spChg>
      </pc:sldChg>
      <pc:sldChg chg="addSp modSp add mod modAnim">
        <pc:chgData name="Li, Cong" userId="025630f4-267e-4cb3-8cd5-8795177f99f4" providerId="ADAL" clId="{929A2CC8-B112-421C-81E2-D5D63B23E300}" dt="2026-10-25T10:49:14.833" v="92811" actId="207"/>
        <pc:sldMkLst>
          <pc:docMk/>
          <pc:sldMk cId="2938213352" sldId="716"/>
        </pc:sldMkLst>
        <pc:spChg chg="mod">
          <ac:chgData name="Li, Cong" userId="025630f4-267e-4cb3-8cd5-8795177f99f4" providerId="ADAL" clId="{929A2CC8-B112-421C-81E2-D5D63B23E300}" dt="2026-10-25T10:49:14.833" v="92811" actId="207"/>
          <ac:spMkLst>
            <pc:docMk/>
            <pc:sldMk cId="2938213352" sldId="716"/>
            <ac:spMk id="3" creationId="{F38F82C3-C39D-356B-88B2-3473D94EF3C1}"/>
          </ac:spMkLst>
        </pc:spChg>
        <pc:spChg chg="mod">
          <ac:chgData name="Li, Cong" userId="025630f4-267e-4cb3-8cd5-8795177f99f4" providerId="ADAL" clId="{929A2CC8-B112-421C-81E2-D5D63B23E300}" dt="2026-10-25T10:24:53.633" v="92635" actId="20577"/>
          <ac:spMkLst>
            <pc:docMk/>
            <pc:sldMk cId="2938213352" sldId="716"/>
            <ac:spMk id="6" creationId="{9D65487E-CFD1-BFCB-2DA4-F0C1803C00BE}"/>
          </ac:spMkLst>
        </pc:spChg>
        <pc:spChg chg="add mod">
          <ac:chgData name="Li, Cong" userId="025630f4-267e-4cb3-8cd5-8795177f99f4" providerId="ADAL" clId="{929A2CC8-B112-421C-81E2-D5D63B23E300}" dt="2026-10-25T10:49:07.633" v="92809" actId="207"/>
          <ac:spMkLst>
            <pc:docMk/>
            <pc:sldMk cId="2938213352" sldId="716"/>
            <ac:spMk id="7" creationId="{29D0B5A7-E960-7829-B7E3-688D76013805}"/>
          </ac:spMkLst>
        </pc:spChg>
        <pc:spChg chg="add mod">
          <ac:chgData name="Li, Cong" userId="025630f4-267e-4cb3-8cd5-8795177f99f4" providerId="ADAL" clId="{929A2CC8-B112-421C-81E2-D5D63B23E300}" dt="2026-10-25T10:25:13.263" v="92638" actId="1076"/>
          <ac:spMkLst>
            <pc:docMk/>
            <pc:sldMk cId="2938213352" sldId="716"/>
            <ac:spMk id="9" creationId="{CA723BAF-78E8-F0FF-7B9B-56EEB0393329}"/>
          </ac:spMkLst>
        </pc:spChg>
        <pc:spChg chg="add mod">
          <ac:chgData name="Li, Cong" userId="025630f4-267e-4cb3-8cd5-8795177f99f4" providerId="ADAL" clId="{929A2CC8-B112-421C-81E2-D5D63B23E300}" dt="2026-10-25T10:41:36.836" v="92731" actId="1076"/>
          <ac:spMkLst>
            <pc:docMk/>
            <pc:sldMk cId="2938213352" sldId="716"/>
            <ac:spMk id="11" creationId="{C111B0AA-948D-B8DE-2275-D7BB92F0B1F7}"/>
          </ac:spMkLst>
        </pc:spChg>
        <pc:spChg chg="add mod">
          <ac:chgData name="Li, Cong" userId="025630f4-267e-4cb3-8cd5-8795177f99f4" providerId="ADAL" clId="{929A2CC8-B112-421C-81E2-D5D63B23E300}" dt="2026-10-25T10:41:59.724" v="92805" actId="1076"/>
          <ac:spMkLst>
            <pc:docMk/>
            <pc:sldMk cId="2938213352" sldId="716"/>
            <ac:spMk id="13" creationId="{9DCA799E-3928-BE72-D118-CB20BEEEBCB4}"/>
          </ac:spMkLst>
        </pc:spChg>
      </pc:sldChg>
      <pc:sldChg chg="modSp add mod modAnim">
        <pc:chgData name="Li, Cong" userId="025630f4-267e-4cb3-8cd5-8795177f99f4" providerId="ADAL" clId="{929A2CC8-B112-421C-81E2-D5D63B23E300}" dt="2026-10-25T22:18:26.701" v="96587" actId="20577"/>
        <pc:sldMkLst>
          <pc:docMk/>
          <pc:sldMk cId="569374965" sldId="717"/>
        </pc:sldMkLst>
        <pc:spChg chg="mod">
          <ac:chgData name="Li, Cong" userId="025630f4-267e-4cb3-8cd5-8795177f99f4" providerId="ADAL" clId="{929A2CC8-B112-421C-81E2-D5D63B23E300}" dt="2026-10-25T10:49:26.904" v="92813" actId="207"/>
          <ac:spMkLst>
            <pc:docMk/>
            <pc:sldMk cId="569374965" sldId="717"/>
            <ac:spMk id="3" creationId="{BA7E222D-6514-14E9-4493-267AE2A2B80E}"/>
          </ac:spMkLst>
        </pc:spChg>
        <pc:spChg chg="mod">
          <ac:chgData name="Li, Cong" userId="025630f4-267e-4cb3-8cd5-8795177f99f4" providerId="ADAL" clId="{929A2CC8-B112-421C-81E2-D5D63B23E300}" dt="2026-10-25T10:27:54.761" v="92642" actId="20577"/>
          <ac:spMkLst>
            <pc:docMk/>
            <pc:sldMk cId="569374965" sldId="717"/>
            <ac:spMk id="6" creationId="{3A5B36DF-3C29-3E01-6095-1210607D66F5}"/>
          </ac:spMkLst>
        </pc:spChg>
        <pc:spChg chg="mod">
          <ac:chgData name="Li, Cong" userId="025630f4-267e-4cb3-8cd5-8795177f99f4" providerId="ADAL" clId="{929A2CC8-B112-421C-81E2-D5D63B23E300}" dt="2026-10-25T10:49:22.216" v="92812" actId="207"/>
          <ac:spMkLst>
            <pc:docMk/>
            <pc:sldMk cId="569374965" sldId="717"/>
            <ac:spMk id="7" creationId="{17AA8CF9-5269-6C61-677F-542209F22DB6}"/>
          </ac:spMkLst>
        </pc:spChg>
        <pc:spChg chg="mod">
          <ac:chgData name="Li, Cong" userId="025630f4-267e-4cb3-8cd5-8795177f99f4" providerId="ADAL" clId="{929A2CC8-B112-421C-81E2-D5D63B23E300}" dt="2026-10-25T22:18:26.701" v="96587" actId="20577"/>
          <ac:spMkLst>
            <pc:docMk/>
            <pc:sldMk cId="569374965" sldId="717"/>
            <ac:spMk id="9" creationId="{DFA74AE2-D3BC-8675-DBF3-305EEE2C2549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22:10:43.270" v="96490" actId="20577"/>
        <pc:sldMkLst>
          <pc:docMk/>
          <pc:sldMk cId="4196755295" sldId="718"/>
        </pc:sldMkLst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3" creationId="{C07BD4EB-11BF-7490-5924-737173EC04EB}"/>
          </ac:spMkLst>
        </pc:spChg>
        <pc:spChg chg="add mod">
          <ac:chgData name="Li, Cong" userId="025630f4-267e-4cb3-8cd5-8795177f99f4" providerId="ADAL" clId="{929A2CC8-B112-421C-81E2-D5D63B23E300}" dt="2026-10-25T10:51:16.840" v="92819" actId="1076"/>
          <ac:spMkLst>
            <pc:docMk/>
            <pc:sldMk cId="4196755295" sldId="718"/>
            <ac:spMk id="4" creationId="{DA87A4F9-27CE-71B1-A17F-EA39EF3ACFCE}"/>
          </ac:spMkLst>
        </pc:spChg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6" creationId="{AA1A44A0-535A-043C-C891-70888A90CC56}"/>
          </ac:spMkLst>
        </pc:spChg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7" creationId="{6E995D7D-D655-67FD-A83F-33EA0501D96E}"/>
          </ac:spMkLst>
        </pc:spChg>
        <pc:spChg chg="add mod">
          <ac:chgData name="Li, Cong" userId="025630f4-267e-4cb3-8cd5-8795177f99f4" providerId="ADAL" clId="{929A2CC8-B112-421C-81E2-D5D63B23E300}" dt="2026-10-25T22:10:43.270" v="96490" actId="20577"/>
          <ac:spMkLst>
            <pc:docMk/>
            <pc:sldMk cId="4196755295" sldId="718"/>
            <ac:spMk id="8" creationId="{85EAAA90-63D5-213E-42BD-2D8BF70C534A}"/>
          </ac:spMkLst>
        </pc:spChg>
        <pc:spChg chg="del">
          <ac:chgData name="Li, Cong" userId="025630f4-267e-4cb3-8cd5-8795177f99f4" providerId="ADAL" clId="{929A2CC8-B112-421C-81E2-D5D63B23E300}" dt="2026-10-25T10:50:51.632" v="92815" actId="478"/>
          <ac:spMkLst>
            <pc:docMk/>
            <pc:sldMk cId="4196755295" sldId="718"/>
            <ac:spMk id="9" creationId="{F16498FA-9456-0380-C786-1C2ED22E8699}"/>
          </ac:spMkLst>
        </pc:spChg>
      </pc:sldChg>
      <pc:sldChg chg="delSp modSp add mod modAnim">
        <pc:chgData name="Li, Cong" userId="025630f4-267e-4cb3-8cd5-8795177f99f4" providerId="ADAL" clId="{929A2CC8-B112-421C-81E2-D5D63B23E300}" dt="2026-10-25T11:07:46.369" v="93778" actId="478"/>
        <pc:sldMkLst>
          <pc:docMk/>
          <pc:sldMk cId="2944111302" sldId="719"/>
        </pc:sldMkLst>
        <pc:spChg chg="del">
          <ac:chgData name="Li, Cong" userId="025630f4-267e-4cb3-8cd5-8795177f99f4" providerId="ADAL" clId="{929A2CC8-B112-421C-81E2-D5D63B23E300}" dt="2026-10-25T11:07:46.369" v="93778" actId="478"/>
          <ac:spMkLst>
            <pc:docMk/>
            <pc:sldMk cId="2944111302" sldId="719"/>
            <ac:spMk id="4" creationId="{C6BF0D2A-BF47-EEBA-6FA5-F1D0D5A2B5C5}"/>
          </ac:spMkLst>
        </pc:spChg>
        <pc:spChg chg="mod">
          <ac:chgData name="Li, Cong" userId="025630f4-267e-4cb3-8cd5-8795177f99f4" providerId="ADAL" clId="{929A2CC8-B112-421C-81E2-D5D63B23E300}" dt="2026-10-25T10:58:00.866" v="93265" actId="1076"/>
          <ac:spMkLst>
            <pc:docMk/>
            <pc:sldMk cId="2944111302" sldId="719"/>
            <ac:spMk id="8" creationId="{9989179F-250E-FD20-E779-BEFE00D10813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5T22:05:32.095" v="96449" actId="20577"/>
        <pc:sldMkLst>
          <pc:docMk/>
          <pc:sldMk cId="2401716427" sldId="720"/>
        </pc:sldMkLst>
        <pc:spChg chg="mod">
          <ac:chgData name="Li, Cong" userId="025630f4-267e-4cb3-8cd5-8795177f99f4" providerId="ADAL" clId="{929A2CC8-B112-421C-81E2-D5D63B23E300}" dt="2026-10-25T10:58:15.894" v="93267" actId="20577"/>
          <ac:spMkLst>
            <pc:docMk/>
            <pc:sldMk cId="2401716427" sldId="720"/>
            <ac:spMk id="2" creationId="{B45BE5A8-A394-723A-CBB1-B1BDD31BA2F7}"/>
          </ac:spMkLst>
        </pc:spChg>
        <pc:spChg chg="add del mod">
          <ac:chgData name="Li, Cong" userId="025630f4-267e-4cb3-8cd5-8795177f99f4" providerId="ADAL" clId="{929A2CC8-B112-421C-81E2-D5D63B23E300}" dt="2026-10-25T11:03:31.632" v="93515" actId="478"/>
          <ac:spMkLst>
            <pc:docMk/>
            <pc:sldMk cId="2401716427" sldId="720"/>
            <ac:spMk id="3" creationId="{502CAAD8-6097-4E73-C3D1-9748996CA282}"/>
          </ac:spMkLst>
        </pc:spChg>
        <pc:spChg chg="add del mod">
          <ac:chgData name="Li, Cong" userId="025630f4-267e-4cb3-8cd5-8795177f99f4" providerId="ADAL" clId="{929A2CC8-B112-421C-81E2-D5D63B23E300}" dt="2026-10-25T11:03:32.489" v="93516" actId="478"/>
          <ac:spMkLst>
            <pc:docMk/>
            <pc:sldMk cId="2401716427" sldId="720"/>
            <ac:spMk id="4" creationId="{248B0AC4-9517-55F8-1DED-DC829409639C}"/>
          </ac:spMkLst>
        </pc:spChg>
        <pc:spChg chg="add mod">
          <ac:chgData name="Li, Cong" userId="025630f4-267e-4cb3-8cd5-8795177f99f4" providerId="ADAL" clId="{929A2CC8-B112-421C-81E2-D5D63B23E300}" dt="2026-10-25T22:05:32.095" v="96449" actId="20577"/>
          <ac:spMkLst>
            <pc:docMk/>
            <pc:sldMk cId="2401716427" sldId="720"/>
            <ac:spMk id="6" creationId="{FBBF1A58-DE67-3196-18BB-0CEAD88C0AB3}"/>
          </ac:spMkLst>
        </pc:spChg>
        <pc:spChg chg="add del mod">
          <ac:chgData name="Li, Cong" userId="025630f4-267e-4cb3-8cd5-8795177f99f4" providerId="ADAL" clId="{929A2CC8-B112-421C-81E2-D5D63B23E300}" dt="2026-10-25T11:03:49.807" v="93543" actId="478"/>
          <ac:spMkLst>
            <pc:docMk/>
            <pc:sldMk cId="2401716427" sldId="720"/>
            <ac:spMk id="7" creationId="{461B377D-4212-D775-76D7-36B0C6A37BAD}"/>
          </ac:spMkLst>
        </pc:spChg>
        <pc:spChg chg="add mod">
          <ac:chgData name="Li, Cong" userId="025630f4-267e-4cb3-8cd5-8795177f99f4" providerId="ADAL" clId="{929A2CC8-B112-421C-81E2-D5D63B23E300}" dt="2026-10-25T11:03:59.724" v="93546" actId="1076"/>
          <ac:spMkLst>
            <pc:docMk/>
            <pc:sldMk cId="2401716427" sldId="720"/>
            <ac:spMk id="8" creationId="{BA235E24-C50C-F6EC-3974-3AC8EE82F241}"/>
          </ac:spMkLst>
        </pc:spChg>
        <pc:spChg chg="add mod">
          <ac:chgData name="Li, Cong" userId="025630f4-267e-4cb3-8cd5-8795177f99f4" providerId="ADAL" clId="{929A2CC8-B112-421C-81E2-D5D63B23E300}" dt="2026-10-25T11:04:07.100" v="93548" actId="1076"/>
          <ac:spMkLst>
            <pc:docMk/>
            <pc:sldMk cId="2401716427" sldId="720"/>
            <ac:spMk id="9" creationId="{F0B84B4B-9EF3-D13F-7E9D-24C8B045B31A}"/>
          </ac:spMkLst>
        </pc:spChg>
        <pc:spChg chg="add mod">
          <ac:chgData name="Li, Cong" userId="025630f4-267e-4cb3-8cd5-8795177f99f4" providerId="ADAL" clId="{929A2CC8-B112-421C-81E2-D5D63B23E300}" dt="2026-10-25T11:04:12.844" v="93550" actId="1076"/>
          <ac:spMkLst>
            <pc:docMk/>
            <pc:sldMk cId="2401716427" sldId="720"/>
            <ac:spMk id="10" creationId="{CFAE4A74-4AD7-9A8E-2214-6A67844525DC}"/>
          </ac:spMkLst>
        </pc:spChg>
        <pc:spChg chg="mod">
          <ac:chgData name="Li, Cong" userId="025630f4-267e-4cb3-8cd5-8795177f99f4" providerId="ADAL" clId="{929A2CC8-B112-421C-81E2-D5D63B23E300}" dt="2026-10-25T11:01:02.898" v="93383" actId="20577"/>
          <ac:spMkLst>
            <pc:docMk/>
            <pc:sldMk cId="2401716427" sldId="720"/>
            <ac:spMk id="21" creationId="{0563D64B-33EB-CCDE-81FD-7BA1B1328AE0}"/>
          </ac:spMkLst>
        </pc:spChg>
        <pc:spChg chg="del mod">
          <ac:chgData name="Li, Cong" userId="025630f4-267e-4cb3-8cd5-8795177f99f4" providerId="ADAL" clId="{929A2CC8-B112-421C-81E2-D5D63B23E300}" dt="2026-10-25T11:03:33.373" v="93517" actId="478"/>
          <ac:spMkLst>
            <pc:docMk/>
            <pc:sldMk cId="2401716427" sldId="720"/>
            <ac:spMk id="47" creationId="{1FE0226B-713F-1400-1291-98AC8E7CEEC5}"/>
          </ac:spMkLst>
        </pc:spChg>
        <pc:spChg chg="mod">
          <ac:chgData name="Li, Cong" userId="025630f4-267e-4cb3-8cd5-8795177f99f4" providerId="ADAL" clId="{929A2CC8-B112-421C-81E2-D5D63B23E300}" dt="2026-10-25T11:03:53.243" v="93544" actId="1076"/>
          <ac:spMkLst>
            <pc:docMk/>
            <pc:sldMk cId="2401716427" sldId="720"/>
            <ac:spMk id="54" creationId="{57DE6262-95CE-9D11-82E2-99E4A946CCE6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1:05:33.281" v="93645" actId="1076"/>
        <pc:sldMkLst>
          <pc:docMk/>
          <pc:sldMk cId="2432485486" sldId="721"/>
        </pc:sldMkLst>
        <pc:spChg chg="add mod">
          <ac:chgData name="Li, Cong" userId="025630f4-267e-4cb3-8cd5-8795177f99f4" providerId="ADAL" clId="{929A2CC8-B112-421C-81E2-D5D63B23E300}" dt="2026-10-25T11:05:20.792" v="93641" actId="1076"/>
          <ac:spMkLst>
            <pc:docMk/>
            <pc:sldMk cId="2432485486" sldId="721"/>
            <ac:spMk id="4" creationId="{0583FB05-E5EB-1F28-2D4E-F86EE3C4C22E}"/>
          </ac:spMkLst>
        </pc:spChg>
        <pc:spChg chg="mod">
          <ac:chgData name="Li, Cong" userId="025630f4-267e-4cb3-8cd5-8795177f99f4" providerId="ADAL" clId="{929A2CC8-B112-421C-81E2-D5D63B23E300}" dt="2026-10-25T11:04:56.967" v="93635" actId="20577"/>
          <ac:spMkLst>
            <pc:docMk/>
            <pc:sldMk cId="2432485486" sldId="721"/>
            <ac:spMk id="6" creationId="{EF42364B-1B97-EE8A-F904-F9DDC3645A78}"/>
          </ac:spMkLst>
        </pc:spChg>
        <pc:spChg chg="del">
          <ac:chgData name="Li, Cong" userId="025630f4-267e-4cb3-8cd5-8795177f99f4" providerId="ADAL" clId="{929A2CC8-B112-421C-81E2-D5D63B23E300}" dt="2026-10-25T11:05:00.667" v="93638" actId="478"/>
          <ac:spMkLst>
            <pc:docMk/>
            <pc:sldMk cId="2432485486" sldId="721"/>
            <ac:spMk id="8" creationId="{496A733A-92DB-6487-6881-E569FBBF538B}"/>
          </ac:spMkLst>
        </pc:spChg>
        <pc:spChg chg="del">
          <ac:chgData name="Li, Cong" userId="025630f4-267e-4cb3-8cd5-8795177f99f4" providerId="ADAL" clId="{929A2CC8-B112-421C-81E2-D5D63B23E300}" dt="2026-10-25T11:04:59.281" v="93636" actId="478"/>
          <ac:spMkLst>
            <pc:docMk/>
            <pc:sldMk cId="2432485486" sldId="721"/>
            <ac:spMk id="9" creationId="{9626441C-13CB-47E5-A46F-0AFDAA41557E}"/>
          </ac:spMkLst>
        </pc:spChg>
        <pc:spChg chg="del">
          <ac:chgData name="Li, Cong" userId="025630f4-267e-4cb3-8cd5-8795177f99f4" providerId="ADAL" clId="{929A2CC8-B112-421C-81E2-D5D63B23E300}" dt="2026-10-25T11:04:59.970" v="93637" actId="478"/>
          <ac:spMkLst>
            <pc:docMk/>
            <pc:sldMk cId="2432485486" sldId="721"/>
            <ac:spMk id="10" creationId="{E50449C1-F53B-F0DA-044C-8BFC7F67FA66}"/>
          </ac:spMkLst>
        </pc:spChg>
        <pc:spChg chg="add mod">
          <ac:chgData name="Li, Cong" userId="025630f4-267e-4cb3-8cd5-8795177f99f4" providerId="ADAL" clId="{929A2CC8-B112-421C-81E2-D5D63B23E300}" dt="2026-10-25T11:05:26.488" v="93643" actId="1076"/>
          <ac:spMkLst>
            <pc:docMk/>
            <pc:sldMk cId="2432485486" sldId="721"/>
            <ac:spMk id="11" creationId="{F344C32A-EBAE-77B5-88FC-115C0D2F41C4}"/>
          </ac:spMkLst>
        </pc:spChg>
        <pc:spChg chg="add mod">
          <ac:chgData name="Li, Cong" userId="025630f4-267e-4cb3-8cd5-8795177f99f4" providerId="ADAL" clId="{929A2CC8-B112-421C-81E2-D5D63B23E300}" dt="2026-10-25T11:05:33.281" v="93645" actId="1076"/>
          <ac:spMkLst>
            <pc:docMk/>
            <pc:sldMk cId="2432485486" sldId="721"/>
            <ac:spMk id="13" creationId="{0BA2E666-1C06-DB7F-E9CC-1911DEA768C4}"/>
          </ac:spMkLst>
        </pc:spChg>
        <pc:spChg chg="mod">
          <ac:chgData name="Li, Cong" userId="025630f4-267e-4cb3-8cd5-8795177f99f4" providerId="ADAL" clId="{929A2CC8-B112-421C-81E2-D5D63B23E300}" dt="2026-10-25T11:05:14.181" v="93639" actId="14100"/>
          <ac:spMkLst>
            <pc:docMk/>
            <pc:sldMk cId="2432485486" sldId="721"/>
            <ac:spMk id="54" creationId="{B01D0F30-6662-9218-6CF3-892E0193BCD2}"/>
          </ac:spMkLst>
        </pc:spChg>
      </pc:sldChg>
      <pc:sldChg chg="addSp delSp modSp add mod">
        <pc:chgData name="Li, Cong" userId="025630f4-267e-4cb3-8cd5-8795177f99f4" providerId="ADAL" clId="{929A2CC8-B112-421C-81E2-D5D63B23E300}" dt="2026-10-25T22:05:26.415" v="96438" actId="20577"/>
        <pc:sldMkLst>
          <pc:docMk/>
          <pc:sldMk cId="955687412" sldId="722"/>
        </pc:sldMkLst>
        <pc:spChg chg="del">
          <ac:chgData name="Li, Cong" userId="025630f4-267e-4cb3-8cd5-8795177f99f4" providerId="ADAL" clId="{929A2CC8-B112-421C-81E2-D5D63B23E300}" dt="2026-10-25T11:06:17.781" v="93765" actId="478"/>
          <ac:spMkLst>
            <pc:docMk/>
            <pc:sldMk cId="955687412" sldId="722"/>
            <ac:spMk id="4" creationId="{0D0C76FA-7D3A-0F52-ED8E-39B2D8900E79}"/>
          </ac:spMkLst>
        </pc:spChg>
        <pc:spChg chg="mod">
          <ac:chgData name="Li, Cong" userId="025630f4-267e-4cb3-8cd5-8795177f99f4" providerId="ADAL" clId="{929A2CC8-B112-421C-81E2-D5D63B23E300}" dt="2026-10-25T22:05:26.415" v="96438" actId="20577"/>
          <ac:spMkLst>
            <pc:docMk/>
            <pc:sldMk cId="955687412" sldId="722"/>
            <ac:spMk id="6" creationId="{C0A51783-8AF4-A1C1-B6B7-9E9696926D0F}"/>
          </ac:spMkLst>
        </pc:spChg>
        <pc:spChg chg="add mod">
          <ac:chgData name="Li, Cong" userId="025630f4-267e-4cb3-8cd5-8795177f99f4" providerId="ADAL" clId="{929A2CC8-B112-421C-81E2-D5D63B23E300}" dt="2026-10-25T11:06:30.604" v="93770" actId="1076"/>
          <ac:spMkLst>
            <pc:docMk/>
            <pc:sldMk cId="955687412" sldId="722"/>
            <ac:spMk id="7" creationId="{055B1BAA-07E7-F546-ADCD-3C8F7CA524D9}"/>
          </ac:spMkLst>
        </pc:spChg>
        <pc:spChg chg="add mod">
          <ac:chgData name="Li, Cong" userId="025630f4-267e-4cb3-8cd5-8795177f99f4" providerId="ADAL" clId="{929A2CC8-B112-421C-81E2-D5D63B23E300}" dt="2026-10-25T11:06:38.068" v="93772" actId="1076"/>
          <ac:spMkLst>
            <pc:docMk/>
            <pc:sldMk cId="955687412" sldId="722"/>
            <ac:spMk id="9" creationId="{D1B226C0-5423-42D0-ABB1-C6BC458CA0AC}"/>
          </ac:spMkLst>
        </pc:spChg>
        <pc:spChg chg="del">
          <ac:chgData name="Li, Cong" userId="025630f4-267e-4cb3-8cd5-8795177f99f4" providerId="ADAL" clId="{929A2CC8-B112-421C-81E2-D5D63B23E300}" dt="2026-10-25T11:06:18.641" v="93766" actId="478"/>
          <ac:spMkLst>
            <pc:docMk/>
            <pc:sldMk cId="955687412" sldId="722"/>
            <ac:spMk id="11" creationId="{D52DDBAE-CD10-D3DD-6B5A-AC0A42D62668}"/>
          </ac:spMkLst>
        </pc:spChg>
        <pc:spChg chg="add mod">
          <ac:chgData name="Li, Cong" userId="025630f4-267e-4cb3-8cd5-8795177f99f4" providerId="ADAL" clId="{929A2CC8-B112-421C-81E2-D5D63B23E300}" dt="2026-10-25T11:06:54.981" v="93774" actId="1076"/>
          <ac:spMkLst>
            <pc:docMk/>
            <pc:sldMk cId="955687412" sldId="722"/>
            <ac:spMk id="12" creationId="{E55DF1B9-8F85-1639-6909-0BBC4C4FE7E4}"/>
          </ac:spMkLst>
        </pc:spChg>
        <pc:spChg chg="del">
          <ac:chgData name="Li, Cong" userId="025630f4-267e-4cb3-8cd5-8795177f99f4" providerId="ADAL" clId="{929A2CC8-B112-421C-81E2-D5D63B23E300}" dt="2026-10-25T11:06:19.370" v="93767" actId="478"/>
          <ac:spMkLst>
            <pc:docMk/>
            <pc:sldMk cId="955687412" sldId="722"/>
            <ac:spMk id="13" creationId="{8E2B2D93-088F-FCCA-6C08-D3A7E8E9D52D}"/>
          </ac:spMkLst>
        </pc:spChg>
        <pc:spChg chg="mod">
          <ac:chgData name="Li, Cong" userId="025630f4-267e-4cb3-8cd5-8795177f99f4" providerId="ADAL" clId="{929A2CC8-B112-421C-81E2-D5D63B23E300}" dt="2026-10-25T11:06:26.401" v="93768" actId="14100"/>
          <ac:spMkLst>
            <pc:docMk/>
            <pc:sldMk cId="955687412" sldId="722"/>
            <ac:spMk id="54" creationId="{E24B914E-F513-0221-D2CE-55FC046A0D86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5T11:29:17.093" v="94003" actId="1037"/>
        <pc:sldMkLst>
          <pc:docMk/>
          <pc:sldMk cId="4228590787" sldId="723"/>
        </pc:sldMkLst>
        <pc:spChg chg="mod">
          <ac:chgData name="Li, Cong" userId="025630f4-267e-4cb3-8cd5-8795177f99f4" providerId="ADAL" clId="{929A2CC8-B112-421C-81E2-D5D63B23E300}" dt="2026-10-25T11:23:52.487" v="93805" actId="20577"/>
          <ac:spMkLst>
            <pc:docMk/>
            <pc:sldMk cId="4228590787" sldId="723"/>
            <ac:spMk id="2" creationId="{9C2CF1AD-A8CA-A4C3-D7F0-F3DBFA5225F4}"/>
          </ac:spMkLst>
        </pc:spChg>
        <pc:spChg chg="add mod">
          <ac:chgData name="Li, Cong" userId="025630f4-267e-4cb3-8cd5-8795177f99f4" providerId="ADAL" clId="{929A2CC8-B112-421C-81E2-D5D63B23E300}" dt="2026-10-25T11:29:17.093" v="94003" actId="1037"/>
          <ac:spMkLst>
            <pc:docMk/>
            <pc:sldMk cId="4228590787" sldId="723"/>
            <ac:spMk id="3" creationId="{0069CC54-BC22-C7E3-2D82-FA453CE05305}"/>
          </ac:spMkLst>
        </pc:spChg>
        <pc:spChg chg="add mod">
          <ac:chgData name="Li, Cong" userId="025630f4-267e-4cb3-8cd5-8795177f99f4" providerId="ADAL" clId="{929A2CC8-B112-421C-81E2-D5D63B23E300}" dt="2026-10-25T11:29:08.440" v="93994" actId="14100"/>
          <ac:spMkLst>
            <pc:docMk/>
            <pc:sldMk cId="4228590787" sldId="723"/>
            <ac:spMk id="4" creationId="{5C13617E-F1E5-7364-0D73-2F0AB1CF4A6F}"/>
          </ac:spMkLst>
        </pc:spChg>
        <pc:spChg chg="add mod">
          <ac:chgData name="Li, Cong" userId="025630f4-267e-4cb3-8cd5-8795177f99f4" providerId="ADAL" clId="{929A2CC8-B112-421C-81E2-D5D63B23E300}" dt="2026-10-25T11:27:49.142" v="93980" actId="1076"/>
          <ac:spMkLst>
            <pc:docMk/>
            <pc:sldMk cId="4228590787" sldId="723"/>
            <ac:spMk id="14" creationId="{CABC6FB6-2703-DCC3-2BA2-3BE0F1ED4D77}"/>
          </ac:spMkLst>
        </pc:spChg>
        <pc:spChg chg="mod">
          <ac:chgData name="Li, Cong" userId="025630f4-267e-4cb3-8cd5-8795177f99f4" providerId="ADAL" clId="{929A2CC8-B112-421C-81E2-D5D63B23E300}" dt="2026-10-25T11:24:14.071" v="93849" actId="20577"/>
          <ac:spMkLst>
            <pc:docMk/>
            <pc:sldMk cId="4228590787" sldId="723"/>
            <ac:spMk id="29" creationId="{FC1EA433-10DB-6F9D-3E9D-F65E93563FA5}"/>
          </ac:spMkLst>
        </pc:spChg>
        <pc:spChg chg="del">
          <ac:chgData name="Li, Cong" userId="025630f4-267e-4cb3-8cd5-8795177f99f4" providerId="ADAL" clId="{929A2CC8-B112-421C-81E2-D5D63B23E300}" dt="2026-10-25T11:24:19.789" v="93850" actId="478"/>
          <ac:spMkLst>
            <pc:docMk/>
            <pc:sldMk cId="4228590787" sldId="723"/>
            <ac:spMk id="41" creationId="{6B053CF8-A758-E543-5092-D76A83A6CFB2}"/>
          </ac:spMkLst>
        </pc:spChg>
        <pc:cxnChg chg="add mod">
          <ac:chgData name="Li, Cong" userId="025630f4-267e-4cb3-8cd5-8795177f99f4" providerId="ADAL" clId="{929A2CC8-B112-421C-81E2-D5D63B23E300}" dt="2026-10-25T11:28:19.458" v="93987" actId="1035"/>
          <ac:cxnSpMkLst>
            <pc:docMk/>
            <pc:sldMk cId="4228590787" sldId="723"/>
            <ac:cxnSpMk id="7" creationId="{BE487129-EE17-9179-6247-9BA2C3B06E99}"/>
          </ac:cxnSpMkLst>
        </pc:cxnChg>
        <pc:cxnChg chg="add mod">
          <ac:chgData name="Li, Cong" userId="025630f4-267e-4cb3-8cd5-8795177f99f4" providerId="ADAL" clId="{929A2CC8-B112-421C-81E2-D5D63B23E300}" dt="2026-10-25T11:28:23.209" v="93990" actId="1037"/>
          <ac:cxnSpMkLst>
            <pc:docMk/>
            <pc:sldMk cId="4228590787" sldId="723"/>
            <ac:cxnSpMk id="9" creationId="{AD6DA8BC-87EF-EA5A-DA41-2DB159AE07C4}"/>
          </ac:cxnSpMkLst>
        </pc:cxnChg>
        <pc:cxnChg chg="del">
          <ac:chgData name="Li, Cong" userId="025630f4-267e-4cb3-8cd5-8795177f99f4" providerId="ADAL" clId="{929A2CC8-B112-421C-81E2-D5D63B23E300}" dt="2026-10-25T11:25:21.604" v="93889" actId="478"/>
          <ac:cxnSpMkLst>
            <pc:docMk/>
            <pc:sldMk cId="4228590787" sldId="723"/>
            <ac:cxnSpMk id="31" creationId="{C4B0FD59-D309-5258-C6FB-34361871591D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5T22:14:47.818" v="96568" actId="14100"/>
        <pc:sldMkLst>
          <pc:docMk/>
          <pc:sldMk cId="800486373" sldId="724"/>
        </pc:sldMkLst>
        <pc:spChg chg="mod">
          <ac:chgData name="Li, Cong" userId="025630f4-267e-4cb3-8cd5-8795177f99f4" providerId="ADAL" clId="{929A2CC8-B112-421C-81E2-D5D63B23E300}" dt="2026-10-25T11:57:01.097" v="94071" actId="20577"/>
          <ac:spMkLst>
            <pc:docMk/>
            <pc:sldMk cId="800486373" sldId="724"/>
            <ac:spMk id="2" creationId="{94AD2474-BAF3-6287-9198-B4279A11D489}"/>
          </ac:spMkLst>
        </pc:spChg>
        <pc:spChg chg="del">
          <ac:chgData name="Li, Cong" userId="025630f4-267e-4cb3-8cd5-8795177f99f4" providerId="ADAL" clId="{929A2CC8-B112-421C-81E2-D5D63B23E300}" dt="2026-10-25T11:57:37.515" v="94203" actId="478"/>
          <ac:spMkLst>
            <pc:docMk/>
            <pc:sldMk cId="800486373" sldId="724"/>
            <ac:spMk id="4" creationId="{3005B95B-2730-2541-B43F-40E8B37FCB1A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8" creationId="{16B027FC-A8CF-4C22-4854-FBD11DBC0CB3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13" creationId="{19A63DF5-31DE-A1D8-6784-781FE9EC1C65}"/>
          </ac:spMkLst>
        </pc:spChg>
        <pc:spChg chg="mod">
          <ac:chgData name="Li, Cong" userId="025630f4-267e-4cb3-8cd5-8795177f99f4" providerId="ADAL" clId="{929A2CC8-B112-421C-81E2-D5D63B23E300}" dt="2026-10-25T22:14:47.818" v="96568" actId="14100"/>
          <ac:spMkLst>
            <pc:docMk/>
            <pc:sldMk cId="800486373" sldId="724"/>
            <ac:spMk id="14" creationId="{32DCE602-3756-C43C-9727-9FA0F5AC8523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15" creationId="{059854C2-95CF-4908-4EDB-7F83859C36DE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21" creationId="{4A3A45C0-F8C3-D10C-7EBA-2074BED44D17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26" creationId="{87202027-3488-D472-E559-540D67E1D843}"/>
          </ac:spMkLst>
        </pc:spChg>
        <pc:spChg chg="del">
          <ac:chgData name="Li, Cong" userId="025630f4-267e-4cb3-8cd5-8795177f99f4" providerId="ADAL" clId="{929A2CC8-B112-421C-81E2-D5D63B23E300}" dt="2026-10-25T11:57:43.639" v="94205" actId="478"/>
          <ac:spMkLst>
            <pc:docMk/>
            <pc:sldMk cId="800486373" sldId="724"/>
            <ac:spMk id="29" creationId="{70871DA7-B8FE-C457-C00B-A672BF306855}"/>
          </ac:spMkLst>
        </pc:spChg>
        <pc:spChg chg="del">
          <ac:chgData name="Li, Cong" userId="025630f4-267e-4cb3-8cd5-8795177f99f4" providerId="ADAL" clId="{929A2CC8-B112-421C-81E2-D5D63B23E300}" dt="2026-10-25T11:57:07.521" v="94072" actId="478"/>
          <ac:spMkLst>
            <pc:docMk/>
            <pc:sldMk cId="800486373" sldId="724"/>
            <ac:spMk id="37" creationId="{0AD1CEA2-C082-DA9D-366B-16B82B1DCB6E}"/>
          </ac:spMkLst>
        </pc:spChg>
        <pc:cxnChg chg="add mod">
          <ac:chgData name="Li, Cong" userId="025630f4-267e-4cb3-8cd5-8795177f99f4" providerId="ADAL" clId="{929A2CC8-B112-421C-81E2-D5D63B23E300}" dt="2026-10-25T22:14:47.818" v="96568" actId="14100"/>
          <ac:cxnSpMkLst>
            <pc:docMk/>
            <pc:sldMk cId="800486373" sldId="724"/>
            <ac:cxnSpMk id="6" creationId="{89F476D5-5100-1D6A-D956-86B4E3689989}"/>
          </ac:cxnSpMkLst>
        </pc:cxnChg>
        <pc:cxnChg chg="del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9" creationId="{67788EEB-AF27-DAED-8620-B848E53F1C4E}"/>
          </ac:cxnSpMkLst>
        </pc:cxnChg>
        <pc:cxnChg chg="del mod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11" creationId="{41800B3C-9597-B03D-811C-59AEB536BCE3}"/>
          </ac:cxnSpMkLst>
        </pc:cxnChg>
        <pc:cxnChg chg="del mod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16" creationId="{302FA4D0-91B4-7630-BFB1-5ED5FBE54974}"/>
          </ac:cxnSpMkLst>
        </pc:cxnChg>
        <pc:cxnChg chg="del mod">
          <ac:chgData name="Li, Cong" userId="025630f4-267e-4cb3-8cd5-8795177f99f4" providerId="ADAL" clId="{929A2CC8-B112-421C-81E2-D5D63B23E300}" dt="2026-10-25T11:57:07.521" v="94072" actId="478"/>
          <ac:cxnSpMkLst>
            <pc:docMk/>
            <pc:sldMk cId="800486373" sldId="724"/>
            <ac:cxnSpMk id="23" creationId="{A5D93740-D77E-2AF7-9FE1-5B35A0FD0417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10-25T22:18:37.626" v="96601" actId="20577"/>
        <pc:sldMkLst>
          <pc:docMk/>
          <pc:sldMk cId="1719910693" sldId="725"/>
        </pc:sldMkLst>
        <pc:spChg chg="mod">
          <ac:chgData name="Li, Cong" userId="025630f4-267e-4cb3-8cd5-8795177f99f4" providerId="ADAL" clId="{929A2CC8-B112-421C-81E2-D5D63B23E300}" dt="2026-10-25T12:01:46.128" v="94405" actId="20577"/>
          <ac:spMkLst>
            <pc:docMk/>
            <pc:sldMk cId="1719910693" sldId="725"/>
            <ac:spMk id="2" creationId="{C841D3A2-2598-FDDC-E764-C317FE6DED2B}"/>
          </ac:spMkLst>
        </pc:spChg>
        <pc:spChg chg="del">
          <ac:chgData name="Li, Cong" userId="025630f4-267e-4cb3-8cd5-8795177f99f4" providerId="ADAL" clId="{929A2CC8-B112-421C-81E2-D5D63B23E300}" dt="2026-10-25T12:01:50.337" v="94406" actId="478"/>
          <ac:spMkLst>
            <pc:docMk/>
            <pc:sldMk cId="1719910693" sldId="725"/>
            <ac:spMk id="3" creationId="{CC3DE052-5FE0-0C7A-9500-C36601918DBC}"/>
          </ac:spMkLst>
        </pc:spChg>
        <pc:spChg chg="add mod">
          <ac:chgData name="Li, Cong" userId="025630f4-267e-4cb3-8cd5-8795177f99f4" providerId="ADAL" clId="{929A2CC8-B112-421C-81E2-D5D63B23E300}" dt="2026-10-25T12:03:17.496" v="94465" actId="1036"/>
          <ac:spMkLst>
            <pc:docMk/>
            <pc:sldMk cId="1719910693" sldId="725"/>
            <ac:spMk id="4" creationId="{711E12F4-75EC-F52A-AA0F-8AF3916DE212}"/>
          </ac:spMkLst>
        </pc:spChg>
        <pc:spChg chg="add mod">
          <ac:chgData name="Li, Cong" userId="025630f4-267e-4cb3-8cd5-8795177f99f4" providerId="ADAL" clId="{929A2CC8-B112-421C-81E2-D5D63B23E300}" dt="2026-10-25T12:03:14.887" v="94463" actId="1076"/>
          <ac:spMkLst>
            <pc:docMk/>
            <pc:sldMk cId="1719910693" sldId="725"/>
            <ac:spMk id="8" creationId="{51F34106-7F50-839D-3493-9E4CA7BDCC5A}"/>
          </ac:spMkLst>
        </pc:spChg>
        <pc:spChg chg="add mod">
          <ac:chgData name="Li, Cong" userId="025630f4-267e-4cb3-8cd5-8795177f99f4" providerId="ADAL" clId="{929A2CC8-B112-421C-81E2-D5D63B23E300}" dt="2026-10-25T12:03:17.496" v="94465" actId="1036"/>
          <ac:spMkLst>
            <pc:docMk/>
            <pc:sldMk cId="1719910693" sldId="725"/>
            <ac:spMk id="9" creationId="{41762827-055E-1E73-A198-584EC2AD7453}"/>
          </ac:spMkLst>
        </pc:spChg>
        <pc:spChg chg="add mod">
          <ac:chgData name="Li, Cong" userId="025630f4-267e-4cb3-8cd5-8795177f99f4" providerId="ADAL" clId="{929A2CC8-B112-421C-81E2-D5D63B23E300}" dt="2026-10-25T12:05:35.878" v="94630" actId="1036"/>
          <ac:spMkLst>
            <pc:docMk/>
            <pc:sldMk cId="1719910693" sldId="725"/>
            <ac:spMk id="11" creationId="{D950DDEA-69DD-9D5D-7066-C74317FB41EB}"/>
          </ac:spMkLst>
        </pc:spChg>
        <pc:spChg chg="del">
          <ac:chgData name="Li, Cong" userId="025630f4-267e-4cb3-8cd5-8795177f99f4" providerId="ADAL" clId="{929A2CC8-B112-421C-81E2-D5D63B23E300}" dt="2026-10-25T12:01:50.337" v="94406" actId="478"/>
          <ac:spMkLst>
            <pc:docMk/>
            <pc:sldMk cId="1719910693" sldId="725"/>
            <ac:spMk id="14" creationId="{B01F312C-2CDC-5026-75EA-7312C2C52884}"/>
          </ac:spMkLst>
        </pc:spChg>
        <pc:spChg chg="add mod">
          <ac:chgData name="Li, Cong" userId="025630f4-267e-4cb3-8cd5-8795177f99f4" providerId="ADAL" clId="{929A2CC8-B112-421C-81E2-D5D63B23E300}" dt="2026-10-25T12:06:49.039" v="94719" actId="1036"/>
          <ac:spMkLst>
            <pc:docMk/>
            <pc:sldMk cId="1719910693" sldId="725"/>
            <ac:spMk id="16" creationId="{5D985405-A0BE-5339-60B6-75A4808A009A}"/>
          </ac:spMkLst>
        </pc:spChg>
        <pc:spChg chg="add mod">
          <ac:chgData name="Li, Cong" userId="025630f4-267e-4cb3-8cd5-8795177f99f4" providerId="ADAL" clId="{929A2CC8-B112-421C-81E2-D5D63B23E300}" dt="2026-10-25T22:18:37.626" v="96601" actId="20577"/>
          <ac:spMkLst>
            <pc:docMk/>
            <pc:sldMk cId="1719910693" sldId="725"/>
            <ac:spMk id="17" creationId="{43100D79-4432-23AE-C8CF-DBAF8295BE12}"/>
          </ac:spMkLst>
        </pc:spChg>
        <pc:spChg chg="add mod">
          <ac:chgData name="Li, Cong" userId="025630f4-267e-4cb3-8cd5-8795177f99f4" providerId="ADAL" clId="{929A2CC8-B112-421C-81E2-D5D63B23E300}" dt="2026-10-25T12:05:42.136" v="94632" actId="1076"/>
          <ac:spMkLst>
            <pc:docMk/>
            <pc:sldMk cId="1719910693" sldId="725"/>
            <ac:spMk id="24" creationId="{932C7208-25E4-547D-FEEC-33C0A8F53657}"/>
          </ac:spMkLst>
        </pc:spChg>
        <pc:spChg chg="add mod">
          <ac:chgData name="Li, Cong" userId="025630f4-267e-4cb3-8cd5-8795177f99f4" providerId="ADAL" clId="{929A2CC8-B112-421C-81E2-D5D63B23E300}" dt="2026-10-25T12:09:07.560" v="94785" actId="20577"/>
          <ac:spMkLst>
            <pc:docMk/>
            <pc:sldMk cId="1719910693" sldId="725"/>
            <ac:spMk id="26" creationId="{D5DE7F49-2DE7-299F-21E6-D8CA24640F68}"/>
          </ac:spMkLst>
        </pc:spChg>
        <pc:spChg chg="add mod">
          <ac:chgData name="Li, Cong" userId="025630f4-267e-4cb3-8cd5-8795177f99f4" providerId="ADAL" clId="{929A2CC8-B112-421C-81E2-D5D63B23E300}" dt="2026-10-25T12:08:25.245" v="94772" actId="1076"/>
          <ac:spMkLst>
            <pc:docMk/>
            <pc:sldMk cId="1719910693" sldId="725"/>
            <ac:spMk id="35" creationId="{E7C7CD0F-8AB5-B294-138E-32CE90583F78}"/>
          </ac:spMkLst>
        </pc:spChg>
        <pc:spChg chg="add mod">
          <ac:chgData name="Li, Cong" userId="025630f4-267e-4cb3-8cd5-8795177f99f4" providerId="ADAL" clId="{929A2CC8-B112-421C-81E2-D5D63B23E300}" dt="2026-10-25T12:08:29.796" v="94774" actId="1076"/>
          <ac:spMkLst>
            <pc:docMk/>
            <pc:sldMk cId="1719910693" sldId="725"/>
            <ac:spMk id="36" creationId="{3C78682B-7EDF-320F-4D03-5BE6592E50C5}"/>
          </ac:spMkLst>
        </pc:spChg>
        <pc:spChg chg="add mod">
          <ac:chgData name="Li, Cong" userId="025630f4-267e-4cb3-8cd5-8795177f99f4" providerId="ADAL" clId="{929A2CC8-B112-421C-81E2-D5D63B23E300}" dt="2026-10-25T12:09:16.772" v="94787" actId="1076"/>
          <ac:spMkLst>
            <pc:docMk/>
            <pc:sldMk cId="1719910693" sldId="725"/>
            <ac:spMk id="37" creationId="{A5CC5727-8292-21B0-F0BC-78F17E3D196C}"/>
          </ac:spMkLst>
        </pc:spChg>
        <pc:spChg chg="add mod">
          <ac:chgData name="Li, Cong" userId="025630f4-267e-4cb3-8cd5-8795177f99f4" providerId="ADAL" clId="{929A2CC8-B112-421C-81E2-D5D63B23E300}" dt="2026-10-25T12:09:16.772" v="94787" actId="1076"/>
          <ac:spMkLst>
            <pc:docMk/>
            <pc:sldMk cId="1719910693" sldId="725"/>
            <ac:spMk id="38" creationId="{327E1FD1-AF1E-1011-CB5A-B9078243B68B}"/>
          </ac:spMkLst>
        </pc:spChg>
        <pc:spChg chg="add mod">
          <ac:chgData name="Li, Cong" userId="025630f4-267e-4cb3-8cd5-8795177f99f4" providerId="ADAL" clId="{929A2CC8-B112-421C-81E2-D5D63B23E300}" dt="2026-10-25T12:12:24.390" v="94833" actId="692"/>
          <ac:spMkLst>
            <pc:docMk/>
            <pc:sldMk cId="1719910693" sldId="725"/>
            <ac:spMk id="39" creationId="{E136FE4B-17F0-2680-0FA6-E8807BA87780}"/>
          </ac:spMkLst>
        </pc:spChg>
        <pc:spChg chg="add mod">
          <ac:chgData name="Li, Cong" userId="025630f4-267e-4cb3-8cd5-8795177f99f4" providerId="ADAL" clId="{929A2CC8-B112-421C-81E2-D5D63B23E300}" dt="2026-10-25T12:13:10.122" v="94867" actId="1076"/>
          <ac:spMkLst>
            <pc:docMk/>
            <pc:sldMk cId="1719910693" sldId="725"/>
            <ac:spMk id="40" creationId="{92DB39A4-000D-0CB6-B28C-E93726EAD201}"/>
          </ac:spMkLst>
        </pc:spChg>
        <pc:spChg chg="add mod">
          <ac:chgData name="Li, Cong" userId="025630f4-267e-4cb3-8cd5-8795177f99f4" providerId="ADAL" clId="{929A2CC8-B112-421C-81E2-D5D63B23E300}" dt="2026-10-25T12:13:00.735" v="94865" actId="1037"/>
          <ac:spMkLst>
            <pc:docMk/>
            <pc:sldMk cId="1719910693" sldId="725"/>
            <ac:spMk id="41" creationId="{7F0CA774-050C-D807-B89A-E68029BB8FE6}"/>
          </ac:spMkLst>
        </pc:spChg>
        <pc:spChg chg="add mod">
          <ac:chgData name="Li, Cong" userId="025630f4-267e-4cb3-8cd5-8795177f99f4" providerId="ADAL" clId="{929A2CC8-B112-421C-81E2-D5D63B23E300}" dt="2026-10-25T12:13:17.936" v="94902" actId="1038"/>
          <ac:spMkLst>
            <pc:docMk/>
            <pc:sldMk cId="1719910693" sldId="725"/>
            <ac:spMk id="42" creationId="{C0596BE1-F24D-5626-E3C7-DC9460A6FCEB}"/>
          </ac:spMkLst>
        </pc:spChg>
        <pc:cxnChg chg="del mod">
          <ac:chgData name="Li, Cong" userId="025630f4-267e-4cb3-8cd5-8795177f99f4" providerId="ADAL" clId="{929A2CC8-B112-421C-81E2-D5D63B23E300}" dt="2026-10-25T12:01:50.337" v="94406" actId="478"/>
          <ac:cxnSpMkLst>
            <pc:docMk/>
            <pc:sldMk cId="1719910693" sldId="725"/>
            <ac:cxnSpMk id="6" creationId="{A58E33CE-BD38-8963-6D91-1B60B3CBAEBC}"/>
          </ac:cxnSpMkLst>
        </pc:cxnChg>
        <pc:cxnChg chg="add mod">
          <ac:chgData name="Li, Cong" userId="025630f4-267e-4cb3-8cd5-8795177f99f4" providerId="ADAL" clId="{929A2CC8-B112-421C-81E2-D5D63B23E300}" dt="2026-10-25T12:05:35.878" v="94630" actId="1036"/>
          <ac:cxnSpMkLst>
            <pc:docMk/>
            <pc:sldMk cId="1719910693" sldId="725"/>
            <ac:cxnSpMk id="10" creationId="{D799782E-12EC-6724-97A4-AB5C4E74BEE4}"/>
          </ac:cxnSpMkLst>
        </pc:cxnChg>
        <pc:cxnChg chg="add mod">
          <ac:chgData name="Li, Cong" userId="025630f4-267e-4cb3-8cd5-8795177f99f4" providerId="ADAL" clId="{929A2CC8-B112-421C-81E2-D5D63B23E300}" dt="2026-10-25T12:06:49.039" v="94719" actId="1036"/>
          <ac:cxnSpMkLst>
            <pc:docMk/>
            <pc:sldMk cId="1719910693" sldId="725"/>
            <ac:cxnSpMk id="18" creationId="{FA8D452B-D0B4-B91D-E7CC-6BB1A9F1198A}"/>
          </ac:cxnSpMkLst>
        </pc:cxnChg>
        <pc:cxnChg chg="add mod">
          <ac:chgData name="Li, Cong" userId="025630f4-267e-4cb3-8cd5-8795177f99f4" providerId="ADAL" clId="{929A2CC8-B112-421C-81E2-D5D63B23E300}" dt="2026-10-25T12:06:36.588" v="94704" actId="1076"/>
          <ac:cxnSpMkLst>
            <pc:docMk/>
            <pc:sldMk cId="1719910693" sldId="725"/>
            <ac:cxnSpMk id="25" creationId="{557A5417-D902-ED3F-A0EF-9D751440A4F2}"/>
          </ac:cxnSpMkLst>
        </pc:cxnChg>
      </pc:sldChg>
      <pc:sldChg chg="modSp add mod addAnim delAnim modAnim">
        <pc:chgData name="Li, Cong" userId="025630f4-267e-4cb3-8cd5-8795177f99f4" providerId="ADAL" clId="{929A2CC8-B112-421C-81E2-D5D63B23E300}" dt="2026-10-26T00:29:05.096" v="96624" actId="20577"/>
        <pc:sldMkLst>
          <pc:docMk/>
          <pc:sldMk cId="362608039" sldId="726"/>
        </pc:sldMkLst>
        <pc:spChg chg="mod">
          <ac:chgData name="Li, Cong" userId="025630f4-267e-4cb3-8cd5-8795177f99f4" providerId="ADAL" clId="{929A2CC8-B112-421C-81E2-D5D63B23E300}" dt="2026-10-25T12:14:08.221" v="94949" actId="20577"/>
          <ac:spMkLst>
            <pc:docMk/>
            <pc:sldMk cId="362608039" sldId="726"/>
            <ac:spMk id="2" creationId="{8B40AFE9-B11D-7D5C-9EB7-99FE24DA3056}"/>
          </ac:spMkLst>
        </pc:spChg>
        <pc:spChg chg="mod">
          <ac:chgData name="Li, Cong" userId="025630f4-267e-4cb3-8cd5-8795177f99f4" providerId="ADAL" clId="{929A2CC8-B112-421C-81E2-D5D63B23E300}" dt="2026-10-26T00:29:05.096" v="96624" actId="20577"/>
          <ac:spMkLst>
            <pc:docMk/>
            <pc:sldMk cId="362608039" sldId="726"/>
            <ac:spMk id="3" creationId="{B6385FD8-AFD5-DA4A-DA81-C65F035F0706}"/>
          </ac:spMkLst>
        </pc:spChg>
      </pc:sldChg>
      <pc:sldChg chg="addSp modSp add del mod modAnim">
        <pc:chgData name="Li, Cong" userId="025630f4-267e-4cb3-8cd5-8795177f99f4" providerId="ADAL" clId="{929A2CC8-B112-421C-81E2-D5D63B23E300}" dt="2026-10-26T01:03:28.703" v="97348" actId="47"/>
        <pc:sldMkLst>
          <pc:docMk/>
          <pc:sldMk cId="4084964322" sldId="727"/>
        </pc:sldMkLst>
        <pc:spChg chg="mod">
          <ac:chgData name="Li, Cong" userId="025630f4-267e-4cb3-8cd5-8795177f99f4" providerId="ADAL" clId="{929A2CC8-B112-421C-81E2-D5D63B23E300}" dt="2026-10-25T12:17:43.731" v="95458" actId="20577"/>
          <ac:spMkLst>
            <pc:docMk/>
            <pc:sldMk cId="4084964322" sldId="727"/>
            <ac:spMk id="2" creationId="{D61A7CE9-D617-3DBD-AB93-66252EA39F8E}"/>
          </ac:spMkLst>
        </pc:spChg>
        <pc:spChg chg="mod">
          <ac:chgData name="Li, Cong" userId="025630f4-267e-4cb3-8cd5-8795177f99f4" providerId="ADAL" clId="{929A2CC8-B112-421C-81E2-D5D63B23E300}" dt="2026-10-25T12:20:28.214" v="95756" actId="6549"/>
          <ac:spMkLst>
            <pc:docMk/>
            <pc:sldMk cId="4084964322" sldId="727"/>
            <ac:spMk id="3" creationId="{030C6C0C-64B6-FDD1-6DAC-C9412B51C2FF}"/>
          </ac:spMkLst>
        </pc:spChg>
        <pc:spChg chg="add mod">
          <ac:chgData name="Li, Cong" userId="025630f4-267e-4cb3-8cd5-8795177f99f4" providerId="ADAL" clId="{929A2CC8-B112-421C-81E2-D5D63B23E300}" dt="2026-10-25T12:23:00.131" v="95949" actId="1076"/>
          <ac:spMkLst>
            <pc:docMk/>
            <pc:sldMk cId="4084964322" sldId="727"/>
            <ac:spMk id="4" creationId="{5D63BE9B-27B0-ABDB-F534-BD92500D11CE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6T01:04:56.278" v="97365" actId="20577"/>
        <pc:sldMkLst>
          <pc:docMk/>
          <pc:sldMk cId="1730691164" sldId="728"/>
        </pc:sldMkLst>
        <pc:spChg chg="mod">
          <ac:chgData name="Li, Cong" userId="025630f4-267e-4cb3-8cd5-8795177f99f4" providerId="ADAL" clId="{929A2CC8-B112-421C-81E2-D5D63B23E300}" dt="2026-10-25T12:24:15.319" v="95970" actId="20577"/>
          <ac:spMkLst>
            <pc:docMk/>
            <pc:sldMk cId="1730691164" sldId="728"/>
            <ac:spMk id="2" creationId="{5ACAD5E1-8DCB-0AB3-3248-71723B957AF6}"/>
          </ac:spMkLst>
        </pc:spChg>
        <pc:spChg chg="del">
          <ac:chgData name="Li, Cong" userId="025630f4-267e-4cb3-8cd5-8795177f99f4" providerId="ADAL" clId="{929A2CC8-B112-421C-81E2-D5D63B23E300}" dt="2026-10-25T12:24:29.762" v="95971" actId="478"/>
          <ac:spMkLst>
            <pc:docMk/>
            <pc:sldMk cId="1730691164" sldId="728"/>
            <ac:spMk id="3" creationId="{B3D8C18E-D4D2-2A5A-8A3B-0E4B3F6CA6D1}"/>
          </ac:spMkLst>
        </pc:spChg>
        <pc:spChg chg="add del mod">
          <ac:chgData name="Li, Cong" userId="025630f4-267e-4cb3-8cd5-8795177f99f4" providerId="ADAL" clId="{929A2CC8-B112-421C-81E2-D5D63B23E300}" dt="2026-10-25T12:24:32.479" v="95972" actId="478"/>
          <ac:spMkLst>
            <pc:docMk/>
            <pc:sldMk cId="1730691164" sldId="728"/>
            <ac:spMk id="4" creationId="{A2003FED-F8E0-DA6A-71AC-182EB93E967B}"/>
          </ac:spMkLst>
        </pc:spChg>
        <pc:spChg chg="add mod">
          <ac:chgData name="Li, Cong" userId="025630f4-267e-4cb3-8cd5-8795177f99f4" providerId="ADAL" clId="{929A2CC8-B112-421C-81E2-D5D63B23E300}" dt="2026-10-25T12:27:02.336" v="96087" actId="1076"/>
          <ac:spMkLst>
            <pc:docMk/>
            <pc:sldMk cId="1730691164" sldId="728"/>
            <ac:spMk id="6" creationId="{8AE9409B-2064-0FF1-20C3-22233E2BBFE6}"/>
          </ac:spMkLst>
        </pc:spChg>
        <pc:spChg chg="add del mod">
          <ac:chgData name="Li, Cong" userId="025630f4-267e-4cb3-8cd5-8795177f99f4" providerId="ADAL" clId="{929A2CC8-B112-421C-81E2-D5D63B23E300}" dt="2026-10-25T12:25:31.063" v="96027" actId="478"/>
          <ac:spMkLst>
            <pc:docMk/>
            <pc:sldMk cId="1730691164" sldId="728"/>
            <ac:spMk id="7" creationId="{07A193F9-EEEB-1355-76D6-0476A410BCE1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7" creationId="{96C64576-4A5D-9FE0-4B5E-CF0696B9B646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8" creationId="{326BDBC8-4F41-8062-61DF-9BA657AD766E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9" creationId="{B140BEA8-3BDB-DFA8-C854-EB60F13C819A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10" creationId="{0DF61DAD-543E-91C7-FF32-E23085E0A7C3}"/>
          </ac:spMkLst>
        </pc:spChg>
        <pc:spChg chg="add mod">
          <ac:chgData name="Li, Cong" userId="025630f4-267e-4cb3-8cd5-8795177f99f4" providerId="ADAL" clId="{929A2CC8-B112-421C-81E2-D5D63B23E300}" dt="2026-10-25T12:26:59.824" v="96085" actId="164"/>
          <ac:spMkLst>
            <pc:docMk/>
            <pc:sldMk cId="1730691164" sldId="728"/>
            <ac:spMk id="11" creationId="{5AA4424C-393D-7466-F92A-C5850F0BBF4D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14" creationId="{96D4ACB3-3F11-D6AA-F557-9EA0B164F6F3}"/>
          </ac:spMkLst>
        </pc:spChg>
        <pc:spChg chg="mod">
          <ac:chgData name="Li, Cong" userId="025630f4-267e-4cb3-8cd5-8795177f99f4" providerId="ADAL" clId="{929A2CC8-B112-421C-81E2-D5D63B23E300}" dt="2026-10-25T12:28:44.324" v="96223" actId="1076"/>
          <ac:spMkLst>
            <pc:docMk/>
            <pc:sldMk cId="1730691164" sldId="728"/>
            <ac:spMk id="20" creationId="{FD60AA70-A4F1-3E56-BC45-4291B3A477DE}"/>
          </ac:spMkLst>
        </pc:spChg>
        <pc:spChg chg="mod">
          <ac:chgData name="Li, Cong" userId="025630f4-267e-4cb3-8cd5-8795177f99f4" providerId="ADAL" clId="{929A2CC8-B112-421C-81E2-D5D63B23E300}" dt="2026-10-25T12:28:46.661" v="96224" actId="1076"/>
          <ac:spMkLst>
            <pc:docMk/>
            <pc:sldMk cId="1730691164" sldId="728"/>
            <ac:spMk id="21" creationId="{5A138B2A-E7A1-1A8E-4199-0CA6A460B41E}"/>
          </ac:spMkLst>
        </pc:spChg>
        <pc:spChg chg="mod">
          <ac:chgData name="Li, Cong" userId="025630f4-267e-4cb3-8cd5-8795177f99f4" providerId="ADAL" clId="{929A2CC8-B112-421C-81E2-D5D63B23E300}" dt="2026-10-25T12:27:42.029" v="96090"/>
          <ac:spMkLst>
            <pc:docMk/>
            <pc:sldMk cId="1730691164" sldId="728"/>
            <ac:spMk id="22" creationId="{14337D95-D843-DC6C-E5D0-A504CF61C02A}"/>
          </ac:spMkLst>
        </pc:spChg>
        <pc:spChg chg="add mod">
          <ac:chgData name="Li, Cong" userId="025630f4-267e-4cb3-8cd5-8795177f99f4" providerId="ADAL" clId="{929A2CC8-B112-421C-81E2-D5D63B23E300}" dt="2026-10-26T01:04:56.278" v="97365" actId="20577"/>
          <ac:spMkLst>
            <pc:docMk/>
            <pc:sldMk cId="1730691164" sldId="728"/>
            <ac:spMk id="23" creationId="{84DDD5EF-FF04-ED22-3672-E07661BDFEC5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24" creationId="{9C0DDBA0-4223-935D-A552-D5B0FF297011}"/>
          </ac:spMkLst>
        </pc:spChg>
        <pc:spChg chg="add mod">
          <ac:chgData name="Li, Cong" userId="025630f4-267e-4cb3-8cd5-8795177f99f4" providerId="ADAL" clId="{929A2CC8-B112-421C-81E2-D5D63B23E300}" dt="2026-10-25T12:28:57.741" v="96228" actId="164"/>
          <ac:spMkLst>
            <pc:docMk/>
            <pc:sldMk cId="1730691164" sldId="728"/>
            <ac:spMk id="25" creationId="{33B07E46-0B67-D41B-C19A-B16384E8A7A9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27" creationId="{08AC4C75-14E3-0729-8108-E8769C6B78EB}"/>
          </ac:spMkLst>
        </pc:spChg>
        <pc:spChg chg="mod">
          <ac:chgData name="Li, Cong" userId="025630f4-267e-4cb3-8cd5-8795177f99f4" providerId="ADAL" clId="{929A2CC8-B112-421C-81E2-D5D63B23E300}" dt="2026-10-26T01:04:52.275" v="97361"/>
          <ac:spMkLst>
            <pc:docMk/>
            <pc:sldMk cId="1730691164" sldId="728"/>
            <ac:spMk id="28" creationId="{CEC99E91-ADBB-C9CC-E82E-1592A6864B1B}"/>
          </ac:spMkLst>
        </pc:spChg>
        <pc:grpChg chg="add mod">
          <ac:chgData name="Li, Cong" userId="025630f4-267e-4cb3-8cd5-8795177f99f4" providerId="ADAL" clId="{929A2CC8-B112-421C-81E2-D5D63B23E300}" dt="2026-10-26T01:04:52.275" v="97361"/>
          <ac:grpSpMkLst>
            <pc:docMk/>
            <pc:sldMk cId="1730691164" sldId="728"/>
            <ac:grpSpMk id="3" creationId="{88AD5F6F-9281-DB05-8063-50AC2B225189}"/>
          </ac:grpSpMkLst>
        </pc:grpChg>
        <pc:grpChg chg="mod">
          <ac:chgData name="Li, Cong" userId="025630f4-267e-4cb3-8cd5-8795177f99f4" providerId="ADAL" clId="{929A2CC8-B112-421C-81E2-D5D63B23E300}" dt="2026-10-26T01:04:52.275" v="97361"/>
          <ac:grpSpMkLst>
            <pc:docMk/>
            <pc:sldMk cId="1730691164" sldId="728"/>
            <ac:grpSpMk id="4" creationId="{1AFD2FBE-C2AB-2838-6454-2852C1BF254D}"/>
          </ac:grpSpMkLst>
        </pc:grpChg>
        <pc:grpChg chg="mod">
          <ac:chgData name="Li, Cong" userId="025630f4-267e-4cb3-8cd5-8795177f99f4" providerId="ADAL" clId="{929A2CC8-B112-421C-81E2-D5D63B23E300}" dt="2026-10-26T01:04:52.275" v="97361"/>
          <ac:grpSpMkLst>
            <pc:docMk/>
            <pc:sldMk cId="1730691164" sldId="728"/>
            <ac:grpSpMk id="12" creationId="{1808C7B2-996F-2662-19B6-6ACF8302316D}"/>
          </ac:grpSpMkLst>
        </pc:grpChg>
        <pc:grpChg chg="add mod">
          <ac:chgData name="Li, Cong" userId="025630f4-267e-4cb3-8cd5-8795177f99f4" providerId="ADAL" clId="{929A2CC8-B112-421C-81E2-D5D63B23E300}" dt="2026-10-25T12:27:12.942" v="96089" actId="1076"/>
          <ac:grpSpMkLst>
            <pc:docMk/>
            <pc:sldMk cId="1730691164" sldId="728"/>
            <ac:grpSpMk id="18" creationId="{8142E7D6-5FD1-196F-B3BA-11105A7F8D7C}"/>
          </ac:grpSpMkLst>
        </pc:grpChg>
        <pc:grpChg chg="add mod">
          <ac:chgData name="Li, Cong" userId="025630f4-267e-4cb3-8cd5-8795177f99f4" providerId="ADAL" clId="{929A2CC8-B112-421C-81E2-D5D63B23E300}" dt="2026-10-25T12:28:57.741" v="96228" actId="164"/>
          <ac:grpSpMkLst>
            <pc:docMk/>
            <pc:sldMk cId="1730691164" sldId="728"/>
            <ac:grpSpMk id="19" creationId="{761DFC16-072A-84F9-D66A-BC386CAEDEC9}"/>
          </ac:grpSpMkLst>
        </pc:grpChg>
        <pc:grpChg chg="add del mod">
          <ac:chgData name="Li, Cong" userId="025630f4-267e-4cb3-8cd5-8795177f99f4" providerId="ADAL" clId="{929A2CC8-B112-421C-81E2-D5D63B23E300}" dt="2026-10-26T01:04:51.848" v="97360" actId="478"/>
          <ac:grpSpMkLst>
            <pc:docMk/>
            <pc:sldMk cId="1730691164" sldId="728"/>
            <ac:grpSpMk id="26" creationId="{35FBCF9B-5ABA-8410-CB14-0FB2F3BC5250}"/>
          </ac:grpSpMkLst>
        </pc:grp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3" creationId="{5CAEF160-2FBC-5C11-ECF1-CF7E8C300B7E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5" creationId="{33C18AC4-D651-5B7E-2170-D96AF445F764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6" creationId="{CC2D4689-7EA4-5F3B-E32F-5B006B19B883}"/>
          </ac:cxnSpMkLst>
        </pc:cxnChg>
        <pc:cxnChg chg="add mod">
          <ac:chgData name="Li, Cong" userId="025630f4-267e-4cb3-8cd5-8795177f99f4" providerId="ADAL" clId="{929A2CC8-B112-421C-81E2-D5D63B23E300}" dt="2026-10-25T12:26:59.824" v="96085" actId="164"/>
          <ac:cxnSpMkLst>
            <pc:docMk/>
            <pc:sldMk cId="1730691164" sldId="728"/>
            <ac:cxnSpMk id="17" creationId="{CEE540D2-8578-9E69-AC31-C3978D5BE766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10-26T01:05:25.706" v="97382"/>
        <pc:sldMkLst>
          <pc:docMk/>
          <pc:sldMk cId="491885196" sldId="729"/>
        </pc:sldMkLst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7" creationId="{49AF43B5-8491-4007-0FA3-8D2ED0C1C7A4}"/>
          </ac:spMkLst>
        </pc:spChg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12" creationId="{FBB68CCE-B1A4-1C13-6F32-45172AB8E2E7}"/>
          </ac:spMkLst>
        </pc:spChg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14" creationId="{34744B68-8386-E982-139B-C9F6558BBB95}"/>
          </ac:spMkLst>
        </pc:spChg>
        <pc:spChg chg="mod">
          <ac:chgData name="Li, Cong" userId="025630f4-267e-4cb3-8cd5-8795177f99f4" providerId="ADAL" clId="{929A2CC8-B112-421C-81E2-D5D63B23E300}" dt="2026-10-26T01:05:01.965" v="97371" actId="20577"/>
          <ac:spMkLst>
            <pc:docMk/>
            <pc:sldMk cId="491885196" sldId="729"/>
            <ac:spMk id="23" creationId="{6F6DE667-0DF9-BD62-2503-E05C7FA1145E}"/>
          </ac:spMkLst>
        </pc:spChg>
        <pc:spChg chg="mod">
          <ac:chgData name="Li, Cong" userId="025630f4-267e-4cb3-8cd5-8795177f99f4" providerId="ADAL" clId="{929A2CC8-B112-421C-81E2-D5D63B23E300}" dt="2026-10-25T12:30:06.309" v="96302"/>
          <ac:spMkLst>
            <pc:docMk/>
            <pc:sldMk cId="491885196" sldId="729"/>
            <ac:spMk id="24" creationId="{5E4DB900-A1D6-AFCC-8B53-378F06218369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28" creationId="{22F32E86-4DC8-CF3D-8248-F424EFBF77CD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29" creationId="{13553E30-0A18-7921-399C-9989D232EB76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29" creationId="{F989F1CD-0F2B-BD3F-F8BC-48F40EA5BE82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30" creationId="{62E3A9FA-19BF-13D6-DC6F-33EC650FF149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1" creationId="{22563A5C-7C09-B902-5A30-53D45BBD0C04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31" creationId="{89AC720D-68F6-670C-4344-46CB8097A6B1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2" creationId="{92CC6C4A-620C-7834-41F5-3924177A9BF4}"/>
          </ac:spMkLst>
        </pc:spChg>
        <pc:spChg chg="mod">
          <ac:chgData name="Li, Cong" userId="025630f4-267e-4cb3-8cd5-8795177f99f4" providerId="ADAL" clId="{929A2CC8-B112-421C-81E2-D5D63B23E300}" dt="2026-10-25T12:30:19.564" v="96307"/>
          <ac:spMkLst>
            <pc:docMk/>
            <pc:sldMk cId="491885196" sldId="729"/>
            <ac:spMk id="32" creationId="{DAC68210-4272-8C86-5232-DFA95091ECDD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3" creationId="{2978638F-8165-D3BD-76E4-844BB1C9479C}"/>
          </ac:spMkLst>
        </pc:spChg>
        <pc:spChg chg="mod">
          <ac:chgData name="Li, Cong" userId="025630f4-267e-4cb3-8cd5-8795177f99f4" providerId="ADAL" clId="{929A2CC8-B112-421C-81E2-D5D63B23E300}" dt="2026-10-26T01:05:05.939" v="97373"/>
          <ac:spMkLst>
            <pc:docMk/>
            <pc:sldMk cId="491885196" sldId="729"/>
            <ac:spMk id="34" creationId="{2C54404D-CF69-06DE-B7F2-8D9BDB0DAB9A}"/>
          </ac:spMkLst>
        </pc:spChg>
        <pc:spChg chg="mod">
          <ac:chgData name="Li, Cong" userId="025630f4-267e-4cb3-8cd5-8795177f99f4" providerId="ADAL" clId="{929A2CC8-B112-421C-81E2-D5D63B23E300}" dt="2026-10-26T01:05:08.972" v="97375"/>
          <ac:spMkLst>
            <pc:docMk/>
            <pc:sldMk cId="491885196" sldId="729"/>
            <ac:spMk id="37" creationId="{94B88209-BC15-9128-8785-1A9CA31A5E9A}"/>
          </ac:spMkLst>
        </pc:spChg>
        <pc:spChg chg="mod">
          <ac:chgData name="Li, Cong" userId="025630f4-267e-4cb3-8cd5-8795177f99f4" providerId="ADAL" clId="{929A2CC8-B112-421C-81E2-D5D63B23E300}" dt="2026-10-26T01:05:08.972" v="97375"/>
          <ac:spMkLst>
            <pc:docMk/>
            <pc:sldMk cId="491885196" sldId="729"/>
            <ac:spMk id="39" creationId="{8BE91F07-C8BF-6DCD-35A4-A9244F445A2F}"/>
          </ac:spMkLst>
        </pc:spChg>
        <pc:spChg chg="mod">
          <ac:chgData name="Li, Cong" userId="025630f4-267e-4cb3-8cd5-8795177f99f4" providerId="ADAL" clId="{929A2CC8-B112-421C-81E2-D5D63B23E300}" dt="2026-10-26T01:05:08.972" v="97375"/>
          <ac:spMkLst>
            <pc:docMk/>
            <pc:sldMk cId="491885196" sldId="729"/>
            <ac:spMk id="40" creationId="{311642FB-6729-6921-761B-194584485FA2}"/>
          </ac:spMkLst>
        </pc:spChg>
        <pc:spChg chg="mod">
          <ac:chgData name="Li, Cong" userId="025630f4-267e-4cb3-8cd5-8795177f99f4" providerId="ADAL" clId="{929A2CC8-B112-421C-81E2-D5D63B23E300}" dt="2026-10-26T01:05:08.972" v="97375"/>
          <ac:spMkLst>
            <pc:docMk/>
            <pc:sldMk cId="491885196" sldId="729"/>
            <ac:spMk id="41" creationId="{CEDB9A16-DE64-889D-0075-508274CE15F1}"/>
          </ac:spMkLst>
        </pc:spChg>
        <pc:spChg chg="mod">
          <ac:chgData name="Li, Cong" userId="025630f4-267e-4cb3-8cd5-8795177f99f4" providerId="ADAL" clId="{929A2CC8-B112-421C-81E2-D5D63B23E300}" dt="2026-10-26T01:05:08.972" v="97375"/>
          <ac:spMkLst>
            <pc:docMk/>
            <pc:sldMk cId="491885196" sldId="729"/>
            <ac:spMk id="42" creationId="{5E6516B2-0B91-7C35-7586-2115E69F25D6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5" creationId="{A38E7EB8-D1BF-A96D-F941-C089D89497FD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7" creationId="{49001F4C-6349-A33A-DF91-304768C5F8B3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8" creationId="{A60496C7-FA99-5CCC-3889-7DDAAA8AF3CE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49" creationId="{ADF5B5B0-27D0-4B78-E2FD-5D9460FCE4B8}"/>
          </ac:spMkLst>
        </pc:spChg>
        <pc:spChg chg="mod">
          <ac:chgData name="Li, Cong" userId="025630f4-267e-4cb3-8cd5-8795177f99f4" providerId="ADAL" clId="{929A2CC8-B112-421C-81E2-D5D63B23E300}" dt="2026-10-26T01:05:25.706" v="97382"/>
          <ac:spMkLst>
            <pc:docMk/>
            <pc:sldMk cId="491885196" sldId="729"/>
            <ac:spMk id="50" creationId="{DAFB2EBC-E347-0BD1-902A-F5CFBF11F618}"/>
          </ac:spMkLst>
        </pc:spChg>
        <pc:grpChg chg="add del mod">
          <ac:chgData name="Li, Cong" userId="025630f4-267e-4cb3-8cd5-8795177f99f4" providerId="ADAL" clId="{929A2CC8-B112-421C-81E2-D5D63B23E300}" dt="2026-10-26T01:05:08.668" v="97374" actId="478"/>
          <ac:grpSpMkLst>
            <pc:docMk/>
            <pc:sldMk cId="491885196" sldId="729"/>
            <ac:grpSpMk id="3" creationId="{501154DF-3EDF-1A30-0F5D-599CC1AFE31B}"/>
          </ac:grpSpMkLst>
        </pc:grpChg>
        <pc:grpChg chg="mod">
          <ac:chgData name="Li, Cong" userId="025630f4-267e-4cb3-8cd5-8795177f99f4" providerId="ADAL" clId="{929A2CC8-B112-421C-81E2-D5D63B23E300}" dt="2026-10-25T12:30:06.309" v="96302"/>
          <ac:grpSpMkLst>
            <pc:docMk/>
            <pc:sldMk cId="491885196" sldId="729"/>
            <ac:grpSpMk id="4" creationId="{3C9F50F3-E45E-FF8E-EDD3-0143CD35F1C8}"/>
          </ac:grpSpMkLst>
        </pc:grpChg>
        <pc:grpChg chg="mod">
          <ac:chgData name="Li, Cong" userId="025630f4-267e-4cb3-8cd5-8795177f99f4" providerId="ADAL" clId="{929A2CC8-B112-421C-81E2-D5D63B23E300}" dt="2026-10-25T12:30:25.688" v="96309" actId="1076"/>
          <ac:grpSpMkLst>
            <pc:docMk/>
            <pc:sldMk cId="491885196" sldId="729"/>
            <ac:grpSpMk id="18" creationId="{77E69D69-6585-9785-4B82-F1B967AA5C18}"/>
          </ac:grpSpMkLst>
        </pc:grpChg>
        <pc:grpChg chg="del">
          <ac:chgData name="Li, Cong" userId="025630f4-267e-4cb3-8cd5-8795177f99f4" providerId="ADAL" clId="{929A2CC8-B112-421C-81E2-D5D63B23E300}" dt="2026-10-26T01:05:05.644" v="97372" actId="478"/>
          <ac:grpSpMkLst>
            <pc:docMk/>
            <pc:sldMk cId="491885196" sldId="729"/>
            <ac:grpSpMk id="26" creationId="{784B218D-A420-3CDB-2DBC-8061C1EDBD56}"/>
          </ac:grpSpMkLst>
        </pc:grpChg>
        <pc:grpChg chg="add del mod">
          <ac:chgData name="Li, Cong" userId="025630f4-267e-4cb3-8cd5-8795177f99f4" providerId="ADAL" clId="{929A2CC8-B112-421C-81E2-D5D63B23E300}" dt="2026-10-25T12:30:34.063" v="96311" actId="478"/>
          <ac:grpSpMkLst>
            <pc:docMk/>
            <pc:sldMk cId="491885196" sldId="729"/>
            <ac:grpSpMk id="27" creationId="{242BE66A-EAFE-9E40-EAC0-30EEFC06C7CA}"/>
          </ac:grpSpMkLst>
        </pc:grpChg>
        <pc:grpChg chg="add mod">
          <ac:chgData name="Li, Cong" userId="025630f4-267e-4cb3-8cd5-8795177f99f4" providerId="ADAL" clId="{929A2CC8-B112-421C-81E2-D5D63B23E300}" dt="2026-10-26T01:05:05.939" v="97373"/>
          <ac:grpSpMkLst>
            <pc:docMk/>
            <pc:sldMk cId="491885196" sldId="729"/>
            <ac:grpSpMk id="27" creationId="{94A333CC-D580-CDB8-3DD8-F472EF72FCD7}"/>
          </ac:grpSpMkLst>
        </pc:grpChg>
        <pc:grpChg chg="mod">
          <ac:chgData name="Li, Cong" userId="025630f4-267e-4cb3-8cd5-8795177f99f4" providerId="ADAL" clId="{929A2CC8-B112-421C-81E2-D5D63B23E300}" dt="2026-10-26T01:05:05.939" v="97373"/>
          <ac:grpSpMkLst>
            <pc:docMk/>
            <pc:sldMk cId="491885196" sldId="729"/>
            <ac:grpSpMk id="28" creationId="{15B5900D-B42D-A16B-5F31-5BE70CD3D347}"/>
          </ac:grpSpMkLst>
        </pc:grpChg>
        <pc:grpChg chg="mod">
          <ac:chgData name="Li, Cong" userId="025630f4-267e-4cb3-8cd5-8795177f99f4" providerId="ADAL" clId="{929A2CC8-B112-421C-81E2-D5D63B23E300}" dt="2026-10-26T01:05:05.939" v="97373"/>
          <ac:grpSpMkLst>
            <pc:docMk/>
            <pc:sldMk cId="491885196" sldId="729"/>
            <ac:grpSpMk id="30" creationId="{1C6BCC12-695A-1E1C-1CD6-FC3485166303}"/>
          </ac:grpSpMkLst>
        </pc:grpChg>
        <pc:grpChg chg="add del mod">
          <ac:chgData name="Li, Cong" userId="025630f4-267e-4cb3-8cd5-8795177f99f4" providerId="ADAL" clId="{929A2CC8-B112-421C-81E2-D5D63B23E300}" dt="2026-10-26T01:05:25.378" v="97381" actId="478"/>
          <ac:grpSpMkLst>
            <pc:docMk/>
            <pc:sldMk cId="491885196" sldId="729"/>
            <ac:grpSpMk id="35" creationId="{D6AA185A-D192-5066-DF33-1DF38710A501}"/>
          </ac:grpSpMkLst>
        </pc:grpChg>
        <pc:grpChg chg="mod">
          <ac:chgData name="Li, Cong" userId="025630f4-267e-4cb3-8cd5-8795177f99f4" providerId="ADAL" clId="{929A2CC8-B112-421C-81E2-D5D63B23E300}" dt="2026-10-26T01:05:08.972" v="97375"/>
          <ac:grpSpMkLst>
            <pc:docMk/>
            <pc:sldMk cId="491885196" sldId="729"/>
            <ac:grpSpMk id="36" creationId="{DCFB272A-8C96-A30A-86B5-051154DE86B2}"/>
          </ac:grpSpMkLst>
        </pc:grpChg>
        <pc:grpChg chg="mod">
          <ac:chgData name="Li, Cong" userId="025630f4-267e-4cb3-8cd5-8795177f99f4" providerId="ADAL" clId="{929A2CC8-B112-421C-81E2-D5D63B23E300}" dt="2026-10-26T01:05:08.972" v="97375"/>
          <ac:grpSpMkLst>
            <pc:docMk/>
            <pc:sldMk cId="491885196" sldId="729"/>
            <ac:grpSpMk id="38" creationId="{75267F66-C4D5-11AB-8AC7-86F0126C19B7}"/>
          </ac:grpSpMkLst>
        </pc:grpChg>
        <pc:grpChg chg="add mod">
          <ac:chgData name="Li, Cong" userId="025630f4-267e-4cb3-8cd5-8795177f99f4" providerId="ADAL" clId="{929A2CC8-B112-421C-81E2-D5D63B23E300}" dt="2026-10-26T01:05:25.706" v="97382"/>
          <ac:grpSpMkLst>
            <pc:docMk/>
            <pc:sldMk cId="491885196" sldId="729"/>
            <ac:grpSpMk id="43" creationId="{457A15EA-3367-361E-1B45-67E4C88AB1C2}"/>
          </ac:grpSpMkLst>
        </pc:grpChg>
        <pc:grpChg chg="mod">
          <ac:chgData name="Li, Cong" userId="025630f4-267e-4cb3-8cd5-8795177f99f4" providerId="ADAL" clId="{929A2CC8-B112-421C-81E2-D5D63B23E300}" dt="2026-10-26T01:05:25.706" v="97382"/>
          <ac:grpSpMkLst>
            <pc:docMk/>
            <pc:sldMk cId="491885196" sldId="729"/>
            <ac:grpSpMk id="44" creationId="{FCB0A080-FD67-84BB-E408-317285708509}"/>
          </ac:grpSpMkLst>
        </pc:grpChg>
        <pc:grpChg chg="mod">
          <ac:chgData name="Li, Cong" userId="025630f4-267e-4cb3-8cd5-8795177f99f4" providerId="ADAL" clId="{929A2CC8-B112-421C-81E2-D5D63B23E300}" dt="2026-10-26T01:05:25.706" v="97382"/>
          <ac:grpSpMkLst>
            <pc:docMk/>
            <pc:sldMk cId="491885196" sldId="729"/>
            <ac:grpSpMk id="46" creationId="{21DE5016-963C-513F-EA55-99F463268143}"/>
          </ac:grpSpMkLst>
        </pc:grpChg>
        <pc:cxnChg chg="mod">
          <ac:chgData name="Li, Cong" userId="025630f4-267e-4cb3-8cd5-8795177f99f4" providerId="ADAL" clId="{929A2CC8-B112-421C-81E2-D5D63B23E300}" dt="2026-10-25T12:30:34.063" v="96311" actId="478"/>
          <ac:cxnSpMkLst>
            <pc:docMk/>
            <pc:sldMk cId="491885196" sldId="729"/>
            <ac:cxnSpMk id="33" creationId="{A364906B-86BB-984F-B6F8-026A9A0E5FFA}"/>
          </ac:cxnSpMkLst>
        </pc:cxnChg>
        <pc:cxnChg chg="mod">
          <ac:chgData name="Li, Cong" userId="025630f4-267e-4cb3-8cd5-8795177f99f4" providerId="ADAL" clId="{929A2CC8-B112-421C-81E2-D5D63B23E300}" dt="2026-10-25T12:30:19.564" v="96307"/>
          <ac:cxnSpMkLst>
            <pc:docMk/>
            <pc:sldMk cId="491885196" sldId="729"/>
            <ac:cxnSpMk id="34" creationId="{A9612A31-A606-259C-B6F3-74C0BB3570E5}"/>
          </ac:cxnSpMkLst>
        </pc:cxnChg>
        <pc:cxnChg chg="mod">
          <ac:chgData name="Li, Cong" userId="025630f4-267e-4cb3-8cd5-8795177f99f4" providerId="ADAL" clId="{929A2CC8-B112-421C-81E2-D5D63B23E300}" dt="2026-10-25T12:30:19.564" v="96307"/>
          <ac:cxnSpMkLst>
            <pc:docMk/>
            <pc:sldMk cId="491885196" sldId="729"/>
            <ac:cxnSpMk id="35" creationId="{241CAEB5-5AEE-07AE-67A1-5C0C535CCB63}"/>
          </ac:cxnSpMkLst>
        </pc:cxnChg>
        <pc:cxnChg chg="mod">
          <ac:chgData name="Li, Cong" userId="025630f4-267e-4cb3-8cd5-8795177f99f4" providerId="ADAL" clId="{929A2CC8-B112-421C-81E2-D5D63B23E300}" dt="2026-10-25T12:30:19.564" v="96307"/>
          <ac:cxnSpMkLst>
            <pc:docMk/>
            <pc:sldMk cId="491885196" sldId="729"/>
            <ac:cxnSpMk id="36" creationId="{B5CF3CBD-2785-40F6-E2B1-EF5D74E9CFD7}"/>
          </ac:cxnSpMkLst>
        </pc:cxnChg>
      </pc:sldChg>
      <pc:sldChg chg="addSp delSp modSp add mod">
        <pc:chgData name="Li, Cong" userId="025630f4-267e-4cb3-8cd5-8795177f99f4" providerId="ADAL" clId="{929A2CC8-B112-421C-81E2-D5D63B23E300}" dt="2026-10-26T01:05:22.371" v="97380" actId="1076"/>
        <pc:sldMkLst>
          <pc:docMk/>
          <pc:sldMk cId="2466554764" sldId="730"/>
        </pc:sldMkLst>
        <pc:spChg chg="mod">
          <ac:chgData name="Li, Cong" userId="025630f4-267e-4cb3-8cd5-8795177f99f4" providerId="ADAL" clId="{929A2CC8-B112-421C-81E2-D5D63B23E300}" dt="2026-10-25T22:03:15.125" v="96427" actId="20577"/>
          <ac:spMkLst>
            <pc:docMk/>
            <pc:sldMk cId="2466554764" sldId="730"/>
            <ac:spMk id="23" creationId="{4F6DD5F1-1FB3-F6A2-C872-FC68BBF5B3FA}"/>
          </ac:spMkLst>
        </pc:spChg>
        <pc:spChg chg="mod">
          <ac:chgData name="Li, Cong" userId="025630f4-267e-4cb3-8cd5-8795177f99f4" providerId="ADAL" clId="{929A2CC8-B112-421C-81E2-D5D63B23E300}" dt="2026-10-26T01:04:30.104" v="97352" actId="1076"/>
          <ac:spMkLst>
            <pc:docMk/>
            <pc:sldMk cId="2466554764" sldId="730"/>
            <ac:spMk id="25" creationId="{14B23AB3-E583-3144-EB38-EC46EFE1EB90}"/>
          </ac:spMkLst>
        </pc:spChg>
        <pc:spChg chg="add mod">
          <ac:chgData name="Li, Cong" userId="025630f4-267e-4cb3-8cd5-8795177f99f4" providerId="ADAL" clId="{929A2CC8-B112-421C-81E2-D5D63B23E300}" dt="2026-10-26T01:04:43.756" v="97358" actId="164"/>
          <ac:spMkLst>
            <pc:docMk/>
            <pc:sldMk cId="2466554764" sldId="730"/>
            <ac:spMk id="37" creationId="{A1C13F1F-484F-0586-4338-F51773A4AE44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1" creationId="{829C60F2-E879-BEAF-432F-DF0089BFE76B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3" creationId="{E498595F-5AD7-A359-A7E8-0771F7C6A3FD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4" creationId="{B437518C-41F9-E04E-C2EE-1476F9FFA44A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5" creationId="{33E2B32A-E181-4AF8-655B-79B2BAFE9A7C}"/>
          </ac:spMkLst>
        </pc:spChg>
        <pc:spChg chg="mod">
          <ac:chgData name="Li, Cong" userId="025630f4-267e-4cb3-8cd5-8795177f99f4" providerId="ADAL" clId="{929A2CC8-B112-421C-81E2-D5D63B23E300}" dt="2026-10-26T01:05:16.065" v="97378"/>
          <ac:spMkLst>
            <pc:docMk/>
            <pc:sldMk cId="2466554764" sldId="730"/>
            <ac:spMk id="46" creationId="{C522683E-BFE1-429B-3BB7-EBE1BCE9352A}"/>
          </ac:spMkLst>
        </pc:spChg>
        <pc:grpChg chg="del">
          <ac:chgData name="Li, Cong" userId="025630f4-267e-4cb3-8cd5-8795177f99f4" providerId="ADAL" clId="{929A2CC8-B112-421C-81E2-D5D63B23E300}" dt="2026-10-26T01:05:15.730" v="97377" actId="478"/>
          <ac:grpSpMkLst>
            <pc:docMk/>
            <pc:sldMk cId="2466554764" sldId="730"/>
            <ac:grpSpMk id="3" creationId="{273E1601-3848-1016-B6D0-74C165B2D5D5}"/>
          </ac:grpSpMkLst>
        </pc:grpChg>
        <pc:grpChg chg="mod">
          <ac:chgData name="Li, Cong" userId="025630f4-267e-4cb3-8cd5-8795177f99f4" providerId="ADAL" clId="{929A2CC8-B112-421C-81E2-D5D63B23E300}" dt="2026-10-25T12:30:39.089" v="96313" actId="1076"/>
          <ac:grpSpMkLst>
            <pc:docMk/>
            <pc:sldMk cId="2466554764" sldId="730"/>
            <ac:grpSpMk id="18" creationId="{29E5E8F6-20BC-DF1A-6081-6FE816DEEDEA}"/>
          </ac:grpSpMkLst>
        </pc:grpChg>
        <pc:grpChg chg="mod">
          <ac:chgData name="Li, Cong" userId="025630f4-267e-4cb3-8cd5-8795177f99f4" providerId="ADAL" clId="{929A2CC8-B112-421C-81E2-D5D63B23E300}" dt="2026-10-26T01:04:43.756" v="97358" actId="164"/>
          <ac:grpSpMkLst>
            <pc:docMk/>
            <pc:sldMk cId="2466554764" sldId="730"/>
            <ac:grpSpMk id="26" creationId="{C0990B02-A37F-ABCF-B321-51C8A3C122CC}"/>
          </ac:grpSpMkLst>
        </pc:grpChg>
        <pc:grpChg chg="mod">
          <ac:chgData name="Li, Cong" userId="025630f4-267e-4cb3-8cd5-8795177f99f4" providerId="ADAL" clId="{929A2CC8-B112-421C-81E2-D5D63B23E300}" dt="2026-10-25T12:30:44.450" v="96314" actId="1076"/>
          <ac:grpSpMkLst>
            <pc:docMk/>
            <pc:sldMk cId="2466554764" sldId="730"/>
            <ac:grpSpMk id="27" creationId="{98B55B53-5230-8B36-C26D-DB255DC9ECDA}"/>
          </ac:grpSpMkLst>
        </pc:grpChg>
        <pc:grpChg chg="add mod">
          <ac:chgData name="Li, Cong" userId="025630f4-267e-4cb3-8cd5-8795177f99f4" providerId="ADAL" clId="{929A2CC8-B112-421C-81E2-D5D63B23E300}" dt="2026-10-26T01:04:45.897" v="97359" actId="1076"/>
          <ac:grpSpMkLst>
            <pc:docMk/>
            <pc:sldMk cId="2466554764" sldId="730"/>
            <ac:grpSpMk id="38" creationId="{3882000A-9BC4-A2CA-08AC-295C38DC41DC}"/>
          </ac:grpSpMkLst>
        </pc:grpChg>
        <pc:grpChg chg="add mod">
          <ac:chgData name="Li, Cong" userId="025630f4-267e-4cb3-8cd5-8795177f99f4" providerId="ADAL" clId="{929A2CC8-B112-421C-81E2-D5D63B23E300}" dt="2026-10-26T01:05:22.371" v="97380" actId="1076"/>
          <ac:grpSpMkLst>
            <pc:docMk/>
            <pc:sldMk cId="2466554764" sldId="730"/>
            <ac:grpSpMk id="39" creationId="{7BC10024-3995-DB24-8C43-0740BDD4DE50}"/>
          </ac:grpSpMkLst>
        </pc:grpChg>
        <pc:grpChg chg="mod">
          <ac:chgData name="Li, Cong" userId="025630f4-267e-4cb3-8cd5-8795177f99f4" providerId="ADAL" clId="{929A2CC8-B112-421C-81E2-D5D63B23E300}" dt="2026-10-26T01:05:16.065" v="97378"/>
          <ac:grpSpMkLst>
            <pc:docMk/>
            <pc:sldMk cId="2466554764" sldId="730"/>
            <ac:grpSpMk id="40" creationId="{817BA847-65C3-4758-C862-270FFC89C1FB}"/>
          </ac:grpSpMkLst>
        </pc:grpChg>
        <pc:grpChg chg="mod">
          <ac:chgData name="Li, Cong" userId="025630f4-267e-4cb3-8cd5-8795177f99f4" providerId="ADAL" clId="{929A2CC8-B112-421C-81E2-D5D63B23E300}" dt="2026-10-26T01:05:16.065" v="97378"/>
          <ac:grpSpMkLst>
            <pc:docMk/>
            <pc:sldMk cId="2466554764" sldId="730"/>
            <ac:grpSpMk id="42" creationId="{2A910E97-2790-4437-E729-C76534D50ACF}"/>
          </ac:grpSpMkLst>
        </pc:grpChg>
      </pc:sldChg>
      <pc:sldChg chg="addSp delSp modSp add del mod modAnim">
        <pc:chgData name="Li, Cong" userId="025630f4-267e-4cb3-8cd5-8795177f99f4" providerId="ADAL" clId="{929A2CC8-B112-421C-81E2-D5D63B23E300}" dt="2026-10-26T00:39:33.356" v="96884" actId="47"/>
        <pc:sldMkLst>
          <pc:docMk/>
          <pc:sldMk cId="1786751667" sldId="731"/>
        </pc:sldMkLst>
        <pc:spChg chg="del">
          <ac:chgData name="Li, Cong" userId="025630f4-267e-4cb3-8cd5-8795177f99f4" providerId="ADAL" clId="{929A2CC8-B112-421C-81E2-D5D63B23E300}" dt="2026-10-26T00:32:03.081" v="96626" actId="478"/>
          <ac:spMkLst>
            <pc:docMk/>
            <pc:sldMk cId="1786751667" sldId="731"/>
            <ac:spMk id="3" creationId="{3C371486-2AB4-DAE1-7C8C-A2095381AF41}"/>
          </ac:spMkLst>
        </pc:spChg>
        <pc:spChg chg="del">
          <ac:chgData name="Li, Cong" userId="025630f4-267e-4cb3-8cd5-8795177f99f4" providerId="ADAL" clId="{929A2CC8-B112-421C-81E2-D5D63B23E300}" dt="2026-10-26T00:32:03.081" v="96626" actId="478"/>
          <ac:spMkLst>
            <pc:docMk/>
            <pc:sldMk cId="1786751667" sldId="731"/>
            <ac:spMk id="4" creationId="{F4F84462-B660-0BAC-7F49-660BC4368B02}"/>
          </ac:spMkLst>
        </pc:spChg>
        <pc:spChg chg="add del mod">
          <ac:chgData name="Li, Cong" userId="025630f4-267e-4cb3-8cd5-8795177f99f4" providerId="ADAL" clId="{929A2CC8-B112-421C-81E2-D5D63B23E300}" dt="2026-10-26T00:32:05.905" v="96627" actId="478"/>
          <ac:spMkLst>
            <pc:docMk/>
            <pc:sldMk cId="1786751667" sldId="731"/>
            <ac:spMk id="6" creationId="{99253D44-51D5-CC87-E023-3E65DAC16466}"/>
          </ac:spMkLst>
        </pc:spChg>
        <pc:spChg chg="add mod">
          <ac:chgData name="Li, Cong" userId="025630f4-267e-4cb3-8cd5-8795177f99f4" providerId="ADAL" clId="{929A2CC8-B112-421C-81E2-D5D63B23E300}" dt="2026-10-26T00:35:23.744" v="96749" actId="1036"/>
          <ac:spMkLst>
            <pc:docMk/>
            <pc:sldMk cId="1786751667" sldId="731"/>
            <ac:spMk id="8" creationId="{DBDF41B3-4800-49DA-A08E-1C7EFBFDBD22}"/>
          </ac:spMkLst>
        </pc:spChg>
        <pc:spChg chg="add mod">
          <ac:chgData name="Li, Cong" userId="025630f4-267e-4cb3-8cd5-8795177f99f4" providerId="ADAL" clId="{929A2CC8-B112-421C-81E2-D5D63B23E300}" dt="2026-10-26T00:35:23.744" v="96749" actId="1036"/>
          <ac:spMkLst>
            <pc:docMk/>
            <pc:sldMk cId="1786751667" sldId="731"/>
            <ac:spMk id="10" creationId="{4CC6D577-0A6E-49A8-FEC7-70EE3CCDF054}"/>
          </ac:spMkLst>
        </pc:spChg>
        <pc:spChg chg="add mod">
          <ac:chgData name="Li, Cong" userId="025630f4-267e-4cb3-8cd5-8795177f99f4" providerId="ADAL" clId="{929A2CC8-B112-421C-81E2-D5D63B23E300}" dt="2026-10-26T00:35:23.744" v="96749" actId="1036"/>
          <ac:spMkLst>
            <pc:docMk/>
            <pc:sldMk cId="1786751667" sldId="731"/>
            <ac:spMk id="12" creationId="{37760000-C157-7C1E-0FF2-294745EFFD81}"/>
          </ac:spMkLst>
        </pc:spChg>
        <pc:spChg chg="add mod topLvl">
          <ac:chgData name="Li, Cong" userId="025630f4-267e-4cb3-8cd5-8795177f99f4" providerId="ADAL" clId="{929A2CC8-B112-421C-81E2-D5D63B23E300}" dt="2026-10-26T00:35:39.424" v="96751" actId="165"/>
          <ac:spMkLst>
            <pc:docMk/>
            <pc:sldMk cId="1786751667" sldId="731"/>
            <ac:spMk id="26" creationId="{93FAE541-4639-856F-F89D-44FBD7A9B267}"/>
          </ac:spMkLst>
        </pc:spChg>
        <pc:spChg chg="add mod topLvl">
          <ac:chgData name="Li, Cong" userId="025630f4-267e-4cb3-8cd5-8795177f99f4" providerId="ADAL" clId="{929A2CC8-B112-421C-81E2-D5D63B23E300}" dt="2026-10-26T00:35:39.424" v="96751" actId="165"/>
          <ac:spMkLst>
            <pc:docMk/>
            <pc:sldMk cId="1786751667" sldId="731"/>
            <ac:spMk id="27" creationId="{2D78874A-6ECF-49D8-1A78-398387D950E5}"/>
          </ac:spMkLst>
        </pc:spChg>
        <pc:spChg chg="add mod topLvl">
          <ac:chgData name="Li, Cong" userId="025630f4-267e-4cb3-8cd5-8795177f99f4" providerId="ADAL" clId="{929A2CC8-B112-421C-81E2-D5D63B23E300}" dt="2026-10-26T00:35:39.424" v="96751" actId="165"/>
          <ac:spMkLst>
            <pc:docMk/>
            <pc:sldMk cId="1786751667" sldId="731"/>
            <ac:spMk id="29" creationId="{5ABBEA0C-1452-58B0-4566-EB13A900C432}"/>
          </ac:spMkLst>
        </pc:spChg>
        <pc:spChg chg="add mod topLvl">
          <ac:chgData name="Li, Cong" userId="025630f4-267e-4cb3-8cd5-8795177f99f4" providerId="ADAL" clId="{929A2CC8-B112-421C-81E2-D5D63B23E300}" dt="2026-10-26T00:35:39.424" v="96751" actId="165"/>
          <ac:spMkLst>
            <pc:docMk/>
            <pc:sldMk cId="1786751667" sldId="731"/>
            <ac:spMk id="31" creationId="{4F8022CB-DDF9-E1CF-0E6F-DC31913693B0}"/>
          </ac:spMkLst>
        </pc:spChg>
        <pc:spChg chg="add mod">
          <ac:chgData name="Li, Cong" userId="025630f4-267e-4cb3-8cd5-8795177f99f4" providerId="ADAL" clId="{929A2CC8-B112-421C-81E2-D5D63B23E300}" dt="2026-10-26T00:36:32.647" v="96821" actId="1076"/>
          <ac:spMkLst>
            <pc:docMk/>
            <pc:sldMk cId="1786751667" sldId="731"/>
            <ac:spMk id="33" creationId="{EFF33E60-EB23-9D06-288C-16A8C1AC8809}"/>
          </ac:spMkLst>
        </pc:spChg>
        <pc:spChg chg="add mod">
          <ac:chgData name="Li, Cong" userId="025630f4-267e-4cb3-8cd5-8795177f99f4" providerId="ADAL" clId="{929A2CC8-B112-421C-81E2-D5D63B23E300}" dt="2026-10-26T00:37:49.043" v="96860" actId="207"/>
          <ac:spMkLst>
            <pc:docMk/>
            <pc:sldMk cId="1786751667" sldId="731"/>
            <ac:spMk id="34" creationId="{44A54EFD-10B0-7D37-9480-1BDB1B05AAE2}"/>
          </ac:spMkLst>
        </pc:spChg>
        <pc:spChg chg="add mod">
          <ac:chgData name="Li, Cong" userId="025630f4-267e-4cb3-8cd5-8795177f99f4" providerId="ADAL" clId="{929A2CC8-B112-421C-81E2-D5D63B23E300}" dt="2026-10-26T00:37:52.858" v="96862" actId="207"/>
          <ac:spMkLst>
            <pc:docMk/>
            <pc:sldMk cId="1786751667" sldId="731"/>
            <ac:spMk id="35" creationId="{A3C9A310-39AD-486E-05F8-4B9D8A4562DD}"/>
          </ac:spMkLst>
        </pc:spChg>
        <pc:spChg chg="add mod">
          <ac:chgData name="Li, Cong" userId="025630f4-267e-4cb3-8cd5-8795177f99f4" providerId="ADAL" clId="{929A2CC8-B112-421C-81E2-D5D63B23E300}" dt="2026-10-26T00:37:57.173" v="96864" actId="207"/>
          <ac:spMkLst>
            <pc:docMk/>
            <pc:sldMk cId="1786751667" sldId="731"/>
            <ac:spMk id="36" creationId="{41934AED-65BC-D6CF-3377-0B1469AEDAA2}"/>
          </ac:spMkLst>
        </pc:spChg>
        <pc:grpChg chg="add del mod">
          <ac:chgData name="Li, Cong" userId="025630f4-267e-4cb3-8cd5-8795177f99f4" providerId="ADAL" clId="{929A2CC8-B112-421C-81E2-D5D63B23E300}" dt="2026-10-26T00:35:39.424" v="96751" actId="165"/>
          <ac:grpSpMkLst>
            <pc:docMk/>
            <pc:sldMk cId="1786751667" sldId="731"/>
            <ac:grpSpMk id="32" creationId="{467E04BB-D408-9772-7A32-4CD6CE696017}"/>
          </ac:grpSpMkLst>
        </pc:grpChg>
        <pc:cxnChg chg="add mod">
          <ac:chgData name="Li, Cong" userId="025630f4-267e-4cb3-8cd5-8795177f99f4" providerId="ADAL" clId="{929A2CC8-B112-421C-81E2-D5D63B23E300}" dt="2026-10-26T00:35:23.744" v="96749" actId="1036"/>
          <ac:cxnSpMkLst>
            <pc:docMk/>
            <pc:sldMk cId="1786751667" sldId="731"/>
            <ac:cxnSpMk id="14" creationId="{55DA935E-B09D-6E87-873A-4502E310B392}"/>
          </ac:cxnSpMkLst>
        </pc:cxnChg>
        <pc:cxnChg chg="add mod">
          <ac:chgData name="Li, Cong" userId="025630f4-267e-4cb3-8cd5-8795177f99f4" providerId="ADAL" clId="{929A2CC8-B112-421C-81E2-D5D63B23E300}" dt="2026-10-26T00:35:23.744" v="96749" actId="1036"/>
          <ac:cxnSpMkLst>
            <pc:docMk/>
            <pc:sldMk cId="1786751667" sldId="731"/>
            <ac:cxnSpMk id="16" creationId="{BF50D8E7-DC97-1685-686C-65382C89529E}"/>
          </ac:cxnSpMkLst>
        </pc:cxnChg>
        <pc:cxnChg chg="add mod">
          <ac:chgData name="Li, Cong" userId="025630f4-267e-4cb3-8cd5-8795177f99f4" providerId="ADAL" clId="{929A2CC8-B112-421C-81E2-D5D63B23E300}" dt="2026-10-26T00:35:23.744" v="96749" actId="1036"/>
          <ac:cxnSpMkLst>
            <pc:docMk/>
            <pc:sldMk cId="1786751667" sldId="731"/>
            <ac:cxnSpMk id="19" creationId="{E8AD4974-F655-7D55-9FA2-3B655B345B7B}"/>
          </ac:cxnSpMkLst>
        </pc:cxnChg>
        <pc:cxnChg chg="add mod">
          <ac:chgData name="Li, Cong" userId="025630f4-267e-4cb3-8cd5-8795177f99f4" providerId="ADAL" clId="{929A2CC8-B112-421C-81E2-D5D63B23E300}" dt="2026-10-26T00:35:23.744" v="96749" actId="1036"/>
          <ac:cxnSpMkLst>
            <pc:docMk/>
            <pc:sldMk cId="1786751667" sldId="731"/>
            <ac:cxnSpMk id="22" creationId="{6A01A89D-DF97-ACAD-F364-E11CD158AB2D}"/>
          </ac:cxnSpMkLst>
        </pc:cxnChg>
      </pc:sldChg>
      <pc:sldChg chg="add del">
        <pc:chgData name="Li, Cong" userId="025630f4-267e-4cb3-8cd5-8795177f99f4" providerId="ADAL" clId="{929A2CC8-B112-421C-81E2-D5D63B23E300}" dt="2026-10-26T00:32:07.178" v="96629"/>
        <pc:sldMkLst>
          <pc:docMk/>
          <pc:sldMk cId="1052384249" sldId="732"/>
        </pc:sldMkLst>
      </pc:sldChg>
      <pc:sldChg chg="modSp add mod">
        <pc:chgData name="Li, Cong" userId="025630f4-267e-4cb3-8cd5-8795177f99f4" providerId="ADAL" clId="{929A2CC8-B112-421C-81E2-D5D63B23E300}" dt="2026-10-26T00:39:30.910" v="96883" actId="1076"/>
        <pc:sldMkLst>
          <pc:docMk/>
          <pc:sldMk cId="3480562312" sldId="732"/>
        </pc:sldMkLst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8" creationId="{4A8E5D0E-3244-0630-97F3-4028E394B69E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10" creationId="{8017CA54-263E-2156-51E8-938F8493EA78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12" creationId="{07D7497B-CF02-081F-DF10-8D1D03809A10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26" creationId="{DC53B7C9-6D93-7582-0882-BD5C2DD5E51C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27" creationId="{F8206498-E0DE-08CB-0558-623A65981C2D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29" creationId="{5875E849-77D6-9B1B-E6F8-5ECB5DDA444B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1" creationId="{4CC45921-E290-E98D-BA0B-DCC095B6880D}"/>
          </ac:spMkLst>
        </pc:spChg>
        <pc:spChg chg="mod">
          <ac:chgData name="Li, Cong" userId="025630f4-267e-4cb3-8cd5-8795177f99f4" providerId="ADAL" clId="{929A2CC8-B112-421C-81E2-D5D63B23E300}" dt="2026-10-26T00:39:30.910" v="96883" actId="1076"/>
          <ac:spMkLst>
            <pc:docMk/>
            <pc:sldMk cId="3480562312" sldId="732"/>
            <ac:spMk id="33" creationId="{EF2C5C22-8B2C-9FDC-A236-643713668997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4" creationId="{ED0A370D-1275-3C33-A619-A75D850C2D2F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5" creationId="{E929F0E1-C919-9656-1F7C-DE0B3F651867}"/>
          </ac:spMkLst>
        </pc:spChg>
        <pc:spChg chg="mod">
          <ac:chgData name="Li, Cong" userId="025630f4-267e-4cb3-8cd5-8795177f99f4" providerId="ADAL" clId="{929A2CC8-B112-421C-81E2-D5D63B23E300}" dt="2026-10-26T00:39:25.023" v="96881" actId="1037"/>
          <ac:spMkLst>
            <pc:docMk/>
            <pc:sldMk cId="3480562312" sldId="732"/>
            <ac:spMk id="36" creationId="{91591D3A-5151-33F6-9578-DE45896298F2}"/>
          </ac:spMkLst>
        </pc:spChg>
      </pc:sldChg>
      <pc:sldChg chg="addSp delSp modSp add mod delAnim modAnim">
        <pc:chgData name="Li, Cong" userId="025630f4-267e-4cb3-8cd5-8795177f99f4" providerId="ADAL" clId="{929A2CC8-B112-421C-81E2-D5D63B23E300}" dt="2026-10-26T12:22:05.938" v="97547" actId="1076"/>
        <pc:sldMkLst>
          <pc:docMk/>
          <pc:sldMk cId="4228788392" sldId="733"/>
        </pc:sldMkLst>
        <pc:spChg chg="add del mod">
          <ac:chgData name="Li, Cong" userId="025630f4-267e-4cb3-8cd5-8795177f99f4" providerId="ADAL" clId="{929A2CC8-B112-421C-81E2-D5D63B23E300}" dt="2026-10-26T00:49:54.636" v="97076" actId="478"/>
          <ac:spMkLst>
            <pc:docMk/>
            <pc:sldMk cId="4228788392" sldId="733"/>
            <ac:spMk id="3" creationId="{0231F0E2-E3AD-2BEA-3A12-6A3357C3DF4B}"/>
          </ac:spMkLst>
        </pc:spChg>
        <pc:spChg chg="add del mod">
          <ac:chgData name="Li, Cong" userId="025630f4-267e-4cb3-8cd5-8795177f99f4" providerId="ADAL" clId="{929A2CC8-B112-421C-81E2-D5D63B23E300}" dt="2026-10-26T00:49:53.121" v="97075" actId="478"/>
          <ac:spMkLst>
            <pc:docMk/>
            <pc:sldMk cId="4228788392" sldId="733"/>
            <ac:spMk id="4" creationId="{B32E9A4A-016F-1FEE-8410-FDEC3F815942}"/>
          </ac:spMkLst>
        </pc:spChg>
        <pc:spChg chg="add mod">
          <ac:chgData name="Li, Cong" userId="025630f4-267e-4cb3-8cd5-8795177f99f4" providerId="ADAL" clId="{929A2CC8-B112-421C-81E2-D5D63B23E300}" dt="2026-10-26T12:21:59.154" v="97543" actId="1076"/>
          <ac:spMkLst>
            <pc:docMk/>
            <pc:sldMk cId="4228788392" sldId="733"/>
            <ac:spMk id="6" creationId="{2B6CCCE0-D362-1BD2-D45D-BA6ECBE18D52}"/>
          </ac:spMkLst>
        </pc:spChg>
        <pc:spChg chg="add mod">
          <ac:chgData name="Li, Cong" userId="025630f4-267e-4cb3-8cd5-8795177f99f4" providerId="ADAL" clId="{929A2CC8-B112-421C-81E2-D5D63B23E300}" dt="2026-10-26T12:22:05.938" v="97547" actId="1076"/>
          <ac:spMkLst>
            <pc:docMk/>
            <pc:sldMk cId="4228788392" sldId="733"/>
            <ac:spMk id="9" creationId="{4C2F1D3B-21E8-E46E-D677-3279DB7CF181}"/>
          </ac:spMkLst>
        </pc:spChg>
        <pc:spChg chg="add mod">
          <ac:chgData name="Li, Cong" userId="025630f4-267e-4cb3-8cd5-8795177f99f4" providerId="ADAL" clId="{929A2CC8-B112-421C-81E2-D5D63B23E300}" dt="2026-10-26T00:51:20.929" v="97124" actId="1036"/>
          <ac:spMkLst>
            <pc:docMk/>
            <pc:sldMk cId="4228788392" sldId="733"/>
            <ac:spMk id="11" creationId="{321CCDC7-6121-7743-D263-8B13DBE0FED3}"/>
          </ac:spMkLst>
        </pc:spChg>
        <pc:spChg chg="add mod">
          <ac:chgData name="Li, Cong" userId="025630f4-267e-4cb3-8cd5-8795177f99f4" providerId="ADAL" clId="{929A2CC8-B112-421C-81E2-D5D63B23E300}" dt="2026-10-26T00:51:20.929" v="97124" actId="1036"/>
          <ac:spMkLst>
            <pc:docMk/>
            <pc:sldMk cId="4228788392" sldId="733"/>
            <ac:spMk id="13" creationId="{67C276AF-5A8C-2DF0-219F-53A97474DAB6}"/>
          </ac:spMkLst>
        </pc:spChg>
        <pc:spChg chg="add mod">
          <ac:chgData name="Li, Cong" userId="025630f4-267e-4cb3-8cd5-8795177f99f4" providerId="ADAL" clId="{929A2CC8-B112-421C-81E2-D5D63B23E300}" dt="2026-10-26T00:52:19.901" v="97247" actId="20577"/>
          <ac:spMkLst>
            <pc:docMk/>
            <pc:sldMk cId="4228788392" sldId="733"/>
            <ac:spMk id="15" creationId="{9F940D88-0BB0-FAE3-8DF1-DE4B89A887C7}"/>
          </ac:spMkLst>
        </pc:spChg>
        <pc:spChg chg="add del mod">
          <ac:chgData name="Li, Cong" userId="025630f4-267e-4cb3-8cd5-8795177f99f4" providerId="ADAL" clId="{929A2CC8-B112-421C-81E2-D5D63B23E300}" dt="2026-10-26T00:50:52.032" v="97083" actId="1076"/>
          <ac:spMkLst>
            <pc:docMk/>
            <pc:sldMk cId="4228788392" sldId="733"/>
            <ac:spMk id="26" creationId="{618D94AF-4911-97D1-DC6E-CA4FFF89F491}"/>
          </ac:spMkLst>
        </pc:spChg>
        <pc:spChg chg="del">
          <ac:chgData name="Li, Cong" userId="025630f4-267e-4cb3-8cd5-8795177f99f4" providerId="ADAL" clId="{929A2CC8-B112-421C-81E2-D5D63B23E300}" dt="2026-10-26T00:40:08.199" v="96890" actId="478"/>
          <ac:spMkLst>
            <pc:docMk/>
            <pc:sldMk cId="4228788392" sldId="733"/>
            <ac:spMk id="27" creationId="{F264FCE8-31A9-9A7C-7C97-9530840246B7}"/>
          </ac:spMkLst>
        </pc:spChg>
        <pc:spChg chg="del">
          <ac:chgData name="Li, Cong" userId="025630f4-267e-4cb3-8cd5-8795177f99f4" providerId="ADAL" clId="{929A2CC8-B112-421C-81E2-D5D63B23E300}" dt="2026-10-26T00:40:02.837" v="96887" actId="478"/>
          <ac:spMkLst>
            <pc:docMk/>
            <pc:sldMk cId="4228788392" sldId="733"/>
            <ac:spMk id="29" creationId="{F35E425C-2E9B-B749-6BD3-F17D30BEDC7D}"/>
          </ac:spMkLst>
        </pc:spChg>
        <pc:spChg chg="del">
          <ac:chgData name="Li, Cong" userId="025630f4-267e-4cb3-8cd5-8795177f99f4" providerId="ADAL" clId="{929A2CC8-B112-421C-81E2-D5D63B23E300}" dt="2026-10-26T00:40:00.748" v="96886" actId="478"/>
          <ac:spMkLst>
            <pc:docMk/>
            <pc:sldMk cId="4228788392" sldId="733"/>
            <ac:spMk id="33" creationId="{200A6513-5AA1-169C-1802-5A9FA1343F10}"/>
          </ac:spMkLst>
        </pc:spChg>
        <pc:spChg chg="del">
          <ac:chgData name="Li, Cong" userId="025630f4-267e-4cb3-8cd5-8795177f99f4" providerId="ADAL" clId="{929A2CC8-B112-421C-81E2-D5D63B23E300}" dt="2026-10-26T00:40:02.837" v="96887" actId="478"/>
          <ac:spMkLst>
            <pc:docMk/>
            <pc:sldMk cId="4228788392" sldId="733"/>
            <ac:spMk id="34" creationId="{1E03A6FF-8BED-E46B-6834-F6C9DE98B582}"/>
          </ac:spMkLst>
        </pc:spChg>
        <pc:spChg chg="del">
          <ac:chgData name="Li, Cong" userId="025630f4-267e-4cb3-8cd5-8795177f99f4" providerId="ADAL" clId="{929A2CC8-B112-421C-81E2-D5D63B23E300}" dt="2026-10-26T00:40:02.837" v="96887" actId="478"/>
          <ac:spMkLst>
            <pc:docMk/>
            <pc:sldMk cId="4228788392" sldId="733"/>
            <ac:spMk id="35" creationId="{F510550D-01FA-BA85-078D-20FE349E5315}"/>
          </ac:spMkLst>
        </pc:spChg>
      </pc:sldChg>
      <pc:sldChg chg="addSp delSp modSp add mod ord modAnim">
        <pc:chgData name="Li, Cong" userId="025630f4-267e-4cb3-8cd5-8795177f99f4" providerId="ADAL" clId="{929A2CC8-B112-421C-81E2-D5D63B23E300}" dt="2026-10-26T00:49:49.983" v="97074"/>
        <pc:sldMkLst>
          <pc:docMk/>
          <pc:sldMk cId="3641172149" sldId="734"/>
        </pc:sldMkLst>
        <pc:spChg chg="mod">
          <ac:chgData name="Li, Cong" userId="025630f4-267e-4cb3-8cd5-8795177f99f4" providerId="ADAL" clId="{929A2CC8-B112-421C-81E2-D5D63B23E300}" dt="2026-10-26T00:49:11.794" v="97014" actId="1076"/>
          <ac:spMkLst>
            <pc:docMk/>
            <pc:sldMk cId="3641172149" sldId="734"/>
            <ac:spMk id="4" creationId="{F5BDB30C-0DB7-47C8-01B7-18C76B9A7DC2}"/>
          </ac:spMkLst>
        </pc:spChg>
        <pc:spChg chg="add mod">
          <ac:chgData name="Li, Cong" userId="025630f4-267e-4cb3-8cd5-8795177f99f4" providerId="ADAL" clId="{929A2CC8-B112-421C-81E2-D5D63B23E300}" dt="2026-10-26T00:49:32.295" v="97069" actId="1076"/>
          <ac:spMkLst>
            <pc:docMk/>
            <pc:sldMk cId="3641172149" sldId="734"/>
            <ac:spMk id="6" creationId="{8E7A0B66-F74E-2BD3-56D4-84754E65C418}"/>
          </ac:spMkLst>
        </pc:spChg>
        <pc:spChg chg="del">
          <ac:chgData name="Li, Cong" userId="025630f4-267e-4cb3-8cd5-8795177f99f4" providerId="ADAL" clId="{929A2CC8-B112-421C-81E2-D5D63B23E300}" dt="2026-10-26T00:49:38.078" v="97072" actId="478"/>
          <ac:spMkLst>
            <pc:docMk/>
            <pc:sldMk cId="3641172149" sldId="734"/>
            <ac:spMk id="36" creationId="{E20BFF2A-A855-F837-BDD7-DDD33E26D828}"/>
          </ac:spMkLst>
        </pc:spChg>
      </pc:sldChg>
      <pc:sldChg chg="addSp delSp modSp add mod modAnim">
        <pc:chgData name="Li, Cong" userId="025630f4-267e-4cb3-8cd5-8795177f99f4" providerId="ADAL" clId="{929A2CC8-B112-421C-81E2-D5D63B23E300}" dt="2026-10-26T12:22:32.045" v="97556" actId="1036"/>
        <pc:sldMkLst>
          <pc:docMk/>
          <pc:sldMk cId="984711930" sldId="735"/>
        </pc:sldMkLst>
        <pc:spChg chg="add mod">
          <ac:chgData name="Li, Cong" userId="025630f4-267e-4cb3-8cd5-8795177f99f4" providerId="ADAL" clId="{929A2CC8-B112-421C-81E2-D5D63B23E300}" dt="2026-10-26T00:53:28.400" v="97255" actId="1076"/>
          <ac:spMkLst>
            <pc:docMk/>
            <pc:sldMk cId="984711930" sldId="735"/>
            <ac:spMk id="4" creationId="{8F1A50DC-86AA-E1F5-0678-A60A0CE998B5}"/>
          </ac:spMkLst>
        </pc:spChg>
        <pc:spChg chg="mod">
          <ac:chgData name="Li, Cong" userId="025630f4-267e-4cb3-8cd5-8795177f99f4" providerId="ADAL" clId="{929A2CC8-B112-421C-81E2-D5D63B23E300}" dt="2026-10-26T12:21:55.560" v="97542" actId="1076"/>
          <ac:spMkLst>
            <pc:docMk/>
            <pc:sldMk cId="984711930" sldId="735"/>
            <ac:spMk id="6" creationId="{B2137F68-F07F-251E-46F6-5EBDCD2219B0}"/>
          </ac:spMkLst>
        </pc:spChg>
        <pc:spChg chg="mod">
          <ac:chgData name="Li, Cong" userId="025630f4-267e-4cb3-8cd5-8795177f99f4" providerId="ADAL" clId="{929A2CC8-B112-421C-81E2-D5D63B23E300}" dt="2026-10-26T12:22:32.045" v="97556" actId="1036"/>
          <ac:spMkLst>
            <pc:docMk/>
            <pc:sldMk cId="984711930" sldId="735"/>
            <ac:spMk id="9" creationId="{DA798883-F3F6-6AC7-EF08-49594B9E8A4F}"/>
          </ac:spMkLst>
        </pc:spChg>
        <pc:spChg chg="del">
          <ac:chgData name="Li, Cong" userId="025630f4-267e-4cb3-8cd5-8795177f99f4" providerId="ADAL" clId="{929A2CC8-B112-421C-81E2-D5D63B23E300}" dt="2026-10-26T00:53:51.987" v="97287" actId="478"/>
          <ac:spMkLst>
            <pc:docMk/>
            <pc:sldMk cId="984711930" sldId="735"/>
            <ac:spMk id="13" creationId="{6F81E1CF-3BD4-F22C-AC3A-F59B67FDCAE0}"/>
          </ac:spMkLst>
        </pc:spChg>
        <pc:spChg chg="del">
          <ac:chgData name="Li, Cong" userId="025630f4-267e-4cb3-8cd5-8795177f99f4" providerId="ADAL" clId="{929A2CC8-B112-421C-81E2-D5D63B23E300}" dt="2026-10-26T00:53:41.722" v="97258" actId="478"/>
          <ac:spMkLst>
            <pc:docMk/>
            <pc:sldMk cId="984711930" sldId="735"/>
            <ac:spMk id="15" creationId="{530999E5-3869-F9CB-B64B-526714BE5033}"/>
          </ac:spMkLst>
        </pc:spChg>
        <pc:spChg chg="add mod">
          <ac:chgData name="Li, Cong" userId="025630f4-267e-4cb3-8cd5-8795177f99f4" providerId="ADAL" clId="{929A2CC8-B112-421C-81E2-D5D63B23E300}" dt="2026-10-26T00:53:49.465" v="97286" actId="1036"/>
          <ac:spMkLst>
            <pc:docMk/>
            <pc:sldMk cId="984711930" sldId="735"/>
            <ac:spMk id="17" creationId="{A5472135-4426-761B-EEF9-3F38B85777C3}"/>
          </ac:spMkLst>
        </pc:spChg>
        <pc:spChg chg="add mod">
          <ac:chgData name="Li, Cong" userId="025630f4-267e-4cb3-8cd5-8795177f99f4" providerId="ADAL" clId="{929A2CC8-B112-421C-81E2-D5D63B23E300}" dt="2026-10-26T00:53:49.465" v="97286" actId="1036"/>
          <ac:spMkLst>
            <pc:docMk/>
            <pc:sldMk cId="984711930" sldId="735"/>
            <ac:spMk id="20" creationId="{2C954B91-1A03-58FA-70AB-B691731CCDD4}"/>
          </ac:spMkLst>
        </pc:spChg>
        <pc:spChg chg="add mod">
          <ac:chgData name="Li, Cong" userId="025630f4-267e-4cb3-8cd5-8795177f99f4" providerId="ADAL" clId="{929A2CC8-B112-421C-81E2-D5D63B23E300}" dt="2026-10-26T01:02:44.013" v="97339" actId="1076"/>
          <ac:spMkLst>
            <pc:docMk/>
            <pc:sldMk cId="984711930" sldId="735"/>
            <ac:spMk id="21" creationId="{B60C292E-C9B9-A97A-7151-317F7F44CCFD}"/>
          </ac:spMkLst>
        </pc:spChg>
        <pc:spChg chg="add mod">
          <ac:chgData name="Li, Cong" userId="025630f4-267e-4cb3-8cd5-8795177f99f4" providerId="ADAL" clId="{929A2CC8-B112-421C-81E2-D5D63B23E300}" dt="2026-10-26T01:02:57.885" v="97347" actId="20577"/>
          <ac:spMkLst>
            <pc:docMk/>
            <pc:sldMk cId="984711930" sldId="735"/>
            <ac:spMk id="23" creationId="{5F459919-C451-EA4C-CCEC-A8FB79444512}"/>
          </ac:spMkLst>
        </pc:spChg>
        <pc:spChg chg="del mod">
          <ac:chgData name="Li, Cong" userId="025630f4-267e-4cb3-8cd5-8795177f99f4" providerId="ADAL" clId="{929A2CC8-B112-421C-81E2-D5D63B23E300}" dt="2026-10-26T00:53:55.524" v="97288" actId="478"/>
          <ac:spMkLst>
            <pc:docMk/>
            <pc:sldMk cId="984711930" sldId="735"/>
            <ac:spMk id="36" creationId="{55450987-DA2F-CB9C-05B9-9127B272F39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240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240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91FF96B3-5193-4D4F-ADAC-C41F873FC32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29582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1925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925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C806C1B-B03E-46DA-85CD-D90BC0B375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6362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7D2CF438-6F28-4EDA-8826-7EA47CD870C5}" type="slidenum">
              <a:rPr lang="en-US" altLang="zh-CN" smtClean="0">
                <a:latin typeface="Arial" panose="020B0604020202020204" pitchFamily="34" charset="0"/>
              </a:rPr>
              <a:pPr/>
              <a:t>1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US"/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 dirty="0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11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57F7688E-3E4A-461B-8D10-9B016CF52F5C}" type="slidenum">
              <a:rPr lang="en-US" altLang="zh-CN" smtClean="0">
                <a:latin typeface="Arial" panose="020B0604020202020204" pitchFamily="34" charset="0"/>
              </a:rPr>
              <a:pPr/>
              <a:t>45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6425"/>
            <a:ext cx="5143500" cy="41830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43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/>
            <p:cNvGrpSpPr>
              <a:grpSpLocks/>
            </p:cNvGrpSpPr>
            <p:nvPr/>
          </p:nvGrpSpPr>
          <p:grpSpPr bwMode="auto">
            <a:xfrm>
              <a:off x="185" y="1604"/>
              <a:ext cx="449" cy="299"/>
              <a:chOff x="720" y="336"/>
              <a:chExt cx="624" cy="432"/>
            </a:xfrm>
          </p:grpSpPr>
          <p:sp>
            <p:nvSpPr>
              <p:cNvPr id="12" name="Rectangle 4"/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grpSp>
          <p:nvGrpSpPr>
            <p:cNvPr id="6" name="Group 6"/>
            <p:cNvGrpSpPr>
              <a:grpSpLocks/>
            </p:cNvGrpSpPr>
            <p:nvPr/>
          </p:nvGrpSpPr>
          <p:grpSpPr bwMode="auto">
            <a:xfrm>
              <a:off x="263" y="1870"/>
              <a:ext cx="466" cy="299"/>
              <a:chOff x="912" y="2640"/>
              <a:chExt cx="672" cy="432"/>
            </a:xfrm>
          </p:grpSpPr>
          <p:sp>
            <p:nvSpPr>
              <p:cNvPr id="10" name="Rectangle 7"/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1" name="Rectangle 8"/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sp>
          <p:nvSpPr>
            <p:cNvPr id="7" name="Rectangle 9"/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8" name="Rectangle 10"/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9" name="Rectangle 11"/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</p:grpSp>
      <p:sp>
        <p:nvSpPr>
          <p:cNvPr id="24588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4589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Rectangle 1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9906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solidFill>
                  <a:schemeClr val="bg2"/>
                </a:solidFill>
                <a:latin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Rectangle 15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  <p:sp>
        <p:nvSpPr>
          <p:cNvPr id="16" name="Rectangle 1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8580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chemeClr val="bg2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F41B76D-9336-435E-89FD-3D5A1B77420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998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Machine Learning –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8380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985361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20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50943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0844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537663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1622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9443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792849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469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7050" y="457200"/>
            <a:ext cx="2038350" cy="5715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457200"/>
            <a:ext cx="5962650" cy="5715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703662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ltGray">
          <a:xfrm>
            <a:off x="417513" y="717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ltGray">
          <a:xfrm>
            <a:off x="800100" y="717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8" name="Rectangle 4"/>
          <p:cNvSpPr>
            <a:spLocks noChangeArrowheads="1"/>
          </p:cNvSpPr>
          <p:nvPr/>
        </p:nvSpPr>
        <p:spPr bwMode="ltGray">
          <a:xfrm>
            <a:off x="541338" y="1139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ltGray">
          <a:xfrm>
            <a:off x="911225" y="1139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ltGray">
          <a:xfrm>
            <a:off x="127000" y="1066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gray">
          <a:xfrm>
            <a:off x="762000" y="609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gray">
          <a:xfrm>
            <a:off x="442913" y="1400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22363" y="457200"/>
            <a:ext cx="7793037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600200"/>
            <a:ext cx="777240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356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62000" y="6243638"/>
            <a:ext cx="7772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Tahoma" pitchFamily="34" charset="0"/>
              </a:defRPr>
            </a:lvl1pPr>
          </a:lstStyle>
          <a:p>
            <a:pPr>
              <a:defRPr/>
            </a:pPr>
            <a:r>
              <a:rPr lang="en-US" dirty="0"/>
              <a:t>Machine Learning </a:t>
            </a:r>
            <a:r>
              <a:rPr lang="en-US" altLang="zh-CN" dirty="0"/>
              <a:t>–</a:t>
            </a:r>
            <a:r>
              <a:rPr lang="en-US" dirty="0"/>
              <a:t> Basic Principles &amp; Practice: 1. Prologue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基础原理与实践：</a:t>
            </a:r>
            <a:r>
              <a:rPr lang="en-US" altLang="zh-CN" dirty="0"/>
              <a:t>1. </a:t>
            </a:r>
            <a:r>
              <a:rPr lang="zh-CN" altLang="en-US" dirty="0"/>
              <a:t>序言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814512"/>
            <a:ext cx="7772400" cy="1462088"/>
          </a:xfrm>
        </p:spPr>
        <p:txBody>
          <a:bodyPr/>
          <a:lstStyle/>
          <a:p>
            <a:pPr algn="ctr" eaLnBrk="1" hangingPunct="1"/>
            <a:r>
              <a:rPr lang="en-US" altLang="zh-CN" sz="3600" b="1" dirty="0">
                <a:ea typeface="SimSun" panose="02010600030101010101" pitchFamily="2" charset="-122"/>
              </a:rPr>
              <a:t>How Computing Works - 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Modern Paradigms of Architecture &amp; System</a:t>
            </a:r>
            <a:br>
              <a:rPr lang="en-US" altLang="zh-CN" sz="3600" b="1" dirty="0">
                <a:ea typeface="SimSun" panose="02010600030101010101" pitchFamily="2" charset="-122"/>
              </a:rPr>
            </a:br>
            <a:r>
              <a:rPr lang="en-US" altLang="zh-CN" sz="3600" b="1" dirty="0">
                <a:ea typeface="SimSun" panose="02010600030101010101" pitchFamily="2" charset="-122"/>
              </a:rPr>
              <a:t>8. Epilogue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19200" y="4876800"/>
            <a:ext cx="6553200" cy="762000"/>
          </a:xfrm>
        </p:spPr>
        <p:txBody>
          <a:bodyPr/>
          <a:lstStyle/>
          <a:p>
            <a:pPr eaLnBrk="1" hangingPunct="1"/>
            <a:r>
              <a:rPr lang="en-US" altLang="zh-CN" sz="2800" dirty="0">
                <a:ea typeface="SimSun" panose="02010600030101010101" pitchFamily="2" charset="-122"/>
              </a:rPr>
              <a:t>Cong Li </a:t>
            </a:r>
            <a:r>
              <a:rPr lang="zh-CN" altLang="en-US" sz="2800" dirty="0">
                <a:ea typeface="SimSun" panose="02010600030101010101" pitchFamily="2" charset="-122"/>
              </a:rPr>
              <a:t>李聪</a:t>
            </a:r>
            <a:endParaRPr lang="en-US" altLang="zh-CN" sz="2400" dirty="0">
              <a:ea typeface="SimSun" panose="02010600030101010101" pitchFamily="2" charset="-12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050F980-1D76-4E39-94EB-A1B939407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274423"/>
            <a:ext cx="8229600" cy="1462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9pPr>
          </a:lstStyle>
          <a:p>
            <a:pPr algn="ctr" eaLnBrk="1" hangingPunct="1"/>
            <a:r>
              <a:rPr lang="zh-CN" altLang="en-US" sz="3600" b="1" kern="0" dirty="0">
                <a:ea typeface="SimSun" panose="02010600030101010101" pitchFamily="2" charset="-122"/>
              </a:rPr>
              <a:t>计算如何运作 </a:t>
            </a:r>
            <a:r>
              <a:rPr lang="en-US" altLang="zh-CN" sz="3600" b="1" kern="0" dirty="0">
                <a:ea typeface="SimSun" panose="02010600030101010101" pitchFamily="2" charset="-122"/>
              </a:rPr>
              <a:t>– </a:t>
            </a:r>
            <a:r>
              <a:rPr lang="zh-CN" altLang="en-US" sz="3600" b="1" kern="0" dirty="0">
                <a:ea typeface="SimSun" panose="02010600030101010101" pitchFamily="2" charset="-122"/>
              </a:rPr>
              <a:t>架构与系统的现代范式</a:t>
            </a:r>
            <a:endParaRPr lang="en-US" altLang="zh-CN" sz="3600" b="1" kern="0" dirty="0">
              <a:ea typeface="SimSun" panose="02010600030101010101" pitchFamily="2" charset="-122"/>
            </a:endParaRPr>
          </a:p>
          <a:p>
            <a:pPr algn="ctr" eaLnBrk="1" hangingPunct="1"/>
            <a:r>
              <a:rPr lang="en-US" altLang="zh-CN" sz="3600" b="1" kern="0" dirty="0">
                <a:ea typeface="SimSun" panose="02010600030101010101" pitchFamily="2" charset="-122"/>
              </a:rPr>
              <a:t>8. </a:t>
            </a:r>
            <a:r>
              <a:rPr lang="zh-CN" altLang="en-US" sz="3600" b="1" kern="0" dirty="0">
                <a:ea typeface="SimSun" panose="02010600030101010101" pitchFamily="2" charset="-122"/>
              </a:rPr>
              <a:t>尾声</a:t>
            </a:r>
            <a:endParaRPr lang="en-US" altLang="zh-CN" sz="3600" b="1" kern="0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2AB1F-340E-C210-D1DA-5BB9F5821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7604A-B762-4EFF-7288-CF8C68EDE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We’ve Learned</a:t>
            </a:r>
            <a:br>
              <a:rPr lang="en-US" altLang="zh-CN" dirty="0"/>
            </a:br>
            <a:r>
              <a:rPr lang="zh-CN" altLang="en-US" dirty="0"/>
              <a:t>我们学了什么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BF9CC28-E1BC-1E9C-DB57-62571AAACC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A2D213-5363-199C-E11A-691EE19F49D8}"/>
              </a:ext>
            </a:extLst>
          </p:cNvPr>
          <p:cNvSpPr txBox="1"/>
          <p:nvPr/>
        </p:nvSpPr>
        <p:spPr>
          <a:xfrm>
            <a:off x="133350" y="17526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Popular science course on computer architecture &amp; systems</a:t>
            </a:r>
          </a:p>
          <a:p>
            <a:pPr algn="ctr"/>
            <a:r>
              <a:rPr lang="zh-CN" altLang="en-US" sz="2400" dirty="0"/>
              <a:t>计算机架构与系统的科普课程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9CB325-88C4-0F3F-B97D-DC0E0F00364B}"/>
              </a:ext>
            </a:extLst>
          </p:cNvPr>
          <p:cNvSpPr txBox="1"/>
          <p:nvPr/>
        </p:nvSpPr>
        <p:spPr>
          <a:xfrm>
            <a:off x="533400" y="32076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Several selected paradigms to run workloads faster</a:t>
            </a:r>
          </a:p>
          <a:p>
            <a:pPr algn="ctr"/>
            <a:r>
              <a:rPr lang="zh-CN" altLang="en-US" sz="2400" dirty="0"/>
              <a:t>一些使工作负载执行更快的精选范式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096E36-81C0-9603-0E24-B58A319E9C07}"/>
              </a:ext>
            </a:extLst>
          </p:cNvPr>
          <p:cNvSpPr txBox="1"/>
          <p:nvPr/>
        </p:nvSpPr>
        <p:spPr>
          <a:xfrm>
            <a:off x="533400" y="47244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Let’s use our last practice (Practice 7.4) for a review</a:t>
            </a:r>
          </a:p>
          <a:p>
            <a:pPr algn="ctr"/>
            <a:r>
              <a:rPr lang="zh-CN" altLang="en-US" sz="2400" dirty="0"/>
              <a:t>让我们用最后一个实践（实践</a:t>
            </a:r>
            <a:r>
              <a:rPr lang="en-US" altLang="zh-CN" sz="2400" dirty="0"/>
              <a:t>7.4</a:t>
            </a:r>
            <a:r>
              <a:rPr lang="zh-CN" altLang="en-US" sz="2400" dirty="0"/>
              <a:t>）来进行一次复习</a:t>
            </a:r>
          </a:p>
        </p:txBody>
      </p:sp>
    </p:spTree>
    <p:extLst>
      <p:ext uri="{BB962C8B-B14F-4D97-AF65-F5344CB8AC3E}">
        <p14:creationId xmlns:p14="http://schemas.microsoft.com/office/powerpoint/2010/main" val="45637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53B7E-71E4-1C7E-3847-7584A658C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27A61-5D0B-856D-2835-A13629E4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60E3D8F-151F-6D9B-88B4-11970FC09FA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C9BE5-4043-6144-A130-00BEC8B9B11B}"/>
              </a:ext>
            </a:extLst>
          </p:cNvPr>
          <p:cNvSpPr txBox="1"/>
          <p:nvPr/>
        </p:nvSpPr>
        <p:spPr>
          <a:xfrm>
            <a:off x="133350" y="1752600"/>
            <a:ext cx="8877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Processing several batches of handwritten </a:t>
            </a:r>
          </a:p>
          <a:p>
            <a:pPr algn="ctr"/>
            <a:r>
              <a:rPr lang="en-US" altLang="zh-CN" sz="2400" dirty="0"/>
              <a:t>ZIP code recognition using the GPU</a:t>
            </a:r>
          </a:p>
          <a:p>
            <a:pPr algn="ctr"/>
            <a:r>
              <a:rPr lang="zh-CN" altLang="en-US" sz="2400" dirty="0"/>
              <a:t>用</a:t>
            </a:r>
            <a:r>
              <a:rPr lang="en-US" altLang="zh-CN" sz="2400" dirty="0"/>
              <a:t>GPU</a:t>
            </a:r>
            <a:r>
              <a:rPr lang="zh-CN" altLang="en-US" sz="2400" dirty="0"/>
              <a:t>进行多批次的手写邮政编码识别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C6478-B539-E799-724F-78771624FB02}"/>
              </a:ext>
            </a:extLst>
          </p:cNvPr>
          <p:cNvSpPr txBox="1"/>
          <p:nvPr/>
        </p:nvSpPr>
        <p:spPr>
          <a:xfrm>
            <a:off x="533400" y="3436203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Naturally in the theme of </a:t>
            </a:r>
            <a:r>
              <a:rPr lang="en-US" altLang="zh-CN" sz="2400" b="1" dirty="0"/>
              <a:t>workload offloading</a:t>
            </a:r>
          </a:p>
          <a:p>
            <a:pPr algn="ctr"/>
            <a:r>
              <a:rPr lang="zh-CN" altLang="en-US" sz="2400" dirty="0"/>
              <a:t>当然是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工作负载分担</a:t>
            </a:r>
            <a:r>
              <a:rPr lang="zh-CN" altLang="en-US" sz="2400" dirty="0"/>
              <a:t>的主题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1E2AE-1812-87DC-4673-ECA2B46E1ACC}"/>
              </a:ext>
            </a:extLst>
          </p:cNvPr>
          <p:cNvSpPr txBox="1"/>
          <p:nvPr/>
        </p:nvSpPr>
        <p:spPr>
          <a:xfrm>
            <a:off x="533400" y="4750474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But it also exhibits the other paradigms</a:t>
            </a:r>
          </a:p>
          <a:p>
            <a:pPr algn="ctr"/>
            <a:r>
              <a:rPr lang="zh-CN" altLang="en-US" sz="2400" dirty="0"/>
              <a:t>但它也展示了其他的范式</a:t>
            </a:r>
          </a:p>
        </p:txBody>
      </p:sp>
    </p:spTree>
    <p:extLst>
      <p:ext uri="{BB962C8B-B14F-4D97-AF65-F5344CB8AC3E}">
        <p14:creationId xmlns:p14="http://schemas.microsoft.com/office/powerpoint/2010/main" val="2369497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C31FA-04F8-FF4E-AD6B-0AF75A610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66BE9-EFA7-8288-D33B-00DBA461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93C59FA-1B32-7C39-C5C8-A36A8449E3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6DC3D4-2F28-786C-8CFD-ED104948C285}"/>
              </a:ext>
            </a:extLst>
          </p:cNvPr>
          <p:cNvSpPr txBox="1"/>
          <p:nvPr/>
        </p:nvSpPr>
        <p:spPr>
          <a:xfrm>
            <a:off x="133350" y="18288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Typical GPUs do not work in the</a:t>
            </a:r>
            <a:r>
              <a:rPr lang="zh-CN" altLang="en-US" sz="2400" dirty="0"/>
              <a:t> </a:t>
            </a:r>
            <a:r>
              <a:rPr lang="en-US" altLang="zh-CN" sz="2400" dirty="0"/>
              <a:t>double-precision data type </a:t>
            </a:r>
            <a:endParaRPr lang="en-US" altLang="zh-CN" sz="2400" b="1" dirty="0"/>
          </a:p>
          <a:p>
            <a:pPr algn="ctr"/>
            <a:r>
              <a:rPr lang="zh-CN" altLang="en-US" sz="2400" dirty="0"/>
              <a:t>典型的</a:t>
            </a:r>
            <a:r>
              <a:rPr lang="en-US" altLang="zh-CN" sz="2400" dirty="0"/>
              <a:t>GPU</a:t>
            </a:r>
            <a:r>
              <a:rPr lang="zh-CN" altLang="en-US" sz="2400" dirty="0"/>
              <a:t>不处理双精度类型数据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3297E-9E7E-9CE2-1B58-9FC0D9DE0D5E}"/>
              </a:ext>
            </a:extLst>
          </p:cNvPr>
          <p:cNvSpPr txBox="1"/>
          <p:nvPr/>
        </p:nvSpPr>
        <p:spPr>
          <a:xfrm>
            <a:off x="315118" y="3301663"/>
            <a:ext cx="8513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 practice works in the single-precision data type </a:t>
            </a:r>
          </a:p>
          <a:p>
            <a:pPr algn="ctr"/>
            <a:r>
              <a:rPr lang="zh-CN" altLang="en-US" sz="2400" dirty="0"/>
              <a:t>在这个实践中，我们用单精度数据类型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2B8B91-6C8A-A2B5-A13D-61764F3BAC8F}"/>
              </a:ext>
            </a:extLst>
          </p:cNvPr>
          <p:cNvSpPr txBox="1"/>
          <p:nvPr/>
        </p:nvSpPr>
        <p:spPr>
          <a:xfrm>
            <a:off x="180974" y="4774526"/>
            <a:ext cx="87820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Actually </a:t>
            </a:r>
            <a:r>
              <a:rPr lang="en-US" altLang="zh-CN" sz="2400" b="1" dirty="0"/>
              <a:t>low precision</a:t>
            </a:r>
            <a:r>
              <a:rPr lang="en-US" altLang="zh-CN" sz="2400" dirty="0"/>
              <a:t> is a common practice in accelerators</a:t>
            </a:r>
          </a:p>
          <a:p>
            <a:pPr algn="ctr"/>
            <a:r>
              <a:rPr lang="zh-CN" altLang="en-US" sz="2400" dirty="0"/>
              <a:t>事实上，在加速器中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低精度</a:t>
            </a:r>
            <a:r>
              <a:rPr lang="zh-CN" altLang="en-US" sz="2400" dirty="0"/>
              <a:t>属于常规操作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3688104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335A4-D4B3-C51F-E7B6-38F919F9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EDC0C-901B-2FE5-1CB1-1EB2BB35E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AC470F8-A385-0F98-BC18-9294DF30D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006DC3-6DDE-1DE4-FC98-8556CCA734F7}"/>
              </a:ext>
            </a:extLst>
          </p:cNvPr>
          <p:cNvSpPr txBox="1"/>
          <p:nvPr/>
        </p:nvSpPr>
        <p:spPr>
          <a:xfrm>
            <a:off x="133350" y="1752600"/>
            <a:ext cx="8877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GPUs are processors of high </a:t>
            </a:r>
            <a:r>
              <a:rPr lang="en-US" altLang="zh-CN" sz="2400" b="1" dirty="0"/>
              <a:t>parallelism</a:t>
            </a:r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是高度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并行</a:t>
            </a:r>
            <a:r>
              <a:rPr lang="zh-CN" altLang="en-US" sz="2400" dirty="0"/>
              <a:t>的处理器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21A85A-0093-270D-0A01-586C4F4C16FE}"/>
              </a:ext>
            </a:extLst>
          </p:cNvPr>
          <p:cNvSpPr txBox="1"/>
          <p:nvPr/>
        </p:nvSpPr>
        <p:spPr>
          <a:xfrm>
            <a:off x="533400" y="2939534"/>
            <a:ext cx="8077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 processors in GPUs work in </a:t>
            </a:r>
          </a:p>
          <a:p>
            <a:pPr algn="ctr"/>
            <a:r>
              <a:rPr lang="en-US" altLang="zh-CN" sz="2400" b="1" dirty="0"/>
              <a:t>single instruction, multiple data</a:t>
            </a:r>
            <a:r>
              <a:rPr lang="en-US" altLang="zh-CN" sz="2400" dirty="0"/>
              <a:t> (SIMD)  </a:t>
            </a:r>
            <a:endParaRPr lang="en-US" altLang="zh-CN" sz="2400" b="1" dirty="0"/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中的向量处理器以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单指令多数据</a:t>
            </a:r>
            <a:r>
              <a:rPr lang="zh-CN" altLang="en-US" sz="2400" dirty="0"/>
              <a:t>的方式工作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CE80C1-0F20-A67A-7ADB-65A7DBD2A703}"/>
              </a:ext>
            </a:extLst>
          </p:cNvPr>
          <p:cNvSpPr txBox="1"/>
          <p:nvPr/>
        </p:nvSpPr>
        <p:spPr>
          <a:xfrm>
            <a:off x="228600" y="4495800"/>
            <a:ext cx="8686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 also accommodates many threads to execute efficiently, here one thread per test sample: </a:t>
            </a:r>
            <a:r>
              <a:rPr lang="en-US" altLang="zh-CN" sz="2400" b="1" dirty="0"/>
              <a:t>data parallelism</a:t>
            </a:r>
          </a:p>
          <a:p>
            <a:pPr algn="ctr"/>
            <a:r>
              <a:rPr lang="en-US" altLang="zh-CN" sz="2400" dirty="0"/>
              <a:t> </a:t>
            </a:r>
            <a:r>
              <a:rPr lang="zh-CN" altLang="en-US" sz="2400" dirty="0"/>
              <a:t>同时它能让很多线程高效执行（这里每</a:t>
            </a:r>
            <a:endParaRPr lang="en-US" altLang="zh-CN" sz="2400" dirty="0"/>
          </a:p>
          <a:p>
            <a:pPr algn="ctr"/>
            <a:r>
              <a:rPr lang="zh-CN" altLang="en-US" sz="2400" dirty="0"/>
              <a:t>个线程处理一个测试数据：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数据并行</a:t>
            </a:r>
            <a:r>
              <a:rPr lang="zh-CN" altLang="en-US" sz="2400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26659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7C583-D3E4-2759-36E7-5BC29F307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67E1-017A-7959-6EDC-778BBED11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857B9DC-3828-3BEA-1482-85CB45D860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1C5377-2358-4CDF-D0D5-A47DD6EEBBBB}"/>
              </a:ext>
            </a:extLst>
          </p:cNvPr>
          <p:cNvSpPr txBox="1"/>
          <p:nvPr/>
        </p:nvSpPr>
        <p:spPr>
          <a:xfrm>
            <a:off x="1233487" y="1759423"/>
            <a:ext cx="667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Well coordinating host &amp; GPUs helps</a:t>
            </a:r>
          </a:p>
          <a:p>
            <a:pPr algn="ctr"/>
            <a:r>
              <a:rPr lang="en-US" altLang="zh-CN" sz="2400" dirty="0"/>
              <a:t>efficient resource utilization</a:t>
            </a:r>
          </a:p>
          <a:p>
            <a:pPr algn="ctr"/>
            <a:r>
              <a:rPr lang="zh-CN" altLang="en-US" sz="2400" dirty="0"/>
              <a:t>恰当地协调主控端和</a:t>
            </a:r>
            <a:r>
              <a:rPr lang="en-US" altLang="zh-CN" sz="2400" dirty="0"/>
              <a:t>GPU</a:t>
            </a:r>
            <a:r>
              <a:rPr lang="zh-CN" altLang="en-US" sz="2400" dirty="0"/>
              <a:t>有助于有效的资源利用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D5F070-828A-B1E7-5D58-CCBC7AF120CA}"/>
              </a:ext>
            </a:extLst>
          </p:cNvPr>
          <p:cNvSpPr txBox="1"/>
          <p:nvPr/>
        </p:nvSpPr>
        <p:spPr>
          <a:xfrm>
            <a:off x="381000" y="3524071"/>
            <a:ext cx="838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</a:t>
            </a:r>
            <a:r>
              <a:rPr lang="en-US" altLang="zh-CN" sz="2400" b="1" dirty="0"/>
              <a:t>pipeline</a:t>
            </a:r>
            <a:r>
              <a:rPr lang="en-US" altLang="zh-CN" sz="2400" dirty="0"/>
              <a:t> the data preparation on the host &amp; the data processing on the GPU to reduce resource idle time</a:t>
            </a:r>
            <a:endParaRPr lang="en-US" altLang="zh-CN" sz="2400" b="1" dirty="0"/>
          </a:p>
          <a:p>
            <a:pPr algn="ctr"/>
            <a:r>
              <a:rPr lang="zh-CN" altLang="en-US" sz="2400" dirty="0"/>
              <a:t>我们将主控端的数据准备和</a:t>
            </a:r>
            <a:r>
              <a:rPr lang="en-US" altLang="zh-CN" sz="2400" dirty="0"/>
              <a:t>GPU</a:t>
            </a:r>
            <a:r>
              <a:rPr lang="zh-CN" altLang="en-US" sz="2400" dirty="0"/>
              <a:t>的数据</a:t>
            </a:r>
            <a:endParaRPr lang="en-US" altLang="zh-CN" sz="2400" dirty="0"/>
          </a:p>
          <a:p>
            <a:pPr algn="ctr"/>
            <a:r>
              <a:rPr lang="zh-CN" altLang="en-US" sz="2400" dirty="0"/>
              <a:t>处理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流水化</a:t>
            </a:r>
            <a:r>
              <a:rPr lang="zh-CN" altLang="en-US" sz="2400" dirty="0"/>
              <a:t>，降低了资源的闲置时间</a:t>
            </a:r>
          </a:p>
        </p:txBody>
      </p:sp>
    </p:spTree>
    <p:extLst>
      <p:ext uri="{BB962C8B-B14F-4D97-AF65-F5344CB8AC3E}">
        <p14:creationId xmlns:p14="http://schemas.microsoft.com/office/powerpoint/2010/main" val="303864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35708-E57B-ACDE-23C1-BBF5B224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6B4F6-7021-F0DD-E443-E371E73C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(5)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233E00B-9C28-3EB7-B964-30E1D60EEE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0E65DF-400A-A0ED-29AC-E725B8FC95CD}"/>
              </a:ext>
            </a:extLst>
          </p:cNvPr>
          <p:cNvSpPr txBox="1"/>
          <p:nvPr/>
        </p:nvSpPr>
        <p:spPr>
          <a:xfrm>
            <a:off x="1135854" y="1657268"/>
            <a:ext cx="687228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Within a compute unit, threads in a group effectively use </a:t>
            </a:r>
            <a:r>
              <a:rPr lang="en-US" altLang="zh-CN" sz="2400" b="1" dirty="0"/>
              <a:t>software managed cache</a:t>
            </a:r>
            <a:r>
              <a:rPr lang="en-US" altLang="zh-CN" sz="2400" dirty="0"/>
              <a:t> to exploit the reuse of data in a training tile</a:t>
            </a:r>
          </a:p>
          <a:p>
            <a:pPr algn="ctr"/>
            <a:r>
              <a:rPr lang="zh-CN" altLang="en-US" sz="2400" dirty="0"/>
              <a:t>在一个计算单元内，组内线程通过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软件管理的缓存</a:t>
            </a:r>
            <a:r>
              <a:rPr lang="zh-CN" altLang="en-US" sz="2400" dirty="0"/>
              <a:t>，有效利用了一个训练数据分组内的数据重用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7F449-89A5-D45C-1EC7-49CB24FF6B01}"/>
              </a:ext>
            </a:extLst>
          </p:cNvPr>
          <p:cNvSpPr txBox="1"/>
          <p:nvPr/>
        </p:nvSpPr>
        <p:spPr>
          <a:xfrm>
            <a:off x="1371596" y="4067856"/>
            <a:ext cx="64008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the GPU, similar cadence from different thread groups gives a good opportunity of training data reuse in the </a:t>
            </a:r>
            <a:r>
              <a:rPr lang="en-US" altLang="zh-CN" sz="2400" b="1" dirty="0"/>
              <a:t>global cache</a:t>
            </a:r>
          </a:p>
          <a:p>
            <a:pPr algn="ctr"/>
            <a:r>
              <a:rPr lang="zh-CN" altLang="en-US" sz="2400" dirty="0"/>
              <a:t>在</a:t>
            </a:r>
            <a:r>
              <a:rPr lang="en-US" altLang="zh-CN" sz="2400" dirty="0"/>
              <a:t>GPU</a:t>
            </a:r>
            <a:r>
              <a:rPr lang="zh-CN" altLang="en-US" sz="2400" dirty="0"/>
              <a:t>中，不同的线程分组相似的步调为训练数据在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全局缓存</a:t>
            </a:r>
            <a:r>
              <a:rPr lang="zh-CN" altLang="en-US" sz="2400" dirty="0"/>
              <a:t>中的重用创造了很好的机会</a:t>
            </a:r>
          </a:p>
        </p:txBody>
      </p:sp>
    </p:spTree>
    <p:extLst>
      <p:ext uri="{BB962C8B-B14F-4D97-AF65-F5344CB8AC3E}">
        <p14:creationId xmlns:p14="http://schemas.microsoft.com/office/powerpoint/2010/main" val="655378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A849E-BFC5-036E-B06B-A4BDB26E1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A7F01-D7A9-F9F7-ED6B-41101E2FC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 Is Practice 7.4 About?</a:t>
            </a:r>
            <a:br>
              <a:rPr lang="en-US" altLang="zh-CN" dirty="0"/>
            </a:br>
            <a:r>
              <a:rPr lang="zh-CN" altLang="en-US" dirty="0"/>
              <a:t>实践</a:t>
            </a:r>
            <a:r>
              <a:rPr lang="en-US" altLang="zh-CN" dirty="0"/>
              <a:t>7.4</a:t>
            </a:r>
            <a:r>
              <a:rPr lang="zh-CN" altLang="en-US" dirty="0"/>
              <a:t>做了什么？</a:t>
            </a:r>
            <a:r>
              <a:rPr lang="en-US" altLang="zh-CN" dirty="0"/>
              <a:t>(6)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EC7DB46-94B2-8A0B-08C2-6D5F94977C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D587ED-6739-00ED-A5A5-62EABC225537}"/>
              </a:ext>
            </a:extLst>
          </p:cNvPr>
          <p:cNvSpPr txBox="1"/>
          <p:nvPr/>
        </p:nvSpPr>
        <p:spPr>
          <a:xfrm>
            <a:off x="1451369" y="1689352"/>
            <a:ext cx="62412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Finally, the program is written in Python, &amp; is </a:t>
            </a:r>
            <a:r>
              <a:rPr lang="en-US" altLang="zh-CN" sz="2400" b="1" dirty="0"/>
              <a:t>interpreted</a:t>
            </a:r>
            <a:r>
              <a:rPr lang="en-US" altLang="zh-CN" sz="2400" dirty="0"/>
              <a:t> during execution</a:t>
            </a:r>
          </a:p>
          <a:p>
            <a:pPr algn="ctr"/>
            <a:r>
              <a:rPr lang="zh-CN" altLang="en-US" sz="2400" dirty="0"/>
              <a:t>最后，程序是用</a:t>
            </a:r>
            <a:r>
              <a:rPr lang="en-US" altLang="zh-CN" sz="2400" dirty="0"/>
              <a:t>Python</a:t>
            </a:r>
            <a:r>
              <a:rPr lang="zh-CN" altLang="en-US" sz="2400" dirty="0"/>
              <a:t>编写的，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解释</a:t>
            </a:r>
            <a:r>
              <a:rPr lang="zh-CN" altLang="en-US" sz="2400" dirty="0"/>
              <a:t>执行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8C965-7D4E-0E85-D70F-C702CDE51D09}"/>
              </a:ext>
            </a:extLst>
          </p:cNvPr>
          <p:cNvSpPr txBox="1"/>
          <p:nvPr/>
        </p:nvSpPr>
        <p:spPr>
          <a:xfrm>
            <a:off x="665163" y="3258603"/>
            <a:ext cx="77930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GPUs are operated through the </a:t>
            </a:r>
          </a:p>
          <a:p>
            <a:pPr algn="ctr"/>
            <a:r>
              <a:rPr lang="en-US" altLang="zh-CN" sz="2400" b="1" dirty="0"/>
              <a:t>pre-compiled</a:t>
            </a:r>
            <a:r>
              <a:rPr lang="en-US" altLang="zh-CN" sz="2400" dirty="0"/>
              <a:t> </a:t>
            </a:r>
            <a:r>
              <a:rPr lang="en-US" altLang="zh-CN" sz="2400" dirty="0" err="1"/>
              <a:t>PyOpenCL</a:t>
            </a:r>
            <a:r>
              <a:rPr lang="en-US" altLang="zh-CN" sz="2400" dirty="0"/>
              <a:t> library</a:t>
            </a:r>
          </a:p>
          <a:p>
            <a:pPr algn="ctr"/>
            <a:r>
              <a:rPr lang="en-US" altLang="zh-CN" sz="2400" dirty="0"/>
              <a:t>GPU</a:t>
            </a:r>
            <a:r>
              <a:rPr lang="zh-CN" altLang="en-US" sz="2400" dirty="0"/>
              <a:t>则是通过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预编译</a:t>
            </a:r>
            <a:r>
              <a:rPr lang="zh-CN" altLang="en-US" sz="2400" dirty="0"/>
              <a:t>的</a:t>
            </a:r>
            <a:r>
              <a:rPr lang="en-US" altLang="zh-CN" sz="2400" dirty="0" err="1"/>
              <a:t>PyOpenCL</a:t>
            </a:r>
            <a:r>
              <a:rPr lang="zh-CN" altLang="en-US" sz="2400" dirty="0"/>
              <a:t>库操作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07EEA2-8A1E-FE4A-139A-ECD5952B0651}"/>
              </a:ext>
            </a:extLst>
          </p:cNvPr>
          <p:cNvSpPr txBox="1"/>
          <p:nvPr/>
        </p:nvSpPr>
        <p:spPr>
          <a:xfrm>
            <a:off x="857244" y="4827855"/>
            <a:ext cx="74295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 GPU kernel for nearest neighbor </a:t>
            </a:r>
          </a:p>
          <a:p>
            <a:pPr algn="ctr"/>
            <a:r>
              <a:rPr lang="en-US" altLang="zh-CN" sz="2400" dirty="0"/>
              <a:t>classification is </a:t>
            </a:r>
            <a:r>
              <a:rPr lang="en-US" altLang="zh-CN" sz="2400" b="1" dirty="0"/>
              <a:t>just-in-time compiled</a:t>
            </a:r>
            <a:r>
              <a:rPr lang="en-US" altLang="zh-CN" sz="2400" dirty="0"/>
              <a:t> </a:t>
            </a:r>
          </a:p>
          <a:p>
            <a:pPr algn="ctr"/>
            <a:r>
              <a:rPr lang="zh-CN" altLang="en-US" sz="2400" dirty="0"/>
              <a:t>而用于最近邻分类的</a:t>
            </a:r>
            <a:r>
              <a:rPr lang="en-US" altLang="zh-CN" sz="2400" dirty="0"/>
              <a:t>GPU kernel</a:t>
            </a:r>
            <a:r>
              <a:rPr lang="zh-CN" altLang="en-US" sz="2400" dirty="0"/>
              <a:t>却是</a:t>
            </a:r>
            <a:r>
              <a:rPr lang="zh-CN" altLang="en-US" sz="2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即时编译</a:t>
            </a:r>
          </a:p>
        </p:txBody>
      </p:sp>
    </p:spTree>
    <p:extLst>
      <p:ext uri="{BB962C8B-B14F-4D97-AF65-F5344CB8AC3E}">
        <p14:creationId xmlns:p14="http://schemas.microsoft.com/office/powerpoint/2010/main" val="4196240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E1112-4AE3-9C29-9BE6-3779D9948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94291-AB81-EB19-F001-591BFF22B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The Paradigms  </a:t>
            </a:r>
            <a:r>
              <a:rPr lang="zh-CN" altLang="en-US" dirty="0"/>
              <a:t>这些范式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C431-018E-D6A9-B4C0-43AEFFCDC0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Paradigms Learned  </a:t>
            </a:r>
            <a:r>
              <a:rPr lang="zh-CN" altLang="en-US" dirty="0"/>
              <a:t>学习到的范式</a:t>
            </a:r>
            <a:endParaRPr lang="en-US" altLang="zh-CN" dirty="0"/>
          </a:p>
          <a:p>
            <a:pPr lvl="1"/>
            <a:r>
              <a:rPr lang="en-US" altLang="zh-CN" dirty="0"/>
              <a:t>Compilation &amp; interpretation  </a:t>
            </a:r>
            <a:r>
              <a:rPr lang="zh-CN" altLang="en-US" dirty="0"/>
              <a:t>编译与解释</a:t>
            </a:r>
            <a:r>
              <a:rPr lang="en-US" altLang="zh-CN" dirty="0"/>
              <a:t> </a:t>
            </a:r>
          </a:p>
          <a:p>
            <a:pPr lvl="1"/>
            <a:r>
              <a:rPr lang="en-US" altLang="zh-CN" dirty="0"/>
              <a:t>Parallelism  </a:t>
            </a:r>
            <a:r>
              <a:rPr lang="zh-CN" altLang="en-US" dirty="0"/>
              <a:t>并行</a:t>
            </a:r>
            <a:endParaRPr lang="en-US" altLang="zh-CN" dirty="0"/>
          </a:p>
          <a:p>
            <a:pPr lvl="1"/>
            <a:r>
              <a:rPr lang="en-US" altLang="zh-CN" dirty="0"/>
              <a:t>Caching  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Low precision  </a:t>
            </a:r>
            <a:r>
              <a:rPr lang="zh-CN" altLang="en-US" dirty="0"/>
              <a:t>低精度</a:t>
            </a:r>
            <a:endParaRPr lang="en-US" altLang="zh-CN" dirty="0"/>
          </a:p>
          <a:p>
            <a:pPr lvl="1"/>
            <a:r>
              <a:rPr lang="en-US" altLang="zh-CN" dirty="0"/>
              <a:t>Workload offloading  </a:t>
            </a:r>
            <a:r>
              <a:rPr lang="zh-CN" altLang="en-US" dirty="0"/>
              <a:t>工作负载分担</a:t>
            </a:r>
            <a:endParaRPr lang="en-US" altLang="zh-CN" dirty="0"/>
          </a:p>
          <a:p>
            <a:r>
              <a:rPr lang="en-US" altLang="zh-CN" dirty="0"/>
              <a:t>They Work Together  </a:t>
            </a:r>
            <a:r>
              <a:rPr lang="zh-CN" altLang="en-US" dirty="0"/>
              <a:t>它们一起协作</a:t>
            </a:r>
            <a:endParaRPr lang="en-US" altLang="zh-CN" dirty="0"/>
          </a:p>
          <a:p>
            <a:pPr lvl="1"/>
            <a:r>
              <a:rPr lang="en-US" altLang="zh-CN" dirty="0"/>
              <a:t>To deliver performance  </a:t>
            </a:r>
            <a:r>
              <a:rPr lang="zh-CN" altLang="en-US" dirty="0"/>
              <a:t>以提升性能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211DADC-B506-D87E-1B09-737FC3F2003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8511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CE01C-DAD5-B3CD-A5E0-15864964E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6507-8C78-11B8-2A54-807275B7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Generalization  </a:t>
            </a:r>
            <a:r>
              <a:rPr lang="zh-CN" altLang="en-US" dirty="0"/>
              <a:t>推广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A5E7F51-C23C-523C-F515-1D89425B9A7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EF6EB2-BB14-81EF-EE32-4C88A772BDB4}"/>
              </a:ext>
            </a:extLst>
          </p:cNvPr>
          <p:cNvSpPr txBox="1"/>
          <p:nvPr/>
        </p:nvSpPr>
        <p:spPr>
          <a:xfrm>
            <a:off x="133350" y="1600200"/>
            <a:ext cx="88773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this course we apply the paradigms to </a:t>
            </a:r>
          </a:p>
          <a:p>
            <a:pPr algn="ctr"/>
            <a:r>
              <a:rPr lang="en-US" altLang="zh-CN" sz="2400" dirty="0"/>
              <a:t>small &amp; simple programs on relatively old systems </a:t>
            </a:r>
          </a:p>
          <a:p>
            <a:pPr algn="ctr"/>
            <a:r>
              <a:rPr lang="zh-CN" altLang="en-US" sz="2400" dirty="0"/>
              <a:t>在本课程中，我们把这些范式应用于在</a:t>
            </a:r>
            <a:br>
              <a:rPr lang="en-US" altLang="zh-CN" sz="2400" dirty="0"/>
            </a:br>
            <a:r>
              <a:rPr lang="zh-CN" altLang="en-US" sz="2400" dirty="0"/>
              <a:t>相对较旧的系统上运行的小且简单的程序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B2414-ED85-9A3D-FC34-4FE04FB8A0B1}"/>
              </a:ext>
            </a:extLst>
          </p:cNvPr>
          <p:cNvSpPr txBox="1"/>
          <p:nvPr/>
        </p:nvSpPr>
        <p:spPr>
          <a:xfrm>
            <a:off x="533400" y="3429000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They’re widely applied in large-scale real world systems</a:t>
            </a:r>
          </a:p>
          <a:p>
            <a:pPr algn="ctr"/>
            <a:r>
              <a:rPr lang="zh-CN" altLang="en-US" sz="2400" dirty="0"/>
              <a:t>它们在大型的真实世界的系统中广泛应用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696103-1F93-AEEA-A0F7-947F7B9D8F00}"/>
              </a:ext>
            </a:extLst>
          </p:cNvPr>
          <p:cNvSpPr txBox="1"/>
          <p:nvPr/>
        </p:nvSpPr>
        <p:spPr>
          <a:xfrm>
            <a:off x="533400" y="4648200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briefly discuss their use in the emerging scenario: large language model (LLM) inference serving</a:t>
            </a:r>
          </a:p>
          <a:p>
            <a:pPr algn="ctr"/>
            <a:r>
              <a:rPr lang="zh-CN" altLang="en-US" sz="2400" dirty="0"/>
              <a:t>我们简单地探讨他们在大语言</a:t>
            </a:r>
            <a:endParaRPr lang="en-US" altLang="zh-CN" sz="2400" dirty="0"/>
          </a:p>
          <a:p>
            <a:pPr algn="ctr"/>
            <a:r>
              <a:rPr lang="zh-CN" altLang="en-US" sz="2400" dirty="0"/>
              <a:t>模型推理服务的场景中的应用</a:t>
            </a:r>
          </a:p>
        </p:txBody>
      </p:sp>
    </p:spTree>
    <p:extLst>
      <p:ext uri="{BB962C8B-B14F-4D97-AF65-F5344CB8AC3E}">
        <p14:creationId xmlns:p14="http://schemas.microsoft.com/office/powerpoint/2010/main" val="10408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5B90E-E944-5B78-4C16-A5DADDDD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078F0-FE09-8B6E-6DE0-FD03DFC71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LLM:</a:t>
            </a:r>
            <a:r>
              <a:rPr lang="zh-CN" altLang="en-US" dirty="0"/>
              <a:t> </a:t>
            </a:r>
            <a:r>
              <a:rPr lang="en-US" altLang="zh-CN" dirty="0"/>
              <a:t>Deeply</a:t>
            </a:r>
            <a:r>
              <a:rPr lang="zh-CN" altLang="en-US" dirty="0"/>
              <a:t> </a:t>
            </a:r>
            <a:r>
              <a:rPr lang="en-US" altLang="zh-CN" dirty="0"/>
              <a:t>Stacked</a:t>
            </a:r>
            <a:r>
              <a:rPr lang="zh-CN" altLang="en-US" dirty="0"/>
              <a:t> </a:t>
            </a:r>
            <a:r>
              <a:rPr lang="en-US" altLang="zh-CN" dirty="0"/>
              <a:t>Modules</a:t>
            </a:r>
            <a:br>
              <a:rPr lang="en-US" altLang="zh-CN" dirty="0"/>
            </a:br>
            <a:r>
              <a:rPr lang="en-US" altLang="zh-CN" dirty="0"/>
              <a:t>LLM</a:t>
            </a:r>
            <a:r>
              <a:rPr lang="zh-CN" altLang="en-US" dirty="0"/>
              <a:t>：深度堆叠的模块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0F1B4C5-8F4E-B31C-7A68-76FA9F202AA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585597-AF2C-AF4F-8B06-1EC969F476E4}"/>
              </a:ext>
            </a:extLst>
          </p:cNvPr>
          <p:cNvSpPr/>
          <p:nvPr/>
        </p:nvSpPr>
        <p:spPr>
          <a:xfrm>
            <a:off x="381000" y="47244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50FD35-D362-7F24-E3DD-3079DE204E54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 bwMode="auto">
          <a:xfrm flipH="1" flipV="1">
            <a:off x="2788471" y="5163359"/>
            <a:ext cx="4195" cy="3230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0F5B071-7A37-DCF9-65DB-4F0EEA6EAD62}"/>
              </a:ext>
            </a:extLst>
          </p:cNvPr>
          <p:cNvSpPr txBox="1"/>
          <p:nvPr/>
        </p:nvSpPr>
        <p:spPr>
          <a:xfrm>
            <a:off x="445168" y="5486400"/>
            <a:ext cx="46949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Conversation history + input token(s)</a:t>
            </a:r>
          </a:p>
          <a:p>
            <a:pPr algn="ctr"/>
            <a:r>
              <a:rPr lang="zh-CN" altLang="en-US" sz="2000" dirty="0"/>
              <a:t>对话历史 </a:t>
            </a:r>
            <a:r>
              <a:rPr lang="en-US" altLang="zh-CN" sz="2000" dirty="0"/>
              <a:t>+ </a:t>
            </a:r>
            <a:r>
              <a:rPr lang="zh-CN" altLang="en-US" sz="2000" dirty="0"/>
              <a:t>输入词符号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4E96EE-38E5-F985-7A6D-2C74E968D063}"/>
              </a:ext>
            </a:extLst>
          </p:cNvPr>
          <p:cNvSpPr/>
          <p:nvPr/>
        </p:nvSpPr>
        <p:spPr>
          <a:xfrm>
            <a:off x="381000" y="3969973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FCEAA0-098F-0173-BC11-DCFA930A50B4}"/>
              </a:ext>
            </a:extLst>
          </p:cNvPr>
          <p:cNvCxnSpPr>
            <a:cxnSpLocks/>
            <a:stCxn id="8" idx="0"/>
            <a:endCxn id="15" idx="2"/>
          </p:cNvCxnSpPr>
          <p:nvPr/>
        </p:nvCxnSpPr>
        <p:spPr bwMode="auto">
          <a:xfrm flipV="1">
            <a:off x="2788471" y="4408932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73AA400-8544-D9C1-FC0B-44AEDB7A78D1}"/>
              </a:ext>
            </a:extLst>
          </p:cNvPr>
          <p:cNvSpPr/>
          <p:nvPr/>
        </p:nvSpPr>
        <p:spPr>
          <a:xfrm>
            <a:off x="381000" y="2527714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9548548-6C07-B16A-1922-2385571BF323}"/>
              </a:ext>
            </a:extLst>
          </p:cNvPr>
          <p:cNvCxnSpPr>
            <a:cxnSpLocks/>
            <a:endCxn id="21" idx="2"/>
          </p:cNvCxnSpPr>
          <p:nvPr/>
        </p:nvCxnSpPr>
        <p:spPr bwMode="auto">
          <a:xfrm flipV="1">
            <a:off x="2788471" y="2966673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DE4B3B-87D6-718F-7F3D-A3A6732A95F9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2788471" y="3657600"/>
            <a:ext cx="0" cy="3123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10B98BE-6CFD-A020-A0A2-6234BDCADD06}"/>
              </a:ext>
            </a:extLst>
          </p:cNvPr>
          <p:cNvSpPr txBox="1"/>
          <p:nvPr/>
        </p:nvSpPr>
        <p:spPr>
          <a:xfrm>
            <a:off x="916149" y="3153913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13F43E-B524-41F4-FD0D-20F2B703B8C2}"/>
              </a:ext>
            </a:extLst>
          </p:cNvPr>
          <p:cNvSpPr txBox="1"/>
          <p:nvPr/>
        </p:nvSpPr>
        <p:spPr>
          <a:xfrm>
            <a:off x="5624459" y="2231029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One token generated per pass</a:t>
            </a:r>
          </a:p>
          <a:p>
            <a:pPr algn="ctr"/>
            <a:r>
              <a:rPr lang="zh-CN" altLang="en-US" sz="2400" dirty="0"/>
              <a:t>一轮生成一个词符号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34650ED-4465-578B-2C63-71A60CAE4296}"/>
              </a:ext>
            </a:extLst>
          </p:cNvPr>
          <p:cNvCxnSpPr>
            <a:cxnSpLocks/>
          </p:cNvCxnSpPr>
          <p:nvPr/>
        </p:nvCxnSpPr>
        <p:spPr bwMode="auto">
          <a:xfrm flipV="1">
            <a:off x="5410200" y="2362200"/>
            <a:ext cx="0" cy="297260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B832501-2560-2E63-C06A-A837EB60935B}"/>
              </a:ext>
            </a:extLst>
          </p:cNvPr>
          <p:cNvCxnSpPr>
            <a:cxnSpLocks/>
            <a:stCxn id="21" idx="0"/>
            <a:endCxn id="37" idx="2"/>
          </p:cNvCxnSpPr>
          <p:nvPr/>
        </p:nvCxnSpPr>
        <p:spPr bwMode="auto">
          <a:xfrm flipV="1">
            <a:off x="2788471" y="2223175"/>
            <a:ext cx="0" cy="3045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F4CE9D5-CC26-A7FD-E444-0CECE6B4C7D8}"/>
              </a:ext>
            </a:extLst>
          </p:cNvPr>
          <p:cNvSpPr txBox="1"/>
          <p:nvPr/>
        </p:nvSpPr>
        <p:spPr>
          <a:xfrm>
            <a:off x="653347" y="18230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token  </a:t>
            </a:r>
            <a:r>
              <a:rPr lang="zh-CN" altLang="en-US" sz="2000" dirty="0"/>
              <a:t>输出词符号</a:t>
            </a:r>
            <a:endParaRPr lang="en-US" altLang="zh-CN" sz="2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A14678-B186-8756-087C-297504C751B4}"/>
              </a:ext>
            </a:extLst>
          </p:cNvPr>
          <p:cNvSpPr txBox="1"/>
          <p:nvPr/>
        </p:nvSpPr>
        <p:spPr>
          <a:xfrm>
            <a:off x="5497286" y="3848504"/>
            <a:ext cx="34181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Continuous passes to generate the response</a:t>
            </a:r>
          </a:p>
          <a:p>
            <a:pPr algn="ctr"/>
            <a:r>
              <a:rPr lang="zh-CN" altLang="en-US" sz="2400" dirty="0"/>
              <a:t>持续的轮次生成响应</a:t>
            </a:r>
          </a:p>
        </p:txBody>
      </p:sp>
    </p:spTree>
    <p:extLst>
      <p:ext uri="{BB962C8B-B14F-4D97-AF65-F5344CB8AC3E}">
        <p14:creationId xmlns:p14="http://schemas.microsoft.com/office/powerpoint/2010/main" val="1761666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/>
      <p:bldP spid="15" grpId="0" animBg="1"/>
      <p:bldP spid="21" grpId="0" animBg="1"/>
      <p:bldP spid="26" grpId="0"/>
      <p:bldP spid="29" grpId="0"/>
      <p:bldP spid="37" grpId="0"/>
      <p:bldP spid="4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AFA4A-060C-8D91-1388-53F86436A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FB00F-AF26-36A0-E7E9-A2FBC2692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Workload Offloading  </a:t>
            </a:r>
            <a:br>
              <a:rPr lang="en-US" altLang="zh-CN" dirty="0"/>
            </a:br>
            <a:r>
              <a:rPr lang="zh-CN" altLang="en-US" dirty="0"/>
              <a:t>工作负载分担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47C72EF-8A0D-4A70-472A-5BF41E9F2E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27AA5-DC62-B4AB-8224-80CC2D33015E}"/>
              </a:ext>
            </a:extLst>
          </p:cNvPr>
          <p:cNvSpPr txBox="1"/>
          <p:nvPr/>
        </p:nvSpPr>
        <p:spPr>
          <a:xfrm>
            <a:off x="1209675" y="1747771"/>
            <a:ext cx="67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Neural network computing is dominated by intensive vector &amp; tensor processing</a:t>
            </a:r>
          </a:p>
          <a:p>
            <a:pPr algn="ctr"/>
            <a:r>
              <a:rPr lang="zh-CN" altLang="en-US" sz="2400" dirty="0"/>
              <a:t>神经网络计算主要是密集的向量和张量处理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223B5F-14F6-880E-2964-D53D132D106C}"/>
              </a:ext>
            </a:extLst>
          </p:cNvPr>
          <p:cNvSpPr txBox="1"/>
          <p:nvPr/>
        </p:nvSpPr>
        <p:spPr>
          <a:xfrm>
            <a:off x="1209675" y="3733800"/>
            <a:ext cx="6724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Almost all the modules are offloaded to GPUs or AI accelerators for computation</a:t>
            </a:r>
          </a:p>
          <a:p>
            <a:pPr algn="ctr"/>
            <a:r>
              <a:rPr lang="zh-CN" altLang="en-US" sz="2400" dirty="0"/>
              <a:t>几乎所有的模块都由</a:t>
            </a:r>
            <a:r>
              <a:rPr lang="en-US" altLang="zh-CN" sz="2400" dirty="0"/>
              <a:t>GPU</a:t>
            </a:r>
            <a:r>
              <a:rPr lang="zh-CN" altLang="en-US" sz="2400" dirty="0"/>
              <a:t>或</a:t>
            </a:r>
            <a:r>
              <a:rPr lang="en-US" altLang="zh-CN" sz="2400" dirty="0"/>
              <a:t>AI</a:t>
            </a:r>
            <a:r>
              <a:rPr lang="zh-CN" altLang="en-US" sz="2400" dirty="0"/>
              <a:t>加速器分担计算</a:t>
            </a:r>
          </a:p>
        </p:txBody>
      </p:sp>
    </p:spTree>
    <p:extLst>
      <p:ext uri="{BB962C8B-B14F-4D97-AF65-F5344CB8AC3E}">
        <p14:creationId xmlns:p14="http://schemas.microsoft.com/office/powerpoint/2010/main" val="2736305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BF546-277D-54D7-DD41-169B2255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D39E4-BD40-650C-BA55-62266D8B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 Precision  </a:t>
            </a:r>
            <a:r>
              <a:rPr lang="zh-CN" altLang="en-US" dirty="0"/>
              <a:t>低精度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D285455-E814-13CE-47C2-2E19FAF274A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3636F-C033-5019-FD09-EF8C45B9228C}"/>
              </a:ext>
            </a:extLst>
          </p:cNvPr>
          <p:cNvSpPr txBox="1"/>
          <p:nvPr/>
        </p:nvSpPr>
        <p:spPr>
          <a:xfrm>
            <a:off x="1085850" y="1515182"/>
            <a:ext cx="69723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LLMs have a large number of parameters, extremely demanding in memory capacity, compute volume, &amp; data transfer volume 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有大量的参数，对于内存容量、</a:t>
            </a:r>
            <a:endParaRPr lang="en-US" altLang="zh-CN" sz="2400" dirty="0"/>
          </a:p>
          <a:p>
            <a:pPr algn="ctr"/>
            <a:r>
              <a:rPr lang="zh-CN" altLang="en-US" sz="2400" dirty="0"/>
              <a:t>计算量和数据传输量有着极高的需求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E12388-0334-9CB2-5F9A-508F65BC4E0D}"/>
              </a:ext>
            </a:extLst>
          </p:cNvPr>
          <p:cNvSpPr txBox="1"/>
          <p:nvPr/>
        </p:nvSpPr>
        <p:spPr>
          <a:xfrm>
            <a:off x="-146384" y="3675021"/>
            <a:ext cx="9220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Low precision is a common practice for LLMs to reduce capacity &amp; transfer volume, &amp; to boost compute throughput</a:t>
            </a:r>
          </a:p>
          <a:p>
            <a:pPr algn="ctr"/>
            <a:r>
              <a:rPr lang="zh-CN" altLang="en-US" sz="2400" dirty="0"/>
              <a:t>低精度是常规操作，降低容量和传输量，并提升计算吞吐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F58B8B-74DD-E743-E487-FE230EEC93B0}"/>
              </a:ext>
            </a:extLst>
          </p:cNvPr>
          <p:cNvSpPr txBox="1"/>
          <p:nvPr/>
        </p:nvSpPr>
        <p:spPr>
          <a:xfrm>
            <a:off x="653716" y="5096197"/>
            <a:ext cx="762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16-bit data type is the baseline; 8-bit </a:t>
            </a:r>
          </a:p>
          <a:p>
            <a:pPr algn="ctr"/>
            <a:r>
              <a:rPr lang="en-US" altLang="zh-CN" sz="2400" dirty="0"/>
              <a:t>&amp; 4-bit data types are very common</a:t>
            </a:r>
          </a:p>
          <a:p>
            <a:pPr algn="ctr"/>
            <a:r>
              <a:rPr lang="en-US" altLang="zh-CN" sz="2400" dirty="0"/>
              <a:t>16</a:t>
            </a:r>
            <a:r>
              <a:rPr lang="zh-CN" altLang="en-US" sz="2400" dirty="0"/>
              <a:t>位数据类型是底线，</a:t>
            </a:r>
            <a:r>
              <a:rPr lang="en-US" altLang="zh-CN" sz="2400" dirty="0"/>
              <a:t>8</a:t>
            </a:r>
            <a:r>
              <a:rPr lang="zh-CN" altLang="en-US" sz="2400" dirty="0"/>
              <a:t>位和</a:t>
            </a:r>
            <a:r>
              <a:rPr lang="en-US" altLang="zh-CN" sz="2400" dirty="0"/>
              <a:t>4</a:t>
            </a:r>
            <a:r>
              <a:rPr lang="zh-CN" altLang="en-US" sz="2400" dirty="0"/>
              <a:t>位数据类型非常常见</a:t>
            </a:r>
          </a:p>
        </p:txBody>
      </p:sp>
    </p:spTree>
    <p:extLst>
      <p:ext uri="{BB962C8B-B14F-4D97-AF65-F5344CB8AC3E}">
        <p14:creationId xmlns:p14="http://schemas.microsoft.com/office/powerpoint/2010/main" val="3987495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AA0F-4DAE-0ACE-11A2-3C6C80BC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00BC-E020-74B3-CF94-48E719D76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Parallelism  </a:t>
            </a:r>
            <a:r>
              <a:rPr lang="zh-CN" altLang="en-US" dirty="0"/>
              <a:t>底层并行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0E1BB8A-9702-C231-9AED-0F9E5AD23A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C6EF6D-FB56-69AA-4FA6-5E5CE21345A6}"/>
              </a:ext>
            </a:extLst>
          </p:cNvPr>
          <p:cNvSpPr txBox="1"/>
          <p:nvPr/>
        </p:nvSpPr>
        <p:spPr>
          <a:xfrm>
            <a:off x="1085849" y="1703384"/>
            <a:ext cx="6972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Vector/tensor processing in neural </a:t>
            </a:r>
          </a:p>
          <a:p>
            <a:pPr algn="ctr"/>
            <a:r>
              <a:rPr lang="en-US" altLang="zh-CN" sz="2400" dirty="0"/>
              <a:t>networks is highly parallel by nature</a:t>
            </a:r>
          </a:p>
          <a:p>
            <a:pPr algn="ctr"/>
            <a:r>
              <a:rPr lang="zh-CN" altLang="en-US" sz="2400" dirty="0"/>
              <a:t>神经网络中的向量</a:t>
            </a:r>
            <a:r>
              <a:rPr lang="en-US" altLang="zh-CN" sz="2400" dirty="0"/>
              <a:t>/</a:t>
            </a:r>
            <a:r>
              <a:rPr lang="zh-CN" altLang="en-US" sz="2400" dirty="0"/>
              <a:t>张量处理天然是高度并行的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3CA4F8-1A1A-5699-81F9-ACE59843B702}"/>
              </a:ext>
            </a:extLst>
          </p:cNvPr>
          <p:cNvSpPr txBox="1"/>
          <p:nvPr/>
        </p:nvSpPr>
        <p:spPr>
          <a:xfrm>
            <a:off x="188493" y="3426382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SIMD vector/tensor processors become a perfect fit</a:t>
            </a:r>
          </a:p>
          <a:p>
            <a:pPr algn="ctr"/>
            <a:r>
              <a:rPr lang="en-US" altLang="zh-CN" sz="2400" dirty="0"/>
              <a:t>SIMD</a:t>
            </a:r>
            <a:r>
              <a:rPr lang="zh-CN" altLang="en-US" sz="2400" dirty="0"/>
              <a:t>的向量</a:t>
            </a:r>
            <a:r>
              <a:rPr lang="en-US" altLang="zh-CN" sz="2400" dirty="0"/>
              <a:t>/</a:t>
            </a:r>
            <a:r>
              <a:rPr lang="zh-CN" altLang="en-US" sz="2400" dirty="0"/>
              <a:t>张量处理器成为了一个完美的适配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6152F-E9F1-B44B-D12F-E46E0D7EC27E}"/>
              </a:ext>
            </a:extLst>
          </p:cNvPr>
          <p:cNvSpPr txBox="1"/>
          <p:nvPr/>
        </p:nvSpPr>
        <p:spPr>
          <a:xfrm>
            <a:off x="216568" y="4780048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Multiple thread groups strengthen the data parallelism</a:t>
            </a:r>
          </a:p>
          <a:p>
            <a:pPr algn="ctr"/>
            <a:r>
              <a:rPr lang="zh-CN" altLang="en-US" sz="2400" dirty="0"/>
              <a:t>基于线程分组的分块增强了数据并行</a:t>
            </a:r>
          </a:p>
        </p:txBody>
      </p:sp>
    </p:spTree>
    <p:extLst>
      <p:ext uri="{BB962C8B-B14F-4D97-AF65-F5344CB8AC3E}">
        <p14:creationId xmlns:p14="http://schemas.microsoft.com/office/powerpoint/2010/main" val="20048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82D4-DEE1-703C-467A-A1A1E9DBD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1A491-3E03-E847-9A75-7D4C56ED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Caching  </a:t>
            </a:r>
            <a:r>
              <a:rPr lang="zh-CN" altLang="en-US" dirty="0"/>
              <a:t>底层缓存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B50D713-085D-61FC-9862-E700697D17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5B0CA-6864-9E74-5FC3-17C688AA439B}"/>
              </a:ext>
            </a:extLst>
          </p:cNvPr>
          <p:cNvSpPr txBox="1"/>
          <p:nvPr/>
        </p:nvSpPr>
        <p:spPr>
          <a:xfrm>
            <a:off x="188493" y="1772554"/>
            <a:ext cx="85629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In stacked neural network layers, output of the </a:t>
            </a:r>
          </a:p>
          <a:p>
            <a:pPr algn="ctr"/>
            <a:r>
              <a:rPr lang="en-US" altLang="zh-CN" sz="2400" dirty="0"/>
              <a:t>current layer is fed as the input to the next layer</a:t>
            </a:r>
          </a:p>
          <a:p>
            <a:pPr algn="ctr"/>
            <a:r>
              <a:rPr lang="zh-CN" altLang="en-US" sz="2400" dirty="0"/>
              <a:t>在多层堆叠的神经网络中，当前层的输出会成为下一层的输入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6E45C1-3A12-BB55-7A57-CB8C5DA4F9C9}"/>
              </a:ext>
            </a:extLst>
          </p:cNvPr>
          <p:cNvSpPr txBox="1"/>
          <p:nvPr/>
        </p:nvSpPr>
        <p:spPr>
          <a:xfrm>
            <a:off x="188493" y="3426382"/>
            <a:ext cx="876701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Tweaking the compute order &amp; right-sizing the parallelism help cache the output data for locality of input reuse </a:t>
            </a:r>
          </a:p>
          <a:p>
            <a:pPr algn="ctr"/>
            <a:r>
              <a:rPr lang="zh-CN" altLang="en-US" sz="2400" dirty="0"/>
              <a:t>调整计算顺序并合理规划并行程度有助于</a:t>
            </a:r>
            <a:br>
              <a:rPr lang="en-US" altLang="zh-CN" sz="2400" dirty="0"/>
            </a:br>
            <a:r>
              <a:rPr lang="zh-CN" altLang="en-US" sz="2400" dirty="0"/>
              <a:t>缓存输出数据，以提升输入数据的局部重用</a:t>
            </a:r>
          </a:p>
        </p:txBody>
      </p:sp>
    </p:spTree>
    <p:extLst>
      <p:ext uri="{BB962C8B-B14F-4D97-AF65-F5344CB8AC3E}">
        <p14:creationId xmlns:p14="http://schemas.microsoft.com/office/powerpoint/2010/main" val="3192199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0759D-D9CE-A02F-B010-83EC0CFF0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A7C7B-58EB-9EF9-8242-17C5632B8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Low-Level Caching  </a:t>
            </a:r>
            <a:r>
              <a:rPr lang="zh-CN" altLang="en-US" dirty="0"/>
              <a:t>底层缓存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BE6223F-BC28-36A8-8C89-EFF16AEEF1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506330-E318-2765-737E-08E14FD87C06}"/>
              </a:ext>
            </a:extLst>
          </p:cNvPr>
          <p:cNvSpPr txBox="1"/>
          <p:nvPr/>
        </p:nvSpPr>
        <p:spPr>
          <a:xfrm>
            <a:off x="733422" y="1735468"/>
            <a:ext cx="76771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Modules in LLMs are dominated by matrix multiplications &amp; multi-head attention operators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的模块主要是矩阵乘法和多头绪注意力算子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0C19BE-0981-32B3-3027-20218C03EA4C}"/>
              </a:ext>
            </a:extLst>
          </p:cNvPr>
          <p:cNvSpPr txBox="1"/>
          <p:nvPr/>
        </p:nvSpPr>
        <p:spPr>
          <a:xfrm>
            <a:off x="188493" y="3426382"/>
            <a:ext cx="87670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They’re demanding in both computation &amp; data access </a:t>
            </a:r>
          </a:p>
          <a:p>
            <a:pPr algn="ctr"/>
            <a:r>
              <a:rPr lang="zh-CN" altLang="en-US" sz="2400" dirty="0"/>
              <a:t>它们对计算和数据存取的需求都非常高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5871B-4B4D-8118-AB26-51CDE8731FB5}"/>
              </a:ext>
            </a:extLst>
          </p:cNvPr>
          <p:cNvSpPr txBox="1"/>
          <p:nvPr/>
        </p:nvSpPr>
        <p:spPr>
          <a:xfrm>
            <a:off x="1025690" y="4747964"/>
            <a:ext cx="70926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It’s important to coordinate caching w/ tiling for data reuse to maximize the efficiency</a:t>
            </a:r>
          </a:p>
          <a:p>
            <a:pPr algn="ctr"/>
            <a:r>
              <a:rPr lang="zh-CN" altLang="en-US" sz="2400" dirty="0"/>
              <a:t>为提升效率，协调缓存和分块以重用数据尤为重要</a:t>
            </a:r>
          </a:p>
        </p:txBody>
      </p:sp>
    </p:spTree>
    <p:extLst>
      <p:ext uri="{BB962C8B-B14F-4D97-AF65-F5344CB8AC3E}">
        <p14:creationId xmlns:p14="http://schemas.microsoft.com/office/powerpoint/2010/main" val="343007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AE74C-8FC6-109A-E288-379FB86AF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F9C8-03ED-E865-2B7E-A9B356926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Compilation &amp; Interpretation  </a:t>
            </a:r>
            <a:r>
              <a:rPr lang="zh-CN" altLang="en-US" dirty="0"/>
              <a:t>编译与解释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DA7F625-8FD8-ABE7-1FD0-D0A501DFCA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DD15C8-9755-683C-8D6C-9C07C7D777D5}"/>
              </a:ext>
            </a:extLst>
          </p:cNvPr>
          <p:cNvSpPr txBox="1"/>
          <p:nvPr/>
        </p:nvSpPr>
        <p:spPr>
          <a:xfrm>
            <a:off x="366711" y="1771471"/>
            <a:ext cx="841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LLMs are written in Python, but operators </a:t>
            </a:r>
            <a:br>
              <a:rPr lang="en-US" altLang="zh-CN" sz="2400" dirty="0"/>
            </a:br>
            <a:r>
              <a:rPr lang="en-US" altLang="zh-CN" sz="2400" dirty="0"/>
              <a:t>are compiled to run on accelerators </a:t>
            </a:r>
          </a:p>
          <a:p>
            <a:pPr algn="ctr"/>
            <a:r>
              <a:rPr lang="en-US" altLang="zh-CN" sz="2400" dirty="0"/>
              <a:t>LLM</a:t>
            </a:r>
            <a:r>
              <a:rPr lang="zh-CN" altLang="en-US" sz="2400" dirty="0"/>
              <a:t>用</a:t>
            </a:r>
            <a:r>
              <a:rPr lang="en-US" altLang="zh-CN" sz="2400" dirty="0"/>
              <a:t>Python</a:t>
            </a:r>
            <a:r>
              <a:rPr lang="zh-CN" altLang="en-US" sz="2400" dirty="0"/>
              <a:t>编写，但算子则是编译后在加速器上运行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941D40-B668-6C1A-9CFB-9AD9448E28E8}"/>
              </a:ext>
            </a:extLst>
          </p:cNvPr>
          <p:cNvSpPr txBox="1"/>
          <p:nvPr/>
        </p:nvSpPr>
        <p:spPr>
          <a:xfrm>
            <a:off x="630403" y="3699808"/>
            <a:ext cx="78831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Complex operators are usually written in domain-specific languages, &amp; then compiled by domain-specific compilers to generate efficient executables</a:t>
            </a:r>
          </a:p>
          <a:p>
            <a:pPr algn="ctr"/>
            <a:r>
              <a:rPr lang="zh-CN" altLang="en-US" sz="2400" dirty="0"/>
              <a:t>复杂的</a:t>
            </a:r>
            <a:r>
              <a:rPr lang="zh-CN" altLang="en-US" sz="2400"/>
              <a:t>算子通常由</a:t>
            </a:r>
            <a:r>
              <a:rPr lang="zh-CN" altLang="en-US" sz="2400" dirty="0"/>
              <a:t>特定领域的编程语言编写，随后由特定领域的编译器编译，生成高效的可执行代码</a:t>
            </a:r>
          </a:p>
        </p:txBody>
      </p:sp>
    </p:spTree>
    <p:extLst>
      <p:ext uri="{BB962C8B-B14F-4D97-AF65-F5344CB8AC3E}">
        <p14:creationId xmlns:p14="http://schemas.microsoft.com/office/powerpoint/2010/main" val="352135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FDDFC-34A0-1E3C-1C1F-E4929E327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E160-75D2-598E-F0B6-212F27823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9DC1186-3523-CAFD-844B-CF7B924F354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05E6E-FF93-8F65-D49D-BFCDBB8AE401}"/>
              </a:ext>
            </a:extLst>
          </p:cNvPr>
          <p:cNvSpPr txBox="1"/>
          <p:nvPr/>
        </p:nvSpPr>
        <p:spPr>
          <a:xfrm>
            <a:off x="1102310" y="1752600"/>
            <a:ext cx="6781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Even w/ low precision, a single accelerator may not hold the entire LLM, or serve the inference w/ the low latency required</a:t>
            </a:r>
          </a:p>
          <a:p>
            <a:pPr algn="ctr"/>
            <a:r>
              <a:rPr lang="zh-CN" altLang="en-US" sz="2400" dirty="0"/>
              <a:t>即便使用低精度，单个加速器可能也无法装下整个模型，或者能够以符合要求的低时延完成推理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6BB0F-3532-56AF-04E8-ED84ADC65677}"/>
              </a:ext>
            </a:extLst>
          </p:cNvPr>
          <p:cNvSpPr txBox="1"/>
          <p:nvPr/>
        </p:nvSpPr>
        <p:spPr>
          <a:xfrm>
            <a:off x="1098884" y="4403920"/>
            <a:ext cx="6946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We then have to parallelize the model execution over multiple accelerators</a:t>
            </a:r>
          </a:p>
          <a:p>
            <a:pPr algn="ctr"/>
            <a:r>
              <a:rPr lang="zh-CN" altLang="en-US" sz="2400" dirty="0"/>
              <a:t>于是，我们不得不让模型在多个加速器并行执行</a:t>
            </a:r>
          </a:p>
        </p:txBody>
      </p:sp>
    </p:spTree>
    <p:extLst>
      <p:ext uri="{BB962C8B-B14F-4D97-AF65-F5344CB8AC3E}">
        <p14:creationId xmlns:p14="http://schemas.microsoft.com/office/powerpoint/2010/main" val="2141865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2FA00-DAF1-E915-120E-960D52278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2D16C-6E7F-E206-25E3-CCE2A33ED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C7C2920-CCE0-810F-378C-3B9AF16BC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CB5C4D-851E-3111-4704-432D863AC1DB}"/>
              </a:ext>
            </a:extLst>
          </p:cNvPr>
          <p:cNvSpPr txBox="1"/>
          <p:nvPr/>
        </p:nvSpPr>
        <p:spPr>
          <a:xfrm>
            <a:off x="5150486" y="1685364"/>
            <a:ext cx="388184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So-called tensor parallelism: each module partitioned to 2 accelerators for </a:t>
            </a:r>
          </a:p>
          <a:p>
            <a:pPr algn="ctr"/>
            <a:r>
              <a:rPr lang="en-US" altLang="zh-CN" sz="2200" dirty="0"/>
              <a:t>divide &amp; conquer</a:t>
            </a:r>
          </a:p>
          <a:p>
            <a:pPr algn="ctr"/>
            <a:r>
              <a:rPr lang="zh-CN" altLang="en-US" sz="2200" dirty="0"/>
              <a:t>所谓张量并行：每个模块被</a:t>
            </a:r>
            <a:endParaRPr lang="en-US" altLang="zh-CN" sz="2200" dirty="0"/>
          </a:p>
          <a:p>
            <a:pPr algn="ctr"/>
            <a:r>
              <a:rPr lang="zh-CN" altLang="en-US" sz="2200" dirty="0"/>
              <a:t>切分给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个加速器分而治之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5B5CC5-E1C3-4DF1-4FD4-2087D2235A8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24FBE-9D55-9AB2-7590-BD56330ABA6B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0123B6E-C675-6578-B1FA-55C3BE4ED7F7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2404D85-73EC-15C1-0A3B-7D6FDD8F49C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8EE31DF-3596-52A0-1F71-2FE1BE281BEA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91090BE-BD1E-523C-C18A-CDAA7EC3DDCF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286CFAC-4691-8D5A-C63F-52CC45102C4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AB0F62F-C1D4-302F-B041-7203B8F6B9DB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B604713-F340-C083-E026-C4B67D0824A7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7DF7F7-BF86-F5B1-4026-A45A2846A2EC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240053A-9AB2-76DE-6B65-EEFD4DF4AC86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4B77E84D-ECA6-6E24-C9F0-ACAFA6080400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7505BAC-5479-989B-712C-BCFF7168F813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645CB05-C051-1C22-E76E-4F5C819D93B6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26904A0-8449-287D-0F68-C2948AD16753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A04A302-9A7B-9554-87B7-0AABB5773B49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7989C67-2AEA-3593-5B67-278E7347C0E6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5252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4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0EC7-5980-70F2-4D54-6DEC7EDF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F61A4-76EE-6354-9DC9-749A7A51A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C4B5E08-4CD3-666A-0FEC-E4FF05B9D1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B7C1E8-1B27-EA8F-3AD9-847B11BEBC4D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6E2E3D-1D7C-3F46-4BED-59BFD0E41458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64C846-A28F-EC05-ED71-880CE72FF997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C97934C3-4717-D3DF-A4A9-0B8F3B0FB065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F2B70B6-6E11-95A6-B1D9-30855C6001E1}"/>
              </a:ext>
            </a:extLst>
          </p:cNvPr>
          <p:cNvCxnSpPr>
            <a:cxnSpLocks/>
            <a:stCxn id="14" idx="0"/>
            <a:endCxn id="1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623E46-BD84-21CD-CFD7-79C39E04E227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D5DC544-8C67-17BB-94BD-85EDEB7ACD7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1BFFC68-E625-2D55-7E20-63E5C84FD186}"/>
              </a:ext>
            </a:extLst>
          </p:cNvPr>
          <p:cNvCxnSpPr>
            <a:cxnSpLocks/>
            <a:stCxn id="11" idx="0"/>
            <a:endCxn id="1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504F253-28A8-345D-3A4A-95A13E5AB30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F75DFD-24F0-9890-76F9-FBC1664303D2}"/>
              </a:ext>
            </a:extLst>
          </p:cNvPr>
          <p:cNvSpPr txBox="1"/>
          <p:nvPr/>
        </p:nvSpPr>
        <p:spPr>
          <a:xfrm>
            <a:off x="5396562" y="1724442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the input, compute throughput &amp; bandwidth doubled </a:t>
            </a:r>
          </a:p>
          <a:p>
            <a:pPr algn="ctr"/>
            <a:r>
              <a:rPr lang="en-US" altLang="zh-CN" sz="2200" dirty="0"/>
              <a:t>from 2 accelerators</a:t>
            </a:r>
          </a:p>
          <a:p>
            <a:pPr algn="ctr"/>
            <a:r>
              <a:rPr lang="zh-CN" altLang="en-US" sz="2200" dirty="0"/>
              <a:t>处理一个输入，来自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个加速器的计算吞吐和带宽加倍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B15E64D-9F06-FDE2-7BDD-20042E5C93FB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9D5D188-3641-EC42-2ABE-B63E8732099C}"/>
              </a:ext>
            </a:extLst>
          </p:cNvPr>
          <p:cNvCxnSpPr>
            <a:cxnSpLocks/>
            <a:stCxn id="7" idx="0"/>
            <a:endCxn id="34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32957AE-C0CC-C62D-BC03-8D2971FB10EE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4137FD4-C958-989E-4CA7-72CC221E577F}"/>
              </a:ext>
            </a:extLst>
          </p:cNvPr>
          <p:cNvCxnSpPr>
            <a:cxnSpLocks/>
            <a:stCxn id="39" idx="0"/>
            <a:endCxn id="36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29C4592-8996-65DE-5699-82E3C42A8E64}"/>
              </a:ext>
            </a:extLst>
          </p:cNvPr>
          <p:cNvCxnSpPr>
            <a:cxnSpLocks/>
            <a:stCxn id="34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611F13D-6B7F-51F3-DB6C-A39371F2179E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817B84-B9AF-56B6-9DA9-0EB80D659AAC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6A4824-C7B1-9DF4-3FE7-828BB3612D3B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98264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E94DD-0DF2-9B4C-B4C7-183874764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FEA08-364A-C7F6-2660-38D5D1171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9EFE7C5-5F68-9C38-36F7-702DDF073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B2B00-872C-70C0-449F-FC5A39DAB534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D38E34-E6F2-F18E-51DE-49C513B50CB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25DA990-B5B9-115B-0BBE-3D74AF058F22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AF570A29-2D16-D82A-FD58-5AD6333A31AA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1368DC-8618-8F1B-CA75-A5EE4206C416}"/>
              </a:ext>
            </a:extLst>
          </p:cNvPr>
          <p:cNvCxnSpPr>
            <a:cxnSpLocks/>
            <a:stCxn id="14" idx="0"/>
            <a:endCxn id="1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78DFBAE-3C40-B87C-8FE7-A2F2FB83A2B0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815C5F-CDC3-EF0F-04C3-D25ACA1F1DA4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3A3D0A-29C6-32FD-DC30-752C4B783598}"/>
              </a:ext>
            </a:extLst>
          </p:cNvPr>
          <p:cNvCxnSpPr>
            <a:cxnSpLocks/>
            <a:stCxn id="11" idx="0"/>
            <a:endCxn id="1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16E8364-53D1-FC0D-ED67-1A2CC534C6E2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054981-3177-FCD5-A856-C77392895DA7}"/>
              </a:ext>
            </a:extLst>
          </p:cNvPr>
          <p:cNvSpPr txBox="1"/>
          <p:nvPr/>
        </p:nvSpPr>
        <p:spPr>
          <a:xfrm>
            <a:off x="5396562" y="1724442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Frequent data exchange in each module reduces the overall efficiency </a:t>
            </a:r>
          </a:p>
          <a:p>
            <a:pPr algn="ctr"/>
            <a:r>
              <a:rPr lang="en-US" altLang="zh-CN" sz="2200" dirty="0"/>
              <a:t>to some extent</a:t>
            </a:r>
          </a:p>
          <a:p>
            <a:pPr algn="ctr"/>
            <a:r>
              <a:rPr lang="zh-CN" altLang="en-US" sz="2200" dirty="0"/>
              <a:t>频繁地在每个模块中交换数据一定程度降低了整体效率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0B35D87-422E-196D-8465-9D948AAC3A1B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1904FE-1F71-5A3B-C70A-B414F551F9DD}"/>
              </a:ext>
            </a:extLst>
          </p:cNvPr>
          <p:cNvCxnSpPr>
            <a:cxnSpLocks/>
            <a:stCxn id="7" idx="0"/>
            <a:endCxn id="34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6E0A57EA-B07F-517B-0017-9F22EE576E0E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1EBCDDE-8E37-E153-F6F2-C47403576A9F}"/>
              </a:ext>
            </a:extLst>
          </p:cNvPr>
          <p:cNvCxnSpPr>
            <a:cxnSpLocks/>
            <a:stCxn id="39" idx="0"/>
            <a:endCxn id="36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1B14184-137F-7790-3B4B-7FEC7063A5B6}"/>
              </a:ext>
            </a:extLst>
          </p:cNvPr>
          <p:cNvCxnSpPr>
            <a:cxnSpLocks/>
            <a:stCxn id="34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FDCFB5-EA93-C359-A733-BD0C7AFD4123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DB7EE7-B00B-A499-EE76-073E07D78341}"/>
              </a:ext>
            </a:extLst>
          </p:cNvPr>
          <p:cNvSpPr/>
          <p:nvPr/>
        </p:nvSpPr>
        <p:spPr bwMode="auto">
          <a:xfrm>
            <a:off x="163286" y="2064087"/>
            <a:ext cx="2351305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479E15-4972-A3BA-CEDB-07AFA97C72B5}"/>
              </a:ext>
            </a:extLst>
          </p:cNvPr>
          <p:cNvSpPr/>
          <p:nvPr/>
        </p:nvSpPr>
        <p:spPr bwMode="auto">
          <a:xfrm>
            <a:off x="2749517" y="2064087"/>
            <a:ext cx="2344997" cy="3759770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9EF40CBD-77F4-C820-CF9A-D98E1972096F}"/>
              </a:ext>
            </a:extLst>
          </p:cNvPr>
          <p:cNvSpPr/>
          <p:nvPr/>
        </p:nvSpPr>
        <p:spPr bwMode="auto">
          <a:xfrm>
            <a:off x="1219200" y="2370874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4D930EB2-15EF-3E6C-D1A8-578170868CD9}"/>
              </a:ext>
            </a:extLst>
          </p:cNvPr>
          <p:cNvSpPr/>
          <p:nvPr/>
        </p:nvSpPr>
        <p:spPr bwMode="auto">
          <a:xfrm>
            <a:off x="1215749" y="3523748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0" name="Arrow: Left-Right 19">
            <a:extLst>
              <a:ext uri="{FF2B5EF4-FFF2-40B4-BE49-F238E27FC236}">
                <a16:creationId xmlns:a16="http://schemas.microsoft.com/office/drawing/2014/main" id="{D55F383A-3FC8-7E49-7A0C-BEBE89DD14D6}"/>
              </a:ext>
            </a:extLst>
          </p:cNvPr>
          <p:cNvSpPr/>
          <p:nvPr/>
        </p:nvSpPr>
        <p:spPr bwMode="auto">
          <a:xfrm>
            <a:off x="1215748" y="4265207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3" name="Arrow: Left-Right 22">
            <a:extLst>
              <a:ext uri="{FF2B5EF4-FFF2-40B4-BE49-F238E27FC236}">
                <a16:creationId xmlns:a16="http://schemas.microsoft.com/office/drawing/2014/main" id="{E2C41396-6F93-BF56-AE55-BD9B9888209A}"/>
              </a:ext>
            </a:extLst>
          </p:cNvPr>
          <p:cNvSpPr/>
          <p:nvPr/>
        </p:nvSpPr>
        <p:spPr bwMode="auto">
          <a:xfrm>
            <a:off x="1222356" y="5397396"/>
            <a:ext cx="2819397" cy="165061"/>
          </a:xfrm>
          <a:prstGeom prst="leftRightArrow">
            <a:avLst/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677453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58BE5-DC67-A403-A413-AD9A1C69C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56E8A-8000-7C80-5064-5DA2474C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937315D-9048-B447-A15E-1C9ADCFD10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2F0548-4506-9B03-C96E-5A5170A4773E}"/>
              </a:ext>
            </a:extLst>
          </p:cNvPr>
          <p:cNvSpPr txBox="1"/>
          <p:nvPr/>
        </p:nvSpPr>
        <p:spPr>
          <a:xfrm>
            <a:off x="5791200" y="1685364"/>
            <a:ext cx="3241128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So-called pipeline parallelism: each accelerator takes half of the modules</a:t>
            </a:r>
          </a:p>
          <a:p>
            <a:pPr algn="ctr"/>
            <a:r>
              <a:rPr lang="zh-CN" altLang="en-US" sz="2200" dirty="0"/>
              <a:t>所谓流水线并行：每个加速器处理一半的模块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5B4078-3C32-1A44-17B9-C6D503578D5E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8D96BBC-A85B-9C76-1876-B0C9354E9CB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6F2B8D-F38D-0CFB-3DAB-477C53882D2D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BF549B3-8140-5C82-1A1B-8D78CB6C98D1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598B10-75D4-9712-28E5-2D0EC70E36BF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565863-AB31-8F3A-E834-ACF6B84AC63A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1D6EED4A-41FD-E601-F459-50DE7E66CBA5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56F63D7-30AF-2948-CCE2-9B55C41E422C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3C034CD-42FA-F1D0-34D0-AAB9493BA767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11C95E-2B04-6E19-FE48-6CCA71951D73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CAF4A0E-B3C5-7A4A-405F-3090E5C0F882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12685DEA-F404-8BED-2225-3DA43D88B36A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E631495-F461-1466-6D65-B355F08BA4DC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EC93BB-1CE6-A09D-B2D5-656CDD4B2E0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F84F81-F2B9-3DEA-EADF-66DF7F16A218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8E62529-D901-4E89-4E0D-22F0C898B988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7AD2445-0362-D6CA-101D-F75A7DE41C14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337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4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44E02-8890-C612-6E13-700A1A852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A0171-9037-5366-9846-7202AF535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A7EC88A-8318-9B82-3DD6-3097491022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C855B7-E9DE-372F-DA9E-CC5453B03706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9372179-AF7F-76DD-A90C-4D43906D9680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66A03F-7E62-AC55-BE31-595C107B1938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05D7E42-4C96-EE6D-C7EB-62A99C279EB0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27F1828-61A4-EEE6-92F9-B0EE887512E5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49541A0-B2EB-9228-ED96-90CAEFC9CA9C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D697DAA-9949-D2EA-0492-47BF455903EB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53BFA70-A33A-1C56-50B3-A72BC4E62162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9282350-50D8-FC7F-5770-5BE56F9FED8C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3EB07C3-CF89-5E4E-8877-1F5A490B0691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9FFE3AD-0F8F-504E-D57B-1742439056B7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F1E05A2F-6D59-1D03-01C0-115EFC10FD22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C8533DD-56DC-FC6F-A5EB-E952AA774D10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24AE2FA-E73F-C2DC-8DF6-E4920B176835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D0551AC-C263-75B1-0BB3-2E56BC25D71C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0A3D159-A6BE-03BA-24B2-18866760E9AB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BC17442-3163-BCBD-EB87-8D981AB6EBF3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AEBACAEE-F96E-EFF5-7720-476714AB986E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7D92EF-8D41-F43A-A066-206AA21899D9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1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1</a:t>
            </a: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42358994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E1BDC-7029-6AFE-04D2-2731B0929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0F82D-FE0C-09B6-1BC1-94452F0E6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1EFFE59-6F0E-B647-27A0-ACD74B14A5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59EAFE-150B-1DCB-9CD3-C8EACE9479D1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4E8875F-326F-CECC-964C-EF66C8D73882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2AC542-FFBE-53A8-A5D5-43A9E4AE0800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6EDE76E-AF4A-F39A-1E35-F88CFC9A339B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8626AC3-BC28-9297-108B-BA344A53E84B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D86088-02DC-B6E2-B290-177FAEA98B44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683E79F-BB83-0D23-D134-3181E112B897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01F4510-E4C4-D8CF-8D4E-B90AB0E2DD96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0DEC248-A12B-3BA6-2893-55ED01A9A511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4AE20EF-E348-2DB7-272A-DD49AA2C30E6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2E8BE05-2A9F-D491-4A94-252F1C3217FA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9CFD5DB2-49C5-27A0-9E18-923141E11593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5A703E4-557A-9B4F-316B-638448D8A88A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D4B1B53-14F7-80D9-170F-2AE2D7CDA910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8DE9C0E-FC1D-B571-8D84-C7A7E0CC5D4E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4F31C72-4E17-D4DB-7641-AF22CA27F8FF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0DF8FD7-77B0-6D6E-57F5-37B381626D67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38F82C3-C39D-356B-88B2-3473D94EF3C1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65487E-CFD1-BFCB-2DA4-F0C1803C00BE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2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2</a:t>
            </a:r>
            <a:endParaRPr lang="zh-CN" altLang="en-US" sz="22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D0B5A7-E960-7829-B7E3-688D76013805}"/>
              </a:ext>
            </a:extLst>
          </p:cNvPr>
          <p:cNvSpPr/>
          <p:nvPr/>
        </p:nvSpPr>
        <p:spPr bwMode="auto">
          <a:xfrm rot="16200000">
            <a:off x="4742168" y="2849329"/>
            <a:ext cx="1343955" cy="322626"/>
          </a:xfrm>
          <a:prstGeom prst="rightArrow">
            <a:avLst/>
          </a:prstGeom>
          <a:solidFill>
            <a:schemeClr val="bg1">
              <a:lumMod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723BAF-78E8-F0FF-7B9B-56EEB0393329}"/>
              </a:ext>
            </a:extLst>
          </p:cNvPr>
          <p:cNvSpPr txBox="1"/>
          <p:nvPr/>
        </p:nvSpPr>
        <p:spPr>
          <a:xfrm>
            <a:off x="5252832" y="2668627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1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1</a:t>
            </a:r>
            <a:endParaRPr lang="zh-CN" alt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11B0AA-948D-B8DE-2275-D7BB92F0B1F7}"/>
              </a:ext>
            </a:extLst>
          </p:cNvPr>
          <p:cNvSpPr txBox="1"/>
          <p:nvPr/>
        </p:nvSpPr>
        <p:spPr>
          <a:xfrm>
            <a:off x="5276277" y="1446683"/>
            <a:ext cx="36391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2 inputs processed at the same time by different accelerators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CA799E-3928-BE72-D118-CB20BEEEBCB4}"/>
              </a:ext>
            </a:extLst>
          </p:cNvPr>
          <p:cNvSpPr txBox="1"/>
          <p:nvPr/>
        </p:nvSpPr>
        <p:spPr>
          <a:xfrm>
            <a:off x="5659223" y="3628859"/>
            <a:ext cx="28263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2</a:t>
            </a:r>
            <a:r>
              <a:rPr lang="zh-CN" altLang="en-US" sz="2200" dirty="0"/>
              <a:t>个输入在同一时刻被</a:t>
            </a:r>
            <a:r>
              <a:rPr lang="en-US" altLang="zh-CN" sz="2200" dirty="0"/>
              <a:t>2</a:t>
            </a:r>
            <a:r>
              <a:rPr lang="zh-CN" altLang="en-US" sz="2200" dirty="0"/>
              <a:t>个加速器处理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29382133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134A5-9567-EF1D-2205-D39C80C1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BF423-5264-E43A-E8EC-684FE71D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E9E9D063-40DA-D609-92EF-725CC91D12F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DD3CD5C-7CC5-0E1A-80A5-92FF823FF15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0ADA93-ED65-D463-5BE7-AED4B2A9DA5D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007030D-6E5D-F8B7-7720-7580BCD926F6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EA7C3BE-980D-F0CD-C64D-0BEF858FDD8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2F16488-D566-C34A-8FE2-83F08048332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CD319BC-56CD-3EC7-A8FE-6F049388098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7C7645-4802-8F4D-C301-83D54388E6E2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FDEBF0C-00B8-546F-9CF6-98932AF486E0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4F77AA-9F82-0C92-0B8E-D2C098A89FAF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600C75-2E86-A258-0CEB-EE1256D88429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CA4F724-1A94-784B-7F30-67EB45AA37CB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EECD2DB-E9DD-57A8-146F-E53FAF887188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208C356-9D23-EAA8-7C63-E83EE868743E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0166A5F-50BA-3602-5191-5067D8951400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C5E5BFE-9EBB-6080-2C7B-8F4BED596350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041F07A-7F57-9021-E2BD-A2DB498AF0FD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222DC94-DB48-A36B-155F-DFE21A44E747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BA7E222D-6514-14E9-4493-267AE2A2B80E}"/>
              </a:ext>
            </a:extLst>
          </p:cNvPr>
          <p:cNvSpPr/>
          <p:nvPr/>
        </p:nvSpPr>
        <p:spPr bwMode="auto">
          <a:xfrm rot="16200000">
            <a:off x="4742168" y="4750028"/>
            <a:ext cx="1343955" cy="322626"/>
          </a:xfrm>
          <a:prstGeom prst="rightArrow">
            <a:avLst/>
          </a:prstGeom>
          <a:solidFill>
            <a:schemeClr val="bg1">
              <a:lumMod val="9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B36DF-3C29-3E01-6095-1210607D66F5}"/>
              </a:ext>
            </a:extLst>
          </p:cNvPr>
          <p:cNvSpPr txBox="1"/>
          <p:nvPr/>
        </p:nvSpPr>
        <p:spPr>
          <a:xfrm>
            <a:off x="5252832" y="4569326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3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3</a:t>
            </a:r>
            <a:endParaRPr lang="zh-CN" altLang="en-US" sz="2200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17AA8CF9-5269-6C61-677F-542209F22DB6}"/>
              </a:ext>
            </a:extLst>
          </p:cNvPr>
          <p:cNvSpPr/>
          <p:nvPr/>
        </p:nvSpPr>
        <p:spPr bwMode="auto">
          <a:xfrm rot="16200000">
            <a:off x="4742168" y="2849329"/>
            <a:ext cx="1343955" cy="322626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74AE2-D3BC-8675-DBF3-305EEE2C2549}"/>
              </a:ext>
            </a:extLst>
          </p:cNvPr>
          <p:cNvSpPr txBox="1"/>
          <p:nvPr/>
        </p:nvSpPr>
        <p:spPr>
          <a:xfrm>
            <a:off x="5252832" y="2668627"/>
            <a:ext cx="36391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Processing input 2</a:t>
            </a:r>
          </a:p>
          <a:p>
            <a:pPr algn="ctr"/>
            <a:r>
              <a:rPr lang="zh-CN" altLang="en-US" sz="2200" dirty="0"/>
              <a:t>处理输入</a:t>
            </a:r>
            <a:r>
              <a:rPr lang="en-US" altLang="zh-CN" sz="2200" dirty="0"/>
              <a:t>2</a:t>
            </a: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93749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C98E-23E6-6FD2-88FE-260016A96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0E45B-6BDA-79B2-D8AC-F5C6E3762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820B7AA-B7B8-E0D8-30E1-76E0DC1F5F1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486D71-8554-D9D5-440E-77E8723D18D2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2A9E852-82F8-0777-BB99-66E5717C73E0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53C36F5-DAFA-7D77-8CEB-30D77FE6CB1B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52EB79FD-10A2-86DD-F518-8EF8A33D3373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C7D452F-2813-86E4-CA26-5FB55EA0EC1B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98E8EFF-2753-DE62-9028-15C88E9CE67E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DF9B4CCC-B573-B032-F93A-C0EB52253362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0749C8D-81EB-0978-8146-ECF5F629D17F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FA9C37A-3447-7484-4D54-0ADB50B4248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FDBBBFF-FFA3-63F1-2BD1-960BC38B5257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A188129-5F93-6DDD-1AC1-BB69D11DB6FC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0A2C62AB-50A9-F83F-EDEE-86868230E03A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D33E9F6-530D-9EBB-0522-BA71C2EAA5B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A620E54-1407-6025-BB19-488BC35CB4F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7284550-CAD7-8DE0-ECD0-0C46FD96E14D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A330962-0759-A971-907E-1F313F4725DB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D1244B7-A526-D9FC-475E-9CE0265C86A2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DA87A4F9-27CE-71B1-A17F-EA39EF3ACFCE}"/>
              </a:ext>
            </a:extLst>
          </p:cNvPr>
          <p:cNvSpPr/>
          <p:nvPr/>
        </p:nvSpPr>
        <p:spPr bwMode="auto">
          <a:xfrm rot="16200000">
            <a:off x="2429066" y="3822120"/>
            <a:ext cx="377896" cy="265938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EAAA90-63D5-213E-42BD-2D8BF70C534A}"/>
              </a:ext>
            </a:extLst>
          </p:cNvPr>
          <p:cNvSpPr txBox="1"/>
          <p:nvPr/>
        </p:nvSpPr>
        <p:spPr>
          <a:xfrm>
            <a:off x="5182812" y="3206329"/>
            <a:ext cx="363912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Only one data exchange, overall efficiency higher</a:t>
            </a:r>
          </a:p>
          <a:p>
            <a:pPr algn="ctr"/>
            <a:r>
              <a:rPr lang="zh-CN" altLang="en-US" sz="2200" dirty="0"/>
              <a:t>只有一次数据交互，</a:t>
            </a:r>
            <a:endParaRPr lang="en-US" altLang="zh-CN" sz="2200" dirty="0"/>
          </a:p>
          <a:p>
            <a:pPr algn="ctr"/>
            <a:r>
              <a:rPr lang="zh-CN" altLang="en-US" sz="2200" dirty="0"/>
              <a:t>整体效率高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41967552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9CAE1-F033-4379-C79E-33FBE9F58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CBA3F-1C5B-04AB-36C5-AD1EE7275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(3)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54B4778-B217-216A-D6CB-08F1C69D3E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215500-AB23-5A3D-4BA8-F5A3FD397211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C9232D-34C8-2787-9C64-382188D6FD7D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B5DB828-2AF4-D0F0-3FAE-B337B38ABB28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099D8F8-F220-F154-BFF0-E54A6F4F7040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8D8FE91-8ABD-1C1E-16F6-06A939CE994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2E88446-1F9B-C839-1A59-50C0C68DF7D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FEC7F8A-7475-EE3E-7D66-355A9251B228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2F5F0BB-F6FF-31EE-9EF1-772C7962CA82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13BE195-6497-0469-2C0E-6BEDDCB74945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5F9F850-4161-0155-8DF4-21546BC4C97E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5129915-4AD3-6A87-151A-31B061D801B3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E704F32B-4584-690B-853D-251D18DBDEFF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74E1791-3949-79DE-87B1-1CA36DE5A18A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9113EF22-4657-BFA5-5106-1E25A3312371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1B55529-28CD-2FFC-940E-28A2B8E07DEA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F8F412-A92B-1CAF-A472-AF38863EF4C8}"/>
              </a:ext>
            </a:extLst>
          </p:cNvPr>
          <p:cNvSpPr/>
          <p:nvPr/>
        </p:nvSpPr>
        <p:spPr bwMode="auto">
          <a:xfrm>
            <a:off x="163286" y="2147845"/>
            <a:ext cx="4920343" cy="171658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1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1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F7D9E46-B1B9-A96C-9CB6-57848D03F255}"/>
              </a:ext>
            </a:extLst>
          </p:cNvPr>
          <p:cNvSpPr/>
          <p:nvPr/>
        </p:nvSpPr>
        <p:spPr bwMode="auto">
          <a:xfrm>
            <a:off x="163286" y="4049266"/>
            <a:ext cx="4909457" cy="1720163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zh-CN" sz="2000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  <a:ea typeface="SimSun" pitchFamily="2" charset="-122"/>
              </a:rPr>
              <a:t>Accelerator 2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sz="2000" dirty="0"/>
              <a:t>加速器</a:t>
            </a:r>
            <a:r>
              <a:rPr lang="en-US" altLang="zh-CN" sz="2000" dirty="0"/>
              <a:t>2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89179F-250E-FD20-E779-BEFE00D10813}"/>
              </a:ext>
            </a:extLst>
          </p:cNvPr>
          <p:cNvSpPr txBox="1"/>
          <p:nvPr/>
        </p:nvSpPr>
        <p:spPr>
          <a:xfrm>
            <a:off x="5119744" y="2748388"/>
            <a:ext cx="363912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But 1 input processed by 1 accelerator at a time, latency not improved</a:t>
            </a:r>
          </a:p>
          <a:p>
            <a:pPr algn="ctr"/>
            <a:r>
              <a:rPr lang="zh-CN" altLang="en-US" sz="2200" dirty="0"/>
              <a:t>然而</a:t>
            </a:r>
            <a:r>
              <a:rPr lang="en-US" altLang="zh-CN" sz="2200" dirty="0"/>
              <a:t>1</a:t>
            </a:r>
            <a:r>
              <a:rPr lang="zh-CN" altLang="en-US" sz="2200" dirty="0"/>
              <a:t>个输入在同一时刻只被</a:t>
            </a:r>
            <a:r>
              <a:rPr lang="en-US" altLang="zh-CN" sz="2200" dirty="0"/>
              <a:t>1</a:t>
            </a:r>
            <a:r>
              <a:rPr lang="zh-CN" altLang="en-US" sz="2200" dirty="0"/>
              <a:t>个加速器处理，时延无法被改善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2944111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F90C0-6D2C-E537-8ECD-C2F43BBFB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E5A8-A394-723A-CBB1-B1BDD31BA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D3ED14C-A4B5-F25F-D0C5-CDAF9F2107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63D64B-33EB-CCDE-81FD-7BA1B1328AE0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135EED-8194-095C-B0E7-9BCB65D43078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AB4E4B-C250-CFE0-8469-5607F01C44A2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AEF5AB-D2FA-BFE5-4487-BDD747FE82DE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C225C66-7CEF-8B81-1E4B-3226F01E0AFF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9CF2FF7-0736-5B63-BF61-6C6800B66FA2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4636BBF-3540-8427-A547-DD3CA41FBFE9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02999F9-59BC-2284-AEE9-DBF17A9AA88E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AF9091D-5761-A14D-7907-8DEE927F4C8C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5729DB47-DF22-11CA-83D4-BAC3C3247F01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96A1DF6-467A-2552-19CC-4CBEC4C3E353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916B01D-F5E0-FBCA-22BF-8B3D41F00711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B245409C-14C8-CAE0-7A6B-BBEE243B1234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F6854D9-468E-857E-623D-0E6455403FF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5E2AFAF-5A43-ABE7-33CD-6A96CC16709C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12B13A7-DA8E-6C0E-BF00-987410CF5A08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7DE6262-95CE-9D11-82E2-99E4A946CCE6}"/>
              </a:ext>
            </a:extLst>
          </p:cNvPr>
          <p:cNvSpPr/>
          <p:nvPr/>
        </p:nvSpPr>
        <p:spPr bwMode="auto">
          <a:xfrm>
            <a:off x="181772" y="2122490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BF1A58-DE67-3196-18BB-0CEAD88C0AB3}"/>
              </a:ext>
            </a:extLst>
          </p:cNvPr>
          <p:cNvSpPr txBox="1"/>
          <p:nvPr/>
        </p:nvSpPr>
        <p:spPr>
          <a:xfrm>
            <a:off x="5165453" y="2970758"/>
            <a:ext cx="38818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We can go w/ tensor parallelism only</a:t>
            </a:r>
          </a:p>
          <a:p>
            <a:pPr algn="ctr"/>
            <a:r>
              <a:rPr lang="zh-CN" altLang="en-US" sz="2200" dirty="0"/>
              <a:t>我们能只用张量并行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235E24-C50C-F6EC-3974-3AC8EE82F241}"/>
              </a:ext>
            </a:extLst>
          </p:cNvPr>
          <p:cNvSpPr/>
          <p:nvPr/>
        </p:nvSpPr>
        <p:spPr bwMode="auto">
          <a:xfrm>
            <a:off x="1381274" y="2112255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0B84B4B-9EF3-D13F-7E9D-24C8B045B31A}"/>
              </a:ext>
            </a:extLst>
          </p:cNvPr>
          <p:cNvSpPr/>
          <p:nvPr/>
        </p:nvSpPr>
        <p:spPr bwMode="auto">
          <a:xfrm>
            <a:off x="2708565" y="2112255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AE4A74-4AD7-9A8E-2214-6A67844525DC}"/>
              </a:ext>
            </a:extLst>
          </p:cNvPr>
          <p:cNvSpPr/>
          <p:nvPr/>
        </p:nvSpPr>
        <p:spPr bwMode="auto">
          <a:xfrm>
            <a:off x="3905550" y="2102527"/>
            <a:ext cx="1132114" cy="3653856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171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54" grpId="0" animBg="1"/>
      <p:bldP spid="6" grpId="0"/>
      <p:bldP spid="8" grpId="0" animBg="1"/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0C6A2-40F9-0641-902E-EF1DFC5F5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3C0D-53F6-A8D1-CC72-ABA5F3A88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F78A38F-5451-B591-A219-D9C1726019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C48865-DEAE-E5DA-9E00-A74EB49E1A98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D64643-1BCD-AEB7-5DC4-9FFF9EFD1393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553A3F-D86E-2ED3-98FC-AA92AD74395F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3C93AF1-C0C0-0E94-296C-9E930B512E1B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83CA753-5AE1-61B2-375A-ECF070785E48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090E373-875B-5018-988B-17AC928ABEA9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0FE8C4F-366D-B27C-A4FA-87B53436143F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6F0AD0-A669-996C-0714-93373B0EC2DA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2A3F7B-23C2-A933-C40F-8616B7558D49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58EFBC6-AD9C-F2B4-30F0-8D16D410FC54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9C46320-C10B-0442-E66D-AB4B7D2CBBEF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6FD19E0-F8B8-7894-44E8-F1C1C79720DF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970A81B-B105-6FF1-2CE1-645EF5B67319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82D3970-A60A-7D5A-601D-88E6B03C11A5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A9AA20D-0AAE-3358-E190-648CB1078EDE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58E4D1B-BED6-41AF-0FA0-262EAFCC3487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1D0F30-6662-9218-6CF3-892E0193BCD2}"/>
              </a:ext>
            </a:extLst>
          </p:cNvPr>
          <p:cNvSpPr/>
          <p:nvPr/>
        </p:nvSpPr>
        <p:spPr bwMode="auto">
          <a:xfrm>
            <a:off x="181772" y="2122490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42364B-1B97-EE8A-F904-F9DDC3645A78}"/>
              </a:ext>
            </a:extLst>
          </p:cNvPr>
          <p:cNvSpPr txBox="1"/>
          <p:nvPr/>
        </p:nvSpPr>
        <p:spPr>
          <a:xfrm>
            <a:off x="5165453" y="2970758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Or pipeline parallelism only</a:t>
            </a:r>
          </a:p>
          <a:p>
            <a:pPr algn="ctr"/>
            <a:r>
              <a:rPr lang="zh-CN" altLang="en-US" sz="2200" dirty="0"/>
              <a:t>或者只用流水线并行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83FB05-E5EB-1F28-2D4E-F86EE3C4C22E}"/>
              </a:ext>
            </a:extLst>
          </p:cNvPr>
          <p:cNvSpPr/>
          <p:nvPr/>
        </p:nvSpPr>
        <p:spPr bwMode="auto">
          <a:xfrm>
            <a:off x="171234" y="3125568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44C32A-EBAE-77B5-88FC-115C0D2F41C4}"/>
              </a:ext>
            </a:extLst>
          </p:cNvPr>
          <p:cNvSpPr/>
          <p:nvPr/>
        </p:nvSpPr>
        <p:spPr bwMode="auto">
          <a:xfrm>
            <a:off x="171234" y="4073479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A2E666-1C06-DB7F-E9CC-1911DEA768C4}"/>
              </a:ext>
            </a:extLst>
          </p:cNvPr>
          <p:cNvSpPr/>
          <p:nvPr/>
        </p:nvSpPr>
        <p:spPr bwMode="auto">
          <a:xfrm>
            <a:off x="171234" y="5041560"/>
            <a:ext cx="4912742" cy="762224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32485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9F224-BE9E-A453-E071-1E5A9302E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3922-0AAC-473B-D7E6-498F5C193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Parallelism  </a:t>
            </a:r>
            <a:br>
              <a:rPr lang="en-US" altLang="zh-CN" dirty="0"/>
            </a:br>
            <a:r>
              <a:rPr lang="zh-CN" altLang="en-US" dirty="0"/>
              <a:t>模型层面并行 </a:t>
            </a:r>
            <a:r>
              <a:rPr lang="en-US" altLang="zh-CN" dirty="0"/>
              <a:t>(4)</a:t>
            </a:r>
            <a:endParaRPr lang="zh-CN" alt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37C913A-2FB1-216A-0A4F-B277A6D2FD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06D00F-0935-8BFD-FDE1-4CE3A559E15D}"/>
              </a:ext>
            </a:extLst>
          </p:cNvPr>
          <p:cNvSpPr txBox="1"/>
          <p:nvPr/>
        </p:nvSpPr>
        <p:spPr>
          <a:xfrm>
            <a:off x="5150486" y="1685364"/>
            <a:ext cx="38818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4 accelerators available</a:t>
            </a:r>
          </a:p>
          <a:p>
            <a:pPr algn="ctr"/>
            <a:r>
              <a:rPr lang="zh-CN" altLang="en-US" sz="2200" dirty="0"/>
              <a:t>有</a:t>
            </a:r>
            <a:r>
              <a:rPr lang="en-US" altLang="zh-CN" sz="2200" dirty="0"/>
              <a:t>4</a:t>
            </a:r>
            <a:r>
              <a:rPr lang="zh-CN" altLang="en-US" sz="2200" dirty="0"/>
              <a:t>个加速器时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1FC96C-9FE0-96CC-A91A-563701A5F4FB}"/>
              </a:ext>
            </a:extLst>
          </p:cNvPr>
          <p:cNvSpPr txBox="1"/>
          <p:nvPr/>
        </p:nvSpPr>
        <p:spPr>
          <a:xfrm>
            <a:off x="282695" y="5952274"/>
            <a:ext cx="46949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Input  </a:t>
            </a:r>
            <a:r>
              <a:rPr lang="zh-CN" altLang="en-US" sz="2000" dirty="0"/>
              <a:t>输入</a:t>
            </a:r>
            <a:endParaRPr lang="en-US" altLang="zh-CN" sz="20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6AB8BE9-2943-995D-DFEE-79F6FE5173F6}"/>
              </a:ext>
            </a:extLst>
          </p:cNvPr>
          <p:cNvSpPr/>
          <p:nvPr/>
        </p:nvSpPr>
        <p:spPr>
          <a:xfrm>
            <a:off x="222722" y="3376809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176A5C-2AB5-591A-84AB-ACB182EAB1E5}"/>
              </a:ext>
            </a:extLst>
          </p:cNvPr>
          <p:cNvCxnSpPr>
            <a:cxnSpLocks/>
            <a:endCxn id="39" idx="2"/>
          </p:cNvCxnSpPr>
          <p:nvPr/>
        </p:nvCxnSpPr>
        <p:spPr bwMode="auto">
          <a:xfrm flipV="1">
            <a:off x="2630193" y="3815768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FF5ED8F0-E3E3-E9CF-7B35-EB2D8B6900D4}"/>
              </a:ext>
            </a:extLst>
          </p:cNvPr>
          <p:cNvSpPr/>
          <p:nvPr/>
        </p:nvSpPr>
        <p:spPr>
          <a:xfrm>
            <a:off x="228601" y="22098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4157712-4134-0C9D-418B-E3C6F8683E24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 bwMode="auto">
          <a:xfrm flipV="1">
            <a:off x="2636072" y="2648759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F94BB8E-0CB8-E8BC-6356-F1C0C3171A28}"/>
              </a:ext>
            </a:extLst>
          </p:cNvPr>
          <p:cNvCxnSpPr>
            <a:cxnSpLocks/>
            <a:endCxn id="44" idx="2"/>
          </p:cNvCxnSpPr>
          <p:nvPr/>
        </p:nvCxnSpPr>
        <p:spPr bwMode="auto">
          <a:xfrm flipH="1" flipV="1">
            <a:off x="2636072" y="3143310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E570A3-F2FA-DC1C-0AA8-5F28A584A1CF}"/>
              </a:ext>
            </a:extLst>
          </p:cNvPr>
          <p:cNvSpPr txBox="1"/>
          <p:nvPr/>
        </p:nvSpPr>
        <p:spPr>
          <a:xfrm>
            <a:off x="753708" y="2743200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FBE9FA3-CDFA-CEB9-1BD4-A287824E2170}"/>
              </a:ext>
            </a:extLst>
          </p:cNvPr>
          <p:cNvCxnSpPr>
            <a:cxnSpLocks/>
            <a:stCxn id="41" idx="0"/>
            <a:endCxn id="46" idx="2"/>
          </p:cNvCxnSpPr>
          <p:nvPr/>
        </p:nvCxnSpPr>
        <p:spPr bwMode="auto">
          <a:xfrm flipV="1">
            <a:off x="2636072" y="1918375"/>
            <a:ext cx="0" cy="29142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1E5C4D6-DEE3-757B-7E27-4E4A77F92F9D}"/>
              </a:ext>
            </a:extLst>
          </p:cNvPr>
          <p:cNvSpPr txBox="1"/>
          <p:nvPr/>
        </p:nvSpPr>
        <p:spPr>
          <a:xfrm>
            <a:off x="500948" y="15182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</a:t>
            </a:r>
            <a:r>
              <a:rPr lang="zh-CN" altLang="en-US" sz="2000" dirty="0"/>
              <a:t>输出</a:t>
            </a:r>
            <a:endParaRPr lang="en-US" altLang="zh-CN" sz="2000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5B2794B-3EF5-C83B-EC52-ABF6712EB201}"/>
              </a:ext>
            </a:extLst>
          </p:cNvPr>
          <p:cNvSpPr/>
          <p:nvPr/>
        </p:nvSpPr>
        <p:spPr>
          <a:xfrm>
            <a:off x="222722" y="5297376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830D900-3551-7231-13F9-E636A60A536B}"/>
              </a:ext>
            </a:extLst>
          </p:cNvPr>
          <p:cNvCxnSpPr>
            <a:cxnSpLocks/>
            <a:stCxn id="38" idx="0"/>
            <a:endCxn id="48" idx="2"/>
          </p:cNvCxnSpPr>
          <p:nvPr/>
        </p:nvCxnSpPr>
        <p:spPr bwMode="auto">
          <a:xfrm flipV="1">
            <a:off x="2630193" y="5736335"/>
            <a:ext cx="0" cy="2159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61DCB087-88F6-FFC5-7E82-4A73EF71CD68}"/>
              </a:ext>
            </a:extLst>
          </p:cNvPr>
          <p:cNvSpPr/>
          <p:nvPr/>
        </p:nvSpPr>
        <p:spPr>
          <a:xfrm>
            <a:off x="228601" y="4130367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06B67B0-4DA4-98EB-933C-BC67D794F826}"/>
              </a:ext>
            </a:extLst>
          </p:cNvPr>
          <p:cNvCxnSpPr>
            <a:cxnSpLocks/>
            <a:stCxn id="53" idx="0"/>
            <a:endCxn id="50" idx="2"/>
          </p:cNvCxnSpPr>
          <p:nvPr/>
        </p:nvCxnSpPr>
        <p:spPr bwMode="auto">
          <a:xfrm flipV="1">
            <a:off x="2636072" y="4569326"/>
            <a:ext cx="0" cy="26508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1DA15C5-D0C4-7480-3469-3B971C638CAD}"/>
              </a:ext>
            </a:extLst>
          </p:cNvPr>
          <p:cNvCxnSpPr>
            <a:cxnSpLocks/>
            <a:stCxn id="48" idx="0"/>
          </p:cNvCxnSpPr>
          <p:nvPr/>
        </p:nvCxnSpPr>
        <p:spPr bwMode="auto">
          <a:xfrm flipH="1" flipV="1">
            <a:off x="2627605" y="5063877"/>
            <a:ext cx="2588" cy="23349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217E0CCC-282A-733B-523E-AD273046544D}"/>
              </a:ext>
            </a:extLst>
          </p:cNvPr>
          <p:cNvSpPr txBox="1"/>
          <p:nvPr/>
        </p:nvSpPr>
        <p:spPr>
          <a:xfrm>
            <a:off x="753708" y="4663767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4B914E-F513-0221-D2CE-55FC046A0D86}"/>
              </a:ext>
            </a:extLst>
          </p:cNvPr>
          <p:cNvSpPr/>
          <p:nvPr/>
        </p:nvSpPr>
        <p:spPr bwMode="auto">
          <a:xfrm>
            <a:off x="181772" y="2122489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A51783-8AF4-A1C1-B6B7-9E9696926D0F}"/>
              </a:ext>
            </a:extLst>
          </p:cNvPr>
          <p:cNvSpPr txBox="1"/>
          <p:nvPr/>
        </p:nvSpPr>
        <p:spPr>
          <a:xfrm>
            <a:off x="5478987" y="2928547"/>
            <a:ext cx="322483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Or even combine tensor parallelism w/ pipeline parallelism</a:t>
            </a:r>
          </a:p>
          <a:p>
            <a:pPr algn="ctr"/>
            <a:r>
              <a:rPr lang="zh-CN" altLang="en-US" sz="2200" dirty="0"/>
              <a:t>甚至组合张量并</a:t>
            </a:r>
            <a:endParaRPr lang="en-US" altLang="zh-CN" sz="2200" dirty="0"/>
          </a:p>
          <a:p>
            <a:pPr algn="ctr"/>
            <a:r>
              <a:rPr lang="zh-CN" altLang="en-US" sz="2200" dirty="0"/>
              <a:t>行与流水线并行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5B1BAA-07E7-F546-ADCD-3C8F7CA524D9}"/>
              </a:ext>
            </a:extLst>
          </p:cNvPr>
          <p:cNvSpPr/>
          <p:nvPr/>
        </p:nvSpPr>
        <p:spPr bwMode="auto">
          <a:xfrm>
            <a:off x="2696547" y="2138493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B226C0-5423-42D0-ABB1-C6BC458CA0AC}"/>
              </a:ext>
            </a:extLst>
          </p:cNvPr>
          <p:cNvSpPr/>
          <p:nvPr/>
        </p:nvSpPr>
        <p:spPr bwMode="auto">
          <a:xfrm>
            <a:off x="181771" y="4058596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5DF1B9-8F85-1639-6909-0BBC4C4FE7E4}"/>
              </a:ext>
            </a:extLst>
          </p:cNvPr>
          <p:cNvSpPr/>
          <p:nvPr/>
        </p:nvSpPr>
        <p:spPr bwMode="auto">
          <a:xfrm>
            <a:off x="2708123" y="4056841"/>
            <a:ext cx="2376371" cy="1741939"/>
          </a:xfrm>
          <a:prstGeom prst="rect">
            <a:avLst/>
          </a:prstGeom>
          <a:solidFill>
            <a:schemeClr val="accent2">
              <a:lumMod val="20000"/>
              <a:lumOff val="80000"/>
              <a:alpha val="4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CN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556874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D2E8D-E5EF-92D1-50EE-A385F30B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CF1AD-A8CA-A4C3-D7F0-F3DBFA522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Model-Level Caching  </a:t>
            </a:r>
            <a:br>
              <a:rPr lang="en-US" altLang="zh-CN" dirty="0"/>
            </a:br>
            <a:r>
              <a:rPr lang="zh-CN" altLang="en-US" dirty="0"/>
              <a:t>模型层面缓存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0066C9B-3477-B7EB-FC4C-ED4C1E2CBE2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FC6899-E9EC-DF80-9912-37437C3DBE5E}"/>
              </a:ext>
            </a:extLst>
          </p:cNvPr>
          <p:cNvSpPr/>
          <p:nvPr/>
        </p:nvSpPr>
        <p:spPr>
          <a:xfrm>
            <a:off x="381000" y="4724400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747B685-270A-B2C0-0AB3-7E9898D7A187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 bwMode="auto">
          <a:xfrm flipH="1" flipV="1">
            <a:off x="2788471" y="5163359"/>
            <a:ext cx="4195" cy="32304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DA9F222-949D-F1EA-3AD6-4C4767181147}"/>
              </a:ext>
            </a:extLst>
          </p:cNvPr>
          <p:cNvSpPr txBox="1"/>
          <p:nvPr/>
        </p:nvSpPr>
        <p:spPr>
          <a:xfrm>
            <a:off x="445168" y="5486400"/>
            <a:ext cx="46949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Conversation history + input token(s)</a:t>
            </a:r>
          </a:p>
          <a:p>
            <a:pPr algn="ctr"/>
            <a:r>
              <a:rPr lang="zh-CN" altLang="en-US" sz="2000" dirty="0"/>
              <a:t>对话历史 </a:t>
            </a:r>
            <a:r>
              <a:rPr lang="en-US" altLang="zh-CN" sz="2000" dirty="0"/>
              <a:t>+ </a:t>
            </a:r>
            <a:r>
              <a:rPr lang="zh-CN" altLang="en-US" sz="2000" dirty="0"/>
              <a:t>输入词符号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B58B0C-B01C-AC9B-6157-5713FF6502AA}"/>
              </a:ext>
            </a:extLst>
          </p:cNvPr>
          <p:cNvSpPr/>
          <p:nvPr/>
        </p:nvSpPr>
        <p:spPr>
          <a:xfrm>
            <a:off x="381000" y="3969973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405EB2-016A-DFB5-3CF3-882EAC789C3A}"/>
              </a:ext>
            </a:extLst>
          </p:cNvPr>
          <p:cNvCxnSpPr>
            <a:cxnSpLocks/>
            <a:stCxn id="8" idx="0"/>
            <a:endCxn id="15" idx="2"/>
          </p:cNvCxnSpPr>
          <p:nvPr/>
        </p:nvCxnSpPr>
        <p:spPr bwMode="auto">
          <a:xfrm flipV="1">
            <a:off x="2788471" y="4408932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3957B143-7779-9EF3-B9DE-ADF5925D6312}"/>
              </a:ext>
            </a:extLst>
          </p:cNvPr>
          <p:cNvSpPr/>
          <p:nvPr/>
        </p:nvSpPr>
        <p:spPr>
          <a:xfrm>
            <a:off x="381000" y="2527714"/>
            <a:ext cx="4814942" cy="43895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1996490-7C29-F4A8-FACB-3160B9C46D67}"/>
              </a:ext>
            </a:extLst>
          </p:cNvPr>
          <p:cNvCxnSpPr>
            <a:cxnSpLocks/>
            <a:endCxn id="21" idx="2"/>
          </p:cNvCxnSpPr>
          <p:nvPr/>
        </p:nvCxnSpPr>
        <p:spPr bwMode="auto">
          <a:xfrm flipV="1">
            <a:off x="2788471" y="2966673"/>
            <a:ext cx="0" cy="31546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7B4C0A7-EF29-073B-9A2F-1B323F18470E}"/>
              </a:ext>
            </a:extLst>
          </p:cNvPr>
          <p:cNvCxnSpPr>
            <a:cxnSpLocks/>
            <a:stCxn id="15" idx="0"/>
          </p:cNvCxnSpPr>
          <p:nvPr/>
        </p:nvCxnSpPr>
        <p:spPr bwMode="auto">
          <a:xfrm flipV="1">
            <a:off x="2788471" y="3657600"/>
            <a:ext cx="0" cy="31237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7C1A1DC-580A-CF6D-1E13-325009FB5FE1}"/>
              </a:ext>
            </a:extLst>
          </p:cNvPr>
          <p:cNvSpPr txBox="1"/>
          <p:nvPr/>
        </p:nvSpPr>
        <p:spPr>
          <a:xfrm>
            <a:off x="916149" y="3153913"/>
            <a:ext cx="3764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…</a:t>
            </a:r>
            <a:endParaRPr lang="zh-CN" altLang="en-US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1EA433-10DB-6F9D-3E9D-F65E93563FA5}"/>
              </a:ext>
            </a:extLst>
          </p:cNvPr>
          <p:cNvSpPr txBox="1"/>
          <p:nvPr/>
        </p:nvSpPr>
        <p:spPr>
          <a:xfrm>
            <a:off x="5624459" y="1571125"/>
            <a:ext cx="3124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Recall the KV cache</a:t>
            </a:r>
          </a:p>
          <a:p>
            <a:pPr algn="ctr"/>
            <a:r>
              <a:rPr lang="zh-CN" altLang="en-US" sz="2400" dirty="0"/>
              <a:t>回忆一下</a:t>
            </a:r>
            <a:r>
              <a:rPr lang="en-US" altLang="zh-CN" sz="2400" dirty="0"/>
              <a:t>KV</a:t>
            </a:r>
            <a:r>
              <a:rPr lang="zh-CN" altLang="en-US" sz="2400" dirty="0"/>
              <a:t>缓存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1DD5064-1AA7-142E-B672-01DBDA3073CD}"/>
              </a:ext>
            </a:extLst>
          </p:cNvPr>
          <p:cNvCxnSpPr>
            <a:cxnSpLocks/>
            <a:stCxn id="21" idx="0"/>
            <a:endCxn id="37" idx="2"/>
          </p:cNvCxnSpPr>
          <p:nvPr/>
        </p:nvCxnSpPr>
        <p:spPr bwMode="auto">
          <a:xfrm flipV="1">
            <a:off x="2788471" y="2223175"/>
            <a:ext cx="0" cy="30453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CFAE2-FC9F-AFE5-D2A9-3F3213A0A631}"/>
              </a:ext>
            </a:extLst>
          </p:cNvPr>
          <p:cNvSpPr txBox="1"/>
          <p:nvPr/>
        </p:nvSpPr>
        <p:spPr>
          <a:xfrm>
            <a:off x="653347" y="1823065"/>
            <a:ext cx="42702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Output token  </a:t>
            </a:r>
            <a:r>
              <a:rPr lang="zh-CN" altLang="en-US" sz="2000" dirty="0"/>
              <a:t>输出词符号</a:t>
            </a:r>
            <a:endParaRPr lang="en-US" altLang="zh-CN" sz="2000" dirty="0"/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0069CC54-BC22-C7E3-2D82-FA453CE05305}"/>
              </a:ext>
            </a:extLst>
          </p:cNvPr>
          <p:cNvSpPr/>
          <p:nvPr/>
        </p:nvSpPr>
        <p:spPr bwMode="auto">
          <a:xfrm>
            <a:off x="6705600" y="2695798"/>
            <a:ext cx="2059150" cy="2051930"/>
          </a:xfrm>
          <a:prstGeom prst="can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45720" tIns="45720" rIns="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/>
              <a:t>Conversation history 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/>
              <a:t>对话历史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5C13617E-F1E5-7364-0D73-2F0AB1CF4A6F}"/>
              </a:ext>
            </a:extLst>
          </p:cNvPr>
          <p:cNvSpPr/>
          <p:nvPr/>
        </p:nvSpPr>
        <p:spPr bwMode="auto">
          <a:xfrm rot="10800000">
            <a:off x="5271269" y="2527714"/>
            <a:ext cx="1432580" cy="2496824"/>
          </a:xfrm>
          <a:prstGeom prst="rightArrow">
            <a:avLst>
              <a:gd name="adj1" fmla="val 50000"/>
              <a:gd name="adj2" fmla="val 48492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87129-EE17-9179-6247-9BA2C3B06E99}"/>
              </a:ext>
            </a:extLst>
          </p:cNvPr>
          <p:cNvCxnSpPr>
            <a:cxnSpLocks/>
          </p:cNvCxnSpPr>
          <p:nvPr/>
        </p:nvCxnSpPr>
        <p:spPr bwMode="auto">
          <a:xfrm>
            <a:off x="605722" y="5695950"/>
            <a:ext cx="2699453" cy="0"/>
          </a:xfrm>
          <a:prstGeom prst="line">
            <a:avLst/>
          </a:prstGeom>
          <a:solidFill>
            <a:schemeClr val="accent1"/>
          </a:solidFill>
          <a:ln w="635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6DA8BC-87EF-EA5A-DA41-2DB159AE07C4}"/>
              </a:ext>
            </a:extLst>
          </p:cNvPr>
          <p:cNvCxnSpPr>
            <a:cxnSpLocks/>
          </p:cNvCxnSpPr>
          <p:nvPr/>
        </p:nvCxnSpPr>
        <p:spPr bwMode="auto">
          <a:xfrm>
            <a:off x="1416718" y="6010275"/>
            <a:ext cx="1352703" cy="0"/>
          </a:xfrm>
          <a:prstGeom prst="line">
            <a:avLst/>
          </a:prstGeom>
          <a:solidFill>
            <a:schemeClr val="accent1"/>
          </a:solidFill>
          <a:ln w="635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ABC6FB6-2703-DCC3-2BA2-3BE0F1ED4D77}"/>
              </a:ext>
            </a:extLst>
          </p:cNvPr>
          <p:cNvSpPr txBox="1"/>
          <p:nvPr/>
        </p:nvSpPr>
        <p:spPr>
          <a:xfrm>
            <a:off x="5624459" y="5095144"/>
            <a:ext cx="3124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Some compute eliminated</a:t>
            </a:r>
          </a:p>
          <a:p>
            <a:pPr algn="ctr"/>
            <a:r>
              <a:rPr lang="zh-CN" altLang="en-US" sz="2400" dirty="0"/>
              <a:t>免除了部分计算</a:t>
            </a:r>
          </a:p>
        </p:txBody>
      </p:sp>
    </p:spTree>
    <p:extLst>
      <p:ext uri="{BB962C8B-B14F-4D97-AF65-F5344CB8AC3E}">
        <p14:creationId xmlns:p14="http://schemas.microsoft.com/office/powerpoint/2010/main" val="422859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" grpId="0" animBg="1"/>
      <p:bldP spid="4" grpId="0" animBg="1"/>
      <p:bldP spid="1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7F9BF-B215-738A-E4CD-74919FA3F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D2474-BAF3-6287-9198-B4279A11D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Another Low-Precision Option  </a:t>
            </a:r>
            <a:br>
              <a:rPr lang="en-US" altLang="zh-CN" dirty="0"/>
            </a:br>
            <a:r>
              <a:rPr lang="zh-CN" altLang="en-US" dirty="0"/>
              <a:t>另一个低精度选项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0B86AA5-5DAF-7469-3FF6-F868DA195E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702CC838-B14D-82CF-8C4B-9C045190DED4}"/>
              </a:ext>
            </a:extLst>
          </p:cNvPr>
          <p:cNvSpPr/>
          <p:nvPr/>
        </p:nvSpPr>
        <p:spPr bwMode="auto">
          <a:xfrm>
            <a:off x="6705600" y="2695798"/>
            <a:ext cx="2059150" cy="2051930"/>
          </a:xfrm>
          <a:prstGeom prst="can">
            <a:avLst/>
          </a:prstGeom>
          <a:solidFill>
            <a:schemeClr val="bg1">
              <a:lumMod val="85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45720" tIns="45720" rIns="0" bIns="4572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altLang="zh-CN" dirty="0"/>
              <a:t>Conversation history 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/>
              <a:t>对话历史</a:t>
            </a:r>
            <a:r>
              <a:rPr lang="en-US" dirty="0"/>
              <a:t>KV </a:t>
            </a:r>
            <a:r>
              <a:rPr lang="en-US" altLang="zh-CN" dirty="0"/>
              <a:t>cache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DCE602-3756-C43C-9727-9FA0F5AC8523}"/>
              </a:ext>
            </a:extLst>
          </p:cNvPr>
          <p:cNvSpPr txBox="1"/>
          <p:nvPr/>
        </p:nvSpPr>
        <p:spPr>
          <a:xfrm>
            <a:off x="304800" y="3400926"/>
            <a:ext cx="50148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KV cache &amp; compute over it can also use low precision, e.g., 8-bit or even 4-bit data type</a:t>
            </a:r>
          </a:p>
          <a:p>
            <a:pPr algn="ctr"/>
            <a:r>
              <a:rPr lang="en-US" altLang="zh-CN" sz="2400" dirty="0"/>
              <a:t>KV</a:t>
            </a:r>
            <a:r>
              <a:rPr lang="zh-CN" altLang="en-US" sz="2400" dirty="0"/>
              <a:t>缓存以及与</a:t>
            </a:r>
            <a:r>
              <a:rPr lang="en-US" altLang="zh-CN" sz="2400" dirty="0"/>
              <a:t>KV</a:t>
            </a:r>
            <a:r>
              <a:rPr lang="zh-CN" altLang="en-US" sz="2400" dirty="0"/>
              <a:t>缓存计算也可以是低精度：</a:t>
            </a:r>
            <a:r>
              <a:rPr lang="en-US" altLang="zh-CN" sz="2400" dirty="0"/>
              <a:t>8</a:t>
            </a:r>
            <a:r>
              <a:rPr lang="zh-CN" altLang="en-US" sz="2400" dirty="0"/>
              <a:t>位甚至</a:t>
            </a:r>
            <a:r>
              <a:rPr lang="en-US" altLang="zh-CN" sz="2400" dirty="0"/>
              <a:t>4</a:t>
            </a:r>
            <a:r>
              <a:rPr lang="zh-CN" altLang="en-US" sz="2400" dirty="0"/>
              <a:t>位数据类型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9F476D5-5100-1D6A-D956-86B4E3689989}"/>
              </a:ext>
            </a:extLst>
          </p:cNvPr>
          <p:cNvCxnSpPr>
            <a:cxnSpLocks/>
            <a:stCxn id="14" idx="3"/>
            <a:endCxn id="3" idx="2"/>
          </p:cNvCxnSpPr>
          <p:nvPr/>
        </p:nvCxnSpPr>
        <p:spPr bwMode="auto">
          <a:xfrm flipV="1">
            <a:off x="5319658" y="3721763"/>
            <a:ext cx="1385942" cy="64865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80048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5BD74-89C7-E120-7ADE-0FB098A03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1D3A2-2598-FDDC-E764-C317FE6DE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Output Processing Pipeline</a:t>
            </a:r>
            <a:br>
              <a:rPr lang="en-US" altLang="zh-CN" dirty="0"/>
            </a:br>
            <a:r>
              <a:rPr lang="zh-CN" altLang="en-US" dirty="0"/>
              <a:t>输出处理流水线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50D6832-F602-49C6-4D43-CE05FC1C602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1E12F4-75EC-F52A-AA0F-8AF3916DE212}"/>
              </a:ext>
            </a:extLst>
          </p:cNvPr>
          <p:cNvSpPr txBox="1"/>
          <p:nvPr/>
        </p:nvSpPr>
        <p:spPr>
          <a:xfrm>
            <a:off x="0" y="3573959"/>
            <a:ext cx="1905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Accelerator</a:t>
            </a:r>
          </a:p>
          <a:p>
            <a:pPr algn="ctr"/>
            <a:r>
              <a:rPr lang="zh-CN" altLang="en-US" sz="2200" dirty="0"/>
              <a:t>加速器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F34106-7F50-839D-3493-9E4CA7BDCC5A}"/>
              </a:ext>
            </a:extLst>
          </p:cNvPr>
          <p:cNvSpPr txBox="1"/>
          <p:nvPr/>
        </p:nvSpPr>
        <p:spPr>
          <a:xfrm>
            <a:off x="0" y="2782899"/>
            <a:ext cx="1905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Host</a:t>
            </a:r>
          </a:p>
          <a:p>
            <a:pPr algn="ctr"/>
            <a:r>
              <a:rPr lang="zh-CN" altLang="en-US" sz="2200" dirty="0"/>
              <a:t>主控端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762827-055E-1E73-A198-584EC2AD7453}"/>
              </a:ext>
            </a:extLst>
          </p:cNvPr>
          <p:cNvSpPr/>
          <p:nvPr/>
        </p:nvSpPr>
        <p:spPr bwMode="auto">
          <a:xfrm>
            <a:off x="1905000" y="3800960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99782E-12EC-6724-97A4-AB5C4E74BEE4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 bwMode="auto">
          <a:xfrm flipV="1">
            <a:off x="2673112" y="4116399"/>
            <a:ext cx="1" cy="38660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50DDEA-69DD-9D5D-7066-C74317FB41EB}"/>
              </a:ext>
            </a:extLst>
          </p:cNvPr>
          <p:cNvSpPr txBox="1"/>
          <p:nvPr/>
        </p:nvSpPr>
        <p:spPr>
          <a:xfrm>
            <a:off x="671564" y="4503003"/>
            <a:ext cx="40030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Generate a token</a:t>
            </a:r>
          </a:p>
          <a:p>
            <a:pPr algn="ctr"/>
            <a:r>
              <a:rPr lang="zh-CN" altLang="en-US" sz="2400" dirty="0"/>
              <a:t>生成一个词符号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985405-A0BE-5339-60B6-75A4808A009A}"/>
              </a:ext>
            </a:extLst>
          </p:cNvPr>
          <p:cNvSpPr/>
          <p:nvPr/>
        </p:nvSpPr>
        <p:spPr bwMode="auto">
          <a:xfrm>
            <a:off x="3441225" y="3037361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100D79-4432-23AE-C8CF-DBAF8295BE12}"/>
              </a:ext>
            </a:extLst>
          </p:cNvPr>
          <p:cNvSpPr txBox="1"/>
          <p:nvPr/>
        </p:nvSpPr>
        <p:spPr>
          <a:xfrm>
            <a:off x="242779" y="1642645"/>
            <a:ext cx="6994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Convert the token to text &amp; transfer to user</a:t>
            </a:r>
          </a:p>
          <a:p>
            <a:pPr algn="ctr"/>
            <a:r>
              <a:rPr lang="zh-CN" altLang="en-US" sz="2400" dirty="0"/>
              <a:t>将该词符号转</a:t>
            </a:r>
            <a:r>
              <a:rPr lang="zh-CN" altLang="en-US" sz="2400"/>
              <a:t>换成文字并</a:t>
            </a:r>
            <a:r>
              <a:rPr lang="zh-CN" altLang="en-US" sz="2400" dirty="0"/>
              <a:t>发送给用户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A8D452B-D0B4-B91D-E7CC-6BB1A9F1198A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 bwMode="auto">
          <a:xfrm>
            <a:off x="3739913" y="2473642"/>
            <a:ext cx="0" cy="56371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32C7208-25E4-547D-FEEC-33C0A8F53657}"/>
              </a:ext>
            </a:extLst>
          </p:cNvPr>
          <p:cNvSpPr/>
          <p:nvPr/>
        </p:nvSpPr>
        <p:spPr bwMode="auto">
          <a:xfrm>
            <a:off x="3441224" y="3800737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7A5417-D902-ED3F-A0EF-9D751440A4F2}"/>
              </a:ext>
            </a:extLst>
          </p:cNvPr>
          <p:cNvCxnSpPr>
            <a:cxnSpLocks/>
            <a:stCxn id="26" idx="0"/>
            <a:endCxn id="24" idx="2"/>
          </p:cNvCxnSpPr>
          <p:nvPr/>
        </p:nvCxnSpPr>
        <p:spPr bwMode="auto">
          <a:xfrm flipV="1">
            <a:off x="4209337" y="4116176"/>
            <a:ext cx="0" cy="1257929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5DE7F49-2DE7-299F-21E6-D8CA24640F68}"/>
              </a:ext>
            </a:extLst>
          </p:cNvPr>
          <p:cNvSpPr txBox="1"/>
          <p:nvPr/>
        </p:nvSpPr>
        <p:spPr>
          <a:xfrm>
            <a:off x="970837" y="5374105"/>
            <a:ext cx="6476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At the same time generate the next token</a:t>
            </a:r>
          </a:p>
          <a:p>
            <a:pPr algn="ctr"/>
            <a:r>
              <a:rPr lang="zh-CN" altLang="en-US" sz="2400" dirty="0"/>
              <a:t>同时生成下一个词符号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C7CD0F-8AB5-B294-138E-32CE90583F78}"/>
              </a:ext>
            </a:extLst>
          </p:cNvPr>
          <p:cNvSpPr/>
          <p:nvPr/>
        </p:nvSpPr>
        <p:spPr bwMode="auto">
          <a:xfrm>
            <a:off x="4978776" y="3037360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78682B-7EDF-320F-4D03-5BE6592E50C5}"/>
              </a:ext>
            </a:extLst>
          </p:cNvPr>
          <p:cNvSpPr/>
          <p:nvPr/>
        </p:nvSpPr>
        <p:spPr bwMode="auto">
          <a:xfrm>
            <a:off x="4977448" y="3800736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5CC5727-8292-21B0-F0BC-78F17E3D196C}"/>
              </a:ext>
            </a:extLst>
          </p:cNvPr>
          <p:cNvSpPr/>
          <p:nvPr/>
        </p:nvSpPr>
        <p:spPr bwMode="auto">
          <a:xfrm>
            <a:off x="6513674" y="3037360"/>
            <a:ext cx="597375" cy="31543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27E1FD1-AF1E-1011-CB5A-B9078243B68B}"/>
              </a:ext>
            </a:extLst>
          </p:cNvPr>
          <p:cNvSpPr/>
          <p:nvPr/>
        </p:nvSpPr>
        <p:spPr bwMode="auto">
          <a:xfrm>
            <a:off x="6512346" y="3800736"/>
            <a:ext cx="1536225" cy="31543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E136FE4B-17F0-2680-0FA6-E8807BA87780}"/>
              </a:ext>
            </a:extLst>
          </p:cNvPr>
          <p:cNvSpPr/>
          <p:nvPr/>
        </p:nvSpPr>
        <p:spPr bwMode="auto">
          <a:xfrm rot="10800000">
            <a:off x="3372756" y="3376863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DB39A4-000D-0CB6-B28C-E93726EAD201}"/>
              </a:ext>
            </a:extLst>
          </p:cNvPr>
          <p:cNvSpPr txBox="1"/>
          <p:nvPr/>
        </p:nvSpPr>
        <p:spPr>
          <a:xfrm>
            <a:off x="1631158" y="3400404"/>
            <a:ext cx="19673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Token </a:t>
            </a:r>
            <a:r>
              <a:rPr lang="zh-CN" altLang="en-US" sz="2000" dirty="0"/>
              <a:t>词符号</a:t>
            </a: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7F0CA774-050C-D807-B89A-E68029BB8FE6}"/>
              </a:ext>
            </a:extLst>
          </p:cNvPr>
          <p:cNvSpPr/>
          <p:nvPr/>
        </p:nvSpPr>
        <p:spPr bwMode="auto">
          <a:xfrm rot="10800000">
            <a:off x="4936860" y="3376864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C0596BE1-F24D-5626-E3C7-DC9460A6FCEB}"/>
              </a:ext>
            </a:extLst>
          </p:cNvPr>
          <p:cNvSpPr/>
          <p:nvPr/>
        </p:nvSpPr>
        <p:spPr bwMode="auto">
          <a:xfrm rot="10800000">
            <a:off x="6448928" y="3376864"/>
            <a:ext cx="132444" cy="407833"/>
          </a:xfrm>
          <a:prstGeom prst="downArrow">
            <a:avLst/>
          </a:prstGeom>
          <a:noFill/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1991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1" grpId="0"/>
      <p:bldP spid="11" grpId="1"/>
      <p:bldP spid="16" grpId="0" animBg="1"/>
      <p:bldP spid="17" grpId="0"/>
      <p:bldP spid="17" grpId="1"/>
      <p:bldP spid="24" grpId="0" animBg="1"/>
      <p:bldP spid="26" grpId="0"/>
      <p:bldP spid="26" grpId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0" grpId="1"/>
      <p:bldP spid="41" grpId="0" animBg="1"/>
      <p:bldP spid="4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90D36-6520-8FEE-5639-8E4C91561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AD5E1-8DCB-0AB3-3248-71723B957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F6193B-BCD2-4153-6E40-FD57315B789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142E7D6-5FD1-196F-B3BA-11105A7F8D7C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E9409B-2064-0FF1-20C3-22233E2BBFE6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26BDBC8-4F41-8062-61DF-9BA657AD766E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140BEA8-3BDB-DFA8-C854-EB60F13C819A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DF61DAD-543E-91C7-FF32-E23085E0A7C3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A4424C-393D-7466-F92A-C5850F0BBF4D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CAEF160-2FBC-5C11-ECF1-CF7E8C300B7E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C18AC4-D651-5B7E-2170-D96AF445F76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C2D4689-7EA4-5F3B-E32F-5B006B19B88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EE540D2-8578-9E69-AC31-C3978D5BE76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84DDD5EF-FF04-ED22-3672-E07661BDFEC5}"/>
              </a:ext>
            </a:extLst>
          </p:cNvPr>
          <p:cNvSpPr txBox="1"/>
          <p:nvPr/>
        </p:nvSpPr>
        <p:spPr>
          <a:xfrm>
            <a:off x="3657600" y="2328275"/>
            <a:ext cx="49990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 inference instance serves at most 32 concurrent sessions</a:t>
            </a:r>
          </a:p>
          <a:p>
            <a:pPr algn="ctr"/>
            <a:r>
              <a:rPr lang="en-US" altLang="zh-CN" sz="2400" dirty="0"/>
              <a:t>1</a:t>
            </a:r>
            <a:r>
              <a:rPr lang="zh-CN" altLang="en-US" sz="2400" dirty="0"/>
              <a:t>个推理实例最多同时处理</a:t>
            </a:r>
            <a:r>
              <a:rPr lang="en-US" altLang="zh-CN" sz="2400" dirty="0"/>
              <a:t>32</a:t>
            </a:r>
            <a:r>
              <a:rPr lang="zh-CN" altLang="en-US" sz="2400" dirty="0"/>
              <a:t>个会话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8AD5F6F-9281-DB05-8063-50AC2B225189}"/>
              </a:ext>
            </a:extLst>
          </p:cNvPr>
          <p:cNvGrpSpPr/>
          <p:nvPr/>
        </p:nvGrpSpPr>
        <p:grpSpPr>
          <a:xfrm>
            <a:off x="830767" y="2510294"/>
            <a:ext cx="2037342" cy="962837"/>
            <a:chOff x="732215" y="2510296"/>
            <a:chExt cx="2037342" cy="96283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AFD2FBE-C2AB-2838-6454-2852C1BF254D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1808C7B2-996F-2662-19B6-6ACF8302316D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24" name="Arrow: Right 23">
                  <a:extLst>
                    <a:ext uri="{FF2B5EF4-FFF2-40B4-BE49-F238E27FC236}">
                      <a16:creationId xmlns:a16="http://schemas.microsoft.com/office/drawing/2014/main" id="{9C0DDBA0-4223-935D-A552-D5B0FF297011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7" name="Arrow: Right 26">
                  <a:extLst>
                    <a:ext uri="{FF2B5EF4-FFF2-40B4-BE49-F238E27FC236}">
                      <a16:creationId xmlns:a16="http://schemas.microsoft.com/office/drawing/2014/main" id="{08AC4C75-14E3-0729-8108-E8769C6B78EB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8" name="Arrow: Right 27">
                  <a:extLst>
                    <a:ext uri="{FF2B5EF4-FFF2-40B4-BE49-F238E27FC236}">
                      <a16:creationId xmlns:a16="http://schemas.microsoft.com/office/drawing/2014/main" id="{CEC99E91-ADBB-C9CC-E82E-1592A6864B1B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14" name="Arrow: Right 13">
                <a:extLst>
                  <a:ext uri="{FF2B5EF4-FFF2-40B4-BE49-F238E27FC236}">
                    <a16:creationId xmlns:a16="http://schemas.microsoft.com/office/drawing/2014/main" id="{96D4ACB3-3F11-D6AA-F557-9EA0B164F6F3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6C64576-4A5D-9FE0-4B5E-CF0696B9B646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069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1C39-7C66-4292-4F15-92C8C3F1B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6CAA9-75E8-8AF9-FDDD-546D043C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51BC07D-346D-5C49-8E70-6AC447448D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E69D69-6585-9785-4B82-F1B967AA5C18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7E8D9D0-6994-A136-6236-A426C486C9C4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35652CB-D82A-39D1-4669-0B91D8628129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705398-5EC3-C609-9877-B56946215C17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3AE565F-E221-229D-246C-8AA6B22F5DB0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1152A32-B3F3-2F6B-7FFE-4067D2C3CF8F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16640C3-3EE1-F54F-54C0-CF303AC71E6F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49CB51A-EED1-B6D6-C138-68171A8EB68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2E24671-42BD-1094-9A60-76956609A0E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3F2FFE-2C53-E9CE-333E-BEDA1C32D3B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6F6DE667-0DF9-BD62-2503-E05C7FA1145E}"/>
              </a:ext>
            </a:extLst>
          </p:cNvPr>
          <p:cNvSpPr txBox="1"/>
          <p:nvPr/>
        </p:nvSpPr>
        <p:spPr>
          <a:xfrm>
            <a:off x="2072480" y="1590951"/>
            <a:ext cx="499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64 concurrent sessions active</a:t>
            </a:r>
          </a:p>
          <a:p>
            <a:pPr algn="ctr"/>
            <a:r>
              <a:rPr lang="en-US" altLang="zh-CN" sz="2400" dirty="0"/>
              <a:t>64</a:t>
            </a:r>
            <a:r>
              <a:rPr lang="zh-CN" altLang="en-US" sz="2400" dirty="0"/>
              <a:t>个同时活跃的会话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A333CC-D580-CDB8-3DD8-F472EF72FCD7}"/>
              </a:ext>
            </a:extLst>
          </p:cNvPr>
          <p:cNvGrpSpPr/>
          <p:nvPr/>
        </p:nvGrpSpPr>
        <p:grpSpPr>
          <a:xfrm>
            <a:off x="830767" y="2510294"/>
            <a:ext cx="2037342" cy="962837"/>
            <a:chOff x="732215" y="2510296"/>
            <a:chExt cx="2037342" cy="962837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5B5900D-B42D-A16B-5F31-5BE70CD3D347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C6BCC12-695A-1E1C-1CD6-FC3485166303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32" name="Arrow: Right 31">
                  <a:extLst>
                    <a:ext uri="{FF2B5EF4-FFF2-40B4-BE49-F238E27FC236}">
                      <a16:creationId xmlns:a16="http://schemas.microsoft.com/office/drawing/2014/main" id="{92CC6C4A-620C-7834-41F5-3924177A9BF4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33" name="Arrow: Right 32">
                  <a:extLst>
                    <a:ext uri="{FF2B5EF4-FFF2-40B4-BE49-F238E27FC236}">
                      <a16:creationId xmlns:a16="http://schemas.microsoft.com/office/drawing/2014/main" id="{2978638F-8165-D3BD-76E4-844BB1C9479C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34" name="Arrow: Right 33">
                  <a:extLst>
                    <a:ext uri="{FF2B5EF4-FFF2-40B4-BE49-F238E27FC236}">
                      <a16:creationId xmlns:a16="http://schemas.microsoft.com/office/drawing/2014/main" id="{2C54404D-CF69-06DE-B7F2-8D9BDB0DAB9A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31" name="Arrow: Right 30">
                <a:extLst>
                  <a:ext uri="{FF2B5EF4-FFF2-40B4-BE49-F238E27FC236}">
                    <a16:creationId xmlns:a16="http://schemas.microsoft.com/office/drawing/2014/main" id="{22563A5C-7C09-B902-5A30-53D45BBD0C04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3553E30-0A18-7921-399C-9989D232EB76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57A15EA-3367-361E-1B45-67E4C88AB1C2}"/>
              </a:ext>
            </a:extLst>
          </p:cNvPr>
          <p:cNvGrpSpPr/>
          <p:nvPr/>
        </p:nvGrpSpPr>
        <p:grpSpPr>
          <a:xfrm>
            <a:off x="5382922" y="2533461"/>
            <a:ext cx="2037342" cy="962837"/>
            <a:chOff x="732215" y="2510296"/>
            <a:chExt cx="2037342" cy="96283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FCB0A080-FD67-84BB-E408-317285708509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21DE5016-963C-513F-EA55-99F463268143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48" name="Arrow: Right 47">
                  <a:extLst>
                    <a:ext uri="{FF2B5EF4-FFF2-40B4-BE49-F238E27FC236}">
                      <a16:creationId xmlns:a16="http://schemas.microsoft.com/office/drawing/2014/main" id="{A60496C7-FA99-5CCC-3889-7DDAAA8AF3CE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49" name="Arrow: Right 48">
                  <a:extLst>
                    <a:ext uri="{FF2B5EF4-FFF2-40B4-BE49-F238E27FC236}">
                      <a16:creationId xmlns:a16="http://schemas.microsoft.com/office/drawing/2014/main" id="{ADF5B5B0-27D0-4B78-E2FD-5D9460FCE4B8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50" name="Arrow: Right 49">
                  <a:extLst>
                    <a:ext uri="{FF2B5EF4-FFF2-40B4-BE49-F238E27FC236}">
                      <a16:creationId xmlns:a16="http://schemas.microsoft.com/office/drawing/2014/main" id="{DAFB2EBC-E347-0BD1-902A-F5CFBF11F618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47" name="Arrow: Right 46">
                <a:extLst>
                  <a:ext uri="{FF2B5EF4-FFF2-40B4-BE49-F238E27FC236}">
                    <a16:creationId xmlns:a16="http://schemas.microsoft.com/office/drawing/2014/main" id="{49001F4C-6349-A33A-DF91-304768C5F8B3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38E7EB8-D1BF-A96D-F941-C089D89497FD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18851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0C94D-73BC-A7E7-5F56-0E3972949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43C6-3187-C729-A44E-AE8569EA3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Parallelism</a:t>
            </a:r>
            <a:br>
              <a:rPr lang="en-US" altLang="zh-CN" dirty="0"/>
            </a:br>
            <a:r>
              <a:rPr lang="zh-CN" altLang="en-US" dirty="0"/>
              <a:t>集群级别并行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8839826D-4CAE-D1BA-803A-D2E9F51D77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9E5E8F6-20BC-DF1A-6081-6FE816DEEDEA}"/>
              </a:ext>
            </a:extLst>
          </p:cNvPr>
          <p:cNvGrpSpPr/>
          <p:nvPr/>
        </p:nvGrpSpPr>
        <p:grpSpPr>
          <a:xfrm>
            <a:off x="457200" y="3581400"/>
            <a:ext cx="2916236" cy="2512594"/>
            <a:chOff x="914400" y="3429000"/>
            <a:chExt cx="2916236" cy="25125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B72A2D-6E80-FBB5-DF05-AC83DF3C7767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378FF20-EEC9-0CC9-59F3-C069DD37119A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8A4CECC-647C-F7D7-EBEB-A3C3D724607E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57F958-7646-AC8F-14E2-58D76B72E64D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FFE8E7-6FDE-0E78-B325-996BEEBB82B1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B1BE46-C473-7D56-FB68-C01296338E94}"/>
                </a:ext>
              </a:extLst>
            </p:cNvPr>
            <p:cNvCxnSpPr>
              <a:cxnSpLocks/>
              <a:stCxn id="8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9F901A5-D628-47CC-A71A-C7F781EF3AF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E04D5B0-6BCE-EC55-FEE5-42CBE3290CD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026373-FE6D-6187-9FC5-E593BF107ED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4F6DD5F1-1FB3-F6A2-C872-FC68BBF5B3FA}"/>
              </a:ext>
            </a:extLst>
          </p:cNvPr>
          <p:cNvSpPr txBox="1"/>
          <p:nvPr/>
        </p:nvSpPr>
        <p:spPr>
          <a:xfrm>
            <a:off x="1432701" y="1646612"/>
            <a:ext cx="6278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Scale to 2 instances for data parallelism</a:t>
            </a:r>
          </a:p>
          <a:p>
            <a:pPr algn="ctr"/>
            <a:r>
              <a:rPr lang="zh-CN" altLang="en-US" sz="2400" dirty="0"/>
              <a:t>扩容到</a:t>
            </a:r>
            <a:r>
              <a:rPr lang="en-US" altLang="zh-CN" sz="2400" dirty="0"/>
              <a:t>2</a:t>
            </a:r>
            <a:r>
              <a:rPr lang="zh-CN" altLang="en-US" sz="2400" dirty="0"/>
              <a:t>个实例进行数据并行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B55B53-5230-8B36-C26D-DB255DC9ECDA}"/>
              </a:ext>
            </a:extLst>
          </p:cNvPr>
          <p:cNvGrpSpPr/>
          <p:nvPr/>
        </p:nvGrpSpPr>
        <p:grpSpPr>
          <a:xfrm>
            <a:off x="4943475" y="3595471"/>
            <a:ext cx="2916236" cy="2512594"/>
            <a:chOff x="914400" y="3429000"/>
            <a:chExt cx="2916236" cy="251259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50FED2-6A9A-6D06-AC0D-CC6B330C36DD}"/>
                </a:ext>
              </a:extLst>
            </p:cNvPr>
            <p:cNvSpPr/>
            <p:nvPr/>
          </p:nvSpPr>
          <p:spPr>
            <a:xfrm>
              <a:off x="914400" y="3429000"/>
              <a:ext cx="2916236" cy="457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Host </a:t>
              </a:r>
              <a:r>
                <a:rPr lang="zh-CN" altLang="en-US" sz="2000" dirty="0">
                  <a:solidFill>
                    <a:srgbClr val="100D1A"/>
                  </a:solidFill>
                </a:rPr>
                <a:t>主控端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93A6AC0-DFF9-FB72-EB37-F05E7E9520D8}"/>
                </a:ext>
              </a:extLst>
            </p:cNvPr>
            <p:cNvSpPr/>
            <p:nvPr/>
          </p:nvSpPr>
          <p:spPr>
            <a:xfrm rot="16200000">
              <a:off x="353220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E9D71E-69D1-A45A-B28C-3373EC30689A}"/>
                </a:ext>
              </a:extLst>
            </p:cNvPr>
            <p:cNvSpPr/>
            <p:nvPr/>
          </p:nvSpPr>
          <p:spPr>
            <a:xfrm rot="16200000">
              <a:off x="1115219" y="4750174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AEB3ED-C552-A034-E339-BBA14DF6A1D2}"/>
                </a:ext>
              </a:extLst>
            </p:cNvPr>
            <p:cNvSpPr/>
            <p:nvPr/>
          </p:nvSpPr>
          <p:spPr>
            <a:xfrm rot="16200000">
              <a:off x="1877218" y="4750173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05CD40D-98FA-4711-FB2D-71C39A411A35}"/>
                </a:ext>
              </a:extLst>
            </p:cNvPr>
            <p:cNvSpPr/>
            <p:nvPr/>
          </p:nvSpPr>
          <p:spPr>
            <a:xfrm rot="16200000">
              <a:off x="2639217" y="4750175"/>
              <a:ext cx="1752600" cy="630237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dirty="0">
                  <a:solidFill>
                    <a:srgbClr val="100D1A"/>
                  </a:solidFill>
                </a:rPr>
                <a:t>Accelerator </a:t>
              </a:r>
              <a:r>
                <a:rPr lang="zh-CN" altLang="en-US" sz="2000" dirty="0">
                  <a:solidFill>
                    <a:srgbClr val="100D1A"/>
                  </a:solidFill>
                </a:rPr>
                <a:t>加速器</a:t>
              </a:r>
              <a:endParaRPr lang="en-US" sz="2000" dirty="0">
                <a:solidFill>
                  <a:srgbClr val="100D1A"/>
                </a:solidFill>
              </a:endParaRP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32C0ED8-1206-1D6A-774F-6AD85640FFDD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 flipV="1">
              <a:off x="1229521" y="3886200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B34962F-2B79-A04A-9167-7443182AFC1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981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A26B221-5D5A-FA64-41B5-ABCF91FC0D4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743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AB2251D-7AE1-6469-3295-A8B029205AE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05200" y="3886197"/>
              <a:ext cx="0" cy="30279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882000A-9BC4-A2CA-08AC-295C38DC41DC}"/>
              </a:ext>
            </a:extLst>
          </p:cNvPr>
          <p:cNvGrpSpPr/>
          <p:nvPr/>
        </p:nvGrpSpPr>
        <p:grpSpPr>
          <a:xfrm>
            <a:off x="830767" y="2510294"/>
            <a:ext cx="2037342" cy="962837"/>
            <a:chOff x="732215" y="2510296"/>
            <a:chExt cx="2037342" cy="962837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0990B02-A37F-ABCF-B321-51C8A3C122CC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87053DE-F767-5172-07C9-66CA3555E681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20" name="Arrow: Right 19">
                  <a:extLst>
                    <a:ext uri="{FF2B5EF4-FFF2-40B4-BE49-F238E27FC236}">
                      <a16:creationId xmlns:a16="http://schemas.microsoft.com/office/drawing/2014/main" id="{568734C8-60C2-3273-6FBD-969788367E32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1" name="Arrow: Right 20">
                  <a:extLst>
                    <a:ext uri="{FF2B5EF4-FFF2-40B4-BE49-F238E27FC236}">
                      <a16:creationId xmlns:a16="http://schemas.microsoft.com/office/drawing/2014/main" id="{BD1676F5-102C-8C22-3642-7A7D22D45C14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22" name="Arrow: Right 21">
                  <a:extLst>
                    <a:ext uri="{FF2B5EF4-FFF2-40B4-BE49-F238E27FC236}">
                      <a16:creationId xmlns:a16="http://schemas.microsoft.com/office/drawing/2014/main" id="{CC0093BE-93E5-E36A-4246-51F0581E2460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25" name="Arrow: Right 24">
                <a:extLst>
                  <a:ext uri="{FF2B5EF4-FFF2-40B4-BE49-F238E27FC236}">
                    <a16:creationId xmlns:a16="http://schemas.microsoft.com/office/drawing/2014/main" id="{14B23AB3-E583-3144-EB38-EC46EFE1EB90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1C13F1F-484F-0586-4338-F51773A4AE44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BC10024-3995-DB24-8C43-0740BDD4DE50}"/>
              </a:ext>
            </a:extLst>
          </p:cNvPr>
          <p:cNvGrpSpPr/>
          <p:nvPr/>
        </p:nvGrpSpPr>
        <p:grpSpPr>
          <a:xfrm>
            <a:off x="5382922" y="2533461"/>
            <a:ext cx="2037342" cy="962837"/>
            <a:chOff x="732215" y="2510296"/>
            <a:chExt cx="2037342" cy="962837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817BA847-65C3-4758-C862-270FFC89C1FB}"/>
                </a:ext>
              </a:extLst>
            </p:cNvPr>
            <p:cNvGrpSpPr/>
            <p:nvPr/>
          </p:nvGrpSpPr>
          <p:grpSpPr>
            <a:xfrm>
              <a:off x="732215" y="2510296"/>
              <a:ext cx="2037342" cy="962837"/>
              <a:chOff x="600021" y="2503261"/>
              <a:chExt cx="1930901" cy="962837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2A910E97-2790-4437-E729-C76534D50ACF}"/>
                  </a:ext>
                </a:extLst>
              </p:cNvPr>
              <p:cNvGrpSpPr/>
              <p:nvPr/>
            </p:nvGrpSpPr>
            <p:grpSpPr>
              <a:xfrm rot="5400000">
                <a:off x="549481" y="2553801"/>
                <a:ext cx="954118" cy="853038"/>
                <a:chOff x="2133600" y="3081569"/>
                <a:chExt cx="954118" cy="853038"/>
              </a:xfrm>
            </p:grpSpPr>
            <p:sp>
              <p:nvSpPr>
                <p:cNvPr id="44" name="Arrow: Right 43">
                  <a:extLst>
                    <a:ext uri="{FF2B5EF4-FFF2-40B4-BE49-F238E27FC236}">
                      <a16:creationId xmlns:a16="http://schemas.microsoft.com/office/drawing/2014/main" id="{B437518C-41F9-E04E-C2EE-1476F9FFA44A}"/>
                    </a:ext>
                  </a:extLst>
                </p:cNvPr>
                <p:cNvSpPr/>
                <p:nvPr/>
              </p:nvSpPr>
              <p:spPr bwMode="auto">
                <a:xfrm>
                  <a:off x="2133600" y="3412265"/>
                  <a:ext cx="942974" cy="203130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45" name="Arrow: Right 44">
                  <a:extLst>
                    <a:ext uri="{FF2B5EF4-FFF2-40B4-BE49-F238E27FC236}">
                      <a16:creationId xmlns:a16="http://schemas.microsoft.com/office/drawing/2014/main" id="{33E2B32A-E181-4AF8-655B-79B2BAFE9A7C}"/>
                    </a:ext>
                  </a:extLst>
                </p:cNvPr>
                <p:cNvSpPr/>
                <p:nvPr/>
              </p:nvSpPr>
              <p:spPr bwMode="auto">
                <a:xfrm>
                  <a:off x="2133600" y="3081569"/>
                  <a:ext cx="954118" cy="203131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  <p:sp>
              <p:nvSpPr>
                <p:cNvPr id="46" name="Arrow: Right 45">
                  <a:extLst>
                    <a:ext uri="{FF2B5EF4-FFF2-40B4-BE49-F238E27FC236}">
                      <a16:creationId xmlns:a16="http://schemas.microsoft.com/office/drawing/2014/main" id="{C522683E-BFE1-429B-3BB7-EBE1BCE9352A}"/>
                    </a:ext>
                  </a:extLst>
                </p:cNvPr>
                <p:cNvSpPr/>
                <p:nvPr/>
              </p:nvSpPr>
              <p:spPr bwMode="auto">
                <a:xfrm>
                  <a:off x="2133600" y="3742960"/>
                  <a:ext cx="942974" cy="191647"/>
                </a:xfrm>
                <a:prstGeom prst="rightArrow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omic Sans MS" pitchFamily="66" charset="0"/>
                    <a:ea typeface="SimSun" pitchFamily="2" charset="-122"/>
                  </a:endParaRPr>
                </a:p>
              </p:txBody>
            </p:sp>
          </p:grpSp>
          <p:sp>
            <p:nvSpPr>
              <p:cNvPr id="43" name="Arrow: Right 42">
                <a:extLst>
                  <a:ext uri="{FF2B5EF4-FFF2-40B4-BE49-F238E27FC236}">
                    <a16:creationId xmlns:a16="http://schemas.microsoft.com/office/drawing/2014/main" id="{E498595F-5AD7-A359-A7E8-0771F7C6A3FD}"/>
                  </a:ext>
                </a:extLst>
              </p:cNvPr>
              <p:cNvSpPr/>
              <p:nvPr/>
            </p:nvSpPr>
            <p:spPr bwMode="auto">
              <a:xfrm rot="5400000">
                <a:off x="1952298" y="2887473"/>
                <a:ext cx="954118" cy="203131"/>
              </a:xfrm>
              <a:prstGeom prst="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Comic Sans MS" pitchFamily="66" charset="0"/>
                  <a:ea typeface="SimSun" pitchFamily="2" charset="-122"/>
                </a:endParaRP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29C60F2-E879-BEAF-432F-DF0089BFE76B}"/>
                </a:ext>
              </a:extLst>
            </p:cNvPr>
            <p:cNvSpPr txBox="1"/>
            <p:nvPr/>
          </p:nvSpPr>
          <p:spPr>
            <a:xfrm>
              <a:off x="1849438" y="2743200"/>
              <a:ext cx="5889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65547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FBDBE-5814-823C-0771-6DF43E7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AFE9-B11D-7D5C-9EB7-99FE24DA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Cluster-Level Caching</a:t>
            </a:r>
            <a:br>
              <a:rPr lang="en-US" altLang="zh-CN" dirty="0"/>
            </a:br>
            <a:r>
              <a:rPr lang="zh-CN" altLang="en-US" dirty="0"/>
              <a:t>集群级别缓存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85FD8-AFD5-DA4A-DA81-C65F035F0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Distributed KV Cache Store  </a:t>
            </a:r>
            <a:br>
              <a:rPr lang="en-US" altLang="zh-CN" dirty="0"/>
            </a:br>
            <a:r>
              <a:rPr lang="zh-CN" altLang="en-US" dirty="0"/>
              <a:t>分布式</a:t>
            </a:r>
            <a:r>
              <a:rPr lang="en-US" altLang="zh-CN" dirty="0"/>
              <a:t>KV</a:t>
            </a:r>
            <a:r>
              <a:rPr lang="zh-CN" altLang="en-US" dirty="0"/>
              <a:t>缓存存储</a:t>
            </a:r>
            <a:endParaRPr lang="en-US" altLang="zh-CN" dirty="0"/>
          </a:p>
          <a:p>
            <a:pPr lvl="1"/>
            <a:r>
              <a:rPr lang="en-US" altLang="zh-CN" dirty="0"/>
              <a:t>Hold KV cache of all the session</a:t>
            </a:r>
            <a:br>
              <a:rPr lang="en-US" altLang="zh-CN" dirty="0"/>
            </a:br>
            <a:r>
              <a:rPr lang="zh-CN" altLang="en-US" dirty="0"/>
              <a:t>保存所有会话的</a:t>
            </a:r>
            <a:r>
              <a:rPr lang="en-US" altLang="zh-CN" dirty="0"/>
              <a:t>KV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Connected w/ network  </a:t>
            </a:r>
            <a:r>
              <a:rPr lang="zh-CN" altLang="en-US" dirty="0"/>
              <a:t>由网络互联</a:t>
            </a:r>
            <a:endParaRPr lang="en-US" altLang="zh-CN" dirty="0"/>
          </a:p>
          <a:p>
            <a:r>
              <a:rPr lang="en-US" altLang="zh-CN" dirty="0"/>
              <a:t>KV Cache of Active Sessions </a:t>
            </a:r>
            <a:br>
              <a:rPr lang="en-US" altLang="zh-CN" dirty="0"/>
            </a:br>
            <a:r>
              <a:rPr lang="zh-CN" altLang="en-US" dirty="0"/>
              <a:t>活跃会话的</a:t>
            </a:r>
            <a:r>
              <a:rPr lang="en-US" altLang="zh-CN" dirty="0"/>
              <a:t>KV</a:t>
            </a:r>
            <a:r>
              <a:rPr lang="zh-CN" altLang="en-US" dirty="0"/>
              <a:t>缓存</a:t>
            </a:r>
            <a:endParaRPr lang="en-US" altLang="zh-CN" dirty="0"/>
          </a:p>
          <a:p>
            <a:pPr lvl="1"/>
            <a:r>
              <a:rPr lang="en-US" altLang="zh-CN" dirty="0"/>
              <a:t>Transferred to &amp; cached in accelerator memory  </a:t>
            </a:r>
            <a:r>
              <a:rPr lang="zh-CN" altLang="en-US" dirty="0"/>
              <a:t>传送至并被缓存于加速器内存中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563A9BC-2FEF-7553-6B04-0980E74AC7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260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93257-9F2B-FB35-EE4C-51999EF5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C4BDA-E9C7-8B51-51D0-492093791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E443218-8D0F-E9A1-5121-CAC90D9A3D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8E5D0E-3244-0630-97F3-4028E394B69E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17CA54-263E-2156-51E8-938F8493EA78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7497B-CF02-081F-DF10-8D1D03809A10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770BEA-830B-1487-E4E5-FBF86D5D0549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5D2AC61-9933-FC74-7783-7793B551123A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B53523-15A2-C9BB-EEC8-238DDBF8427A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F3F1A1A-F157-C4E5-631B-DAA274AF6848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DC53B7C9-6D93-7582-0882-BD5C2DD5E51C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06498-E0DE-08CB-0558-623A65981C2D}"/>
              </a:ext>
            </a:extLst>
          </p:cNvPr>
          <p:cNvSpPr txBox="1"/>
          <p:nvPr/>
        </p:nvSpPr>
        <p:spPr>
          <a:xfrm>
            <a:off x="4042738" y="266948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75E849-77D6-9B1B-E6F8-5ECB5DDA444B}"/>
              </a:ext>
            </a:extLst>
          </p:cNvPr>
          <p:cNvSpPr txBox="1"/>
          <p:nvPr/>
        </p:nvSpPr>
        <p:spPr>
          <a:xfrm>
            <a:off x="4038198" y="3873308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C45921-E290-E98D-BA0B-DCC095B6880D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2C5C22-8B2C-9FDC-A236-643713668997}"/>
              </a:ext>
            </a:extLst>
          </p:cNvPr>
          <p:cNvSpPr txBox="1"/>
          <p:nvPr/>
        </p:nvSpPr>
        <p:spPr>
          <a:xfrm>
            <a:off x="6193456" y="2341374"/>
            <a:ext cx="1752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KV cache by modules</a:t>
            </a:r>
          </a:p>
          <a:p>
            <a:pPr algn="ctr"/>
            <a:r>
              <a:rPr lang="en-US" altLang="zh-CN" sz="2400" dirty="0"/>
              <a:t>KV</a:t>
            </a:r>
            <a:r>
              <a:rPr lang="zh-CN" altLang="en-US" sz="2400" dirty="0"/>
              <a:t>缓存对应于各模块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ED0A370D-1275-3C33-A619-A75D850C2D2F}"/>
              </a:ext>
            </a:extLst>
          </p:cNvPr>
          <p:cNvSpPr/>
          <p:nvPr/>
        </p:nvSpPr>
        <p:spPr bwMode="auto">
          <a:xfrm rot="10800000">
            <a:off x="3232085" y="2818281"/>
            <a:ext cx="737935" cy="321065"/>
          </a:xfrm>
          <a:prstGeom prst="rightArrow">
            <a:avLst>
              <a:gd name="adj1" fmla="val 49998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E929F0E1-C919-9656-1F7C-DE0B3F651867}"/>
              </a:ext>
            </a:extLst>
          </p:cNvPr>
          <p:cNvSpPr/>
          <p:nvPr/>
        </p:nvSpPr>
        <p:spPr bwMode="auto">
          <a:xfrm rot="10800000">
            <a:off x="3232084" y="4038599"/>
            <a:ext cx="733925" cy="32106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1591D3A-5151-33F6-9578-DE45896298F2}"/>
              </a:ext>
            </a:extLst>
          </p:cNvPr>
          <p:cNvSpPr/>
          <p:nvPr/>
        </p:nvSpPr>
        <p:spPr bwMode="auto">
          <a:xfrm rot="10800000">
            <a:off x="3228074" y="5119662"/>
            <a:ext cx="737936" cy="32106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80562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1" grpId="0"/>
      <p:bldP spid="33" grpId="0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A25BB-1763-11CA-052A-FFDAACC3C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C0B5-F918-7F19-333D-E23F829FC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3B91A04-33BF-219D-7467-7414E92EAC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95AC58-D633-ACFF-8BC3-0E062A8FD3C8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B28AE0-B062-0877-4FE1-AC636BB90225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E39931-D403-FFEC-7C74-8234DB426B19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3480EBF-E19E-1E8F-F411-DBBC83AF8FC9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A24C9AF-4EEF-6FF5-A7A3-4825FD14237E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D1A44D-03CE-6D33-D610-C899C547F19D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C26F6B4-4F7E-ED43-C175-9128E1C81DC8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1619DA8-0BEC-52A8-03CC-D57D8BAEB0AD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D849EE-6212-7864-429D-B03A1D7B1B7A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0AA967AC-667A-9508-B842-597AA974BAB1}"/>
              </a:ext>
            </a:extLst>
          </p:cNvPr>
          <p:cNvSpPr/>
          <p:nvPr/>
        </p:nvSpPr>
        <p:spPr bwMode="auto">
          <a:xfrm rot="10800000">
            <a:off x="5273438" y="5119662"/>
            <a:ext cx="3032361" cy="371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B104">
              <a:alpha val="49804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BDB30C-0DB7-47C8-01B7-18C76B9A7DC2}"/>
              </a:ext>
            </a:extLst>
          </p:cNvPr>
          <p:cNvSpPr txBox="1"/>
          <p:nvPr/>
        </p:nvSpPr>
        <p:spPr>
          <a:xfrm>
            <a:off x="5736256" y="3450959"/>
            <a:ext cx="31791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Network transfer from KV cache store</a:t>
            </a:r>
          </a:p>
          <a:p>
            <a:pPr algn="ctr"/>
            <a:r>
              <a:rPr lang="zh-CN" altLang="en-US" sz="2400" dirty="0"/>
              <a:t>由</a:t>
            </a:r>
            <a:r>
              <a:rPr lang="en-US" altLang="zh-CN" sz="2400" dirty="0"/>
              <a:t>KV</a:t>
            </a:r>
            <a:r>
              <a:rPr lang="zh-CN" altLang="en-US" sz="2400" dirty="0"/>
              <a:t>缓存存储通</a:t>
            </a:r>
            <a:endParaRPr lang="en-US" altLang="zh-CN" sz="2400" dirty="0"/>
          </a:p>
          <a:p>
            <a:pPr algn="ctr"/>
            <a:r>
              <a:rPr lang="zh-CN" altLang="en-US" sz="2400" dirty="0"/>
              <a:t>过网络传送支持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A0B66-F74E-2BD3-56D4-84754E65C418}"/>
              </a:ext>
            </a:extLst>
          </p:cNvPr>
          <p:cNvSpPr txBox="1"/>
          <p:nvPr/>
        </p:nvSpPr>
        <p:spPr>
          <a:xfrm>
            <a:off x="5667676" y="1533435"/>
            <a:ext cx="31791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Session just activated</a:t>
            </a:r>
          </a:p>
          <a:p>
            <a:pPr algn="ctr"/>
            <a:r>
              <a:rPr lang="zh-CN" altLang="en-US" sz="2400" dirty="0"/>
              <a:t>会话刚被激活</a:t>
            </a:r>
          </a:p>
        </p:txBody>
      </p:sp>
    </p:spTree>
    <p:extLst>
      <p:ext uri="{BB962C8B-B14F-4D97-AF65-F5344CB8AC3E}">
        <p14:creationId xmlns:p14="http://schemas.microsoft.com/office/powerpoint/2010/main" val="364117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" grpId="0" animBg="1"/>
      <p:bldP spid="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A823A-3A5F-214C-5338-DDB37B8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11C96-AF2E-A8B7-34BF-EFBFCF0D0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2A18CAF-AE29-6A19-0D9B-4A64AE139C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36AA0A-5FC0-3E36-A75F-6E921FFCAD88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6EAF5C-0512-CA64-5D59-4F95CE13E10F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47111D-99AD-1AE4-E59C-A4DC1F416F40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8084EA4-5DC2-96BE-E02E-FC898295CA49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E3087E4-2FD9-2998-2419-A0538771455F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9E9097-B87B-E7EB-7AB3-E47F5A6F33CC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AE8C915-3F5D-6CBF-09A9-92E1288B3E5F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D94AF-4911-97D1-DC6E-CA4FFF89F491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44C188-1AF1-E83E-210E-731D2E6E31C1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2074AB63-D295-F6C7-3CC7-EF20DC85243E}"/>
              </a:ext>
            </a:extLst>
          </p:cNvPr>
          <p:cNvSpPr/>
          <p:nvPr/>
        </p:nvSpPr>
        <p:spPr bwMode="auto">
          <a:xfrm rot="10800000">
            <a:off x="3228074" y="5119662"/>
            <a:ext cx="737936" cy="32106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2B6CCCE0-D362-1BD2-D45D-BA6ECBE18D52}"/>
              </a:ext>
            </a:extLst>
          </p:cNvPr>
          <p:cNvSpPr/>
          <p:nvPr/>
        </p:nvSpPr>
        <p:spPr bwMode="auto">
          <a:xfrm>
            <a:off x="2133600" y="5325317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F1D3B-21E8-E46E-D677-3279DB7CF181}"/>
              </a:ext>
            </a:extLst>
          </p:cNvPr>
          <p:cNvSpPr txBox="1"/>
          <p:nvPr/>
        </p:nvSpPr>
        <p:spPr>
          <a:xfrm>
            <a:off x="1556942" y="5713262"/>
            <a:ext cx="2040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Compute  </a:t>
            </a:r>
            <a:r>
              <a:rPr lang="zh-CN" altLang="en-US" dirty="0"/>
              <a:t>计算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1CCDC7-6121-7743-D263-8B13DBE0FED3}"/>
              </a:ext>
            </a:extLst>
          </p:cNvPr>
          <p:cNvSpPr txBox="1"/>
          <p:nvPr/>
        </p:nvSpPr>
        <p:spPr>
          <a:xfrm>
            <a:off x="4038198" y="384946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67C276AF-5A8C-2DF0-219F-53A97474DAB6}"/>
              </a:ext>
            </a:extLst>
          </p:cNvPr>
          <p:cNvSpPr/>
          <p:nvPr/>
        </p:nvSpPr>
        <p:spPr bwMode="auto">
          <a:xfrm rot="10800000">
            <a:off x="5273438" y="3992292"/>
            <a:ext cx="3032361" cy="371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B104">
              <a:alpha val="49804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940D88-0BB0-FAE3-8DF1-DE4B89A887C7}"/>
              </a:ext>
            </a:extLst>
          </p:cNvPr>
          <p:cNvSpPr txBox="1"/>
          <p:nvPr/>
        </p:nvSpPr>
        <p:spPr>
          <a:xfrm>
            <a:off x="5534124" y="1988774"/>
            <a:ext cx="347632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At the same time, transfer the KV cache for the next module</a:t>
            </a:r>
          </a:p>
          <a:p>
            <a:pPr algn="ctr"/>
            <a:r>
              <a:rPr lang="zh-CN" altLang="en-US" sz="2400" dirty="0"/>
              <a:t>同时传输下一个</a:t>
            </a:r>
            <a:endParaRPr lang="en-US" altLang="zh-CN" sz="2400" dirty="0"/>
          </a:p>
          <a:p>
            <a:pPr algn="ctr"/>
            <a:r>
              <a:rPr lang="zh-CN" altLang="en-US" sz="2400" dirty="0"/>
              <a:t>模块的</a:t>
            </a:r>
            <a:r>
              <a:rPr lang="en-US" altLang="zh-CN" sz="2400" dirty="0"/>
              <a:t>KV</a:t>
            </a:r>
            <a:r>
              <a:rPr lang="zh-CN" altLang="en-US" sz="2400" dirty="0"/>
              <a:t>缓存</a:t>
            </a:r>
          </a:p>
        </p:txBody>
      </p:sp>
    </p:spTree>
    <p:extLst>
      <p:ext uri="{BB962C8B-B14F-4D97-AF65-F5344CB8AC3E}">
        <p14:creationId xmlns:p14="http://schemas.microsoft.com/office/powerpoint/2010/main" val="422878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 animBg="1"/>
      <p:bldP spid="1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57455-56EC-23BD-647E-C332362B7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5EF4E-953A-8A3D-9B7D-BD4118B0F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Advanced Optimization</a:t>
            </a:r>
            <a:br>
              <a:rPr lang="en-US" altLang="zh-CN" dirty="0"/>
            </a:br>
            <a:r>
              <a:rPr lang="zh-CN" altLang="en-US" dirty="0"/>
              <a:t>进阶优化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8C23826-4117-A387-9A2C-5CC7F15C94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77E93F-9933-CCF2-8A32-2DE3199F9E1C}"/>
              </a:ext>
            </a:extLst>
          </p:cNvPr>
          <p:cNvSpPr/>
          <p:nvPr/>
        </p:nvSpPr>
        <p:spPr>
          <a:xfrm>
            <a:off x="152400" y="4952999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414CC-9D59-79DD-264D-810A4D205C58}"/>
              </a:ext>
            </a:extLst>
          </p:cNvPr>
          <p:cNvSpPr/>
          <p:nvPr/>
        </p:nvSpPr>
        <p:spPr>
          <a:xfrm>
            <a:off x="152400" y="3802427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55691E-A676-299F-FA3A-82D0BB181915}"/>
              </a:ext>
            </a:extLst>
          </p:cNvPr>
          <p:cNvSpPr/>
          <p:nvPr/>
        </p:nvSpPr>
        <p:spPr>
          <a:xfrm>
            <a:off x="152400" y="2631800"/>
            <a:ext cx="2971800" cy="754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Neural network module 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神经网络模块</a:t>
            </a:r>
            <a:endParaRPr lang="en-US" sz="2000" dirty="0">
              <a:solidFill>
                <a:srgbClr val="100D1A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1F136BA-7970-A345-D802-554BDE11B50B}"/>
              </a:ext>
            </a:extLst>
          </p:cNvPr>
          <p:cNvCxnSpPr>
            <a:cxnSpLocks/>
            <a:endCxn id="8" idx="2"/>
          </p:cNvCxnSpPr>
          <p:nvPr/>
        </p:nvCxnSpPr>
        <p:spPr bwMode="auto">
          <a:xfrm flipV="1">
            <a:off x="1638300" y="5707426"/>
            <a:ext cx="0" cy="31237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9B31498-7AA4-A665-BFDD-07573C4C05C1}"/>
              </a:ext>
            </a:extLst>
          </p:cNvPr>
          <p:cNvCxnSpPr>
            <a:cxnSpLocks/>
            <a:stCxn id="8" idx="0"/>
            <a:endCxn id="10" idx="2"/>
          </p:cNvCxnSpPr>
          <p:nvPr/>
        </p:nvCxnSpPr>
        <p:spPr bwMode="auto">
          <a:xfrm flipV="1">
            <a:off x="1638300" y="4556854"/>
            <a:ext cx="0" cy="3961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3F025C6-47B7-36D3-343F-B7E1FF2062BF}"/>
              </a:ext>
            </a:extLst>
          </p:cNvPr>
          <p:cNvCxnSpPr>
            <a:cxnSpLocks/>
            <a:stCxn id="10" idx="0"/>
            <a:endCxn id="12" idx="2"/>
          </p:cNvCxnSpPr>
          <p:nvPr/>
        </p:nvCxnSpPr>
        <p:spPr bwMode="auto">
          <a:xfrm flipV="1">
            <a:off x="1638300" y="3386227"/>
            <a:ext cx="0" cy="416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25C448F-90E5-0678-7F5D-C6A295B54E63}"/>
              </a:ext>
            </a:extLst>
          </p:cNvPr>
          <p:cNvCxnSpPr>
            <a:cxnSpLocks/>
            <a:stCxn id="12" idx="0"/>
          </p:cNvCxnSpPr>
          <p:nvPr/>
        </p:nvCxnSpPr>
        <p:spPr bwMode="auto">
          <a:xfrm flipV="1">
            <a:off x="1638300" y="2133600"/>
            <a:ext cx="0" cy="4982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4F3DF036-5067-EE18-F4D3-00BCF113125A}"/>
              </a:ext>
            </a:extLst>
          </p:cNvPr>
          <p:cNvSpPr/>
          <p:nvPr/>
        </p:nvSpPr>
        <p:spPr>
          <a:xfrm>
            <a:off x="3893821" y="1600200"/>
            <a:ext cx="1676398" cy="4267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dirty="0">
                <a:solidFill>
                  <a:srgbClr val="100D1A"/>
                </a:solidFill>
              </a:rPr>
              <a:t>Accelerator memory </a:t>
            </a:r>
          </a:p>
          <a:p>
            <a:pPr algn="ctr"/>
            <a:r>
              <a:rPr lang="zh-CN" altLang="en-US" sz="2000" dirty="0">
                <a:solidFill>
                  <a:srgbClr val="100D1A"/>
                </a:solidFill>
              </a:rPr>
              <a:t>加速器内存</a:t>
            </a:r>
            <a:endParaRPr lang="en-US" sz="2000" dirty="0">
              <a:solidFill>
                <a:srgbClr val="100D1A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3E010A-CB7B-116E-63C8-30F890BD91CF}"/>
              </a:ext>
            </a:extLst>
          </p:cNvPr>
          <p:cNvSpPr txBox="1"/>
          <p:nvPr/>
        </p:nvSpPr>
        <p:spPr>
          <a:xfrm>
            <a:off x="4038198" y="497683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6" name="Arrow: Curved Left 5">
            <a:extLst>
              <a:ext uri="{FF2B5EF4-FFF2-40B4-BE49-F238E27FC236}">
                <a16:creationId xmlns:a16="http://schemas.microsoft.com/office/drawing/2014/main" id="{B2137F68-F07F-251E-46F6-5EBDCD2219B0}"/>
              </a:ext>
            </a:extLst>
          </p:cNvPr>
          <p:cNvSpPr/>
          <p:nvPr/>
        </p:nvSpPr>
        <p:spPr bwMode="auto">
          <a:xfrm>
            <a:off x="2108535" y="4137203"/>
            <a:ext cx="291965" cy="304800"/>
          </a:xfrm>
          <a:prstGeom prst="curvedLeftArrow">
            <a:avLst/>
          </a:prstGeom>
          <a:solidFill>
            <a:schemeClr val="accent6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798883-F3F6-6AC7-EF08-49594B9E8A4F}"/>
              </a:ext>
            </a:extLst>
          </p:cNvPr>
          <p:cNvSpPr txBox="1"/>
          <p:nvPr/>
        </p:nvSpPr>
        <p:spPr>
          <a:xfrm>
            <a:off x="1447800" y="4507832"/>
            <a:ext cx="2039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Compute  </a:t>
            </a:r>
            <a:r>
              <a:rPr lang="zh-CN" altLang="en-US" dirty="0"/>
              <a:t>计算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1D0904-CE28-5FE4-7321-238831F6C814}"/>
              </a:ext>
            </a:extLst>
          </p:cNvPr>
          <p:cNvSpPr txBox="1"/>
          <p:nvPr/>
        </p:nvSpPr>
        <p:spPr>
          <a:xfrm>
            <a:off x="4038198" y="3849469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F1A50DC-86AA-E1F5-0678-A60A0CE998B5}"/>
              </a:ext>
            </a:extLst>
          </p:cNvPr>
          <p:cNvSpPr/>
          <p:nvPr/>
        </p:nvSpPr>
        <p:spPr bwMode="auto">
          <a:xfrm rot="10800000">
            <a:off x="3228073" y="3992292"/>
            <a:ext cx="737936" cy="32106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alpha val="5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472135-4426-761B-EEF9-3F38B85777C3}"/>
              </a:ext>
            </a:extLst>
          </p:cNvPr>
          <p:cNvSpPr txBox="1"/>
          <p:nvPr/>
        </p:nvSpPr>
        <p:spPr>
          <a:xfrm>
            <a:off x="4062263" y="2703096"/>
            <a:ext cx="1178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KV cache</a:t>
            </a:r>
          </a:p>
          <a:p>
            <a:r>
              <a:rPr lang="en-US" dirty="0"/>
              <a:t>KV</a:t>
            </a:r>
            <a:r>
              <a:rPr lang="zh-CN" altLang="en-US" dirty="0"/>
              <a:t>缓存</a:t>
            </a:r>
            <a:endParaRPr lang="en-US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2C954B91-1A03-58FA-70AB-B691731CCDD4}"/>
              </a:ext>
            </a:extLst>
          </p:cNvPr>
          <p:cNvSpPr/>
          <p:nvPr/>
        </p:nvSpPr>
        <p:spPr bwMode="auto">
          <a:xfrm rot="10800000">
            <a:off x="5297503" y="2845919"/>
            <a:ext cx="3032361" cy="371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B104">
              <a:alpha val="49804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C292E-C9B9-A97A-7151-317F7F44CCFD}"/>
              </a:ext>
            </a:extLst>
          </p:cNvPr>
          <p:cNvSpPr txBox="1"/>
          <p:nvPr/>
        </p:nvSpPr>
        <p:spPr>
          <a:xfrm>
            <a:off x="5811053" y="1786321"/>
            <a:ext cx="2482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It’s pipelining</a:t>
            </a:r>
          </a:p>
          <a:p>
            <a:pPr algn="ctr"/>
            <a:r>
              <a:rPr lang="zh-CN" altLang="en-US" sz="2400" dirty="0"/>
              <a:t>这是流水化执行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459919-C451-EA4C-CCEC-A8FB79444512}"/>
              </a:ext>
            </a:extLst>
          </p:cNvPr>
          <p:cNvSpPr txBox="1"/>
          <p:nvPr/>
        </p:nvSpPr>
        <p:spPr>
          <a:xfrm>
            <a:off x="55947" y="5379303"/>
            <a:ext cx="9032106" cy="83099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i="1" dirty="0">
                <a:solidFill>
                  <a:schemeClr val="bg1"/>
                </a:solidFill>
              </a:rPr>
              <a:t>In practice there are plenty of optimization opportunities</a:t>
            </a:r>
          </a:p>
          <a:p>
            <a:pPr algn="ctr"/>
            <a:r>
              <a:rPr lang="zh-CN" altLang="en-US" sz="2400" i="1" dirty="0">
                <a:solidFill>
                  <a:schemeClr val="bg1"/>
                </a:solidFill>
              </a:rPr>
              <a:t>实践中有很多优化的机会</a:t>
            </a:r>
            <a:endParaRPr lang="en-US" sz="24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471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9C44-17E9-7861-2AC0-9A0833D35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AB224-ECA6-ADDE-6D7B-1EC78381B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Just a Popular Science Course</a:t>
            </a:r>
            <a:br>
              <a:rPr lang="en-US" altLang="zh-CN" dirty="0"/>
            </a:br>
            <a:r>
              <a:rPr lang="zh-CN" altLang="en-US" dirty="0"/>
              <a:t>只是一门科普课程 </a:t>
            </a:r>
            <a:r>
              <a:rPr lang="en-US" altLang="zh-CN" dirty="0"/>
              <a:t>(1)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5941F-17C1-9E14-AEC0-D7C838CF3D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 lnSpcReduction="10000"/>
          </a:bodyPr>
          <a:lstStyle/>
          <a:p>
            <a:r>
              <a:rPr lang="en-US" altLang="zh-CN" dirty="0"/>
              <a:t>Never Meant to Be Complete  </a:t>
            </a:r>
            <a:br>
              <a:rPr lang="en-US" altLang="zh-CN" dirty="0"/>
            </a:br>
            <a:r>
              <a:rPr lang="zh-CN" altLang="en-US" dirty="0"/>
              <a:t>原本就未计划强调完整性</a:t>
            </a:r>
            <a:endParaRPr lang="en-US" altLang="zh-CN" dirty="0"/>
          </a:p>
          <a:p>
            <a:pPr lvl="1"/>
            <a:r>
              <a:rPr lang="en-US" altLang="zh-CN" dirty="0"/>
              <a:t>Selective course content  </a:t>
            </a:r>
            <a:br>
              <a:rPr lang="en-US" altLang="zh-CN" dirty="0"/>
            </a:br>
            <a:r>
              <a:rPr lang="zh-CN" altLang="en-US" dirty="0"/>
              <a:t>选择性的课程内容</a:t>
            </a:r>
            <a:endParaRPr lang="en-US" altLang="zh-CN" dirty="0"/>
          </a:p>
          <a:p>
            <a:pPr lvl="2"/>
            <a:r>
              <a:rPr lang="en-US" altLang="zh-CN" dirty="0"/>
              <a:t>Mentioned only for some important topics  </a:t>
            </a:r>
            <a:br>
              <a:rPr lang="en-US" altLang="zh-CN" dirty="0"/>
            </a:br>
            <a:r>
              <a:rPr lang="zh-CN" altLang="en-US" dirty="0"/>
              <a:t>对于一些很重要的内容只是稍作提及</a:t>
            </a:r>
            <a:endParaRPr lang="en-US" altLang="zh-CN" dirty="0"/>
          </a:p>
          <a:p>
            <a:pPr lvl="1"/>
            <a:r>
              <a:rPr lang="en-US" altLang="zh-CN" dirty="0"/>
              <a:t>Deliberate omission, e.g., </a:t>
            </a:r>
            <a:r>
              <a:rPr lang="zh-CN" altLang="en-US" dirty="0"/>
              <a:t>刻意省略，例如</a:t>
            </a:r>
            <a:endParaRPr lang="en-US" altLang="zh-CN" dirty="0"/>
          </a:p>
          <a:p>
            <a:pPr lvl="2"/>
            <a:r>
              <a:rPr lang="en-US" altLang="zh-CN" dirty="0"/>
              <a:t>OS kernel vs user-space application  </a:t>
            </a:r>
            <a:br>
              <a:rPr lang="en-US" altLang="zh-CN" dirty="0"/>
            </a:br>
            <a:r>
              <a:rPr lang="zh-CN" altLang="en-US" dirty="0"/>
              <a:t>操作系统内核和用户态程序</a:t>
            </a:r>
            <a:endParaRPr lang="en-US" altLang="zh-CN" dirty="0"/>
          </a:p>
          <a:p>
            <a:pPr lvl="2"/>
            <a:r>
              <a:rPr lang="en-US" altLang="zh-CN" dirty="0"/>
              <a:t>Memory management  </a:t>
            </a:r>
            <a:r>
              <a:rPr lang="zh-CN" altLang="en-US" dirty="0"/>
              <a:t>内存管理</a:t>
            </a:r>
            <a:endParaRPr lang="en-US" altLang="zh-CN" dirty="0"/>
          </a:p>
          <a:p>
            <a:pPr lvl="2"/>
            <a:r>
              <a:rPr lang="en-US" altLang="zh-CN" dirty="0"/>
              <a:t>Interrupt</a:t>
            </a:r>
            <a:r>
              <a:rPr lang="zh-CN" altLang="en-US" dirty="0"/>
              <a:t> </a:t>
            </a:r>
            <a:r>
              <a:rPr lang="en-US" altLang="zh-CN" dirty="0"/>
              <a:t>mechanism  </a:t>
            </a:r>
            <a:r>
              <a:rPr lang="zh-CN" altLang="en-US" dirty="0"/>
              <a:t>中断机制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BFBC4DD-827C-B660-3C28-FA20CF30F1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19164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6D706-EE72-D006-8DA9-0E61B4DBC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1079A-A305-3275-39E5-8B369A9BB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Just a Popular Science Course</a:t>
            </a:r>
            <a:br>
              <a:rPr lang="en-US" altLang="zh-CN" dirty="0"/>
            </a:br>
            <a:r>
              <a:rPr lang="zh-CN" altLang="en-US" dirty="0"/>
              <a:t>只是一门科普课程 </a:t>
            </a:r>
            <a:r>
              <a:rPr lang="en-US" altLang="zh-CN" dirty="0"/>
              <a:t>(2)</a:t>
            </a:r>
            <a:endParaRPr lang="zh-CN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5BA1-E4E0-F5B7-24BD-F2C8FB94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600200"/>
            <a:ext cx="7924800" cy="4800600"/>
          </a:xfrm>
        </p:spPr>
        <p:txBody>
          <a:bodyPr>
            <a:normAutofit/>
          </a:bodyPr>
          <a:lstStyle/>
          <a:p>
            <a:r>
              <a:rPr lang="en-US" altLang="zh-CN" dirty="0"/>
              <a:t>Far from Full Depth  </a:t>
            </a:r>
            <a:br>
              <a:rPr lang="en-US" altLang="zh-CN" dirty="0"/>
            </a:br>
            <a:r>
              <a:rPr lang="zh-CN" altLang="en-US" dirty="0"/>
              <a:t>远未触及终极深度</a:t>
            </a:r>
            <a:endParaRPr lang="en-US" altLang="zh-CN" dirty="0"/>
          </a:p>
          <a:p>
            <a:pPr lvl="1"/>
            <a:r>
              <a:rPr lang="en-US" altLang="zh-CN" dirty="0"/>
              <a:t>Practices to demonstrate the power of various optimizations   </a:t>
            </a:r>
            <a:br>
              <a:rPr lang="en-US" altLang="zh-CN" dirty="0"/>
            </a:br>
            <a:r>
              <a:rPr lang="zh-CN" altLang="en-US" dirty="0"/>
              <a:t>各个实践以展示各种优化的威力</a:t>
            </a:r>
            <a:endParaRPr lang="en-US" altLang="zh-CN" dirty="0"/>
          </a:p>
          <a:p>
            <a:pPr lvl="2"/>
            <a:r>
              <a:rPr lang="en-US" altLang="zh-CN" dirty="0"/>
              <a:t>But not to the extreme  </a:t>
            </a:r>
            <a:r>
              <a:rPr lang="zh-CN" altLang="en-US" dirty="0"/>
              <a:t>却并非极致优化</a:t>
            </a:r>
            <a:endParaRPr lang="en-US" altLang="zh-CN" dirty="0"/>
          </a:p>
          <a:p>
            <a:pPr lvl="3"/>
            <a:r>
              <a:rPr lang="en-US" altLang="zh-CN" dirty="0"/>
              <a:t>It’s not even trivial to define ‘extreme’</a:t>
            </a:r>
            <a:br>
              <a:rPr lang="en-US" altLang="zh-CN" dirty="0"/>
            </a:br>
            <a:r>
              <a:rPr lang="zh-CN" altLang="en-US" dirty="0"/>
              <a:t>甚至连如何定义</a:t>
            </a:r>
            <a:r>
              <a:rPr lang="en-US" altLang="zh-CN" dirty="0"/>
              <a:t>”</a:t>
            </a:r>
            <a:r>
              <a:rPr lang="zh-CN" altLang="en-US" dirty="0"/>
              <a:t>极致亦非易事</a:t>
            </a:r>
            <a:endParaRPr lang="en-US" altLang="zh-CN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1647A77A-1B1B-A04E-6EBF-AE60946059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97180" y="6324600"/>
            <a:ext cx="854964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2499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26C7F-B0C2-7A25-0A6A-5E51B8F8A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E8181-3015-9495-2176-83C3C283E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Closing Remarks  </a:t>
            </a:r>
            <a:r>
              <a:rPr lang="zh-CN" altLang="en-US" dirty="0"/>
              <a:t>结束语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1E1A1F3-522C-CF26-319D-48A516ED05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85800" y="6324600"/>
            <a:ext cx="7772400" cy="457200"/>
          </a:xfrm>
        </p:spPr>
        <p:txBody>
          <a:bodyPr/>
          <a:lstStyle/>
          <a:p>
            <a:pPr>
              <a:defRPr/>
            </a:pPr>
            <a:r>
              <a:rPr lang="en-US" altLang="zh-CN" dirty="0"/>
              <a:t>How Computing Works - Modern Paradigms of Architecture &amp; System: 8. Epilogue</a:t>
            </a:r>
          </a:p>
          <a:p>
            <a:pPr>
              <a:defRPr/>
            </a:pPr>
            <a:r>
              <a:rPr lang="zh-CN" altLang="en-US" dirty="0"/>
              <a:t>计算如何运作 </a:t>
            </a:r>
            <a:r>
              <a:rPr lang="en-US" altLang="zh-CN" dirty="0"/>
              <a:t>– </a:t>
            </a:r>
            <a:r>
              <a:rPr lang="zh-CN" altLang="en-US" dirty="0"/>
              <a:t>架构与系统的现代范式： </a:t>
            </a:r>
            <a:r>
              <a:rPr lang="en-US" altLang="zh-CN" dirty="0"/>
              <a:t>8. </a:t>
            </a:r>
            <a:r>
              <a:rPr lang="zh-CN" altLang="en-US" dirty="0"/>
              <a:t>尾声</a:t>
            </a:r>
            <a:endParaRPr lang="en-US" altLang="zh-C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E07659-D080-506F-7CF9-0D4376B2AEFC}"/>
              </a:ext>
            </a:extLst>
          </p:cNvPr>
          <p:cNvSpPr txBox="1"/>
          <p:nvPr/>
        </p:nvSpPr>
        <p:spPr>
          <a:xfrm>
            <a:off x="0" y="1752599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If you’re interested, learn more about architecture &amp; systems</a:t>
            </a:r>
          </a:p>
          <a:p>
            <a:pPr algn="ctr"/>
            <a:r>
              <a:rPr lang="zh-CN" altLang="en-US" sz="2400" dirty="0"/>
              <a:t>如果你感兴趣，可在架构和系统方面进行更多的学习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A164F6-2453-86A8-66AB-44A8A2882D52}"/>
              </a:ext>
            </a:extLst>
          </p:cNvPr>
          <p:cNvSpPr txBox="1"/>
          <p:nvPr/>
        </p:nvSpPr>
        <p:spPr>
          <a:xfrm>
            <a:off x="533400" y="3000979"/>
            <a:ext cx="8077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Reflect on your learning w/ those paradigms, </a:t>
            </a:r>
          </a:p>
          <a:p>
            <a:pPr algn="ctr"/>
            <a:r>
              <a:rPr lang="en-US" altLang="zh-CN" sz="2400" dirty="0"/>
              <a:t>&amp; deepen it through practices </a:t>
            </a:r>
          </a:p>
          <a:p>
            <a:pPr algn="ctr"/>
            <a:r>
              <a:rPr lang="zh-CN" altLang="en-US" sz="2400" dirty="0"/>
              <a:t>用这些范式反思学习到的内容，</a:t>
            </a:r>
            <a:endParaRPr lang="en-US" altLang="zh-CN" sz="2400" dirty="0"/>
          </a:p>
          <a:p>
            <a:pPr algn="ctr"/>
            <a:r>
              <a:rPr lang="zh-CN" altLang="en-US" sz="2400" dirty="0"/>
              <a:t>并通过实践深化学习到的内容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739CE1-452A-E47E-A57F-AD61ADEBC2F2}"/>
              </a:ext>
            </a:extLst>
          </p:cNvPr>
          <p:cNvSpPr txBox="1"/>
          <p:nvPr/>
        </p:nvSpPr>
        <p:spPr>
          <a:xfrm>
            <a:off x="533400" y="4988022"/>
            <a:ext cx="8077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Continue evolving in the AI era</a:t>
            </a:r>
          </a:p>
          <a:p>
            <a:pPr algn="ctr"/>
            <a:r>
              <a:rPr lang="zh-CN" altLang="en-US" sz="2400" dirty="0"/>
              <a:t>在</a:t>
            </a:r>
            <a:r>
              <a:rPr lang="en-US" altLang="zh-CN" sz="2400" dirty="0"/>
              <a:t>AI</a:t>
            </a:r>
            <a:r>
              <a:rPr lang="zh-CN" altLang="en-US" sz="2400" dirty="0"/>
              <a:t>时代不断提升</a:t>
            </a:r>
          </a:p>
        </p:txBody>
      </p:sp>
    </p:spTree>
    <p:extLst>
      <p:ext uri="{BB962C8B-B14F-4D97-AF65-F5344CB8AC3E}">
        <p14:creationId xmlns:p14="http://schemas.microsoft.com/office/powerpoint/2010/main" val="2858452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/>
      <p:bldP spid="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636838"/>
            <a:ext cx="7772400" cy="1470025"/>
          </a:xfrm>
        </p:spPr>
        <p:txBody>
          <a:bodyPr/>
          <a:lstStyle/>
          <a:p>
            <a:pPr algn="ctr" eaLnBrk="1" hangingPunct="1"/>
            <a:r>
              <a:rPr lang="en-US" altLang="ja-JP" b="1" dirty="0">
                <a:ea typeface="ＭＳ Ｐゴシック" panose="020B0600070205080204" pitchFamily="34" charset="-128"/>
              </a:rPr>
              <a:t>The End </a:t>
            </a:r>
            <a:endParaRPr lang="en-US" altLang="zh-CN" b="1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40B1A4C5819246B9BFCCBA066F3ABE" ma:contentTypeVersion="19" ma:contentTypeDescription="Create a new document." ma:contentTypeScope="" ma:versionID="9692fad3877e1ae90f51e4baed900726">
  <xsd:schema xmlns:xsd="http://www.w3.org/2001/XMLSchema" xmlns:xs="http://www.w3.org/2001/XMLSchema" xmlns:p="http://schemas.microsoft.com/office/2006/metadata/properties" xmlns:ns3="96e2f25c-537a-4a0c-91fb-0331a5612536" xmlns:ns4="f66673be-3b20-4ac8-ba7c-00310aa8f626" targetNamespace="http://schemas.microsoft.com/office/2006/metadata/properties" ma:root="true" ma:fieldsID="a4d7b83b6d623c2308b23cc2086510ce" ns3:_="" ns4:_="">
    <xsd:import namespace="96e2f25c-537a-4a0c-91fb-0331a5612536"/>
    <xsd:import namespace="f66673be-3b20-4ac8-ba7c-00310aa8f626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e2f25c-537a-4a0c-91fb-0331a561253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6673be-3b20-4ac8-ba7c-00310aa8f626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6e2f25c-537a-4a0c-91fb-0331a5612536" xsi:nil="true"/>
  </documentManagement>
</p:properties>
</file>

<file path=customXml/itemProps1.xml><?xml version="1.0" encoding="utf-8"?>
<ds:datastoreItem xmlns:ds="http://schemas.openxmlformats.org/officeDocument/2006/customXml" ds:itemID="{AF88747F-F311-4A49-9509-54EE6A6EEA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e2f25c-537a-4a0c-91fb-0331a5612536"/>
    <ds:schemaRef ds:uri="f66673be-3b20-4ac8-ba7c-00310aa8f62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0A29639-2C97-4587-B7DD-B53C30F641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7FA058F-C745-49C3-B04F-664AB4EC0AC0}">
  <ds:schemaRefs>
    <ds:schemaRef ds:uri="http://www.w3.org/XML/1998/namespace"/>
    <ds:schemaRef ds:uri="http://purl.org/dc/terms/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96e2f25c-537a-4a0c-91fb-0331a5612536"/>
    <ds:schemaRef ds:uri="http://schemas.openxmlformats.org/package/2006/metadata/core-properties"/>
    <ds:schemaRef ds:uri="f66673be-3b20-4ac8-ba7c-00310aa8f626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20598</TotalTime>
  <Words>5570</Words>
  <Application>Microsoft Office PowerPoint</Application>
  <PresentationFormat>On-screen Show (4:3)</PresentationFormat>
  <Paragraphs>605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4" baseType="lpstr">
      <vt:lpstr>ＭＳ Ｐゴシック</vt:lpstr>
      <vt:lpstr>SimSun</vt:lpstr>
      <vt:lpstr>微软雅黑</vt:lpstr>
      <vt:lpstr>Arial</vt:lpstr>
      <vt:lpstr>Comic Sans MS</vt:lpstr>
      <vt:lpstr>Tahoma</vt:lpstr>
      <vt:lpstr>Times New Roman</vt:lpstr>
      <vt:lpstr>Wingdings</vt:lpstr>
      <vt:lpstr>Blends</vt:lpstr>
      <vt:lpstr>How Computing Works -  Modern Paradigms of Architecture &amp; System 8. Epilogue</vt:lpstr>
      <vt:lpstr>What We’ve Learned 我们学了什么</vt:lpstr>
      <vt:lpstr>What Is Practice 7.4 About? 实践7.4做了什么？(1)</vt:lpstr>
      <vt:lpstr>What Is Practice 7.4 About? 实践7.4做了什么？(2)</vt:lpstr>
      <vt:lpstr>What Is Practice 7.4 About? 实践7.4做了什么？(3)</vt:lpstr>
      <vt:lpstr>What Is Practice 7.4 About? 实践7.4做了什么？(4)</vt:lpstr>
      <vt:lpstr>What Is Practice 7.4 About? 实践7.4做了什么？(5)</vt:lpstr>
      <vt:lpstr>What Is Practice 7.4 About? 实践7.4做了什么？(6)</vt:lpstr>
      <vt:lpstr>The Paradigms  这些范式</vt:lpstr>
      <vt:lpstr>Generalization  推广</vt:lpstr>
      <vt:lpstr>LLM: Deeply Stacked Modules LLM：深度堆叠的模块</vt:lpstr>
      <vt:lpstr>Workload Offloading   工作负载分担</vt:lpstr>
      <vt:lpstr>Low Precision  低精度</vt:lpstr>
      <vt:lpstr>Low-Level Parallelism  底层并行</vt:lpstr>
      <vt:lpstr>Low-Level Caching  底层缓存 (1)</vt:lpstr>
      <vt:lpstr>Low-Level Caching  底层缓存 (2)</vt:lpstr>
      <vt:lpstr>Compilation &amp; Interpretation  编译与解释</vt:lpstr>
      <vt:lpstr>Model-Level Parallelism   模型层面并行 (1)</vt:lpstr>
      <vt:lpstr>Model-Level Parallelism   模型层面并行 (2)</vt:lpstr>
      <vt:lpstr>Model-Level Parallelism   模型层面并行 (2)</vt:lpstr>
      <vt:lpstr>Model-Level Parallelism   模型层面并行 (2)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(3)</vt:lpstr>
      <vt:lpstr>Model-Level Parallelism   模型层面并行 (4)</vt:lpstr>
      <vt:lpstr>Model-Level Parallelism   模型层面并行 (4)</vt:lpstr>
      <vt:lpstr>Model-Level Parallelism   模型层面并行 (4)</vt:lpstr>
      <vt:lpstr>Model-Level Caching   模型层面缓存</vt:lpstr>
      <vt:lpstr>Another Low-Precision Option   另一个低精度选项</vt:lpstr>
      <vt:lpstr>Output Processing Pipeline 输出处理流水线</vt:lpstr>
      <vt:lpstr>Cluster-Level Parallelism 集群级别并行</vt:lpstr>
      <vt:lpstr>Cluster-Level Parallelism 集群级别并行</vt:lpstr>
      <vt:lpstr>Cluster-Level Parallelism 集群级别并行</vt:lpstr>
      <vt:lpstr>Cluster-Level Caching 集群级别缓存</vt:lpstr>
      <vt:lpstr>Advanced Optimization 进阶优化</vt:lpstr>
      <vt:lpstr>Advanced Optimization 进阶优化</vt:lpstr>
      <vt:lpstr>Advanced Optimization 进阶优化</vt:lpstr>
      <vt:lpstr>Advanced Optimization 进阶优化</vt:lpstr>
      <vt:lpstr>Just a Popular Science Course 只是一门科普课程 (1)</vt:lpstr>
      <vt:lpstr>Just a Popular Science Course 只是一门科普课程 (2)</vt:lpstr>
      <vt:lpstr>Closing Remarks  结束语</vt:lpstr>
      <vt:lpstr>The End </vt:lpstr>
    </vt:vector>
  </TitlesOfParts>
  <Company>Children's Computer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Basics: 1. General Introduction</dc:title>
  <dc:creator>Cong Li</dc:creator>
  <cp:keywords>CTPClassification=CTP_NT</cp:keywords>
  <cp:lastModifiedBy>Li, Cong</cp:lastModifiedBy>
  <cp:revision>1049</cp:revision>
  <dcterms:created xsi:type="dcterms:W3CDTF">2003-03-13T01:36:43Z</dcterms:created>
  <dcterms:modified xsi:type="dcterms:W3CDTF">2026-10-26T12:22:40Z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c0c0107d-b9fb-42c2-8cad-18a954c0a4de</vt:lpwstr>
  </property>
  <property fmtid="{D5CDD505-2E9C-101B-9397-08002B2CF9AE}" pid="3" name="CTP_TimeStamp">
    <vt:lpwstr>2020-08-17 11:43:15Z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  <property fmtid="{D5CDD505-2E9C-101B-9397-08002B2CF9AE}" pid="8" name="ContentTypeId">
    <vt:lpwstr>0x0101007C40B1A4C5819246B9BFCCBA066F3ABE</vt:lpwstr>
  </property>
</Properties>
</file>