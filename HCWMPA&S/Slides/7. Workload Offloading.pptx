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4"/>
  </p:sldMasterIdLst>
  <p:notesMasterIdLst>
    <p:notesMasterId r:id="rId57"/>
  </p:notesMasterIdLst>
  <p:handoutMasterIdLst>
    <p:handoutMasterId r:id="rId58"/>
  </p:handoutMasterIdLst>
  <p:sldIdLst>
    <p:sldId id="286" r:id="rId5"/>
    <p:sldId id="645" r:id="rId6"/>
    <p:sldId id="644" r:id="rId7"/>
    <p:sldId id="646" r:id="rId8"/>
    <p:sldId id="648" r:id="rId9"/>
    <p:sldId id="652" r:id="rId10"/>
    <p:sldId id="649" r:id="rId11"/>
    <p:sldId id="653" r:id="rId12"/>
    <p:sldId id="654" r:id="rId13"/>
    <p:sldId id="655" r:id="rId14"/>
    <p:sldId id="656" r:id="rId15"/>
    <p:sldId id="657" r:id="rId16"/>
    <p:sldId id="658" r:id="rId17"/>
    <p:sldId id="676" r:id="rId18"/>
    <p:sldId id="659" r:id="rId19"/>
    <p:sldId id="660" r:id="rId20"/>
    <p:sldId id="663" r:id="rId21"/>
    <p:sldId id="496" r:id="rId22"/>
    <p:sldId id="661" r:id="rId23"/>
    <p:sldId id="599" r:id="rId24"/>
    <p:sldId id="664" r:id="rId25"/>
    <p:sldId id="665" r:id="rId26"/>
    <p:sldId id="666" r:id="rId27"/>
    <p:sldId id="691" r:id="rId28"/>
    <p:sldId id="667" r:id="rId29"/>
    <p:sldId id="668" r:id="rId30"/>
    <p:sldId id="669" r:id="rId31"/>
    <p:sldId id="670" r:id="rId32"/>
    <p:sldId id="671" r:id="rId33"/>
    <p:sldId id="672" r:id="rId34"/>
    <p:sldId id="673" r:id="rId35"/>
    <p:sldId id="674" r:id="rId36"/>
    <p:sldId id="690" r:id="rId37"/>
    <p:sldId id="629" r:id="rId38"/>
    <p:sldId id="675" r:id="rId39"/>
    <p:sldId id="650" r:id="rId40"/>
    <p:sldId id="677" r:id="rId41"/>
    <p:sldId id="678" r:id="rId42"/>
    <p:sldId id="679" r:id="rId43"/>
    <p:sldId id="651" r:id="rId44"/>
    <p:sldId id="680" r:id="rId45"/>
    <p:sldId id="681" r:id="rId46"/>
    <p:sldId id="682" r:id="rId47"/>
    <p:sldId id="522" r:id="rId48"/>
    <p:sldId id="683" r:id="rId49"/>
    <p:sldId id="684" r:id="rId50"/>
    <p:sldId id="685" r:id="rId51"/>
    <p:sldId id="686" r:id="rId52"/>
    <p:sldId id="687" r:id="rId53"/>
    <p:sldId id="688" r:id="rId54"/>
    <p:sldId id="689" r:id="rId55"/>
    <p:sldId id="353" r:id="rId5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EFE5D7"/>
    <a:srgbClr val="333399"/>
    <a:srgbClr val="B2B2B2"/>
    <a:srgbClr val="993366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108821-4D86-4E56-86DC-CB16E2BB7F14}" v="9719" dt="2026-10-25T07:27:55.4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4" autoAdjust="0"/>
    <p:restoredTop sz="89758" autoAdjust="0"/>
  </p:normalViewPr>
  <p:slideViewPr>
    <p:cSldViewPr>
      <p:cViewPr varScale="1">
        <p:scale>
          <a:sx n="64" d="100"/>
          <a:sy n="64" d="100"/>
        </p:scale>
        <p:origin x="10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redo custSel addSld delSld modSld sldOrd">
      <pc:chgData name="Li, Cong" userId="025630f4-267e-4cb3-8cd5-8795177f99f4" providerId="ADAL" clId="{929A2CC8-B112-421C-81E2-D5D63B23E300}" dt="2026-10-25T07:27:55.454" v="78276"/>
      <pc:docMkLst>
        <pc:docMk/>
      </pc:docMkLst>
      <pc:sldChg chg="modSp mod">
        <pc:chgData name="Li, Cong" userId="025630f4-267e-4cb3-8cd5-8795177f99f4" providerId="ADAL" clId="{929A2CC8-B112-421C-81E2-D5D63B23E300}" dt="2026-10-16T08:44:51.215" v="61767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10-16T08:44:51.215" v="61767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10-16T08:44:42.858" v="61745" actId="20577"/>
          <ac:spMkLst>
            <pc:docMk/>
            <pc:sldMk cId="0" sldId="286"/>
            <ac:spMk id="5122" creationId="{00000000-0000-0000-0000-000000000000}"/>
          </ac:spMkLst>
        </pc:spChg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271210309" sldId="494"/>
        </pc:sldMkLst>
      </pc:sldChg>
      <pc:sldChg chg="del">
        <pc:chgData name="Li, Cong" userId="025630f4-267e-4cb3-8cd5-8795177f99f4" providerId="ADAL" clId="{929A2CC8-B112-421C-81E2-D5D63B23E300}" dt="2026-10-24T01:15:57.643" v="63894" actId="2696"/>
        <pc:sldMkLst>
          <pc:docMk/>
          <pc:sldMk cId="39528855" sldId="496"/>
        </pc:sldMkLst>
      </pc:sldChg>
      <pc:sldChg chg="modSp add mod">
        <pc:chgData name="Li, Cong" userId="025630f4-267e-4cb3-8cd5-8795177f99f4" providerId="ADAL" clId="{929A2CC8-B112-421C-81E2-D5D63B23E300}" dt="2026-10-24T01:16:50.180" v="63921" actId="6549"/>
        <pc:sldMkLst>
          <pc:docMk/>
          <pc:sldMk cId="440668768" sldId="496"/>
        </pc:sldMkLst>
        <pc:spChg chg="mod">
          <ac:chgData name="Li, Cong" userId="025630f4-267e-4cb3-8cd5-8795177f99f4" providerId="ADAL" clId="{929A2CC8-B112-421C-81E2-D5D63B23E300}" dt="2026-10-24T01:16:15.251" v="63898" actId="20577"/>
          <ac:spMkLst>
            <pc:docMk/>
            <pc:sldMk cId="440668768" sldId="496"/>
            <ac:spMk id="2" creationId="{0C71DE47-5AB2-99D8-51F0-307C1E4DEA44}"/>
          </ac:spMkLst>
        </pc:spChg>
        <pc:spChg chg="mod">
          <ac:chgData name="Li, Cong" userId="025630f4-267e-4cb3-8cd5-8795177f99f4" providerId="ADAL" clId="{929A2CC8-B112-421C-81E2-D5D63B23E300}" dt="2026-10-24T01:16:11.840" v="63897"/>
          <ac:spMkLst>
            <pc:docMk/>
            <pc:sldMk cId="440668768" sldId="496"/>
            <ac:spMk id="4" creationId="{A3900F31-9938-6114-7313-304E3DDE4C3B}"/>
          </ac:spMkLst>
        </pc:spChg>
        <pc:spChg chg="mod">
          <ac:chgData name="Li, Cong" userId="025630f4-267e-4cb3-8cd5-8795177f99f4" providerId="ADAL" clId="{929A2CC8-B112-421C-81E2-D5D63B23E300}" dt="2026-10-24T01:16:44.286" v="63919" actId="1035"/>
          <ac:spMkLst>
            <pc:docMk/>
            <pc:sldMk cId="440668768" sldId="496"/>
            <ac:spMk id="13" creationId="{C999F6E5-6826-E32D-AC93-5354DA911E18}"/>
          </ac:spMkLst>
        </pc:spChg>
        <pc:spChg chg="mod">
          <ac:chgData name="Li, Cong" userId="025630f4-267e-4cb3-8cd5-8795177f99f4" providerId="ADAL" clId="{929A2CC8-B112-421C-81E2-D5D63B23E300}" dt="2026-10-24T01:16:50.180" v="63921" actId="6549"/>
          <ac:spMkLst>
            <pc:docMk/>
            <pc:sldMk cId="440668768" sldId="496"/>
            <ac:spMk id="16" creationId="{4B323714-A2D2-AD4F-E366-838463488D12}"/>
          </ac:spMkLst>
        </pc:spChg>
      </pc:sldChg>
      <pc:sldChg chg="modSp add mod">
        <pc:chgData name="Li, Cong" userId="025630f4-267e-4cb3-8cd5-8795177f99f4" providerId="ADAL" clId="{929A2CC8-B112-421C-81E2-D5D63B23E300}" dt="2026-10-24T09:08:58.346" v="74357"/>
        <pc:sldMkLst>
          <pc:docMk/>
          <pc:sldMk cId="2625912440" sldId="522"/>
        </pc:sldMkLst>
        <pc:spChg chg="mod">
          <ac:chgData name="Li, Cong" userId="025630f4-267e-4cb3-8cd5-8795177f99f4" providerId="ADAL" clId="{929A2CC8-B112-421C-81E2-D5D63B23E300}" dt="2026-10-24T09:08:30.112" v="74356" actId="20577"/>
          <ac:spMkLst>
            <pc:docMk/>
            <pc:sldMk cId="2625912440" sldId="522"/>
            <ac:spMk id="2" creationId="{0BFF52BB-D063-26B7-DE25-9DD38805769C}"/>
          </ac:spMkLst>
        </pc:spChg>
        <pc:spChg chg="mod">
          <ac:chgData name="Li, Cong" userId="025630f4-267e-4cb3-8cd5-8795177f99f4" providerId="ADAL" clId="{929A2CC8-B112-421C-81E2-D5D63B23E300}" dt="2026-10-24T09:08:58.346" v="74357"/>
          <ac:spMkLst>
            <pc:docMk/>
            <pc:sldMk cId="2625912440" sldId="522"/>
            <ac:spMk id="3" creationId="{8F7C02E2-CA31-F278-EF78-C89B0C9AA45E}"/>
          </ac:spMkLst>
        </pc:spChg>
      </pc:sldChg>
      <pc:sldChg chg="add">
        <pc:chgData name="Li, Cong" userId="025630f4-267e-4cb3-8cd5-8795177f99f4" providerId="ADAL" clId="{929A2CC8-B112-421C-81E2-D5D63B23E300}" dt="2026-10-25T07:27:55.454" v="78276"/>
        <pc:sldMkLst>
          <pc:docMk/>
          <pc:sldMk cId="1438827754" sldId="599"/>
        </pc:sldMkLst>
      </pc:sldChg>
      <pc:sldChg chg="addSp delSp modSp add del mod delAnim modAnim">
        <pc:chgData name="Li, Cong" userId="025630f4-267e-4cb3-8cd5-8795177f99f4" providerId="ADAL" clId="{929A2CC8-B112-421C-81E2-D5D63B23E300}" dt="2026-10-25T07:27:52.581" v="78275" actId="2696"/>
        <pc:sldMkLst>
          <pc:docMk/>
          <pc:sldMk cId="2438670737" sldId="599"/>
        </pc:sldMkLst>
        <pc:spChg chg="mod">
          <ac:chgData name="Li, Cong" userId="025630f4-267e-4cb3-8cd5-8795177f99f4" providerId="ADAL" clId="{929A2CC8-B112-421C-81E2-D5D63B23E300}" dt="2026-10-24T06:13:35.055" v="69663" actId="20577"/>
          <ac:spMkLst>
            <pc:docMk/>
            <pc:sldMk cId="2438670737" sldId="599"/>
            <ac:spMk id="2" creationId="{4C690436-4620-53FF-D216-1D2D51EB2813}"/>
          </ac:spMkLst>
        </pc:spChg>
        <pc:spChg chg="mod">
          <ac:chgData name="Li, Cong" userId="025630f4-267e-4cb3-8cd5-8795177f99f4" providerId="ADAL" clId="{929A2CC8-B112-421C-81E2-D5D63B23E300}" dt="2026-10-24T06:08:04.758" v="69589" actId="164"/>
          <ac:spMkLst>
            <pc:docMk/>
            <pc:sldMk cId="2438670737" sldId="599"/>
            <ac:spMk id="3" creationId="{44E08B56-5CE8-53BE-FAEC-CEDEEF177757}"/>
          </ac:spMkLst>
        </pc:spChg>
        <pc:spChg chg="mod">
          <ac:chgData name="Li, Cong" userId="025630f4-267e-4cb3-8cd5-8795177f99f4" providerId="ADAL" clId="{929A2CC8-B112-421C-81E2-D5D63B23E300}" dt="2026-10-24T06:07:48.212" v="69588" actId="164"/>
          <ac:spMkLst>
            <pc:docMk/>
            <pc:sldMk cId="2438670737" sldId="599"/>
            <ac:spMk id="4" creationId="{0C1AEEBC-9953-F2A4-C103-7E43DACC6F22}"/>
          </ac:spMkLst>
        </pc:spChg>
        <pc:spChg chg="mod">
          <ac:chgData name="Li, Cong" userId="025630f4-267e-4cb3-8cd5-8795177f99f4" providerId="ADAL" clId="{929A2CC8-B112-421C-81E2-D5D63B23E300}" dt="2026-10-24T06:05:40.302" v="69452"/>
          <ac:spMkLst>
            <pc:docMk/>
            <pc:sldMk cId="2438670737" sldId="599"/>
            <ac:spMk id="5" creationId="{48508F7C-EF2B-DDBE-0185-113FDAF96DDF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6" creationId="{078999C7-D2DF-F329-1CB2-7C6BF62C3D05}"/>
          </ac:spMkLst>
        </pc:spChg>
        <pc:spChg chg="mod">
          <ac:chgData name="Li, Cong" userId="025630f4-267e-4cb3-8cd5-8795177f99f4" providerId="ADAL" clId="{929A2CC8-B112-421C-81E2-D5D63B23E300}" dt="2026-10-24T06:07:48.212" v="69588" actId="164"/>
          <ac:spMkLst>
            <pc:docMk/>
            <pc:sldMk cId="2438670737" sldId="599"/>
            <ac:spMk id="7" creationId="{CD31603A-8350-6E4B-CA7F-9B70A011D698}"/>
          </ac:spMkLst>
        </pc:spChg>
        <pc:spChg chg="mod">
          <ac:chgData name="Li, Cong" userId="025630f4-267e-4cb3-8cd5-8795177f99f4" providerId="ADAL" clId="{929A2CC8-B112-421C-81E2-D5D63B23E300}" dt="2026-10-24T06:07:48.212" v="69588" actId="164"/>
          <ac:spMkLst>
            <pc:docMk/>
            <pc:sldMk cId="2438670737" sldId="599"/>
            <ac:spMk id="8" creationId="{9AA2FB1E-2931-92DC-171B-0888BFE13705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9" creationId="{166C204D-9607-D01D-C059-66382E90E6BB}"/>
          </ac:spMkLst>
        </pc:spChg>
        <pc:spChg chg="mod">
          <ac:chgData name="Li, Cong" userId="025630f4-267e-4cb3-8cd5-8795177f99f4" providerId="ADAL" clId="{929A2CC8-B112-421C-81E2-D5D63B23E300}" dt="2026-10-24T06:09:03.189" v="69602" actId="164"/>
          <ac:spMkLst>
            <pc:docMk/>
            <pc:sldMk cId="2438670737" sldId="599"/>
            <ac:spMk id="10" creationId="{D7991A7A-C9E0-7B8E-069C-0244DAFE35B3}"/>
          </ac:spMkLst>
        </pc:spChg>
        <pc:spChg chg="mod">
          <ac:chgData name="Li, Cong" userId="025630f4-267e-4cb3-8cd5-8795177f99f4" providerId="ADAL" clId="{929A2CC8-B112-421C-81E2-D5D63B23E300}" dt="2026-10-24T06:08:04.758" v="69589" actId="164"/>
          <ac:spMkLst>
            <pc:docMk/>
            <pc:sldMk cId="2438670737" sldId="599"/>
            <ac:spMk id="11" creationId="{830641BD-2F43-E578-9977-6193378A672F}"/>
          </ac:spMkLst>
        </pc:spChg>
        <pc:spChg chg="mod">
          <ac:chgData name="Li, Cong" userId="025630f4-267e-4cb3-8cd5-8795177f99f4" providerId="ADAL" clId="{929A2CC8-B112-421C-81E2-D5D63B23E300}" dt="2026-10-24T06:10:32.961" v="69613" actId="164"/>
          <ac:spMkLst>
            <pc:docMk/>
            <pc:sldMk cId="2438670737" sldId="599"/>
            <ac:spMk id="12" creationId="{AD67A706-7AD3-4782-CE4B-24B7FE54E2A6}"/>
          </ac:spMkLst>
        </pc:spChg>
        <pc:spChg chg="mod">
          <ac:chgData name="Li, Cong" userId="025630f4-267e-4cb3-8cd5-8795177f99f4" providerId="ADAL" clId="{929A2CC8-B112-421C-81E2-D5D63B23E300}" dt="2026-10-24T06:09:03.189" v="69602" actId="164"/>
          <ac:spMkLst>
            <pc:docMk/>
            <pc:sldMk cId="2438670737" sldId="599"/>
            <ac:spMk id="13" creationId="{97D652ED-C996-3723-CB2A-19C4FA7DE37F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14" creationId="{F85E24DC-A77B-2523-CBBA-2BF4BB53B0DA}"/>
          </ac:spMkLst>
        </pc:spChg>
        <pc:spChg chg="mod">
          <ac:chgData name="Li, Cong" userId="025630f4-267e-4cb3-8cd5-8795177f99f4" providerId="ADAL" clId="{929A2CC8-B112-421C-81E2-D5D63B23E300}" dt="2026-10-24T06:10:32.961" v="69613" actId="164"/>
          <ac:spMkLst>
            <pc:docMk/>
            <pc:sldMk cId="2438670737" sldId="599"/>
            <ac:spMk id="17" creationId="{6D45B63A-010D-907A-B0D4-0C8B2EC9705E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18" creationId="{D53237FE-44C3-6C55-C245-91C1779C3D8C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19" creationId="{668A7D04-1F4F-E856-EC76-955B512CBBBA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20" creationId="{7A6C51B8-888B-B3BE-C6E2-332327D99E79}"/>
          </ac:spMkLst>
        </pc:spChg>
        <pc:spChg chg="mod">
          <ac:chgData name="Li, Cong" userId="025630f4-267e-4cb3-8cd5-8795177f99f4" providerId="ADAL" clId="{929A2CC8-B112-421C-81E2-D5D63B23E300}" dt="2026-10-24T06:06:35.851" v="69577" actId="1038"/>
          <ac:spMkLst>
            <pc:docMk/>
            <pc:sldMk cId="2438670737" sldId="599"/>
            <ac:spMk id="21" creationId="{544AEA8A-9DC1-420C-93DA-F1AAFF3A7611}"/>
          </ac:spMkLst>
        </pc:spChg>
        <pc:spChg chg="mod">
          <ac:chgData name="Li, Cong" userId="025630f4-267e-4cb3-8cd5-8795177f99f4" providerId="ADAL" clId="{929A2CC8-B112-421C-81E2-D5D63B23E300}" dt="2026-10-24T06:07:48.212" v="69588" actId="164"/>
          <ac:spMkLst>
            <pc:docMk/>
            <pc:sldMk cId="2438670737" sldId="599"/>
            <ac:spMk id="22" creationId="{1D3E6381-226D-8F4D-27CC-FBB17254423B}"/>
          </ac:spMkLst>
        </pc:spChg>
        <pc:spChg chg="mod">
          <ac:chgData name="Li, Cong" userId="025630f4-267e-4cb3-8cd5-8795177f99f4" providerId="ADAL" clId="{929A2CC8-B112-421C-81E2-D5D63B23E300}" dt="2026-10-24T06:10:32.961" v="69613" actId="164"/>
          <ac:spMkLst>
            <pc:docMk/>
            <pc:sldMk cId="2438670737" sldId="599"/>
            <ac:spMk id="23" creationId="{BC27D98A-71E1-B352-7FA4-970E3550938B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24" creationId="{A355C7F6-101A-1032-DFEF-6C6529CEAC8C}"/>
          </ac:spMkLst>
        </pc:spChg>
        <pc:spChg chg="mod">
          <ac:chgData name="Li, Cong" userId="025630f4-267e-4cb3-8cd5-8795177f99f4" providerId="ADAL" clId="{929A2CC8-B112-421C-81E2-D5D63B23E300}" dt="2026-10-24T06:08:04.758" v="69589" actId="164"/>
          <ac:spMkLst>
            <pc:docMk/>
            <pc:sldMk cId="2438670737" sldId="599"/>
            <ac:spMk id="27" creationId="{03FCD3D6-355F-818F-4C9D-32B7783703A8}"/>
          </ac:spMkLst>
        </pc:spChg>
        <pc:spChg chg="mod">
          <ac:chgData name="Li, Cong" userId="025630f4-267e-4cb3-8cd5-8795177f99f4" providerId="ADAL" clId="{929A2CC8-B112-421C-81E2-D5D63B23E300}" dt="2026-10-24T06:09:03.189" v="69602" actId="164"/>
          <ac:spMkLst>
            <pc:docMk/>
            <pc:sldMk cId="2438670737" sldId="599"/>
            <ac:spMk id="28" creationId="{362F3A31-44E2-F168-9F6A-6A67EFDB1E59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29" creationId="{B45C24D8-2709-94DD-B52C-C6D7DE324318}"/>
          </ac:spMkLst>
        </pc:spChg>
        <pc:spChg chg="mod">
          <ac:chgData name="Li, Cong" userId="025630f4-267e-4cb3-8cd5-8795177f99f4" providerId="ADAL" clId="{929A2CC8-B112-421C-81E2-D5D63B23E300}" dt="2026-10-24T06:12:42.444" v="69636" actId="164"/>
          <ac:spMkLst>
            <pc:docMk/>
            <pc:sldMk cId="2438670737" sldId="599"/>
            <ac:spMk id="30" creationId="{3E4A09F4-94A0-45E9-C478-C766E81D9ADA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32" creationId="{D894AD2E-AB35-885D-94C9-9B893AA86F6A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33" creationId="{A5977837-9267-13DE-ACC9-D891DCC74D34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34" creationId="{DFAD8CA2-C4E6-3BF4-9323-B7C6B010947C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35" creationId="{BA69A577-8434-1875-EEAF-01CF0C8AEB94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36" creationId="{CDC50593-A26C-DD6C-B7AA-48D960D30821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37" creationId="{3C7D4B35-B710-D5C2-CED2-ACC15DACC85D}"/>
          </ac:spMkLst>
        </pc:spChg>
        <pc:spChg chg="mod">
          <ac:chgData name="Li, Cong" userId="025630f4-267e-4cb3-8cd5-8795177f99f4" providerId="ADAL" clId="{929A2CC8-B112-421C-81E2-D5D63B23E300}" dt="2026-10-24T06:10:32.961" v="69613" actId="164"/>
          <ac:spMkLst>
            <pc:docMk/>
            <pc:sldMk cId="2438670737" sldId="599"/>
            <ac:spMk id="38" creationId="{3274CFF2-B133-5223-3BE8-2574F39F0E84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39" creationId="{1E8D4BE7-A4FB-7687-FEE8-C1A5B27A90DE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40" creationId="{0971EBB4-4351-5069-49C1-2416B54043F1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42" creationId="{AFDFD8CB-0B60-B52E-0F86-3C8A87D1E61F}"/>
          </ac:spMkLst>
        </pc:spChg>
        <pc:spChg chg="mod">
          <ac:chgData name="Li, Cong" userId="025630f4-267e-4cb3-8cd5-8795177f99f4" providerId="ADAL" clId="{929A2CC8-B112-421C-81E2-D5D63B23E300}" dt="2026-10-24T06:07:48.212" v="69588" actId="164"/>
          <ac:spMkLst>
            <pc:docMk/>
            <pc:sldMk cId="2438670737" sldId="599"/>
            <ac:spMk id="43" creationId="{2ED429C8-BAD5-2229-3B46-F3EFBE610FF5}"/>
          </ac:spMkLst>
        </pc:spChg>
        <pc:spChg chg="mod">
          <ac:chgData name="Li, Cong" userId="025630f4-267e-4cb3-8cd5-8795177f99f4" providerId="ADAL" clId="{929A2CC8-B112-421C-81E2-D5D63B23E300}" dt="2026-10-24T06:09:03.189" v="69602" actId="164"/>
          <ac:spMkLst>
            <pc:docMk/>
            <pc:sldMk cId="2438670737" sldId="599"/>
            <ac:spMk id="45" creationId="{3C33833E-5F0C-992D-5A8C-D8F5699A2343}"/>
          </ac:spMkLst>
        </pc:spChg>
        <pc:spChg chg="mod">
          <ac:chgData name="Li, Cong" userId="025630f4-267e-4cb3-8cd5-8795177f99f4" providerId="ADAL" clId="{929A2CC8-B112-421C-81E2-D5D63B23E300}" dt="2026-10-24T06:10:32.961" v="69613" actId="164"/>
          <ac:spMkLst>
            <pc:docMk/>
            <pc:sldMk cId="2438670737" sldId="599"/>
            <ac:spMk id="48" creationId="{59634703-FD8C-4B20-8D7E-FFA2571A29CE}"/>
          </ac:spMkLst>
        </pc:spChg>
        <pc:spChg chg="mod">
          <ac:chgData name="Li, Cong" userId="025630f4-267e-4cb3-8cd5-8795177f99f4" providerId="ADAL" clId="{929A2CC8-B112-421C-81E2-D5D63B23E300}" dt="2026-10-24T06:11:00.285" v="69617" actId="164"/>
          <ac:spMkLst>
            <pc:docMk/>
            <pc:sldMk cId="2438670737" sldId="599"/>
            <ac:spMk id="49" creationId="{8C531D8D-6A1F-2FD6-8A83-C743E4DCE31D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50" creationId="{2440F2FF-1254-A8AF-2849-BE18C674E9C0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51" creationId="{D8F55F51-31E4-9CFB-89FA-6C6E77EFA450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52" creationId="{FB04DE8E-59E3-9095-633E-5F168E3A245C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55" creationId="{6127B10B-17A4-CA7A-1DE7-A8E51B9005EF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57" creationId="{9CF80B2B-241A-2365-5904-A2A5910F24E8}"/>
          </ac:spMkLst>
        </pc:spChg>
        <pc:spChg chg="mod">
          <ac:chgData name="Li, Cong" userId="025630f4-267e-4cb3-8cd5-8795177f99f4" providerId="ADAL" clId="{929A2CC8-B112-421C-81E2-D5D63B23E300}" dt="2026-10-24T06:12:48.504" v="69637" actId="164"/>
          <ac:spMkLst>
            <pc:docMk/>
            <pc:sldMk cId="2438670737" sldId="599"/>
            <ac:spMk id="58" creationId="{ED98C4CC-8CF1-6BC3-D378-A7140E4FD8E1}"/>
          </ac:spMkLst>
        </pc:spChg>
        <pc:spChg chg="mod">
          <ac:chgData name="Li, Cong" userId="025630f4-267e-4cb3-8cd5-8795177f99f4" providerId="ADAL" clId="{929A2CC8-B112-421C-81E2-D5D63B23E300}" dt="2026-10-24T06:10:41.663" v="69614" actId="164"/>
          <ac:spMkLst>
            <pc:docMk/>
            <pc:sldMk cId="2438670737" sldId="599"/>
            <ac:spMk id="59" creationId="{472E7A34-1AE4-F60F-F254-DE8B10E4EFDC}"/>
          </ac:spMkLst>
        </pc:spChg>
        <pc:spChg chg="mod">
          <ac:chgData name="Li, Cong" userId="025630f4-267e-4cb3-8cd5-8795177f99f4" providerId="ADAL" clId="{929A2CC8-B112-421C-81E2-D5D63B23E300}" dt="2026-10-24T06:08:04.758" v="69589" actId="164"/>
          <ac:spMkLst>
            <pc:docMk/>
            <pc:sldMk cId="2438670737" sldId="599"/>
            <ac:spMk id="60" creationId="{BFC72E7F-EC0F-B11F-0036-338308EC55DF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61" creationId="{6C2767A4-F099-E977-BD43-2EC33B08B378}"/>
          </ac:spMkLst>
        </pc:spChg>
        <pc:spChg chg="mod">
          <ac:chgData name="Li, Cong" userId="025630f4-267e-4cb3-8cd5-8795177f99f4" providerId="ADAL" clId="{929A2CC8-B112-421C-81E2-D5D63B23E300}" dt="2026-10-24T06:10:16.747" v="69612" actId="164"/>
          <ac:spMkLst>
            <pc:docMk/>
            <pc:sldMk cId="2438670737" sldId="599"/>
            <ac:spMk id="62" creationId="{80F7BD2F-9C65-0FCB-FC60-50146798473B}"/>
          </ac:spMkLst>
        </pc:spChg>
        <pc:spChg chg="mod">
          <ac:chgData name="Li, Cong" userId="025630f4-267e-4cb3-8cd5-8795177f99f4" providerId="ADAL" clId="{929A2CC8-B112-421C-81E2-D5D63B23E300}" dt="2026-10-24T06:10:16.747" v="69612" actId="164"/>
          <ac:spMkLst>
            <pc:docMk/>
            <pc:sldMk cId="2438670737" sldId="599"/>
            <ac:spMk id="64" creationId="{F475D2F1-980E-63BD-01BB-48D0E4DBEEF8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66" creationId="{B2DAF080-7206-EFBD-9BED-2505D9BC27B3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67" creationId="{713C3DC6-D095-8906-6E25-9E835F49A441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69" creationId="{41831948-D56D-8869-158D-1BB9AD3F1C6F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70" creationId="{3B351792-CC71-A632-575F-405EC285F22D}"/>
          </ac:spMkLst>
        </pc:spChg>
        <pc:spChg chg="mod">
          <ac:chgData name="Li, Cong" userId="025630f4-267e-4cb3-8cd5-8795177f99f4" providerId="ADAL" clId="{929A2CC8-B112-421C-81E2-D5D63B23E300}" dt="2026-10-24T06:10:16.747" v="69612" actId="164"/>
          <ac:spMkLst>
            <pc:docMk/>
            <pc:sldMk cId="2438670737" sldId="599"/>
            <ac:spMk id="72" creationId="{05C57121-259F-4A65-BC68-C5050A4CFCB2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73" creationId="{7CC1FE81-A244-8531-906E-B1A4FA6AABDA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74" creationId="{042F24F7-550C-E4B1-1B66-DC091E6C504A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78" creationId="{EBE8BFA7-DE47-4263-2866-8F3648E596C0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79" creationId="{23377DB0-5D52-E77C-C8AB-62710E67F466}"/>
          </ac:spMkLst>
        </pc:spChg>
        <pc:spChg chg="mod">
          <ac:chgData name="Li, Cong" userId="025630f4-267e-4cb3-8cd5-8795177f99f4" providerId="ADAL" clId="{929A2CC8-B112-421C-81E2-D5D63B23E300}" dt="2026-10-24T06:10:16.747" v="69612" actId="164"/>
          <ac:spMkLst>
            <pc:docMk/>
            <pc:sldMk cId="2438670737" sldId="599"/>
            <ac:spMk id="80" creationId="{CCA6DA12-B47F-7509-A698-0D848C718286}"/>
          </ac:spMkLst>
        </pc:spChg>
        <pc:spChg chg="mod">
          <ac:chgData name="Li, Cong" userId="025630f4-267e-4cb3-8cd5-8795177f99f4" providerId="ADAL" clId="{929A2CC8-B112-421C-81E2-D5D63B23E300}" dt="2026-10-24T06:10:47.235" v="69615" actId="164"/>
          <ac:spMkLst>
            <pc:docMk/>
            <pc:sldMk cId="2438670737" sldId="599"/>
            <ac:spMk id="81" creationId="{C192FE42-6F8B-C407-15FF-74590728CE23}"/>
          </ac:spMkLst>
        </pc:spChg>
        <pc:spChg chg="mod">
          <ac:chgData name="Li, Cong" userId="025630f4-267e-4cb3-8cd5-8795177f99f4" providerId="ADAL" clId="{929A2CC8-B112-421C-81E2-D5D63B23E300}" dt="2026-10-24T06:09:07.634" v="69605" actId="1076"/>
          <ac:spMkLst>
            <pc:docMk/>
            <pc:sldMk cId="2438670737" sldId="599"/>
            <ac:spMk id="83" creationId="{D20BA3DD-F805-7E95-3570-1FB6C4F4C4BC}"/>
          </ac:spMkLst>
        </pc:spChg>
        <pc:spChg chg="del">
          <ac:chgData name="Li, Cong" userId="025630f4-267e-4cb3-8cd5-8795177f99f4" providerId="ADAL" clId="{929A2CC8-B112-421C-81E2-D5D63B23E300}" dt="2026-10-24T06:06:24.378" v="69549" actId="478"/>
          <ac:spMkLst>
            <pc:docMk/>
            <pc:sldMk cId="2438670737" sldId="599"/>
            <ac:spMk id="86" creationId="{47E8FEA9-0B6A-A581-19DF-A222DBA47CF6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88" creationId="{040B7455-3AD0-DA56-4DD5-E0D57167A5FF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89" creationId="{99504C25-4A48-B802-0278-D1739BA11C5D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90" creationId="{5C7AE598-5AAC-9FC8-3955-64DCB250ABD5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91" creationId="{1FF1B3D6-C188-3841-AF11-8B6627D0696C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94" creationId="{EFDBA4E1-E14E-E38F-04AB-33BC3182618F}"/>
          </ac:spMkLst>
        </pc:spChg>
        <pc:spChg chg="mod">
          <ac:chgData name="Li, Cong" userId="025630f4-267e-4cb3-8cd5-8795177f99f4" providerId="ADAL" clId="{929A2CC8-B112-421C-81E2-D5D63B23E300}" dt="2026-10-24T06:10:54.208" v="69616" actId="164"/>
          <ac:spMkLst>
            <pc:docMk/>
            <pc:sldMk cId="2438670737" sldId="599"/>
            <ac:spMk id="95" creationId="{9E0A3435-255C-3624-0400-98E3E0623A6F}"/>
          </ac:spMkLst>
        </pc:spChg>
        <pc:spChg chg="add mod">
          <ac:chgData name="Li, Cong" userId="025630f4-267e-4cb3-8cd5-8795177f99f4" providerId="ADAL" clId="{929A2CC8-B112-421C-81E2-D5D63B23E300}" dt="2026-10-24T06:06:55.056" v="69581" actId="1076"/>
          <ac:spMkLst>
            <pc:docMk/>
            <pc:sldMk cId="2438670737" sldId="599"/>
            <ac:spMk id="98" creationId="{EF3CCCFB-0989-A62D-BCC2-8795441B040B}"/>
          </ac:spMkLst>
        </pc:spChg>
        <pc:spChg chg="del">
          <ac:chgData name="Li, Cong" userId="025630f4-267e-4cb3-8cd5-8795177f99f4" providerId="ADAL" clId="{929A2CC8-B112-421C-81E2-D5D63B23E300}" dt="2026-10-24T06:06:22.203" v="69548" actId="478"/>
          <ac:spMkLst>
            <pc:docMk/>
            <pc:sldMk cId="2438670737" sldId="599"/>
            <ac:spMk id="100" creationId="{B3476F5B-01B8-D43E-5FDB-8B026579E52D}"/>
          </ac:spMkLst>
        </pc:spChg>
        <pc:spChg chg="add mod">
          <ac:chgData name="Li, Cong" userId="025630f4-267e-4cb3-8cd5-8795177f99f4" providerId="ADAL" clId="{929A2CC8-B112-421C-81E2-D5D63B23E300}" dt="2026-10-24T06:12:08.471" v="69635" actId="1036"/>
          <ac:spMkLst>
            <pc:docMk/>
            <pc:sldMk cId="2438670737" sldId="599"/>
            <ac:spMk id="101" creationId="{4DC2FAF0-625E-D5F1-67B6-23DFB4DE0B43}"/>
          </ac:spMkLst>
        </pc:spChg>
        <pc:spChg chg="add mod">
          <ac:chgData name="Li, Cong" userId="025630f4-267e-4cb3-8cd5-8795177f99f4" providerId="ADAL" clId="{929A2CC8-B112-421C-81E2-D5D63B23E300}" dt="2026-10-24T06:07:05.856" v="69585" actId="1076"/>
          <ac:spMkLst>
            <pc:docMk/>
            <pc:sldMk cId="2438670737" sldId="599"/>
            <ac:spMk id="103" creationId="{56FAFF51-D994-DA9C-788F-14E24ABB2D13}"/>
          </ac:spMkLst>
        </pc:spChg>
        <pc:spChg chg="add mod">
          <ac:chgData name="Li, Cong" userId="025630f4-267e-4cb3-8cd5-8795177f99f4" providerId="ADAL" clId="{929A2CC8-B112-421C-81E2-D5D63B23E300}" dt="2026-10-24T06:07:34.321" v="69587" actId="1076"/>
          <ac:spMkLst>
            <pc:docMk/>
            <pc:sldMk cId="2438670737" sldId="599"/>
            <ac:spMk id="105" creationId="{78066380-EBAA-C428-F0CC-0F15A81C6A3C}"/>
          </ac:spMkLst>
        </pc:spChg>
        <pc:spChg chg="add del mod">
          <ac:chgData name="Li, Cong" userId="025630f4-267e-4cb3-8cd5-8795177f99f4" providerId="ADAL" clId="{929A2CC8-B112-421C-81E2-D5D63B23E300}" dt="2026-10-24T06:09:02.704" v="69601" actId="22"/>
          <ac:spMkLst>
            <pc:docMk/>
            <pc:sldMk cId="2438670737" sldId="599"/>
            <ac:spMk id="110" creationId="{D1B5F9DF-6D75-DAA4-9BF6-B11B20919538}"/>
          </ac:spMkLst>
        </pc:spChg>
        <pc:spChg chg="add mod">
          <ac:chgData name="Li, Cong" userId="025630f4-267e-4cb3-8cd5-8795177f99f4" providerId="ADAL" clId="{929A2CC8-B112-421C-81E2-D5D63B23E300}" dt="2026-10-24T06:09:26.842" v="69607" actId="1076"/>
          <ac:spMkLst>
            <pc:docMk/>
            <pc:sldMk cId="2438670737" sldId="599"/>
            <ac:spMk id="112" creationId="{D488F240-5EA5-6DBB-FB7B-1649CD4F902D}"/>
          </ac:spMkLst>
        </pc:spChg>
        <pc:spChg chg="add del mod">
          <ac:chgData name="Li, Cong" userId="025630f4-267e-4cb3-8cd5-8795177f99f4" providerId="ADAL" clId="{929A2CC8-B112-421C-81E2-D5D63B23E300}" dt="2026-10-24T06:09:38.051" v="69611" actId="22"/>
          <ac:spMkLst>
            <pc:docMk/>
            <pc:sldMk cId="2438670737" sldId="599"/>
            <ac:spMk id="114" creationId="{03EDE6F1-4029-2D24-F6FF-01A4E0B0D19A}"/>
          </ac:spMkLst>
        </pc:spChg>
        <pc:spChg chg="add mod">
          <ac:chgData name="Li, Cong" userId="025630f4-267e-4cb3-8cd5-8795177f99f4" providerId="ADAL" clId="{929A2CC8-B112-421C-81E2-D5D63B23E300}" dt="2026-10-24T06:11:18.674" v="69619" actId="1076"/>
          <ac:spMkLst>
            <pc:docMk/>
            <pc:sldMk cId="2438670737" sldId="599"/>
            <ac:spMk id="122" creationId="{9AFEF9F4-BBEC-4E09-4AD0-73C35E17D0E4}"/>
          </ac:spMkLst>
        </pc:spChg>
        <pc:grpChg chg="add mod">
          <ac:chgData name="Li, Cong" userId="025630f4-267e-4cb3-8cd5-8795177f99f4" providerId="ADAL" clId="{929A2CC8-B112-421C-81E2-D5D63B23E300}" dt="2026-10-24T06:07:48.212" v="69588" actId="164"/>
          <ac:grpSpMkLst>
            <pc:docMk/>
            <pc:sldMk cId="2438670737" sldId="599"/>
            <ac:grpSpMk id="106" creationId="{00133C75-AD46-CF8A-3D53-936C2FBBA87E}"/>
          </ac:grpSpMkLst>
        </pc:grpChg>
        <pc:grpChg chg="add mod">
          <ac:chgData name="Li, Cong" userId="025630f4-267e-4cb3-8cd5-8795177f99f4" providerId="ADAL" clId="{929A2CC8-B112-421C-81E2-D5D63B23E300}" dt="2026-10-24T06:12:42.444" v="69636" actId="164"/>
          <ac:grpSpMkLst>
            <pc:docMk/>
            <pc:sldMk cId="2438670737" sldId="599"/>
            <ac:grpSpMk id="107" creationId="{C9BE8727-0585-6A01-6B4D-3A7BEA3AB1B7}"/>
          </ac:grpSpMkLst>
        </pc:grpChg>
        <pc:grpChg chg="add mod">
          <ac:chgData name="Li, Cong" userId="025630f4-267e-4cb3-8cd5-8795177f99f4" providerId="ADAL" clId="{929A2CC8-B112-421C-81E2-D5D63B23E300}" dt="2026-10-24T06:12:48.504" v="69637" actId="164"/>
          <ac:grpSpMkLst>
            <pc:docMk/>
            <pc:sldMk cId="2438670737" sldId="599"/>
            <ac:grpSpMk id="115" creationId="{C673CA16-028B-D892-4C39-26D7CA72FBCF}"/>
          </ac:grpSpMkLst>
        </pc:grpChg>
        <pc:grpChg chg="add mod">
          <ac:chgData name="Li, Cong" userId="025630f4-267e-4cb3-8cd5-8795177f99f4" providerId="ADAL" clId="{929A2CC8-B112-421C-81E2-D5D63B23E300}" dt="2026-10-24T06:10:32.961" v="69613" actId="164"/>
          <ac:grpSpMkLst>
            <pc:docMk/>
            <pc:sldMk cId="2438670737" sldId="599"/>
            <ac:grpSpMk id="116" creationId="{3FFA7E00-4B44-C916-4CF0-5A4BBA87CCF4}"/>
          </ac:grpSpMkLst>
        </pc:grpChg>
        <pc:grpChg chg="add mod">
          <ac:chgData name="Li, Cong" userId="025630f4-267e-4cb3-8cd5-8795177f99f4" providerId="ADAL" clId="{929A2CC8-B112-421C-81E2-D5D63B23E300}" dt="2026-10-24T06:12:42.444" v="69636" actId="164"/>
          <ac:grpSpMkLst>
            <pc:docMk/>
            <pc:sldMk cId="2438670737" sldId="599"/>
            <ac:grpSpMk id="123" creationId="{E667193B-18E7-7903-CCD4-D26107FC7287}"/>
          </ac:grpSpMkLst>
        </pc:grpChg>
        <pc:grpChg chg="add mod">
          <ac:chgData name="Li, Cong" userId="025630f4-267e-4cb3-8cd5-8795177f99f4" providerId="ADAL" clId="{929A2CC8-B112-421C-81E2-D5D63B23E300}" dt="2026-10-24T06:12:48.504" v="69637" actId="164"/>
          <ac:grpSpMkLst>
            <pc:docMk/>
            <pc:sldMk cId="2438670737" sldId="599"/>
            <ac:grpSpMk id="124" creationId="{F7184D6B-9F54-657F-EB18-C6E19FF96157}"/>
          </ac:grpSpMkLst>
        </pc:grpChg>
        <pc:cxnChg chg="del">
          <ac:chgData name="Li, Cong" userId="025630f4-267e-4cb3-8cd5-8795177f99f4" providerId="ADAL" clId="{929A2CC8-B112-421C-81E2-D5D63B23E300}" dt="2026-10-24T06:06:22.203" v="69548" actId="478"/>
          <ac:cxnSpMkLst>
            <pc:docMk/>
            <pc:sldMk cId="2438670737" sldId="599"/>
            <ac:cxnSpMk id="97" creationId="{6744AFDA-C714-CEE1-3D20-D650D571192F}"/>
          </ac:cxnSpMkLst>
        </pc:cxnChg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393626312" sldId="608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955151755" sldId="620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449511605" sldId="621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413070866" sldId="622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832066435" sldId="623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374870307" sldId="624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266771034" sldId="625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2468417659" sldId="626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432225247" sldId="627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849628817" sldId="628"/>
        </pc:sldMkLst>
      </pc:sldChg>
      <pc:sldChg chg="addSp delSp modSp add mod">
        <pc:chgData name="Li, Cong" userId="025630f4-267e-4cb3-8cd5-8795177f99f4" providerId="ADAL" clId="{929A2CC8-B112-421C-81E2-D5D63B23E300}" dt="2026-10-24T07:19:38.437" v="71324" actId="22"/>
        <pc:sldMkLst>
          <pc:docMk/>
          <pc:sldMk cId="1009159685" sldId="629"/>
        </pc:sldMkLst>
        <pc:spChg chg="mod">
          <ac:chgData name="Li, Cong" userId="025630f4-267e-4cb3-8cd5-8795177f99f4" providerId="ADAL" clId="{929A2CC8-B112-421C-81E2-D5D63B23E300}" dt="2026-10-24T01:17:47.719" v="63925" actId="20577"/>
          <ac:spMkLst>
            <pc:docMk/>
            <pc:sldMk cId="1009159685" sldId="629"/>
            <ac:spMk id="2" creationId="{85AD3796-BA15-7A68-398E-98E98E349CC9}"/>
          </ac:spMkLst>
        </pc:spChg>
        <pc:spChg chg="mod">
          <ac:chgData name="Li, Cong" userId="025630f4-267e-4cb3-8cd5-8795177f99f4" providerId="ADAL" clId="{929A2CC8-B112-421C-81E2-D5D63B23E300}" dt="2026-10-24T01:18:27.920" v="63947"/>
          <ac:spMkLst>
            <pc:docMk/>
            <pc:sldMk cId="1009159685" sldId="629"/>
            <ac:spMk id="4" creationId="{157EAA39-AE8D-748C-6A47-B403733576AB}"/>
          </ac:spMkLst>
        </pc:spChg>
        <pc:spChg chg="add del">
          <ac:chgData name="Li, Cong" userId="025630f4-267e-4cb3-8cd5-8795177f99f4" providerId="ADAL" clId="{929A2CC8-B112-421C-81E2-D5D63B23E300}" dt="2026-10-24T07:19:38.437" v="71324" actId="22"/>
          <ac:spMkLst>
            <pc:docMk/>
            <pc:sldMk cId="1009159685" sldId="629"/>
            <ac:spMk id="6" creationId="{4746810D-3541-A6E3-A083-A32E87ADC149}"/>
          </ac:spMkLst>
        </pc:spChg>
        <pc:spChg chg="mod">
          <ac:chgData name="Li, Cong" userId="025630f4-267e-4cb3-8cd5-8795177f99f4" providerId="ADAL" clId="{929A2CC8-B112-421C-81E2-D5D63B23E300}" dt="2026-10-24T01:18:12.048" v="63942" actId="1036"/>
          <ac:spMkLst>
            <pc:docMk/>
            <pc:sldMk cId="1009159685" sldId="629"/>
            <ac:spMk id="13" creationId="{BA7C7A8E-E6BE-D09B-7A35-D8D8BAA53AFC}"/>
          </ac:spMkLst>
        </pc:spChg>
        <pc:spChg chg="mod">
          <ac:chgData name="Li, Cong" userId="025630f4-267e-4cb3-8cd5-8795177f99f4" providerId="ADAL" clId="{929A2CC8-B112-421C-81E2-D5D63B23E300}" dt="2026-10-24T01:18:22.128" v="63946" actId="6549"/>
          <ac:spMkLst>
            <pc:docMk/>
            <pc:sldMk cId="1009159685" sldId="629"/>
            <ac:spMk id="16" creationId="{B03C2E51-67FD-0B83-1C3A-045D360D8D21}"/>
          </ac:spMkLst>
        </pc:spChg>
      </pc:sldChg>
      <pc:sldChg chg="del">
        <pc:chgData name="Li, Cong" userId="025630f4-267e-4cb3-8cd5-8795177f99f4" providerId="ADAL" clId="{929A2CC8-B112-421C-81E2-D5D63B23E300}" dt="2026-10-24T01:17:39.905" v="63922" actId="2696"/>
        <pc:sldMkLst>
          <pc:docMk/>
          <pc:sldMk cId="1873159088" sldId="629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2507804104" sldId="630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3430215282" sldId="631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922240735" sldId="632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132893933" sldId="633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985883900" sldId="634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181507037" sldId="635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28367382" sldId="636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594595758" sldId="637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2846405356" sldId="638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2592862289" sldId="639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422344838" sldId="640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1696702995" sldId="641"/>
        </pc:sldMkLst>
      </pc:sldChg>
      <pc:sldChg chg="del">
        <pc:chgData name="Li, Cong" userId="025630f4-267e-4cb3-8cd5-8795177f99f4" providerId="ADAL" clId="{929A2CC8-B112-421C-81E2-D5D63B23E300}" dt="2026-10-24T07:08:35.966" v="71322" actId="47"/>
        <pc:sldMkLst>
          <pc:docMk/>
          <pc:sldMk cId="2652500846" sldId="642"/>
        </pc:sldMkLst>
      </pc:sldChg>
      <pc:sldChg chg="modSp add del mod modAnim">
        <pc:chgData name="Li, Cong" userId="025630f4-267e-4cb3-8cd5-8795177f99f4" providerId="ADAL" clId="{929A2CC8-B112-421C-81E2-D5D63B23E300}" dt="2026-10-24T07:08:35.966" v="71322" actId="47"/>
        <pc:sldMkLst>
          <pc:docMk/>
          <pc:sldMk cId="4156585488" sldId="643"/>
        </pc:sldMkLst>
      </pc:sldChg>
      <pc:sldChg chg="addSp delSp modSp add mod delAnim modAnim">
        <pc:chgData name="Li, Cong" userId="025630f4-267e-4cb3-8cd5-8795177f99f4" providerId="ADAL" clId="{929A2CC8-B112-421C-81E2-D5D63B23E300}" dt="2026-10-23T07:50:52.736" v="62596" actId="20577"/>
        <pc:sldMkLst>
          <pc:docMk/>
          <pc:sldMk cId="2607327523" sldId="644"/>
        </pc:sldMkLst>
        <pc:spChg chg="mod">
          <ac:chgData name="Li, Cong" userId="025630f4-267e-4cb3-8cd5-8795177f99f4" providerId="ADAL" clId="{929A2CC8-B112-421C-81E2-D5D63B23E300}" dt="2026-10-23T07:50:52.736" v="62596" actId="20577"/>
          <ac:spMkLst>
            <pc:docMk/>
            <pc:sldMk cId="2607327523" sldId="644"/>
            <ac:spMk id="2" creationId="{DD4ED62D-7CCD-82F5-18F8-638523FB929F}"/>
          </ac:spMkLst>
        </pc:spChg>
        <pc:spChg chg="mod">
          <ac:chgData name="Li, Cong" userId="025630f4-267e-4cb3-8cd5-8795177f99f4" providerId="ADAL" clId="{929A2CC8-B112-421C-81E2-D5D63B23E300}" dt="2026-10-16T23:37:09.343" v="62149" actId="1076"/>
          <ac:spMkLst>
            <pc:docMk/>
            <pc:sldMk cId="2607327523" sldId="644"/>
            <ac:spMk id="5" creationId="{5EF7395B-0271-40D0-D455-55378EA8D0C9}"/>
          </ac:spMkLst>
        </pc:spChg>
        <pc:picChg chg="add mod">
          <ac:chgData name="Li, Cong" userId="025630f4-267e-4cb3-8cd5-8795177f99f4" providerId="ADAL" clId="{929A2CC8-B112-421C-81E2-D5D63B23E300}" dt="2026-10-23T07:31:25.680" v="62499" actId="1076"/>
          <ac:picMkLst>
            <pc:docMk/>
            <pc:sldMk cId="2607327523" sldId="644"/>
            <ac:picMk id="9" creationId="{2A396696-DD60-F934-C0C7-C2BDB2D38F56}"/>
          </ac:picMkLst>
        </pc:picChg>
      </pc:sldChg>
      <pc:sldChg chg="addSp delSp modSp add mod ord delAnim modAnim">
        <pc:chgData name="Li, Cong" userId="025630f4-267e-4cb3-8cd5-8795177f99f4" providerId="ADAL" clId="{929A2CC8-B112-421C-81E2-D5D63B23E300}" dt="2026-10-24T10:39:40.062" v="78031" actId="20577"/>
        <pc:sldMkLst>
          <pc:docMk/>
          <pc:sldMk cId="456377207" sldId="645"/>
        </pc:sldMkLst>
        <pc:spChg chg="add mod">
          <ac:chgData name="Li, Cong" userId="025630f4-267e-4cb3-8cd5-8795177f99f4" providerId="ADAL" clId="{929A2CC8-B112-421C-81E2-D5D63B23E300}" dt="2026-10-24T10:39:38.056" v="78030" actId="20577"/>
          <ac:spMkLst>
            <pc:docMk/>
            <pc:sldMk cId="456377207" sldId="645"/>
            <ac:spMk id="3" creationId="{1C096E36-81C0-9603-0E24-B58A319E9C07}"/>
          </ac:spMkLst>
        </pc:spChg>
        <pc:spChg chg="mod">
          <ac:chgData name="Li, Cong" userId="025630f4-267e-4cb3-8cd5-8795177f99f4" providerId="ADAL" clId="{929A2CC8-B112-421C-81E2-D5D63B23E300}" dt="2026-10-24T10:39:40.062" v="78031" actId="20577"/>
          <ac:spMkLst>
            <pc:docMk/>
            <pc:sldMk cId="456377207" sldId="645"/>
            <ac:spMk id="6" creationId="{6D9CB325-88C4-0F3F-B97D-DC0E0F00364B}"/>
          </ac:spMkLst>
        </pc:spChg>
        <pc:spChg chg="mod">
          <ac:chgData name="Li, Cong" userId="025630f4-267e-4cb3-8cd5-8795177f99f4" providerId="ADAL" clId="{929A2CC8-B112-421C-81E2-D5D63B23E300}" dt="2026-10-23T06:48:10.027" v="62443" actId="1035"/>
          <ac:spMkLst>
            <pc:docMk/>
            <pc:sldMk cId="456377207" sldId="645"/>
            <ac:spMk id="10" creationId="{8CA2D213-5363-199C-E11A-691EE19F49D8}"/>
          </ac:spMkLst>
        </pc:spChg>
      </pc:sldChg>
      <pc:sldChg chg="addSp delSp modSp add mod delAnim">
        <pc:chgData name="Li, Cong" userId="025630f4-267e-4cb3-8cd5-8795177f99f4" providerId="ADAL" clId="{929A2CC8-B112-421C-81E2-D5D63B23E300}" dt="2026-10-23T07:51:34.657" v="62642" actId="20577"/>
        <pc:sldMkLst>
          <pc:docMk/>
          <pc:sldMk cId="1535622073" sldId="646"/>
        </pc:sldMkLst>
        <pc:spChg chg="mod">
          <ac:chgData name="Li, Cong" userId="025630f4-267e-4cb3-8cd5-8795177f99f4" providerId="ADAL" clId="{929A2CC8-B112-421C-81E2-D5D63B23E300}" dt="2026-10-23T07:51:34.657" v="62642" actId="20577"/>
          <ac:spMkLst>
            <pc:docMk/>
            <pc:sldMk cId="1535622073" sldId="646"/>
            <ac:spMk id="2" creationId="{91EB159A-C343-6E49-5551-C92679C189BD}"/>
          </ac:spMkLst>
        </pc:spChg>
        <pc:picChg chg="add mod">
          <ac:chgData name="Li, Cong" userId="025630f4-267e-4cb3-8cd5-8795177f99f4" providerId="ADAL" clId="{929A2CC8-B112-421C-81E2-D5D63B23E300}" dt="2026-10-23T07:50:21.218" v="62505" actId="1076"/>
          <ac:picMkLst>
            <pc:docMk/>
            <pc:sldMk cId="1535622073" sldId="646"/>
            <ac:picMk id="4" creationId="{A7F15A28-1108-17EF-6EE0-10D64F444279}"/>
          </ac:picMkLst>
        </pc:picChg>
      </pc:sldChg>
      <pc:sldChg chg="modSp add del mod">
        <pc:chgData name="Li, Cong" userId="025630f4-267e-4cb3-8cd5-8795177f99f4" providerId="ADAL" clId="{929A2CC8-B112-421C-81E2-D5D63B23E300}" dt="2026-10-24T07:08:35.966" v="71322" actId="47"/>
        <pc:sldMkLst>
          <pc:docMk/>
          <pc:sldMk cId="1826353756" sldId="647"/>
        </pc:sldMkLst>
      </pc:sldChg>
      <pc:sldChg chg="modSp add mod modAnim">
        <pc:chgData name="Li, Cong" userId="025630f4-267e-4cb3-8cd5-8795177f99f4" providerId="ADAL" clId="{929A2CC8-B112-421C-81E2-D5D63B23E300}" dt="2026-10-24T01:31:53.864" v="64644" actId="20577"/>
        <pc:sldMkLst>
          <pc:docMk/>
          <pc:sldMk cId="337592539" sldId="648"/>
        </pc:sldMkLst>
        <pc:spChg chg="mod">
          <ac:chgData name="Li, Cong" userId="025630f4-267e-4cb3-8cd5-8795177f99f4" providerId="ADAL" clId="{929A2CC8-B112-421C-81E2-D5D63B23E300}" dt="2026-10-23T23:37:03.136" v="62696" actId="20577"/>
          <ac:spMkLst>
            <pc:docMk/>
            <pc:sldMk cId="337592539" sldId="648"/>
            <ac:spMk id="2" creationId="{34FA7FB6-71EC-136F-57BE-E78B3C1C6AB0}"/>
          </ac:spMkLst>
        </pc:spChg>
        <pc:spChg chg="mod">
          <ac:chgData name="Li, Cong" userId="025630f4-267e-4cb3-8cd5-8795177f99f4" providerId="ADAL" clId="{929A2CC8-B112-421C-81E2-D5D63B23E300}" dt="2026-10-24T01:31:53.864" v="64644" actId="20577"/>
          <ac:spMkLst>
            <pc:docMk/>
            <pc:sldMk cId="337592539" sldId="648"/>
            <ac:spMk id="3" creationId="{E5DC32B4-94E5-4241-A3DA-2674ACC90455}"/>
          </ac:spMkLst>
        </pc:spChg>
        <pc:spChg chg="mod">
          <ac:chgData name="Li, Cong" userId="025630f4-267e-4cb3-8cd5-8795177f99f4" providerId="ADAL" clId="{929A2CC8-B112-421C-81E2-D5D63B23E300}" dt="2026-10-23T23:56:19.999" v="62911"/>
          <ac:spMkLst>
            <pc:docMk/>
            <pc:sldMk cId="337592539" sldId="648"/>
            <ac:spMk id="5" creationId="{1050A50B-8F9F-DC50-6821-F326CB0F0034}"/>
          </ac:spMkLst>
        </pc:spChg>
      </pc:sldChg>
      <pc:sldChg chg="modSp add mod modAnim">
        <pc:chgData name="Li, Cong" userId="025630f4-267e-4cb3-8cd5-8795177f99f4" providerId="ADAL" clId="{929A2CC8-B112-421C-81E2-D5D63B23E300}" dt="2026-10-24T01:11:11.826" v="63893"/>
        <pc:sldMkLst>
          <pc:docMk/>
          <pc:sldMk cId="4021112979" sldId="649"/>
        </pc:sldMkLst>
        <pc:spChg chg="mod">
          <ac:chgData name="Li, Cong" userId="025630f4-267e-4cb3-8cd5-8795177f99f4" providerId="ADAL" clId="{929A2CC8-B112-421C-81E2-D5D63B23E300}" dt="2026-10-24T00:18:52.855" v="63309" actId="20577"/>
          <ac:spMkLst>
            <pc:docMk/>
            <pc:sldMk cId="4021112979" sldId="649"/>
            <ac:spMk id="2" creationId="{E4DFB4D2-A5F7-2767-228B-BEA8FB06EC64}"/>
          </ac:spMkLst>
        </pc:spChg>
        <pc:spChg chg="mod">
          <ac:chgData name="Li, Cong" userId="025630f4-267e-4cb3-8cd5-8795177f99f4" providerId="ADAL" clId="{929A2CC8-B112-421C-81E2-D5D63B23E300}" dt="2026-10-24T01:10:44.448" v="63892" actId="20577"/>
          <ac:spMkLst>
            <pc:docMk/>
            <pc:sldMk cId="4021112979" sldId="649"/>
            <ac:spMk id="3" creationId="{8563D13A-D7B1-4264-0D54-837D0B01EA1A}"/>
          </ac:spMkLst>
        </pc:spChg>
      </pc:sldChg>
      <pc:sldChg chg="modSp add mod">
        <pc:chgData name="Li, Cong" userId="025630f4-267e-4cb3-8cd5-8795177f99f4" providerId="ADAL" clId="{929A2CC8-B112-421C-81E2-D5D63B23E300}" dt="2026-10-24T01:22:28.262" v="64121" actId="20577"/>
        <pc:sldMkLst>
          <pc:docMk/>
          <pc:sldMk cId="944223250" sldId="650"/>
        </pc:sldMkLst>
        <pc:spChg chg="mod">
          <ac:chgData name="Li, Cong" userId="025630f4-267e-4cb3-8cd5-8795177f99f4" providerId="ADAL" clId="{929A2CC8-B112-421C-81E2-D5D63B23E300}" dt="2026-10-24T01:18:47.874" v="63950" actId="20577"/>
          <ac:spMkLst>
            <pc:docMk/>
            <pc:sldMk cId="944223250" sldId="650"/>
            <ac:spMk id="2" creationId="{F3549C57-7CB6-D6A3-6C67-DAD1655B6187}"/>
          </ac:spMkLst>
        </pc:spChg>
        <pc:spChg chg="mod">
          <ac:chgData name="Li, Cong" userId="025630f4-267e-4cb3-8cd5-8795177f99f4" providerId="ADAL" clId="{929A2CC8-B112-421C-81E2-D5D63B23E300}" dt="2026-10-24T01:22:28.262" v="64121" actId="20577"/>
          <ac:spMkLst>
            <pc:docMk/>
            <pc:sldMk cId="944223250" sldId="650"/>
            <ac:spMk id="13" creationId="{8C7A1B61-E1D4-9565-6185-9DDE05D6348B}"/>
          </ac:spMkLst>
        </pc:spChg>
        <pc:spChg chg="mod">
          <ac:chgData name="Li, Cong" userId="025630f4-267e-4cb3-8cd5-8795177f99f4" providerId="ADAL" clId="{929A2CC8-B112-421C-81E2-D5D63B23E300}" dt="2026-10-24T01:20:24.254" v="64115" actId="20577"/>
          <ac:spMkLst>
            <pc:docMk/>
            <pc:sldMk cId="944223250" sldId="650"/>
            <ac:spMk id="16" creationId="{4B0C26B2-CB37-4C9B-4A7A-2D5398807327}"/>
          </ac:spMkLst>
        </pc:spChg>
      </pc:sldChg>
      <pc:sldChg chg="modSp add mod">
        <pc:chgData name="Li, Cong" userId="025630f4-267e-4cb3-8cd5-8795177f99f4" providerId="ADAL" clId="{929A2CC8-B112-421C-81E2-D5D63B23E300}" dt="2026-10-24T01:24:03.753" v="64301" actId="20577"/>
        <pc:sldMkLst>
          <pc:docMk/>
          <pc:sldMk cId="1952582907" sldId="651"/>
        </pc:sldMkLst>
        <pc:spChg chg="mod">
          <ac:chgData name="Li, Cong" userId="025630f4-267e-4cb3-8cd5-8795177f99f4" providerId="ADAL" clId="{929A2CC8-B112-421C-81E2-D5D63B23E300}" dt="2026-10-24T01:22:17.633" v="64119" actId="20577"/>
          <ac:spMkLst>
            <pc:docMk/>
            <pc:sldMk cId="1952582907" sldId="651"/>
            <ac:spMk id="2" creationId="{53ABF49F-D34C-FA70-CFD6-DF7C88B1727C}"/>
          </ac:spMkLst>
        </pc:spChg>
        <pc:spChg chg="mod">
          <ac:chgData name="Li, Cong" userId="025630f4-267e-4cb3-8cd5-8795177f99f4" providerId="ADAL" clId="{929A2CC8-B112-421C-81E2-D5D63B23E300}" dt="2026-10-24T01:23:02.837" v="64214" actId="20577"/>
          <ac:spMkLst>
            <pc:docMk/>
            <pc:sldMk cId="1952582907" sldId="651"/>
            <ac:spMk id="13" creationId="{09A65D23-9901-7B2D-A390-DB473197F6A9}"/>
          </ac:spMkLst>
        </pc:spChg>
        <pc:spChg chg="mod">
          <ac:chgData name="Li, Cong" userId="025630f4-267e-4cb3-8cd5-8795177f99f4" providerId="ADAL" clId="{929A2CC8-B112-421C-81E2-D5D63B23E300}" dt="2026-10-24T01:24:03.753" v="64301" actId="20577"/>
          <ac:spMkLst>
            <pc:docMk/>
            <pc:sldMk cId="1952582907" sldId="651"/>
            <ac:spMk id="16" creationId="{FA3E44C1-F9B1-A4F1-03E4-3E16071A4475}"/>
          </ac:spMkLst>
        </pc:spChg>
      </pc:sldChg>
      <pc:sldChg chg="modSp add mod modAnim">
        <pc:chgData name="Li, Cong" userId="025630f4-267e-4cb3-8cd5-8795177f99f4" providerId="ADAL" clId="{929A2CC8-B112-421C-81E2-D5D63B23E300}" dt="2026-10-24T01:36:54.787" v="64845" actId="20577"/>
        <pc:sldMkLst>
          <pc:docMk/>
          <pc:sldMk cId="1924237332" sldId="652"/>
        </pc:sldMkLst>
        <pc:spChg chg="mod">
          <ac:chgData name="Li, Cong" userId="025630f4-267e-4cb3-8cd5-8795177f99f4" providerId="ADAL" clId="{929A2CC8-B112-421C-81E2-D5D63B23E300}" dt="2026-10-24T01:26:20.630" v="64343" actId="20577"/>
          <ac:spMkLst>
            <pc:docMk/>
            <pc:sldMk cId="1924237332" sldId="652"/>
            <ac:spMk id="2" creationId="{593F821A-0E31-085E-2D67-F9514AB1B921}"/>
          </ac:spMkLst>
        </pc:spChg>
        <pc:spChg chg="mod">
          <ac:chgData name="Li, Cong" userId="025630f4-267e-4cb3-8cd5-8795177f99f4" providerId="ADAL" clId="{929A2CC8-B112-421C-81E2-D5D63B23E300}" dt="2026-10-24T01:36:54.787" v="64845" actId="20577"/>
          <ac:spMkLst>
            <pc:docMk/>
            <pc:sldMk cId="1924237332" sldId="652"/>
            <ac:spMk id="3" creationId="{67DC7F7D-5F46-DCBF-56E1-5B54ACB44F09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10-24T02:00:30.873" v="65316" actId="20577"/>
        <pc:sldMkLst>
          <pc:docMk/>
          <pc:sldMk cId="515799809" sldId="653"/>
        </pc:sldMkLst>
        <pc:spChg chg="mod">
          <ac:chgData name="Li, Cong" userId="025630f4-267e-4cb3-8cd5-8795177f99f4" providerId="ADAL" clId="{929A2CC8-B112-421C-81E2-D5D63B23E300}" dt="2026-10-24T01:42:38.459" v="64876" actId="20577"/>
          <ac:spMkLst>
            <pc:docMk/>
            <pc:sldMk cId="515799809" sldId="653"/>
            <ac:spMk id="2" creationId="{86A9E05F-4114-2076-FF99-4CE9B0AAD92F}"/>
          </ac:spMkLst>
        </pc:spChg>
        <pc:spChg chg="del">
          <ac:chgData name="Li, Cong" userId="025630f4-267e-4cb3-8cd5-8795177f99f4" providerId="ADAL" clId="{929A2CC8-B112-421C-81E2-D5D63B23E300}" dt="2026-10-24T01:42:41.428" v="64877" actId="478"/>
          <ac:spMkLst>
            <pc:docMk/>
            <pc:sldMk cId="515799809" sldId="653"/>
            <ac:spMk id="3" creationId="{9C88F1A0-D552-3728-F293-EE63DB48FC6C}"/>
          </ac:spMkLst>
        </pc:spChg>
        <pc:spChg chg="add del mod">
          <ac:chgData name="Li, Cong" userId="025630f4-267e-4cb3-8cd5-8795177f99f4" providerId="ADAL" clId="{929A2CC8-B112-421C-81E2-D5D63B23E300}" dt="2026-10-24T01:42:42.885" v="64878" actId="478"/>
          <ac:spMkLst>
            <pc:docMk/>
            <pc:sldMk cId="515799809" sldId="653"/>
            <ac:spMk id="4" creationId="{BF6183E3-CEAC-F8D1-5D31-5DFACA3CBB8B}"/>
          </ac:spMkLst>
        </pc:spChg>
        <pc:spChg chg="mod">
          <ac:chgData name="Li, Cong" userId="025630f4-267e-4cb3-8cd5-8795177f99f4" providerId="ADAL" clId="{929A2CC8-B112-421C-81E2-D5D63B23E300}" dt="2026-10-24T01:51:41.149" v="65056" actId="1076"/>
          <ac:spMkLst>
            <pc:docMk/>
            <pc:sldMk cId="515799809" sldId="653"/>
            <ac:spMk id="5" creationId="{1F2A67D4-EBC8-CA40-D6BA-968761336BD2}"/>
          </ac:spMkLst>
        </pc:spChg>
        <pc:spChg chg="mod topLvl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7" creationId="{DC2F091C-5B68-87CE-D9B9-162486990A6C}"/>
          </ac:spMkLst>
        </pc:spChg>
        <pc:spChg chg="mod topLvl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8" creationId="{9BDE8D57-091D-D101-265C-8C01C0F76965}"/>
          </ac:spMkLst>
        </pc:spChg>
        <pc:spChg chg="del mod topLvl">
          <ac:chgData name="Li, Cong" userId="025630f4-267e-4cb3-8cd5-8795177f99f4" providerId="ADAL" clId="{929A2CC8-B112-421C-81E2-D5D63B23E300}" dt="2026-10-24T01:45:08.498" v="65008" actId="478"/>
          <ac:spMkLst>
            <pc:docMk/>
            <pc:sldMk cId="515799809" sldId="653"/>
            <ac:spMk id="9" creationId="{8EF5776D-4655-34FC-6D18-E48120A9CF6C}"/>
          </ac:spMkLst>
        </pc:spChg>
        <pc:spChg chg="del mod topLvl">
          <ac:chgData name="Li, Cong" userId="025630f4-267e-4cb3-8cd5-8795177f99f4" providerId="ADAL" clId="{929A2CC8-B112-421C-81E2-D5D63B23E300}" dt="2026-10-24T01:44:44.761" v="65002" actId="478"/>
          <ac:spMkLst>
            <pc:docMk/>
            <pc:sldMk cId="515799809" sldId="653"/>
            <ac:spMk id="10" creationId="{4CD54311-2D12-FD4B-AD8F-CAA96BE19AE5}"/>
          </ac:spMkLst>
        </pc:spChg>
        <pc:spChg chg="del mod topLvl">
          <ac:chgData name="Li, Cong" userId="025630f4-267e-4cb3-8cd5-8795177f99f4" providerId="ADAL" clId="{929A2CC8-B112-421C-81E2-D5D63B23E300}" dt="2026-10-24T01:45:09.369" v="65009" actId="478"/>
          <ac:spMkLst>
            <pc:docMk/>
            <pc:sldMk cId="515799809" sldId="653"/>
            <ac:spMk id="11" creationId="{F986A008-90C2-3CC6-6D9A-0D297395DA85}"/>
          </ac:spMkLst>
        </pc:spChg>
        <pc:spChg chg="mod topLvl">
          <ac:chgData name="Li, Cong" userId="025630f4-267e-4cb3-8cd5-8795177f99f4" providerId="ADAL" clId="{929A2CC8-B112-421C-81E2-D5D63B23E300}" dt="2026-10-24T02:00:30.873" v="65316" actId="20577"/>
          <ac:spMkLst>
            <pc:docMk/>
            <pc:sldMk cId="515799809" sldId="653"/>
            <ac:spMk id="12" creationId="{8F6FE652-253F-0181-A8CE-72A9EF4E427A}"/>
          </ac:spMkLst>
        </pc:spChg>
        <pc:spChg chg="add del mod topLvl">
          <ac:chgData name="Li, Cong" userId="025630f4-267e-4cb3-8cd5-8795177f99f4" providerId="ADAL" clId="{929A2CC8-B112-421C-81E2-D5D63B23E300}" dt="2026-10-24T01:43:53.232" v="64912" actId="478"/>
          <ac:spMkLst>
            <pc:docMk/>
            <pc:sldMk cId="515799809" sldId="653"/>
            <ac:spMk id="13" creationId="{0591AA81-C272-DB91-595B-2AC5F8F9F8DF}"/>
          </ac:spMkLst>
        </pc:spChg>
        <pc:spChg chg="mod topLvl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14" creationId="{2301ACA0-D046-E86C-AB51-FE1DF25D5307}"/>
          </ac:spMkLst>
        </pc:spChg>
        <pc:spChg chg="mod topLvl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15" creationId="{A82B6406-14FE-3F4A-F93E-C0FE56884E88}"/>
          </ac:spMkLst>
        </pc:spChg>
        <pc:spChg chg="add del mod">
          <ac:chgData name="Li, Cong" userId="025630f4-267e-4cb3-8cd5-8795177f99f4" providerId="ADAL" clId="{929A2CC8-B112-421C-81E2-D5D63B23E300}" dt="2026-10-24T01:43:59.600" v="64915" actId="478"/>
          <ac:spMkLst>
            <pc:docMk/>
            <pc:sldMk cId="515799809" sldId="653"/>
            <ac:spMk id="17" creationId="{815BB0A3-E8B3-535D-274B-172A88FD4AF3}"/>
          </ac:spMkLst>
        </pc:spChg>
        <pc:spChg chg="add mod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19" creationId="{54A9B152-9073-DB6B-6669-9993E0AC2215}"/>
          </ac:spMkLst>
        </pc:spChg>
        <pc:spChg chg="add mod">
          <ac:chgData name="Li, Cong" userId="025630f4-267e-4cb3-8cd5-8795177f99f4" providerId="ADAL" clId="{929A2CC8-B112-421C-81E2-D5D63B23E300}" dt="2026-10-24T01:45:51.398" v="65021" actId="14100"/>
          <ac:spMkLst>
            <pc:docMk/>
            <pc:sldMk cId="515799809" sldId="653"/>
            <ac:spMk id="21" creationId="{14085F2D-C4F3-85DD-94CA-F4974455B624}"/>
          </ac:spMkLst>
        </pc:spChg>
        <pc:spChg chg="add mod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23" creationId="{CB16FB93-3AEC-627D-87A1-ACA9C8598A4C}"/>
          </ac:spMkLst>
        </pc:spChg>
        <pc:spChg chg="add mod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25" creationId="{7AFDD004-468F-FC0B-BC4C-290A7D0479C2}"/>
          </ac:spMkLst>
        </pc:spChg>
        <pc:spChg chg="add mod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26" creationId="{98711A58-3E1E-BDF6-9B88-8ECF932BE8F4}"/>
          </ac:spMkLst>
        </pc:spChg>
        <pc:spChg chg="add mod">
          <ac:chgData name="Li, Cong" userId="025630f4-267e-4cb3-8cd5-8795177f99f4" providerId="ADAL" clId="{929A2CC8-B112-421C-81E2-D5D63B23E300}" dt="2026-10-24T01:56:47.511" v="65072" actId="1037"/>
          <ac:spMkLst>
            <pc:docMk/>
            <pc:sldMk cId="515799809" sldId="653"/>
            <ac:spMk id="28" creationId="{7C2EE079-FFBE-2C3E-ADD5-1E1B8722B499}"/>
          </ac:spMkLst>
        </pc:spChg>
        <pc:spChg chg="add mod">
          <ac:chgData name="Li, Cong" userId="025630f4-267e-4cb3-8cd5-8795177f99f4" providerId="ADAL" clId="{929A2CC8-B112-421C-81E2-D5D63B23E300}" dt="2026-10-24T01:58:35.790" v="65235" actId="1076"/>
          <ac:spMkLst>
            <pc:docMk/>
            <pc:sldMk cId="515799809" sldId="653"/>
            <ac:spMk id="29" creationId="{27294D00-C802-CEB4-0BB8-6FA32747CF21}"/>
          </ac:spMkLst>
        </pc:spChg>
        <pc:grpChg chg="add del mod">
          <ac:chgData name="Li, Cong" userId="025630f4-267e-4cb3-8cd5-8795177f99f4" providerId="ADAL" clId="{929A2CC8-B112-421C-81E2-D5D63B23E300}" dt="2026-10-24T01:43:17.398" v="64882" actId="165"/>
          <ac:grpSpMkLst>
            <pc:docMk/>
            <pc:sldMk cId="515799809" sldId="653"/>
            <ac:grpSpMk id="6" creationId="{DC9F6552-5DEB-E87F-11D8-EABFB68967DE}"/>
          </ac:grpSpMkLst>
        </pc:grpChg>
        <pc:cxnChg chg="add mod">
          <ac:chgData name="Li, Cong" userId="025630f4-267e-4cb3-8cd5-8795177f99f4" providerId="ADAL" clId="{929A2CC8-B112-421C-81E2-D5D63B23E300}" dt="2026-10-24T01:58:35.790" v="65235" actId="1076"/>
          <ac:cxnSpMkLst>
            <pc:docMk/>
            <pc:sldMk cId="515799809" sldId="653"/>
            <ac:cxnSpMk id="30" creationId="{DAC1AF2F-65EE-23A6-D334-F99ECEEA4698}"/>
          </ac:cxnSpMkLst>
        </pc:cxnChg>
      </pc:sldChg>
      <pc:sldChg chg="addSp modSp add mod modAnim">
        <pc:chgData name="Li, Cong" userId="025630f4-267e-4cb3-8cd5-8795177f99f4" providerId="ADAL" clId="{929A2CC8-B112-421C-81E2-D5D63B23E300}" dt="2026-10-24T02:19:09.422" v="65920" actId="692"/>
        <pc:sldMkLst>
          <pc:docMk/>
          <pc:sldMk cId="3102104761" sldId="654"/>
        </pc:sldMkLst>
        <pc:spChg chg="mod">
          <ac:chgData name="Li, Cong" userId="025630f4-267e-4cb3-8cd5-8795177f99f4" providerId="ADAL" clId="{929A2CC8-B112-421C-81E2-D5D63B23E300}" dt="2026-10-24T02:04:42.470" v="65463" actId="20577"/>
          <ac:spMkLst>
            <pc:docMk/>
            <pc:sldMk cId="3102104761" sldId="654"/>
            <ac:spMk id="12" creationId="{25CDF756-AFAB-3A1B-8423-6AA394BABC62}"/>
          </ac:spMkLst>
        </pc:spChg>
        <pc:spChg chg="mod">
          <ac:chgData name="Li, Cong" userId="025630f4-267e-4cb3-8cd5-8795177f99f4" providerId="ADAL" clId="{929A2CC8-B112-421C-81E2-D5D63B23E300}" dt="2026-10-24T02:11:14.163" v="65528" actId="20577"/>
          <ac:spMkLst>
            <pc:docMk/>
            <pc:sldMk cId="3102104761" sldId="654"/>
            <ac:spMk id="29" creationId="{FED2E39E-EE29-F366-20DB-43AE59C35859}"/>
          </ac:spMkLst>
        </pc:spChg>
        <pc:cxnChg chg="add mod">
          <ac:chgData name="Li, Cong" userId="025630f4-267e-4cb3-8cd5-8795177f99f4" providerId="ADAL" clId="{929A2CC8-B112-421C-81E2-D5D63B23E300}" dt="2026-10-24T02:19:00.150" v="65913" actId="692"/>
          <ac:cxnSpMkLst>
            <pc:docMk/>
            <pc:sldMk cId="3102104761" sldId="654"/>
            <ac:cxnSpMk id="6" creationId="{18765939-5456-477A-F192-16F5DC866BC1}"/>
          </ac:cxnSpMkLst>
        </pc:cxnChg>
        <pc:cxnChg chg="add mod">
          <ac:chgData name="Li, Cong" userId="025630f4-267e-4cb3-8cd5-8795177f99f4" providerId="ADAL" clId="{929A2CC8-B112-421C-81E2-D5D63B23E300}" dt="2026-10-24T02:18:40.248" v="65895" actId="692"/>
          <ac:cxnSpMkLst>
            <pc:docMk/>
            <pc:sldMk cId="3102104761" sldId="654"/>
            <ac:cxnSpMk id="11" creationId="{31F98AE7-4196-C3C8-4D38-A9BAA9E7C10C}"/>
          </ac:cxnSpMkLst>
        </pc:cxnChg>
        <pc:cxnChg chg="add mod">
          <ac:chgData name="Li, Cong" userId="025630f4-267e-4cb3-8cd5-8795177f99f4" providerId="ADAL" clId="{929A2CC8-B112-421C-81E2-D5D63B23E300}" dt="2026-10-24T02:18:47.340" v="65901" actId="692"/>
          <ac:cxnSpMkLst>
            <pc:docMk/>
            <pc:sldMk cId="3102104761" sldId="654"/>
            <ac:cxnSpMk id="17" creationId="{FF769382-F049-7983-8B2F-9A7CA18433B4}"/>
          </ac:cxnSpMkLst>
        </pc:cxnChg>
        <pc:cxnChg chg="add mod">
          <ac:chgData name="Li, Cong" userId="025630f4-267e-4cb3-8cd5-8795177f99f4" providerId="ADAL" clId="{929A2CC8-B112-421C-81E2-D5D63B23E300}" dt="2026-10-24T02:19:09.422" v="65920" actId="692"/>
          <ac:cxnSpMkLst>
            <pc:docMk/>
            <pc:sldMk cId="3102104761" sldId="654"/>
            <ac:cxnSpMk id="22" creationId="{4B059FD4-7874-791C-333C-B8C898EE3B02}"/>
          </ac:cxnSpMkLst>
        </pc:cxnChg>
        <pc:cxnChg chg="mod">
          <ac:chgData name="Li, Cong" userId="025630f4-267e-4cb3-8cd5-8795177f99f4" providerId="ADAL" clId="{929A2CC8-B112-421C-81E2-D5D63B23E300}" dt="2026-10-24T02:18:52.573" v="65907" actId="692"/>
          <ac:cxnSpMkLst>
            <pc:docMk/>
            <pc:sldMk cId="3102104761" sldId="654"/>
            <ac:cxnSpMk id="30" creationId="{4A6FD18A-CBEE-872E-694F-262FB55C36FD}"/>
          </ac:cxnSpMkLst>
        </pc:cxnChg>
      </pc:sldChg>
      <pc:sldChg chg="addSp delSp modSp add mod">
        <pc:chgData name="Li, Cong" userId="025630f4-267e-4cb3-8cd5-8795177f99f4" providerId="ADAL" clId="{929A2CC8-B112-421C-81E2-D5D63B23E300}" dt="2026-10-24T02:17:29.981" v="65856" actId="14100"/>
        <pc:sldMkLst>
          <pc:docMk/>
          <pc:sldMk cId="1361454139" sldId="655"/>
        </pc:sldMkLst>
        <pc:spChg chg="add mod">
          <ac:chgData name="Li, Cong" userId="025630f4-267e-4cb3-8cd5-8795177f99f4" providerId="ADAL" clId="{929A2CC8-B112-421C-81E2-D5D63B23E300}" dt="2026-10-24T02:04:26.455" v="65459" actId="14100"/>
          <ac:spMkLst>
            <pc:docMk/>
            <pc:sldMk cId="1361454139" sldId="655"/>
            <ac:spMk id="4" creationId="{C456E46A-2A45-85EE-BC4B-ED7969D576E7}"/>
          </ac:spMkLst>
        </pc:spChg>
        <pc:spChg chg="mod">
          <ac:chgData name="Li, Cong" userId="025630f4-267e-4cb3-8cd5-8795177f99f4" providerId="ADAL" clId="{929A2CC8-B112-421C-81E2-D5D63B23E300}" dt="2026-10-24T02:05:20.807" v="65516" actId="207"/>
          <ac:spMkLst>
            <pc:docMk/>
            <pc:sldMk cId="1361454139" sldId="655"/>
            <ac:spMk id="7" creationId="{AA2D784F-9BEC-23A4-FB1F-503B732C13DC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8" creationId="{7920D0DC-C47D-577B-5EC6-47EC1EB640F2}"/>
          </ac:spMkLst>
        </pc:spChg>
        <pc:spChg chg="add mod">
          <ac:chgData name="Li, Cong" userId="025630f4-267e-4cb3-8cd5-8795177f99f4" providerId="ADAL" clId="{929A2CC8-B112-421C-81E2-D5D63B23E300}" dt="2026-10-24T02:01:59.686" v="65396" actId="1076"/>
          <ac:spMkLst>
            <pc:docMk/>
            <pc:sldMk cId="1361454139" sldId="655"/>
            <ac:spMk id="10" creationId="{C94AE14A-DFD1-B19D-20E3-B321EDA2237C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12" creationId="{97454C59-C3E9-7C26-27C3-FE56AD6F67F6}"/>
          </ac:spMkLst>
        </pc:spChg>
        <pc:spChg chg="mod">
          <ac:chgData name="Li, Cong" userId="025630f4-267e-4cb3-8cd5-8795177f99f4" providerId="ADAL" clId="{929A2CC8-B112-421C-81E2-D5D63B23E300}" dt="2026-10-24T02:06:36.416" v="65523" actId="20577"/>
          <ac:spMkLst>
            <pc:docMk/>
            <pc:sldMk cId="1361454139" sldId="655"/>
            <ac:spMk id="15" creationId="{985D93C9-F8B0-576F-77A3-F420402D4360}"/>
          </ac:spMkLst>
        </pc:spChg>
        <pc:spChg chg="add mod">
          <ac:chgData name="Li, Cong" userId="025630f4-267e-4cb3-8cd5-8795177f99f4" providerId="ADAL" clId="{929A2CC8-B112-421C-81E2-D5D63B23E300}" dt="2026-10-24T02:02:10.512" v="65399" actId="1076"/>
          <ac:spMkLst>
            <pc:docMk/>
            <pc:sldMk cId="1361454139" sldId="655"/>
            <ac:spMk id="16" creationId="{990CA7D5-C84E-82E4-A251-B39A8F1D2AE1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19" creationId="{F1FD4AB2-4079-2817-C721-FFE57D962AD8}"/>
          </ac:spMkLst>
        </pc:spChg>
        <pc:spChg chg="add mod">
          <ac:chgData name="Li, Cong" userId="025630f4-267e-4cb3-8cd5-8795177f99f4" providerId="ADAL" clId="{929A2CC8-B112-421C-81E2-D5D63B23E300}" dt="2026-10-24T02:02:27.139" v="65409" actId="20577"/>
          <ac:spMkLst>
            <pc:docMk/>
            <pc:sldMk cId="1361454139" sldId="655"/>
            <ac:spMk id="20" creationId="{49A09714-5FC2-FADD-A208-8C9CBBC367C8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21" creationId="{57B98067-786F-2313-3606-5DCB517DD46C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23" creationId="{D1268045-29EF-9F8E-0DC9-FE26818225F6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25" creationId="{F21AAD50-7364-D379-F7B5-D34C84D04084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26" creationId="{96993BEA-4AEA-4CDC-A149-402DAE6EFC40}"/>
          </ac:spMkLst>
        </pc:spChg>
        <pc:spChg chg="add mod">
          <ac:chgData name="Li, Cong" userId="025630f4-267e-4cb3-8cd5-8795177f99f4" providerId="ADAL" clId="{929A2CC8-B112-421C-81E2-D5D63B23E300}" dt="2026-10-24T02:02:33.200" v="65411" actId="1076"/>
          <ac:spMkLst>
            <pc:docMk/>
            <pc:sldMk cId="1361454139" sldId="655"/>
            <ac:spMk id="27" creationId="{DF9D6B29-5064-81C4-1816-9A022A27AD58}"/>
          </ac:spMkLst>
        </pc:spChg>
        <pc:spChg chg="mod">
          <ac:chgData name="Li, Cong" userId="025630f4-267e-4cb3-8cd5-8795177f99f4" providerId="ADAL" clId="{929A2CC8-B112-421C-81E2-D5D63B23E300}" dt="2026-10-24T02:05:07.156" v="65464" actId="164"/>
          <ac:spMkLst>
            <pc:docMk/>
            <pc:sldMk cId="1361454139" sldId="655"/>
            <ac:spMk id="28" creationId="{1390B393-11FA-90CB-4782-CAD501CC976B}"/>
          </ac:spMkLst>
        </pc:spChg>
        <pc:spChg chg="del">
          <ac:chgData name="Li, Cong" userId="025630f4-267e-4cb3-8cd5-8795177f99f4" providerId="ADAL" clId="{929A2CC8-B112-421C-81E2-D5D63B23E300}" dt="2026-10-24T02:00:58.505" v="65318" actId="478"/>
          <ac:spMkLst>
            <pc:docMk/>
            <pc:sldMk cId="1361454139" sldId="655"/>
            <ac:spMk id="29" creationId="{EFE186EC-2712-2C99-A76B-92D75B3D768C}"/>
          </ac:spMkLst>
        </pc:spChg>
        <pc:spChg chg="add mod">
          <ac:chgData name="Li, Cong" userId="025630f4-267e-4cb3-8cd5-8795177f99f4" providerId="ADAL" clId="{929A2CC8-B112-421C-81E2-D5D63B23E300}" dt="2026-10-24T02:03:34.578" v="65429" actId="20577"/>
          <ac:spMkLst>
            <pc:docMk/>
            <pc:sldMk cId="1361454139" sldId="655"/>
            <ac:spMk id="40" creationId="{8E578453-ACCF-C8E3-5FB7-AE9D06E19212}"/>
          </ac:spMkLst>
        </pc:spChg>
        <pc:spChg chg="add mod">
          <ac:chgData name="Li, Cong" userId="025630f4-267e-4cb3-8cd5-8795177f99f4" providerId="ADAL" clId="{929A2CC8-B112-421C-81E2-D5D63B23E300}" dt="2026-10-24T02:03:40.591" v="65431" actId="1076"/>
          <ac:spMkLst>
            <pc:docMk/>
            <pc:sldMk cId="1361454139" sldId="655"/>
            <ac:spMk id="42" creationId="{6A8CF266-B005-16CC-E514-297A0309C7FA}"/>
          </ac:spMkLst>
        </pc:spChg>
        <pc:spChg chg="add mod">
          <ac:chgData name="Li, Cong" userId="025630f4-267e-4cb3-8cd5-8795177f99f4" providerId="ADAL" clId="{929A2CC8-B112-421C-81E2-D5D63B23E300}" dt="2026-10-24T02:05:56.151" v="65517" actId="14100"/>
          <ac:spMkLst>
            <pc:docMk/>
            <pc:sldMk cId="1361454139" sldId="655"/>
            <ac:spMk id="44" creationId="{5ECC67D3-D7F3-F9BD-8CB8-E1C59EFD079E}"/>
          </ac:spMkLst>
        </pc:spChg>
        <pc:grpChg chg="ord">
          <ac:chgData name="Li, Cong" userId="025630f4-267e-4cb3-8cd5-8795177f99f4" providerId="ADAL" clId="{929A2CC8-B112-421C-81E2-D5D63B23E300}" dt="2026-10-24T02:05:13.177" v="65465" actId="167"/>
          <ac:grpSpMkLst>
            <pc:docMk/>
            <pc:sldMk cId="1361454139" sldId="655"/>
            <ac:grpSpMk id="46" creationId="{56B1A4EA-09EA-B269-A917-3FF05F3CA969}"/>
          </ac:grpSpMkLst>
        </pc:grpChg>
        <pc:cxnChg chg="del mod">
          <ac:chgData name="Li, Cong" userId="025630f4-267e-4cb3-8cd5-8795177f99f4" providerId="ADAL" clId="{929A2CC8-B112-421C-81E2-D5D63B23E300}" dt="2026-10-24T02:01:02.103" v="65323" actId="478"/>
          <ac:cxnSpMkLst>
            <pc:docMk/>
            <pc:sldMk cId="1361454139" sldId="655"/>
            <ac:cxnSpMk id="6" creationId="{809AAAA2-EA2E-7A3E-88C9-0022878C77D5}"/>
          </ac:cxnSpMkLst>
        </pc:cxnChg>
        <pc:cxnChg chg="del mod">
          <ac:chgData name="Li, Cong" userId="025630f4-267e-4cb3-8cd5-8795177f99f4" providerId="ADAL" clId="{929A2CC8-B112-421C-81E2-D5D63B23E300}" dt="2026-10-24T02:01:01.424" v="65322" actId="478"/>
          <ac:cxnSpMkLst>
            <pc:docMk/>
            <pc:sldMk cId="1361454139" sldId="655"/>
            <ac:cxnSpMk id="11" creationId="{B6A6F253-1070-C032-43B2-E1538DEC89D2}"/>
          </ac:cxnSpMkLst>
        </pc:cxnChg>
        <pc:cxnChg chg="del mod">
          <ac:chgData name="Li, Cong" userId="025630f4-267e-4cb3-8cd5-8795177f99f4" providerId="ADAL" clId="{929A2CC8-B112-421C-81E2-D5D63B23E300}" dt="2026-10-24T02:00:59.912" v="65320" actId="478"/>
          <ac:cxnSpMkLst>
            <pc:docMk/>
            <pc:sldMk cId="1361454139" sldId="655"/>
            <ac:cxnSpMk id="17" creationId="{E80504F4-E272-865C-0755-15CCE63FB8F0}"/>
          </ac:cxnSpMkLst>
        </pc:cxnChg>
        <pc:cxnChg chg="del mod">
          <ac:chgData name="Li, Cong" userId="025630f4-267e-4cb3-8cd5-8795177f99f4" providerId="ADAL" clId="{929A2CC8-B112-421C-81E2-D5D63B23E300}" dt="2026-10-24T02:01:00.577" v="65321" actId="478"/>
          <ac:cxnSpMkLst>
            <pc:docMk/>
            <pc:sldMk cId="1361454139" sldId="655"/>
            <ac:cxnSpMk id="22" creationId="{3E86456E-A026-D7AC-977F-E5EE98774E76}"/>
          </ac:cxnSpMkLst>
        </pc:cxnChg>
        <pc:cxnChg chg="del mod">
          <ac:chgData name="Li, Cong" userId="025630f4-267e-4cb3-8cd5-8795177f99f4" providerId="ADAL" clId="{929A2CC8-B112-421C-81E2-D5D63B23E300}" dt="2026-10-24T02:00:59.286" v="65319" actId="478"/>
          <ac:cxnSpMkLst>
            <pc:docMk/>
            <pc:sldMk cId="1361454139" sldId="655"/>
            <ac:cxnSpMk id="30" creationId="{65FB06C2-0A73-4769-4713-541C92F07961}"/>
          </ac:cxnSpMkLst>
        </pc:cxnChg>
        <pc:cxnChg chg="add del mod">
          <ac:chgData name="Li, Cong" userId="025630f4-267e-4cb3-8cd5-8795177f99f4" providerId="ADAL" clId="{929A2CC8-B112-421C-81E2-D5D63B23E300}" dt="2026-10-24T02:02:54.694" v="65415" actId="478"/>
          <ac:cxnSpMkLst>
            <pc:docMk/>
            <pc:sldMk cId="1361454139" sldId="655"/>
            <ac:cxnSpMk id="32" creationId="{50B0927C-F8EF-1144-324D-7A8E8AD036C2}"/>
          </ac:cxnSpMkLst>
        </pc:cxnChg>
        <pc:cxnChg chg="add mod">
          <ac:chgData name="Li, Cong" userId="025630f4-267e-4cb3-8cd5-8795177f99f4" providerId="ADAL" clId="{929A2CC8-B112-421C-81E2-D5D63B23E300}" dt="2026-10-24T02:17:14.329" v="65854" actId="692"/>
          <ac:cxnSpMkLst>
            <pc:docMk/>
            <pc:sldMk cId="1361454139" sldId="655"/>
            <ac:cxnSpMk id="34" creationId="{195351FF-A323-55EE-BFE6-1923E0059C9E}"/>
          </ac:cxnSpMkLst>
        </pc:cxnChg>
        <pc:cxnChg chg="add mod">
          <ac:chgData name="Li, Cong" userId="025630f4-267e-4cb3-8cd5-8795177f99f4" providerId="ADAL" clId="{929A2CC8-B112-421C-81E2-D5D63B23E300}" dt="2026-10-24T02:17:29.981" v="65856" actId="14100"/>
          <ac:cxnSpMkLst>
            <pc:docMk/>
            <pc:sldMk cId="1361454139" sldId="655"/>
            <ac:cxnSpMk id="37" creationId="{A037B6A0-1579-72F2-1362-53CF9DC7F2E4}"/>
          </ac:cxnSpMkLst>
        </pc:cxnChg>
      </pc:sldChg>
      <pc:sldChg chg="addSp delSp modSp add mod">
        <pc:chgData name="Li, Cong" userId="025630f4-267e-4cb3-8cd5-8795177f99f4" providerId="ADAL" clId="{929A2CC8-B112-421C-81E2-D5D63B23E300}" dt="2026-10-24T10:40:06.010" v="78035" actId="20577"/>
        <pc:sldMkLst>
          <pc:docMk/>
          <pc:sldMk cId="27341985" sldId="656"/>
        </pc:sldMkLst>
        <pc:spChg chg="add mod">
          <ac:chgData name="Li, Cong" userId="025630f4-267e-4cb3-8cd5-8795177f99f4" providerId="ADAL" clId="{929A2CC8-B112-421C-81E2-D5D63B23E300}" dt="2026-10-24T10:40:06.010" v="78035" actId="20577"/>
          <ac:spMkLst>
            <pc:docMk/>
            <pc:sldMk cId="27341985" sldId="656"/>
            <ac:spMk id="6" creationId="{9CEBABBD-C82A-9268-1489-0AA0DCB9CB06}"/>
          </ac:spMkLst>
        </pc:spChg>
        <pc:grpChg chg="del">
          <ac:chgData name="Li, Cong" userId="025630f4-267e-4cb3-8cd5-8795177f99f4" providerId="ADAL" clId="{929A2CC8-B112-421C-81E2-D5D63B23E300}" dt="2026-10-24T02:10:59.586" v="65525" actId="478"/>
          <ac:grpSpMkLst>
            <pc:docMk/>
            <pc:sldMk cId="27341985" sldId="656"/>
            <ac:grpSpMk id="46" creationId="{680FB721-60F5-B317-4014-CCA497D3F8D8}"/>
          </ac:grpSpMkLst>
        </pc:grpChg>
        <pc:cxnChg chg="add mod">
          <ac:chgData name="Li, Cong" userId="025630f4-267e-4cb3-8cd5-8795177f99f4" providerId="ADAL" clId="{929A2CC8-B112-421C-81E2-D5D63B23E300}" dt="2026-10-24T02:12:38.813" v="65713" actId="14100"/>
          <ac:cxnSpMkLst>
            <pc:docMk/>
            <pc:sldMk cId="27341985" sldId="656"/>
            <ac:cxnSpMk id="9" creationId="{3898C39A-E2C9-BA60-F09B-B7B66109B366}"/>
          </ac:cxnSpMkLst>
        </pc:cxnChg>
        <pc:cxnChg chg="del">
          <ac:chgData name="Li, Cong" userId="025630f4-267e-4cb3-8cd5-8795177f99f4" providerId="ADAL" clId="{929A2CC8-B112-421C-81E2-D5D63B23E300}" dt="2026-10-24T02:11:02.056" v="65526" actId="478"/>
          <ac:cxnSpMkLst>
            <pc:docMk/>
            <pc:sldMk cId="27341985" sldId="656"/>
            <ac:cxnSpMk id="34" creationId="{65BB0F04-9B80-E3E1-72E6-E3A73C60D989}"/>
          </ac:cxnSpMkLst>
        </pc:cxnChg>
      </pc:sldChg>
      <pc:sldChg chg="addSp modSp add mod">
        <pc:chgData name="Li, Cong" userId="025630f4-267e-4cb3-8cd5-8795177f99f4" providerId="ADAL" clId="{929A2CC8-B112-421C-81E2-D5D63B23E300}" dt="2026-10-24T02:18:26.526" v="65889" actId="14100"/>
        <pc:sldMkLst>
          <pc:docMk/>
          <pc:sldMk cId="1137350092" sldId="657"/>
        </pc:sldMkLst>
        <pc:spChg chg="mod">
          <ac:chgData name="Li, Cong" userId="025630f4-267e-4cb3-8cd5-8795177f99f4" providerId="ADAL" clId="{929A2CC8-B112-421C-81E2-D5D63B23E300}" dt="2026-10-24T02:18:22.412" v="65888" actId="1035"/>
          <ac:spMkLst>
            <pc:docMk/>
            <pc:sldMk cId="1137350092" sldId="657"/>
            <ac:spMk id="6" creationId="{7F36FC2E-461E-3868-4DFA-2C279A0BEA96}"/>
          </ac:spMkLst>
        </pc:spChg>
        <pc:cxnChg chg="add mod">
          <ac:chgData name="Li, Cong" userId="025630f4-267e-4cb3-8cd5-8795177f99f4" providerId="ADAL" clId="{929A2CC8-B112-421C-81E2-D5D63B23E300}" dt="2026-10-24T02:18:22.412" v="65888" actId="1035"/>
          <ac:cxnSpMkLst>
            <pc:docMk/>
            <pc:sldMk cId="1137350092" sldId="657"/>
            <ac:cxnSpMk id="8" creationId="{52CA688D-EC14-CAC5-FAFE-D026BB7EFF69}"/>
          </ac:cxnSpMkLst>
        </pc:cxnChg>
        <pc:cxnChg chg="mod">
          <ac:chgData name="Li, Cong" userId="025630f4-267e-4cb3-8cd5-8795177f99f4" providerId="ADAL" clId="{929A2CC8-B112-421C-81E2-D5D63B23E300}" dt="2026-10-24T02:18:22.412" v="65888" actId="1035"/>
          <ac:cxnSpMkLst>
            <pc:docMk/>
            <pc:sldMk cId="1137350092" sldId="657"/>
            <ac:cxnSpMk id="9" creationId="{C6F42858-8F88-792D-2EBC-F355BCC3619E}"/>
          </ac:cxnSpMkLst>
        </pc:cxnChg>
        <pc:cxnChg chg="add mod">
          <ac:chgData name="Li, Cong" userId="025630f4-267e-4cb3-8cd5-8795177f99f4" providerId="ADAL" clId="{929A2CC8-B112-421C-81E2-D5D63B23E300}" dt="2026-10-24T02:18:22.412" v="65888" actId="1035"/>
          <ac:cxnSpMkLst>
            <pc:docMk/>
            <pc:sldMk cId="1137350092" sldId="657"/>
            <ac:cxnSpMk id="13" creationId="{5B98166D-CD5D-6579-7109-27C7EAAE408E}"/>
          </ac:cxnSpMkLst>
        </pc:cxnChg>
        <pc:cxnChg chg="add mod">
          <ac:chgData name="Li, Cong" userId="025630f4-267e-4cb3-8cd5-8795177f99f4" providerId="ADAL" clId="{929A2CC8-B112-421C-81E2-D5D63B23E300}" dt="2026-10-24T02:18:22.412" v="65888" actId="1035"/>
          <ac:cxnSpMkLst>
            <pc:docMk/>
            <pc:sldMk cId="1137350092" sldId="657"/>
            <ac:cxnSpMk id="17" creationId="{9D60B6BA-DEC8-9E17-A90C-BC6EDA49E42D}"/>
          </ac:cxnSpMkLst>
        </pc:cxnChg>
        <pc:cxnChg chg="add mod">
          <ac:chgData name="Li, Cong" userId="025630f4-267e-4cb3-8cd5-8795177f99f4" providerId="ADAL" clId="{929A2CC8-B112-421C-81E2-D5D63B23E300}" dt="2026-10-24T02:18:26.526" v="65889" actId="14100"/>
          <ac:cxnSpMkLst>
            <pc:docMk/>
            <pc:sldMk cId="1137350092" sldId="657"/>
            <ac:cxnSpMk id="21" creationId="{8771C47C-B19E-EEFC-C50D-9D9C3C29C02D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10-24T07:27:33.450" v="71873"/>
        <pc:sldMkLst>
          <pc:docMk/>
          <pc:sldMk cId="2935658337" sldId="658"/>
        </pc:sldMkLst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4" creationId="{1E40A25B-7A31-DE21-F456-1E89717526B4}"/>
          </ac:spMkLst>
        </pc:spChg>
        <pc:spChg chg="del">
          <ac:chgData name="Li, Cong" userId="025630f4-267e-4cb3-8cd5-8795177f99f4" providerId="ADAL" clId="{929A2CC8-B112-421C-81E2-D5D63B23E300}" dt="2026-10-24T02:22:57.209" v="65930" actId="478"/>
          <ac:spMkLst>
            <pc:docMk/>
            <pc:sldMk cId="2935658337" sldId="658"/>
            <ac:spMk id="6" creationId="{DF2C88C6-9ED3-E08F-351E-8C319CEFB1B0}"/>
          </ac:spMkLst>
        </pc:spChg>
        <pc:spChg chg="mod">
          <ac:chgData name="Li, Cong" userId="025630f4-267e-4cb3-8cd5-8795177f99f4" providerId="ADAL" clId="{929A2CC8-B112-421C-81E2-D5D63B23E300}" dt="2026-10-24T02:25:18.316" v="65933"/>
          <ac:spMkLst>
            <pc:docMk/>
            <pc:sldMk cId="2935658337" sldId="658"/>
            <ac:spMk id="8" creationId="{6C226452-194B-063E-C5C5-B88A1C35BD8A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10" creationId="{5C406877-F3D3-B063-9532-8A230707FA26}"/>
          </ac:spMkLst>
        </pc:spChg>
        <pc:spChg chg="mod">
          <ac:chgData name="Li, Cong" userId="025630f4-267e-4cb3-8cd5-8795177f99f4" providerId="ADAL" clId="{929A2CC8-B112-421C-81E2-D5D63B23E300}" dt="2026-10-24T02:25:18.316" v="65933"/>
          <ac:spMkLst>
            <pc:docMk/>
            <pc:sldMk cId="2935658337" sldId="658"/>
            <ac:spMk id="14" creationId="{D87BEEC3-5D41-8214-57E8-6FCA99BD4154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16" creationId="{9B38A4B3-DB8C-E2A5-E458-247F2E1D7142}"/>
          </ac:spMkLst>
        </pc:spChg>
        <pc:spChg chg="mod">
          <ac:chgData name="Li, Cong" userId="025630f4-267e-4cb3-8cd5-8795177f99f4" providerId="ADAL" clId="{929A2CC8-B112-421C-81E2-D5D63B23E300}" dt="2026-10-24T02:25:18.316" v="65933"/>
          <ac:spMkLst>
            <pc:docMk/>
            <pc:sldMk cId="2935658337" sldId="658"/>
            <ac:spMk id="19" creationId="{E68D38A6-6FBB-474F-C788-095A95896FE0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20" creationId="{86A5C13F-F803-4C08-97B1-8EA2969E6380}"/>
          </ac:spMkLst>
        </pc:spChg>
        <pc:spChg chg="add del mod">
          <ac:chgData name="Li, Cong" userId="025630f4-267e-4cb3-8cd5-8795177f99f4" providerId="ADAL" clId="{929A2CC8-B112-421C-81E2-D5D63B23E300}" dt="2026-10-24T02:26:51.594" v="65979" actId="478"/>
          <ac:spMkLst>
            <pc:docMk/>
            <pc:sldMk cId="2935658337" sldId="658"/>
            <ac:spMk id="22" creationId="{C4CE89E1-F01A-BA2D-6B9C-3C4F8171FDB3}"/>
          </ac:spMkLst>
        </pc:spChg>
        <pc:spChg chg="add del mod">
          <ac:chgData name="Li, Cong" userId="025630f4-267e-4cb3-8cd5-8795177f99f4" providerId="ADAL" clId="{929A2CC8-B112-421C-81E2-D5D63B23E300}" dt="2026-10-24T02:25:32.766" v="65963" actId="478"/>
          <ac:spMkLst>
            <pc:docMk/>
            <pc:sldMk cId="2935658337" sldId="658"/>
            <ac:spMk id="23" creationId="{D7F1B7B2-628C-B1FE-CEA8-B40419CA7817}"/>
          </ac:spMkLst>
        </pc:spChg>
        <pc:spChg chg="add del mod">
          <ac:chgData name="Li, Cong" userId="025630f4-267e-4cb3-8cd5-8795177f99f4" providerId="ADAL" clId="{929A2CC8-B112-421C-81E2-D5D63B23E300}" dt="2026-10-24T02:25:34.230" v="65964" actId="478"/>
          <ac:spMkLst>
            <pc:docMk/>
            <pc:sldMk cId="2935658337" sldId="658"/>
            <ac:spMk id="24" creationId="{483E542A-355E-9644-3858-C1B526524FE3}"/>
          </ac:spMkLst>
        </pc:spChg>
        <pc:spChg chg="add del mod">
          <ac:chgData name="Li, Cong" userId="025630f4-267e-4cb3-8cd5-8795177f99f4" providerId="ADAL" clId="{929A2CC8-B112-421C-81E2-D5D63B23E300}" dt="2026-10-24T02:25:36.264" v="65967"/>
          <ac:spMkLst>
            <pc:docMk/>
            <pc:sldMk cId="2935658337" sldId="658"/>
            <ac:spMk id="25" creationId="{B352A1C0-8CA8-E6EC-5855-9FD056835CE4}"/>
          </ac:spMkLst>
        </pc:spChg>
        <pc:spChg chg="add del mod">
          <ac:chgData name="Li, Cong" userId="025630f4-267e-4cb3-8cd5-8795177f99f4" providerId="ADAL" clId="{929A2CC8-B112-421C-81E2-D5D63B23E300}" dt="2026-10-24T02:25:38.402" v="65970"/>
          <ac:spMkLst>
            <pc:docMk/>
            <pc:sldMk cId="2935658337" sldId="658"/>
            <ac:spMk id="26" creationId="{8E10B42D-3BAF-8345-19FF-CC47A25A41E3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27" creationId="{22EC1737-0976-D9DC-C554-E9991AD79CC0}"/>
          </ac:spMkLst>
        </pc:spChg>
        <pc:spChg chg="add del mod">
          <ac:chgData name="Li, Cong" userId="025630f4-267e-4cb3-8cd5-8795177f99f4" providerId="ADAL" clId="{929A2CC8-B112-421C-81E2-D5D63B23E300}" dt="2026-10-24T02:26:33.049" v="65976" actId="478"/>
          <ac:spMkLst>
            <pc:docMk/>
            <pc:sldMk cId="2935658337" sldId="658"/>
            <ac:spMk id="28" creationId="{83ECFCF1-01B3-4B26-E5B5-5896DFECB303}"/>
          </ac:spMkLst>
        </pc:spChg>
        <pc:spChg chg="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31" creationId="{22827621-BA68-A31C-26FE-AE1CACC2B69B}"/>
          </ac:spMkLst>
        </pc:spChg>
        <pc:spChg chg="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35" creationId="{0A62B75F-A949-F436-EF4B-6A25654FD10A}"/>
          </ac:spMkLst>
        </pc:spChg>
        <pc:spChg chg="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39" creationId="{1887B264-E40B-B92D-6B04-0F3E06610572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40" creationId="{A222A415-18ED-37DC-6151-B8B7219B1160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42" creationId="{C170A998-FC1A-566C-F71E-5B121988B046}"/>
          </ac:spMkLst>
        </pc:spChg>
        <pc:spChg chg="add 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43" creationId="{D68C4E74-0694-C876-E035-5AE8CA508C5D}"/>
          </ac:spMkLst>
        </pc:spChg>
        <pc:spChg chg="mod">
          <ac:chgData name="Li, Cong" userId="025630f4-267e-4cb3-8cd5-8795177f99f4" providerId="ADAL" clId="{929A2CC8-B112-421C-81E2-D5D63B23E300}" dt="2026-10-24T04:45:31.606" v="67924" actId="164"/>
          <ac:spMkLst>
            <pc:docMk/>
            <pc:sldMk cId="2935658337" sldId="658"/>
            <ac:spMk id="44" creationId="{C6281611-7AEB-83AC-63AE-E8F5697D2762}"/>
          </ac:spMkLst>
        </pc:spChg>
        <pc:spChg chg="add 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45" creationId="{A77AA012-7888-57FE-8B61-AD37854903EB}"/>
          </ac:spMkLst>
        </pc:spChg>
        <pc:spChg chg="add mod">
          <ac:chgData name="Li, Cong" userId="025630f4-267e-4cb3-8cd5-8795177f99f4" providerId="ADAL" clId="{929A2CC8-B112-421C-81E2-D5D63B23E300}" dt="2026-10-24T02:26:28.120" v="65973"/>
          <ac:spMkLst>
            <pc:docMk/>
            <pc:sldMk cId="2935658337" sldId="658"/>
            <ac:spMk id="46" creationId="{13080DE4-AD58-A245-AB45-217D0422B0F0}"/>
          </ac:spMkLst>
        </pc:spChg>
        <pc:spChg chg="mod">
          <ac:chgData name="Li, Cong" userId="025630f4-267e-4cb3-8cd5-8795177f99f4" providerId="ADAL" clId="{929A2CC8-B112-421C-81E2-D5D63B23E300}" dt="2026-10-24T02:26:43.732" v="65977"/>
          <ac:spMkLst>
            <pc:docMk/>
            <pc:sldMk cId="2935658337" sldId="658"/>
            <ac:spMk id="51" creationId="{82B875B2-779D-18F6-C69E-C2D03A41FCA3}"/>
          </ac:spMkLst>
        </pc:spChg>
        <pc:spChg chg="add mod">
          <ac:chgData name="Li, Cong" userId="025630f4-267e-4cb3-8cd5-8795177f99f4" providerId="ADAL" clId="{929A2CC8-B112-421C-81E2-D5D63B23E300}" dt="2026-10-24T02:27:07.793" v="65998" actId="1076"/>
          <ac:spMkLst>
            <pc:docMk/>
            <pc:sldMk cId="2935658337" sldId="658"/>
            <ac:spMk id="52" creationId="{0237EFCB-C378-7021-4C85-3B259CA03E21}"/>
          </ac:spMkLst>
        </pc:spChg>
        <pc:spChg chg="add mod">
          <ac:chgData name="Li, Cong" userId="025630f4-267e-4cb3-8cd5-8795177f99f4" providerId="ADAL" clId="{929A2CC8-B112-421C-81E2-D5D63B23E300}" dt="2026-10-24T02:29:20.255" v="66260" actId="313"/>
          <ac:spMkLst>
            <pc:docMk/>
            <pc:sldMk cId="2935658337" sldId="658"/>
            <ac:spMk id="54" creationId="{53803225-72B2-884A-C659-42465D86BA17}"/>
          </ac:spMkLst>
        </pc:spChg>
        <pc:grpChg chg="del mod">
          <ac:chgData name="Li, Cong" userId="025630f4-267e-4cb3-8cd5-8795177f99f4" providerId="ADAL" clId="{929A2CC8-B112-421C-81E2-D5D63B23E300}" dt="2026-10-24T02:26:51.594" v="65979" actId="478"/>
          <ac:grpSpMkLst>
            <pc:docMk/>
            <pc:sldMk cId="2935658337" sldId="658"/>
            <ac:grpSpMk id="3" creationId="{5E68C94F-6474-E6E6-CE90-357829893111}"/>
          </ac:grpSpMkLst>
        </pc:grpChg>
        <pc:grpChg chg="del mod">
          <ac:chgData name="Li, Cong" userId="025630f4-267e-4cb3-8cd5-8795177f99f4" providerId="ADAL" clId="{929A2CC8-B112-421C-81E2-D5D63B23E300}" dt="2026-10-24T02:26:51.594" v="65979" actId="478"/>
          <ac:grpSpMkLst>
            <pc:docMk/>
            <pc:sldMk cId="2935658337" sldId="658"/>
            <ac:grpSpMk id="12" creationId="{11968383-4752-B2D2-AD9A-E8D5788BCFBB}"/>
          </ac:grpSpMkLst>
        </pc:grpChg>
        <pc:grpChg chg="del mod">
          <ac:chgData name="Li, Cong" userId="025630f4-267e-4cb3-8cd5-8795177f99f4" providerId="ADAL" clId="{929A2CC8-B112-421C-81E2-D5D63B23E300}" dt="2026-10-24T02:26:51.594" v="65979" actId="478"/>
          <ac:grpSpMkLst>
            <pc:docMk/>
            <pc:sldMk cId="2935658337" sldId="658"/>
            <ac:grpSpMk id="17" creationId="{F0E771FB-47D5-34A5-8CEE-3168BE5A7F14}"/>
          </ac:grpSpMkLst>
        </pc:grpChg>
        <pc:grpChg chg="add mod">
          <ac:chgData name="Li, Cong" userId="025630f4-267e-4cb3-8cd5-8795177f99f4" providerId="ADAL" clId="{929A2CC8-B112-421C-81E2-D5D63B23E300}" dt="2026-10-24T02:27:14.114" v="66004" actId="1035"/>
          <ac:grpSpMkLst>
            <pc:docMk/>
            <pc:sldMk cId="2935658337" sldId="658"/>
            <ac:grpSpMk id="47" creationId="{045982D8-56D1-C939-DCD7-E6F778FAEF6A}"/>
          </ac:grpSpMkLst>
        </pc:grpChg>
        <pc:grpChg chg="add mod">
          <ac:chgData name="Li, Cong" userId="025630f4-267e-4cb3-8cd5-8795177f99f4" providerId="ADAL" clId="{929A2CC8-B112-421C-81E2-D5D63B23E300}" dt="2026-10-24T04:45:31.606" v="67924" actId="164"/>
          <ac:grpSpMkLst>
            <pc:docMk/>
            <pc:sldMk cId="2935658337" sldId="658"/>
            <ac:grpSpMk id="55" creationId="{62440564-4964-B109-6C8E-1D7006C4288D}"/>
          </ac:grpSpMkLst>
        </pc:grpChg>
        <pc:picChg chg="mod">
          <ac:chgData name="Li, Cong" userId="025630f4-267e-4cb3-8cd5-8795177f99f4" providerId="ADAL" clId="{929A2CC8-B112-421C-81E2-D5D63B23E300}" dt="2026-10-24T02:25:18.316" v="65933"/>
          <ac:picMkLst>
            <pc:docMk/>
            <pc:sldMk cId="2935658337" sldId="658"/>
            <ac:picMk id="7" creationId="{7B61C2CC-2A5B-6D31-FD80-17028184F33D}"/>
          </ac:picMkLst>
        </pc:picChg>
        <pc:picChg chg="mod">
          <ac:chgData name="Li, Cong" userId="025630f4-267e-4cb3-8cd5-8795177f99f4" providerId="ADAL" clId="{929A2CC8-B112-421C-81E2-D5D63B23E300}" dt="2026-10-24T02:25:18.316" v="65933"/>
          <ac:picMkLst>
            <pc:docMk/>
            <pc:sldMk cId="2935658337" sldId="658"/>
            <ac:picMk id="11" creationId="{FF8F5D96-1263-D41D-5E64-FEF04331D0F3}"/>
          </ac:picMkLst>
        </pc:picChg>
        <pc:picChg chg="mod">
          <ac:chgData name="Li, Cong" userId="025630f4-267e-4cb3-8cd5-8795177f99f4" providerId="ADAL" clId="{929A2CC8-B112-421C-81E2-D5D63B23E300}" dt="2026-10-24T02:25:18.316" v="65933"/>
          <ac:picMkLst>
            <pc:docMk/>
            <pc:sldMk cId="2935658337" sldId="658"/>
            <ac:picMk id="13" creationId="{BA78225B-9D80-C683-025E-8AF873F7207D}"/>
          </ac:picMkLst>
        </pc:picChg>
        <pc:picChg chg="mod">
          <ac:chgData name="Li, Cong" userId="025630f4-267e-4cb3-8cd5-8795177f99f4" providerId="ADAL" clId="{929A2CC8-B112-421C-81E2-D5D63B23E300}" dt="2026-10-24T02:25:18.316" v="65933"/>
          <ac:picMkLst>
            <pc:docMk/>
            <pc:sldMk cId="2935658337" sldId="658"/>
            <ac:picMk id="18" creationId="{F7EC780B-E579-7A30-97DB-913B1B52FB06}"/>
          </ac:picMkLst>
        </pc:picChg>
        <pc:picChg chg="mod">
          <ac:chgData name="Li, Cong" userId="025630f4-267e-4cb3-8cd5-8795177f99f4" providerId="ADAL" clId="{929A2CC8-B112-421C-81E2-D5D63B23E300}" dt="2026-10-24T02:26:28.120" v="65973"/>
          <ac:picMkLst>
            <pc:docMk/>
            <pc:sldMk cId="2935658337" sldId="658"/>
            <ac:picMk id="30" creationId="{0612CCD1-75E2-ACDA-2DCF-04202086946A}"/>
          </ac:picMkLst>
        </pc:picChg>
        <pc:picChg chg="mod">
          <ac:chgData name="Li, Cong" userId="025630f4-267e-4cb3-8cd5-8795177f99f4" providerId="ADAL" clId="{929A2CC8-B112-421C-81E2-D5D63B23E300}" dt="2026-10-24T02:26:28.120" v="65973"/>
          <ac:picMkLst>
            <pc:docMk/>
            <pc:sldMk cId="2935658337" sldId="658"/>
            <ac:picMk id="36" creationId="{FDC66FC0-5B11-FB3A-1DE5-471F84654041}"/>
          </ac:picMkLst>
        </pc:picChg>
        <pc:picChg chg="mod">
          <ac:chgData name="Li, Cong" userId="025630f4-267e-4cb3-8cd5-8795177f99f4" providerId="ADAL" clId="{929A2CC8-B112-421C-81E2-D5D63B23E300}" dt="2026-10-24T02:26:28.120" v="65973"/>
          <ac:picMkLst>
            <pc:docMk/>
            <pc:sldMk cId="2935658337" sldId="658"/>
            <ac:picMk id="38" creationId="{062F18D7-FB95-3CB6-1755-813A0CEA5768}"/>
          </ac:picMkLst>
        </pc:picChg>
        <pc:picChg chg="mod">
          <ac:chgData name="Li, Cong" userId="025630f4-267e-4cb3-8cd5-8795177f99f4" providerId="ADAL" clId="{929A2CC8-B112-421C-81E2-D5D63B23E300}" dt="2026-10-24T02:26:28.120" v="65973"/>
          <ac:picMkLst>
            <pc:docMk/>
            <pc:sldMk cId="2935658337" sldId="658"/>
            <ac:picMk id="41" creationId="{2F867EC3-BBE8-E7EE-26F2-1C04A4B39017}"/>
          </ac:picMkLst>
        </pc:picChg>
        <pc:picChg chg="mod">
          <ac:chgData name="Li, Cong" userId="025630f4-267e-4cb3-8cd5-8795177f99f4" providerId="ADAL" clId="{929A2CC8-B112-421C-81E2-D5D63B23E300}" dt="2026-10-24T02:26:43.732" v="65977"/>
          <ac:picMkLst>
            <pc:docMk/>
            <pc:sldMk cId="2935658337" sldId="658"/>
            <ac:picMk id="48" creationId="{D8802C31-1E50-AA93-5800-A1AD357256A7}"/>
          </ac:picMkLst>
        </pc:picChg>
        <pc:picChg chg="mod">
          <ac:chgData name="Li, Cong" userId="025630f4-267e-4cb3-8cd5-8795177f99f4" providerId="ADAL" clId="{929A2CC8-B112-421C-81E2-D5D63B23E300}" dt="2026-10-24T02:26:43.732" v="65977"/>
          <ac:picMkLst>
            <pc:docMk/>
            <pc:sldMk cId="2935658337" sldId="658"/>
            <ac:picMk id="49" creationId="{79C52833-D0C5-5EC4-4B08-5FFC99B2DEEA}"/>
          </ac:picMkLst>
        </pc:picChg>
        <pc:picChg chg="mod">
          <ac:chgData name="Li, Cong" userId="025630f4-267e-4cb3-8cd5-8795177f99f4" providerId="ADAL" clId="{929A2CC8-B112-421C-81E2-D5D63B23E300}" dt="2026-10-24T02:26:43.732" v="65977"/>
          <ac:picMkLst>
            <pc:docMk/>
            <pc:sldMk cId="2935658337" sldId="658"/>
            <ac:picMk id="50" creationId="{CE769ED6-752B-3216-44E9-18407B550950}"/>
          </ac:picMkLst>
        </pc:picChg>
        <pc:cxnChg chg="del mod">
          <ac:chgData name="Li, Cong" userId="025630f4-267e-4cb3-8cd5-8795177f99f4" providerId="ADAL" clId="{929A2CC8-B112-421C-81E2-D5D63B23E300}" dt="2026-10-24T02:22:57.209" v="65930" actId="478"/>
          <ac:cxnSpMkLst>
            <pc:docMk/>
            <pc:sldMk cId="2935658337" sldId="658"/>
            <ac:cxnSpMk id="9" creationId="{8384CC65-A31A-5152-8173-9027246B4C0B}"/>
          </ac:cxnSpMkLst>
        </pc:cxnChg>
      </pc:sldChg>
      <pc:sldChg chg="add del">
        <pc:chgData name="Li, Cong" userId="025630f4-267e-4cb3-8cd5-8795177f99f4" providerId="ADAL" clId="{929A2CC8-B112-421C-81E2-D5D63B23E300}" dt="2026-10-24T02:22:51.447" v="65928" actId="47"/>
        <pc:sldMkLst>
          <pc:docMk/>
          <pc:sldMk cId="3532415500" sldId="658"/>
        </pc:sldMkLst>
      </pc:sldChg>
      <pc:sldChg chg="addSp delSp modSp add del mod">
        <pc:chgData name="Li, Cong" userId="025630f4-267e-4cb3-8cd5-8795177f99f4" providerId="ADAL" clId="{929A2CC8-B112-421C-81E2-D5D63B23E300}" dt="2026-10-24T02:22:45.775" v="65926"/>
        <pc:sldMkLst>
          <pc:docMk/>
          <pc:sldMk cId="3927147983" sldId="658"/>
        </pc:sldMkLst>
        <pc:spChg chg="add mod">
          <ac:chgData name="Li, Cong" userId="025630f4-267e-4cb3-8cd5-8795177f99f4" providerId="ADAL" clId="{929A2CC8-B112-421C-81E2-D5D63B23E300}" dt="2026-10-24T02:22:45.384" v="65925" actId="767"/>
          <ac:spMkLst>
            <pc:docMk/>
            <pc:sldMk cId="3927147983" sldId="658"/>
            <ac:spMk id="3" creationId="{23037F97-F1FD-1E55-5F54-2E2346557396}"/>
          </ac:spMkLst>
        </pc:spChg>
        <pc:spChg chg="add del">
          <ac:chgData name="Li, Cong" userId="025630f4-267e-4cb3-8cd5-8795177f99f4" providerId="ADAL" clId="{929A2CC8-B112-421C-81E2-D5D63B23E300}" dt="2026-10-24T02:22:41.906" v="65923" actId="478"/>
          <ac:spMkLst>
            <pc:docMk/>
            <pc:sldMk cId="3927147983" sldId="658"/>
            <ac:spMk id="6" creationId="{72E1D357-C05D-4575-50E0-A6F0C0D0F478}"/>
          </ac:spMkLst>
        </pc:spChg>
        <pc:spChg chg="add del">
          <ac:chgData name="Li, Cong" userId="025630f4-267e-4cb3-8cd5-8795177f99f4" providerId="ADAL" clId="{929A2CC8-B112-421C-81E2-D5D63B23E300}" dt="2026-10-24T02:22:41.906" v="65923" actId="478"/>
          <ac:spMkLst>
            <pc:docMk/>
            <pc:sldMk cId="3927147983" sldId="658"/>
            <ac:spMk id="20" creationId="{7D3747A1-F16E-AAE1-96F4-F67143C8FB9A}"/>
          </ac:spMkLst>
        </pc:spChg>
        <pc:spChg chg="add del">
          <ac:chgData name="Li, Cong" userId="025630f4-267e-4cb3-8cd5-8795177f99f4" providerId="ADAL" clId="{929A2CC8-B112-421C-81E2-D5D63B23E300}" dt="2026-10-24T02:22:41.906" v="65923" actId="478"/>
          <ac:spMkLst>
            <pc:docMk/>
            <pc:sldMk cId="3927147983" sldId="658"/>
            <ac:spMk id="40" creationId="{8D79BD0C-146F-9EF5-BA6C-26995CEE310F}"/>
          </ac:spMkLst>
        </pc:spChg>
        <pc:cxnChg chg="add del mod">
          <ac:chgData name="Li, Cong" userId="025630f4-267e-4cb3-8cd5-8795177f99f4" providerId="ADAL" clId="{929A2CC8-B112-421C-81E2-D5D63B23E300}" dt="2026-10-24T02:22:41.906" v="65923" actId="478"/>
          <ac:cxnSpMkLst>
            <pc:docMk/>
            <pc:sldMk cId="3927147983" sldId="658"/>
            <ac:cxnSpMk id="8" creationId="{598AF012-F9ED-1901-BC94-05F849FAFBCE}"/>
          </ac:cxnSpMkLst>
        </pc:cxnChg>
        <pc:cxnChg chg="add del mod">
          <ac:chgData name="Li, Cong" userId="025630f4-267e-4cb3-8cd5-8795177f99f4" providerId="ADAL" clId="{929A2CC8-B112-421C-81E2-D5D63B23E300}" dt="2026-10-24T02:22:41.906" v="65923" actId="478"/>
          <ac:cxnSpMkLst>
            <pc:docMk/>
            <pc:sldMk cId="3927147983" sldId="658"/>
            <ac:cxnSpMk id="9" creationId="{B9BA8655-2201-C2BF-3BE2-38DC79EC9A89}"/>
          </ac:cxnSpMkLst>
        </pc:cxnChg>
        <pc:cxnChg chg="add del mod">
          <ac:chgData name="Li, Cong" userId="025630f4-267e-4cb3-8cd5-8795177f99f4" providerId="ADAL" clId="{929A2CC8-B112-421C-81E2-D5D63B23E300}" dt="2026-10-24T02:22:41.906" v="65923" actId="478"/>
          <ac:cxnSpMkLst>
            <pc:docMk/>
            <pc:sldMk cId="3927147983" sldId="658"/>
            <ac:cxnSpMk id="13" creationId="{CE18CB33-A494-8EC1-FB9C-E085797AA292}"/>
          </ac:cxnSpMkLst>
        </pc:cxnChg>
        <pc:cxnChg chg="add del mod">
          <ac:chgData name="Li, Cong" userId="025630f4-267e-4cb3-8cd5-8795177f99f4" providerId="ADAL" clId="{929A2CC8-B112-421C-81E2-D5D63B23E300}" dt="2026-10-24T02:22:41.906" v="65923" actId="478"/>
          <ac:cxnSpMkLst>
            <pc:docMk/>
            <pc:sldMk cId="3927147983" sldId="658"/>
            <ac:cxnSpMk id="17" creationId="{65C7377E-72ED-C9B1-AC29-6CD3DCA3E761}"/>
          </ac:cxnSpMkLst>
        </pc:cxnChg>
        <pc:cxnChg chg="add del mod">
          <ac:chgData name="Li, Cong" userId="025630f4-267e-4cb3-8cd5-8795177f99f4" providerId="ADAL" clId="{929A2CC8-B112-421C-81E2-D5D63B23E300}" dt="2026-10-24T02:22:41.906" v="65923" actId="478"/>
          <ac:cxnSpMkLst>
            <pc:docMk/>
            <pc:sldMk cId="3927147983" sldId="658"/>
            <ac:cxnSpMk id="21" creationId="{401A83B8-CF76-CAC6-0B50-15634E2204FB}"/>
          </ac:cxnSpMkLst>
        </pc:cxnChg>
      </pc:sldChg>
      <pc:sldChg chg="add del">
        <pc:chgData name="Li, Cong" userId="025630f4-267e-4cb3-8cd5-8795177f99f4" providerId="ADAL" clId="{929A2CC8-B112-421C-81E2-D5D63B23E300}" dt="2026-10-24T02:25:10.987" v="65932"/>
        <pc:sldMkLst>
          <pc:docMk/>
          <pc:sldMk cId="1091328531" sldId="659"/>
        </pc:sldMkLst>
      </pc:sldChg>
      <pc:sldChg chg="modSp add mod">
        <pc:chgData name="Li, Cong" userId="025630f4-267e-4cb3-8cd5-8795177f99f4" providerId="ADAL" clId="{929A2CC8-B112-421C-81E2-D5D63B23E300}" dt="2026-10-24T10:40:49.790" v="78047" actId="20577"/>
        <pc:sldMkLst>
          <pc:docMk/>
          <pc:sldMk cId="3818523678" sldId="659"/>
        </pc:sldMkLst>
        <pc:spChg chg="mod">
          <ac:chgData name="Li, Cong" userId="025630f4-267e-4cb3-8cd5-8795177f99f4" providerId="ADAL" clId="{929A2CC8-B112-421C-81E2-D5D63B23E300}" dt="2026-10-24T02:33:25.351" v="66305" actId="20577"/>
          <ac:spMkLst>
            <pc:docMk/>
            <pc:sldMk cId="3818523678" sldId="659"/>
            <ac:spMk id="2" creationId="{2F1FFC49-F4BC-CB3F-02B5-892A1141F06D}"/>
          </ac:spMkLst>
        </pc:spChg>
        <pc:spChg chg="mod">
          <ac:chgData name="Li, Cong" userId="025630f4-267e-4cb3-8cd5-8795177f99f4" providerId="ADAL" clId="{929A2CC8-B112-421C-81E2-D5D63B23E300}" dt="2026-10-24T02:39:44.221" v="66778" actId="20577"/>
          <ac:spMkLst>
            <pc:docMk/>
            <pc:sldMk cId="3818523678" sldId="659"/>
            <ac:spMk id="3" creationId="{B399B755-0A8B-3A91-3E06-C21E99CD410D}"/>
          </ac:spMkLst>
        </pc:spChg>
        <pc:spChg chg="mod">
          <ac:chgData name="Li, Cong" userId="025630f4-267e-4cb3-8cd5-8795177f99f4" providerId="ADAL" clId="{929A2CC8-B112-421C-81E2-D5D63B23E300}" dt="2026-10-24T02:37:55.230" v="66651" actId="1036"/>
          <ac:spMkLst>
            <pc:docMk/>
            <pc:sldMk cId="3818523678" sldId="659"/>
            <ac:spMk id="6" creationId="{B78491AC-8092-211C-01B7-48958E4ECE24}"/>
          </ac:spMkLst>
        </pc:spChg>
        <pc:spChg chg="mod">
          <ac:chgData name="Li, Cong" userId="025630f4-267e-4cb3-8cd5-8795177f99f4" providerId="ADAL" clId="{929A2CC8-B112-421C-81E2-D5D63B23E300}" dt="2026-10-24T10:40:49.790" v="78047" actId="20577"/>
          <ac:spMkLst>
            <pc:docMk/>
            <pc:sldMk cId="3818523678" sldId="659"/>
            <ac:spMk id="10" creationId="{083F6D19-1503-E09B-040B-024F7FB6D8DD}"/>
          </ac:spMkLst>
        </pc:spChg>
      </pc:sldChg>
      <pc:sldChg chg="modSp add mod modAnim">
        <pc:chgData name="Li, Cong" userId="025630f4-267e-4cb3-8cd5-8795177f99f4" providerId="ADAL" clId="{929A2CC8-B112-421C-81E2-D5D63B23E300}" dt="2026-10-24T04:55:53.516" v="68002" actId="20577"/>
        <pc:sldMkLst>
          <pc:docMk/>
          <pc:sldMk cId="51596517" sldId="660"/>
        </pc:sldMkLst>
        <pc:spChg chg="mod">
          <ac:chgData name="Li, Cong" userId="025630f4-267e-4cb3-8cd5-8795177f99f4" providerId="ADAL" clId="{929A2CC8-B112-421C-81E2-D5D63B23E300}" dt="2026-10-24T04:53:56.232" v="67933" actId="20577"/>
          <ac:spMkLst>
            <pc:docMk/>
            <pc:sldMk cId="51596517" sldId="660"/>
            <ac:spMk id="2" creationId="{0BC79352-113B-5413-5F2D-225461DE5AB0}"/>
          </ac:spMkLst>
        </pc:spChg>
        <pc:spChg chg="mod">
          <ac:chgData name="Li, Cong" userId="025630f4-267e-4cb3-8cd5-8795177f99f4" providerId="ADAL" clId="{929A2CC8-B112-421C-81E2-D5D63B23E300}" dt="2026-10-24T04:55:53.516" v="68002" actId="20577"/>
          <ac:spMkLst>
            <pc:docMk/>
            <pc:sldMk cId="51596517" sldId="660"/>
            <ac:spMk id="3" creationId="{D3818968-97AC-8313-BEBB-1DF33F09AF16}"/>
          </ac:spMkLst>
        </pc:spChg>
      </pc:sldChg>
      <pc:sldChg chg="modSp add mod modAnim">
        <pc:chgData name="Li, Cong" userId="025630f4-267e-4cb3-8cd5-8795177f99f4" providerId="ADAL" clId="{929A2CC8-B112-421C-81E2-D5D63B23E300}" dt="2026-10-24T10:50:21.879" v="78274" actId="20577"/>
        <pc:sldMkLst>
          <pc:docMk/>
          <pc:sldMk cId="379162673" sldId="661"/>
        </pc:sldMkLst>
        <pc:spChg chg="mod">
          <ac:chgData name="Li, Cong" userId="025630f4-267e-4cb3-8cd5-8795177f99f4" providerId="ADAL" clId="{929A2CC8-B112-421C-81E2-D5D63B23E300}" dt="2026-10-24T05:53:58.642" v="69448" actId="6549"/>
          <ac:spMkLst>
            <pc:docMk/>
            <pc:sldMk cId="379162673" sldId="661"/>
            <ac:spMk id="2" creationId="{1713F40B-0984-0A6E-974C-1B2D90DB31EB}"/>
          </ac:spMkLst>
        </pc:spChg>
        <pc:spChg chg="mod">
          <ac:chgData name="Li, Cong" userId="025630f4-267e-4cb3-8cd5-8795177f99f4" providerId="ADAL" clId="{929A2CC8-B112-421C-81E2-D5D63B23E300}" dt="2026-10-24T10:50:21.879" v="78274" actId="20577"/>
          <ac:spMkLst>
            <pc:docMk/>
            <pc:sldMk cId="379162673" sldId="661"/>
            <ac:spMk id="3" creationId="{9EC80566-09D9-5100-40FF-606F8AC3656A}"/>
          </ac:spMkLst>
        </pc:spChg>
        <pc:spChg chg="mod">
          <ac:chgData name="Li, Cong" userId="025630f4-267e-4cb3-8cd5-8795177f99f4" providerId="ADAL" clId="{929A2CC8-B112-421C-81E2-D5D63B23E300}" dt="2026-10-24T10:50:02.012" v="78268" actId="1076"/>
          <ac:spMkLst>
            <pc:docMk/>
            <pc:sldMk cId="379162673" sldId="661"/>
            <ac:spMk id="6" creationId="{DCCF16D1-6C7E-1B35-FFC6-A62548B172C6}"/>
          </ac:spMkLst>
        </pc:spChg>
        <pc:spChg chg="mod">
          <ac:chgData name="Li, Cong" userId="025630f4-267e-4cb3-8cd5-8795177f99f4" providerId="ADAL" clId="{929A2CC8-B112-421C-81E2-D5D63B23E300}" dt="2026-10-24T10:50:13.277" v="78270" actId="1076"/>
          <ac:spMkLst>
            <pc:docMk/>
            <pc:sldMk cId="379162673" sldId="661"/>
            <ac:spMk id="10" creationId="{C6DFE1A3-AF16-330C-8D83-CB3E4985D96A}"/>
          </ac:spMkLst>
        </pc:spChg>
      </pc:sldChg>
      <pc:sldChg chg="addSp delSp modSp add del mod delAnim">
        <pc:chgData name="Li, Cong" userId="025630f4-267e-4cb3-8cd5-8795177f99f4" providerId="ADAL" clId="{929A2CC8-B112-421C-81E2-D5D63B23E300}" dt="2026-10-24T05:49:53.423" v="69406" actId="47"/>
        <pc:sldMkLst>
          <pc:docMk/>
          <pc:sldMk cId="3205514826" sldId="662"/>
        </pc:sldMkLst>
        <pc:spChg chg="mod">
          <ac:chgData name="Li, Cong" userId="025630f4-267e-4cb3-8cd5-8795177f99f4" providerId="ADAL" clId="{929A2CC8-B112-421C-81E2-D5D63B23E300}" dt="2026-10-24T04:59:53.565" v="68436" actId="20577"/>
          <ac:spMkLst>
            <pc:docMk/>
            <pc:sldMk cId="3205514826" sldId="662"/>
            <ac:spMk id="2" creationId="{CF85457C-73CF-34BA-5FCA-CA2D0809E0B1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6" creationId="{5DD3F6A5-4086-8AC2-89BE-8047C03E32A4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7" creationId="{0A0A8A09-B1E8-A7D9-0CA7-F9C8C374F112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8" creationId="{374FF7E5-E250-76B8-1F95-55BCF33CACB4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9" creationId="{F999EE4B-211B-4AAB-98DE-105451652B24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11" creationId="{4C07CB82-004C-1152-A369-17AE468F0196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12" creationId="{6015BAEB-9C59-8F2E-ACD5-DEBFD2716CAF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13" creationId="{3BA12691-D944-97A3-05F4-5CAA2ADF799B}"/>
          </ac:spMkLst>
        </pc:spChg>
        <pc:spChg chg="mod">
          <ac:chgData name="Li, Cong" userId="025630f4-267e-4cb3-8cd5-8795177f99f4" providerId="ADAL" clId="{929A2CC8-B112-421C-81E2-D5D63B23E300}" dt="2026-10-24T05:00:22.247" v="68441"/>
          <ac:spMkLst>
            <pc:docMk/>
            <pc:sldMk cId="3205514826" sldId="662"/>
            <ac:spMk id="14" creationId="{38FEF11F-4DEE-46DF-AAEB-203BCA823E18}"/>
          </ac:spMkLst>
        </pc:spChg>
        <pc:spChg chg="del">
          <ac:chgData name="Li, Cong" userId="025630f4-267e-4cb3-8cd5-8795177f99f4" providerId="ADAL" clId="{929A2CC8-B112-421C-81E2-D5D63B23E300}" dt="2026-10-24T04:59:58.510" v="68437" actId="478"/>
          <ac:spMkLst>
            <pc:docMk/>
            <pc:sldMk cId="3205514826" sldId="662"/>
            <ac:spMk id="52" creationId="{D24BBF11-F7C6-735B-700E-2D993974456F}"/>
          </ac:spMkLst>
        </pc:spChg>
        <pc:spChg chg="del">
          <ac:chgData name="Li, Cong" userId="025630f4-267e-4cb3-8cd5-8795177f99f4" providerId="ADAL" clId="{929A2CC8-B112-421C-81E2-D5D63B23E300}" dt="2026-10-24T04:59:58.510" v="68437" actId="478"/>
          <ac:spMkLst>
            <pc:docMk/>
            <pc:sldMk cId="3205514826" sldId="662"/>
            <ac:spMk id="54" creationId="{154549A2-BD41-905A-9DD3-942C2D92C8A2}"/>
          </ac:spMkLst>
        </pc:spChg>
        <pc:grpChg chg="add del mod">
          <ac:chgData name="Li, Cong" userId="025630f4-267e-4cb3-8cd5-8795177f99f4" providerId="ADAL" clId="{929A2CC8-B112-421C-81E2-D5D63B23E300}" dt="2026-10-24T05:37:27.202" v="68443" actId="478"/>
          <ac:grpSpMkLst>
            <pc:docMk/>
            <pc:sldMk cId="3205514826" sldId="662"/>
            <ac:grpSpMk id="3" creationId="{88D1DF78-39F2-F823-68ED-601497F8175E}"/>
          </ac:grpSpMkLst>
        </pc:grpChg>
        <pc:grpChg chg="del">
          <ac:chgData name="Li, Cong" userId="025630f4-267e-4cb3-8cd5-8795177f99f4" providerId="ADAL" clId="{929A2CC8-B112-421C-81E2-D5D63B23E300}" dt="2026-10-24T04:59:58.510" v="68437" actId="478"/>
          <ac:grpSpMkLst>
            <pc:docMk/>
            <pc:sldMk cId="3205514826" sldId="662"/>
            <ac:grpSpMk id="47" creationId="{F0F7D0AB-6E37-3638-54F2-A7DA30DB668B}"/>
          </ac:grpSpMkLst>
        </pc:grpChg>
        <pc:grpChg chg="del mod">
          <ac:chgData name="Li, Cong" userId="025630f4-267e-4cb3-8cd5-8795177f99f4" providerId="ADAL" clId="{929A2CC8-B112-421C-81E2-D5D63B23E300}" dt="2026-10-24T05:37:27.202" v="68443" actId="478"/>
          <ac:grpSpMkLst>
            <pc:docMk/>
            <pc:sldMk cId="3205514826" sldId="662"/>
            <ac:grpSpMk id="55" creationId="{7E3AE25C-D5E8-0550-CDC1-EC7E4B042457}"/>
          </ac:grpSpMkLst>
        </pc:grpChg>
      </pc:sldChg>
      <pc:sldChg chg="modSp add mod modAnim">
        <pc:chgData name="Li, Cong" userId="025630f4-267e-4cb3-8cd5-8795177f99f4" providerId="ADAL" clId="{929A2CC8-B112-421C-81E2-D5D63B23E300}" dt="2026-10-24T10:39:09.846" v="78012" actId="20577"/>
        <pc:sldMkLst>
          <pc:docMk/>
          <pc:sldMk cId="1471535493" sldId="663"/>
        </pc:sldMkLst>
        <pc:spChg chg="mod">
          <ac:chgData name="Li, Cong" userId="025630f4-267e-4cb3-8cd5-8795177f99f4" providerId="ADAL" clId="{929A2CC8-B112-421C-81E2-D5D63B23E300}" dt="2026-10-24T04:54:10.263" v="67935" actId="20577"/>
          <ac:spMkLst>
            <pc:docMk/>
            <pc:sldMk cId="1471535493" sldId="663"/>
            <ac:spMk id="2" creationId="{C5C801F8-9DB2-E7D5-F1C3-78FCB0DB4811}"/>
          </ac:spMkLst>
        </pc:spChg>
        <pc:spChg chg="mod">
          <ac:chgData name="Li, Cong" userId="025630f4-267e-4cb3-8cd5-8795177f99f4" providerId="ADAL" clId="{929A2CC8-B112-421C-81E2-D5D63B23E300}" dt="2026-10-24T10:39:09.846" v="78012" actId="20577"/>
          <ac:spMkLst>
            <pc:docMk/>
            <pc:sldMk cId="1471535493" sldId="663"/>
            <ac:spMk id="3" creationId="{08F1D8DA-8321-89D6-BE5A-DF5C048BB098}"/>
          </ac:spMkLst>
        </pc:spChg>
      </pc:sldChg>
      <pc:sldChg chg="modSp add mod modAnim">
        <pc:chgData name="Li, Cong" userId="025630f4-267e-4cb3-8cd5-8795177f99f4" providerId="ADAL" clId="{929A2CC8-B112-421C-81E2-D5D63B23E300}" dt="2026-10-24T06:48:38.726" v="70306" actId="20577"/>
        <pc:sldMkLst>
          <pc:docMk/>
          <pc:sldMk cId="2752727051" sldId="664"/>
        </pc:sldMkLst>
        <pc:spChg chg="mod">
          <ac:chgData name="Li, Cong" userId="025630f4-267e-4cb3-8cd5-8795177f99f4" providerId="ADAL" clId="{929A2CC8-B112-421C-81E2-D5D63B23E300}" dt="2026-10-24T05:46:04.586" v="69021" actId="20577"/>
          <ac:spMkLst>
            <pc:docMk/>
            <pc:sldMk cId="2752727051" sldId="664"/>
            <ac:spMk id="2" creationId="{FD10899E-595B-A7FB-5C01-61DFE13612C0}"/>
          </ac:spMkLst>
        </pc:spChg>
        <pc:spChg chg="mod">
          <ac:chgData name="Li, Cong" userId="025630f4-267e-4cb3-8cd5-8795177f99f4" providerId="ADAL" clId="{929A2CC8-B112-421C-81E2-D5D63B23E300}" dt="2026-10-24T06:48:38.726" v="70306" actId="20577"/>
          <ac:spMkLst>
            <pc:docMk/>
            <pc:sldMk cId="2752727051" sldId="664"/>
            <ac:spMk id="3" creationId="{5B6E49E7-0B23-060D-0B93-C861AAFA4EF4}"/>
          </ac:spMkLst>
        </pc:spChg>
      </pc:sldChg>
      <pc:sldChg chg="add del">
        <pc:chgData name="Li, Cong" userId="025630f4-267e-4cb3-8cd5-8795177f99f4" providerId="ADAL" clId="{929A2CC8-B112-421C-81E2-D5D63B23E300}" dt="2026-10-24T05:00:14.280" v="68440"/>
        <pc:sldMkLst>
          <pc:docMk/>
          <pc:sldMk cId="3736785450" sldId="664"/>
        </pc:sldMkLst>
      </pc:sldChg>
      <pc:sldChg chg="modSp add mod modAnim">
        <pc:chgData name="Li, Cong" userId="025630f4-267e-4cb3-8cd5-8795177f99f4" providerId="ADAL" clId="{929A2CC8-B112-421C-81E2-D5D63B23E300}" dt="2026-10-24T06:48:30.886" v="70302" actId="20577"/>
        <pc:sldMkLst>
          <pc:docMk/>
          <pc:sldMk cId="4279942667" sldId="665"/>
        </pc:sldMkLst>
        <pc:spChg chg="mod">
          <ac:chgData name="Li, Cong" userId="025630f4-267e-4cb3-8cd5-8795177f99f4" providerId="ADAL" clId="{929A2CC8-B112-421C-81E2-D5D63B23E300}" dt="2026-10-24T05:46:09.706" v="69023" actId="20577"/>
          <ac:spMkLst>
            <pc:docMk/>
            <pc:sldMk cId="4279942667" sldId="665"/>
            <ac:spMk id="2" creationId="{03A121BC-8AE8-7937-A714-0468260FD5D9}"/>
          </ac:spMkLst>
        </pc:spChg>
        <pc:spChg chg="mod">
          <ac:chgData name="Li, Cong" userId="025630f4-267e-4cb3-8cd5-8795177f99f4" providerId="ADAL" clId="{929A2CC8-B112-421C-81E2-D5D63B23E300}" dt="2026-10-24T06:48:30.886" v="70302" actId="20577"/>
          <ac:spMkLst>
            <pc:docMk/>
            <pc:sldMk cId="4279942667" sldId="665"/>
            <ac:spMk id="3" creationId="{97ACF699-C13A-7F68-DC54-AE400B589812}"/>
          </ac:spMkLst>
        </pc:spChg>
      </pc:sldChg>
      <pc:sldChg chg="add del">
        <pc:chgData name="Li, Cong" userId="025630f4-267e-4cb3-8cd5-8795177f99f4" providerId="ADAL" clId="{929A2CC8-B112-421C-81E2-D5D63B23E300}" dt="2026-10-24T06:05:26.921" v="69450"/>
        <pc:sldMkLst>
          <pc:docMk/>
          <pc:sldMk cId="2486763270" sldId="666"/>
        </pc:sldMkLst>
      </pc:sldChg>
      <pc:sldChg chg="addSp delSp modSp add mod delAnim modAnim">
        <pc:chgData name="Li, Cong" userId="025630f4-267e-4cb3-8cd5-8795177f99f4" providerId="ADAL" clId="{929A2CC8-B112-421C-81E2-D5D63B23E300}" dt="2026-10-24T10:23:32.633" v="77706" actId="20577"/>
        <pc:sldMkLst>
          <pc:docMk/>
          <pc:sldMk cId="2767785173" sldId="666"/>
        </pc:sldMkLst>
        <pc:spChg chg="mod">
          <ac:chgData name="Li, Cong" userId="025630f4-267e-4cb3-8cd5-8795177f99f4" providerId="ADAL" clId="{929A2CC8-B112-421C-81E2-D5D63B23E300}" dt="2026-10-24T06:18:50.905" v="69733" actId="20577"/>
          <ac:spMkLst>
            <pc:docMk/>
            <pc:sldMk cId="2767785173" sldId="666"/>
            <ac:spMk id="2" creationId="{18658D8E-216F-5B01-5654-95AE298A62B8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83" creationId="{7D5509EA-E8E9-87CD-DCCF-4B15A5437A31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85" creationId="{7DE43587-C267-320C-2AF1-E6E653C7F1FF}"/>
          </ac:spMkLst>
        </pc:spChg>
        <pc:spChg chg="mod">
          <ac:chgData name="Li, Cong" userId="025630f4-267e-4cb3-8cd5-8795177f99f4" providerId="ADAL" clId="{929A2CC8-B112-421C-81E2-D5D63B23E300}" dt="2026-10-24T06:22:27.858" v="69735"/>
          <ac:spMkLst>
            <pc:docMk/>
            <pc:sldMk cId="2767785173" sldId="666"/>
            <ac:spMk id="87" creationId="{7604602E-3FE0-2E15-9F33-473604D343A7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96" creationId="{B1050730-A992-2958-6D7E-F724A75B1F50}"/>
          </ac:spMkLst>
        </pc:spChg>
        <pc:spChg chg="mod">
          <ac:chgData name="Li, Cong" userId="025630f4-267e-4cb3-8cd5-8795177f99f4" providerId="ADAL" clId="{929A2CC8-B112-421C-81E2-D5D63B23E300}" dt="2026-10-24T06:22:27.858" v="69735"/>
          <ac:spMkLst>
            <pc:docMk/>
            <pc:sldMk cId="2767785173" sldId="666"/>
            <ac:spMk id="97" creationId="{DF3E9864-C712-31CC-5157-C4AF2550AE41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98" creationId="{E2288A13-3B2E-750F-44C1-3871532363F4}"/>
          </ac:spMkLst>
        </pc:spChg>
        <pc:spChg chg="mod">
          <ac:chgData name="Li, Cong" userId="025630f4-267e-4cb3-8cd5-8795177f99f4" providerId="ADAL" clId="{929A2CC8-B112-421C-81E2-D5D63B23E300}" dt="2026-10-24T06:22:27.858" v="69735"/>
          <ac:spMkLst>
            <pc:docMk/>
            <pc:sldMk cId="2767785173" sldId="666"/>
            <ac:spMk id="99" creationId="{C63A7019-0D31-CB2E-1750-50E8D4B50FA1}"/>
          </ac:spMkLst>
        </pc:spChg>
        <pc:spChg chg="mod">
          <ac:chgData name="Li, Cong" userId="025630f4-267e-4cb3-8cd5-8795177f99f4" providerId="ADAL" clId="{929A2CC8-B112-421C-81E2-D5D63B23E300}" dt="2026-10-24T06:22:27.858" v="69735"/>
          <ac:spMkLst>
            <pc:docMk/>
            <pc:sldMk cId="2767785173" sldId="666"/>
            <ac:spMk id="100" creationId="{27BA447B-10D0-2593-6247-1B175B4AC926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101" creationId="{418A4609-706E-E788-AE3D-B149462DE274}"/>
          </ac:spMkLst>
        </pc:spChg>
        <pc:spChg chg="mod">
          <ac:chgData name="Li, Cong" userId="025630f4-267e-4cb3-8cd5-8795177f99f4" providerId="ADAL" clId="{929A2CC8-B112-421C-81E2-D5D63B23E300}" dt="2026-10-24T06:22:27.858" v="69735"/>
          <ac:spMkLst>
            <pc:docMk/>
            <pc:sldMk cId="2767785173" sldId="666"/>
            <ac:spMk id="102" creationId="{F3012801-0AC4-8A1B-9AD1-3942E6AD9138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103" creationId="{09B201A0-D7D4-5156-6926-2EC168667FEE}"/>
          </ac:spMkLst>
        </pc:spChg>
        <pc:spChg chg="add mod">
          <ac:chgData name="Li, Cong" userId="025630f4-267e-4cb3-8cd5-8795177f99f4" providerId="ADAL" clId="{929A2CC8-B112-421C-81E2-D5D63B23E300}" dt="2026-10-24T10:23:32.633" v="77706" actId="20577"/>
          <ac:spMkLst>
            <pc:docMk/>
            <pc:sldMk cId="2767785173" sldId="666"/>
            <ac:spMk id="104" creationId="{D67617E4-5026-344F-447C-2943F6F9C596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105" creationId="{9885790B-0BCE-A38D-D801-7D9B833BE5BF}"/>
          </ac:spMkLst>
        </pc:spChg>
        <pc:spChg chg="mod">
          <ac:chgData name="Li, Cong" userId="025630f4-267e-4cb3-8cd5-8795177f99f4" providerId="ADAL" clId="{929A2CC8-B112-421C-81E2-D5D63B23E300}" dt="2026-10-24T06:31:45.382" v="69917"/>
          <ac:spMkLst>
            <pc:docMk/>
            <pc:sldMk cId="2767785173" sldId="666"/>
            <ac:spMk id="109" creationId="{40946502-7269-2C01-5C80-F565E390F0F6}"/>
          </ac:spMkLst>
        </pc:spChg>
        <pc:spChg chg="mod">
          <ac:chgData name="Li, Cong" userId="025630f4-267e-4cb3-8cd5-8795177f99f4" providerId="ADAL" clId="{929A2CC8-B112-421C-81E2-D5D63B23E300}" dt="2026-10-24T06:31:45.382" v="69917"/>
          <ac:spMkLst>
            <pc:docMk/>
            <pc:sldMk cId="2767785173" sldId="666"/>
            <ac:spMk id="111" creationId="{953C8D9E-339B-0178-3125-778D9B39EDD1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112" creationId="{1B302BDD-2712-C834-03B2-B7EEE826E3B9}"/>
          </ac:spMkLst>
        </pc:spChg>
        <pc:spChg chg="mod">
          <ac:chgData name="Li, Cong" userId="025630f4-267e-4cb3-8cd5-8795177f99f4" providerId="ADAL" clId="{929A2CC8-B112-421C-81E2-D5D63B23E300}" dt="2026-10-24T06:31:45.382" v="69917"/>
          <ac:spMkLst>
            <pc:docMk/>
            <pc:sldMk cId="2767785173" sldId="666"/>
            <ac:spMk id="113" creationId="{8508A2A4-A0C5-E2A1-8E27-3D72DA70433D}"/>
          </ac:spMkLst>
        </pc:spChg>
        <pc:spChg chg="mod">
          <ac:chgData name="Li, Cong" userId="025630f4-267e-4cb3-8cd5-8795177f99f4" providerId="ADAL" clId="{929A2CC8-B112-421C-81E2-D5D63B23E300}" dt="2026-10-24T06:31:45.382" v="69917"/>
          <ac:spMkLst>
            <pc:docMk/>
            <pc:sldMk cId="2767785173" sldId="666"/>
            <ac:spMk id="114" creationId="{82B42E83-FC8C-6718-700A-5BAAA018919E}"/>
          </ac:spMkLst>
        </pc:spChg>
        <pc:spChg chg="mod">
          <ac:chgData name="Li, Cong" userId="025630f4-267e-4cb3-8cd5-8795177f99f4" providerId="ADAL" clId="{929A2CC8-B112-421C-81E2-D5D63B23E300}" dt="2026-10-24T06:31:45.382" v="69917"/>
          <ac:spMkLst>
            <pc:docMk/>
            <pc:sldMk cId="2767785173" sldId="666"/>
            <ac:spMk id="121" creationId="{77F21FEA-BC7F-3C53-F615-4A60C382115D}"/>
          </ac:spMkLst>
        </pc:spChg>
        <pc:spChg chg="del">
          <ac:chgData name="Li, Cong" userId="025630f4-267e-4cb3-8cd5-8795177f99f4" providerId="ADAL" clId="{929A2CC8-B112-421C-81E2-D5D63B23E300}" dt="2026-10-24T06:22:22.392" v="69734" actId="478"/>
          <ac:spMkLst>
            <pc:docMk/>
            <pc:sldMk cId="2767785173" sldId="666"/>
            <ac:spMk id="122" creationId="{6070534F-265C-ABE9-D89B-F0C88ADBDDB0}"/>
          </ac:spMkLst>
        </pc:spChg>
        <pc:grpChg chg="add mod">
          <ac:chgData name="Li, Cong" userId="025630f4-267e-4cb3-8cd5-8795177f99f4" providerId="ADAL" clId="{929A2CC8-B112-421C-81E2-D5D63B23E300}" dt="2026-10-24T07:04:46.741" v="71062" actId="1035"/>
          <ac:grpSpMkLst>
            <pc:docMk/>
            <pc:sldMk cId="2767785173" sldId="666"/>
            <ac:grpSpMk id="86" creationId="{E259F8F3-463B-E687-35AF-39E2CE360133}"/>
          </ac:grpSpMkLst>
        </pc:grpChg>
        <pc:grpChg chg="del">
          <ac:chgData name="Li, Cong" userId="025630f4-267e-4cb3-8cd5-8795177f99f4" providerId="ADAL" clId="{929A2CC8-B112-421C-81E2-D5D63B23E300}" dt="2026-10-24T06:22:22.392" v="69734" actId="478"/>
          <ac:grpSpMkLst>
            <pc:docMk/>
            <pc:sldMk cId="2767785173" sldId="666"/>
            <ac:grpSpMk id="106" creationId="{91F08211-6867-AF84-D924-5DE7502927B5}"/>
          </ac:grpSpMkLst>
        </pc:grpChg>
        <pc:grpChg chg="add mod">
          <ac:chgData name="Li, Cong" userId="025630f4-267e-4cb3-8cd5-8795177f99f4" providerId="ADAL" clId="{929A2CC8-B112-421C-81E2-D5D63B23E300}" dt="2026-10-24T06:31:45.382" v="69917"/>
          <ac:grpSpMkLst>
            <pc:docMk/>
            <pc:sldMk cId="2767785173" sldId="666"/>
            <ac:grpSpMk id="108" creationId="{EDAD7989-BD74-0AE8-188A-50B983411BD1}"/>
          </ac:grpSpMkLst>
        </pc:grpChg>
        <pc:grpChg chg="mod">
          <ac:chgData name="Li, Cong" userId="025630f4-267e-4cb3-8cd5-8795177f99f4" providerId="ADAL" clId="{929A2CC8-B112-421C-81E2-D5D63B23E300}" dt="2026-10-24T06:31:45.382" v="69917"/>
          <ac:grpSpMkLst>
            <pc:docMk/>
            <pc:sldMk cId="2767785173" sldId="666"/>
            <ac:grpSpMk id="110" creationId="{64F96D76-1380-05FB-621A-0D79E127034C}"/>
          </ac:grpSpMkLst>
        </pc:grpChg>
      </pc:sldChg>
      <pc:sldChg chg="addSp delSp modSp add mod modAnim">
        <pc:chgData name="Li, Cong" userId="025630f4-267e-4cb3-8cd5-8795177f99f4" providerId="ADAL" clId="{929A2CC8-B112-421C-81E2-D5D63B23E300}" dt="2026-10-24T07:04:40.462" v="71061" actId="1035"/>
        <pc:sldMkLst>
          <pc:docMk/>
          <pc:sldMk cId="1208049748" sldId="667"/>
        </pc:sldMkLst>
        <pc:spChg chg="mod">
          <ac:chgData name="Li, Cong" userId="025630f4-267e-4cb3-8cd5-8795177f99f4" providerId="ADAL" clId="{929A2CC8-B112-421C-81E2-D5D63B23E300}" dt="2026-10-24T06:31:50.465" v="69919"/>
          <ac:spMkLst>
            <pc:docMk/>
            <pc:sldMk cId="1208049748" sldId="667"/>
            <ac:spMk id="4" creationId="{B7B8EE05-E500-158C-6085-C31BD32AF63D}"/>
          </ac:spMkLst>
        </pc:spChg>
        <pc:spChg chg="mod">
          <ac:chgData name="Li, Cong" userId="025630f4-267e-4cb3-8cd5-8795177f99f4" providerId="ADAL" clId="{929A2CC8-B112-421C-81E2-D5D63B23E300}" dt="2026-10-24T06:31:50.465" v="69919"/>
          <ac:spMkLst>
            <pc:docMk/>
            <pc:sldMk cId="1208049748" sldId="667"/>
            <ac:spMk id="7" creationId="{C92E37DC-7FB4-3402-B127-B9264973C396}"/>
          </ac:spMkLst>
        </pc:spChg>
        <pc:spChg chg="mod">
          <ac:chgData name="Li, Cong" userId="025630f4-267e-4cb3-8cd5-8795177f99f4" providerId="ADAL" clId="{929A2CC8-B112-421C-81E2-D5D63B23E300}" dt="2026-10-24T06:31:50.465" v="69919"/>
          <ac:spMkLst>
            <pc:docMk/>
            <pc:sldMk cId="1208049748" sldId="667"/>
            <ac:spMk id="8" creationId="{FE2AEAC3-10F7-4F1F-E29A-2A14D3916146}"/>
          </ac:spMkLst>
        </pc:spChg>
        <pc:spChg chg="mod">
          <ac:chgData name="Li, Cong" userId="025630f4-267e-4cb3-8cd5-8795177f99f4" providerId="ADAL" clId="{929A2CC8-B112-421C-81E2-D5D63B23E300}" dt="2026-10-24T06:31:50.465" v="69919"/>
          <ac:spMkLst>
            <pc:docMk/>
            <pc:sldMk cId="1208049748" sldId="667"/>
            <ac:spMk id="9" creationId="{26BDA9AF-6DE6-D133-2FDF-C29680B103EB}"/>
          </ac:spMkLst>
        </pc:spChg>
        <pc:spChg chg="mod">
          <ac:chgData name="Li, Cong" userId="025630f4-267e-4cb3-8cd5-8795177f99f4" providerId="ADAL" clId="{929A2CC8-B112-421C-81E2-D5D63B23E300}" dt="2026-10-24T06:31:50.465" v="69919"/>
          <ac:spMkLst>
            <pc:docMk/>
            <pc:sldMk cId="1208049748" sldId="667"/>
            <ac:spMk id="10" creationId="{6EA2D4A6-D9CD-13E4-6BBB-751FEF311CA5}"/>
          </ac:spMkLst>
        </pc:spChg>
        <pc:spChg chg="add mod">
          <ac:chgData name="Li, Cong" userId="025630f4-267e-4cb3-8cd5-8795177f99f4" providerId="ADAL" clId="{929A2CC8-B112-421C-81E2-D5D63B23E300}" dt="2026-10-24T06:32:49.685" v="70057" actId="1076"/>
          <ac:spMkLst>
            <pc:docMk/>
            <pc:sldMk cId="1208049748" sldId="667"/>
            <ac:spMk id="11" creationId="{599BA8B4-5473-75E9-BDB3-70000DAC13A0}"/>
          </ac:spMkLst>
        </pc:spChg>
        <pc:spChg chg="add del">
          <ac:chgData name="Li, Cong" userId="025630f4-267e-4cb3-8cd5-8795177f99f4" providerId="ADAL" clId="{929A2CC8-B112-421C-81E2-D5D63B23E300}" dt="2026-10-24T06:49:02.144" v="70312" actId="22"/>
          <ac:spMkLst>
            <pc:docMk/>
            <pc:sldMk cId="1208049748" sldId="667"/>
            <ac:spMk id="13" creationId="{29E5EFC6-A34C-6062-C2FE-27B9C3A5EA33}"/>
          </ac:spMkLst>
        </pc:spChg>
        <pc:spChg chg="add del mod">
          <ac:chgData name="Li, Cong" userId="025630f4-267e-4cb3-8cd5-8795177f99f4" providerId="ADAL" clId="{929A2CC8-B112-421C-81E2-D5D63B23E300}" dt="2026-10-24T06:49:31.077" v="70317" actId="478"/>
          <ac:spMkLst>
            <pc:docMk/>
            <pc:sldMk cId="1208049748" sldId="667"/>
            <ac:spMk id="104" creationId="{3C39493C-B9F5-72D2-FFFA-C6F51D3A6B27}"/>
          </ac:spMkLst>
        </pc:spChg>
        <pc:grpChg chg="add mod">
          <ac:chgData name="Li, Cong" userId="025630f4-267e-4cb3-8cd5-8795177f99f4" providerId="ADAL" clId="{929A2CC8-B112-421C-81E2-D5D63B23E300}" dt="2026-10-24T06:31:50.465" v="69919"/>
          <ac:grpSpMkLst>
            <pc:docMk/>
            <pc:sldMk cId="1208049748" sldId="667"/>
            <ac:grpSpMk id="3" creationId="{A95BABBC-21D0-A3AE-E437-595D698BCD54}"/>
          </ac:grpSpMkLst>
        </pc:grpChg>
        <pc:grpChg chg="mod">
          <ac:chgData name="Li, Cong" userId="025630f4-267e-4cb3-8cd5-8795177f99f4" providerId="ADAL" clId="{929A2CC8-B112-421C-81E2-D5D63B23E300}" dt="2026-10-24T06:31:50.465" v="69919"/>
          <ac:grpSpMkLst>
            <pc:docMk/>
            <pc:sldMk cId="1208049748" sldId="667"/>
            <ac:grpSpMk id="6" creationId="{B45CA7F0-E4B8-E6CA-8A22-854F754F25CC}"/>
          </ac:grpSpMkLst>
        </pc:grpChg>
        <pc:grpChg chg="mod">
          <ac:chgData name="Li, Cong" userId="025630f4-267e-4cb3-8cd5-8795177f99f4" providerId="ADAL" clId="{929A2CC8-B112-421C-81E2-D5D63B23E300}" dt="2026-10-24T07:04:40.462" v="71061" actId="1035"/>
          <ac:grpSpMkLst>
            <pc:docMk/>
            <pc:sldMk cId="1208049748" sldId="667"/>
            <ac:grpSpMk id="86" creationId="{2C8ADE4D-E412-7C61-235D-8FA97D845ECB}"/>
          </ac:grpSpMkLst>
        </pc:grpChg>
      </pc:sldChg>
      <pc:sldChg chg="addSp delSp modSp add mod delAnim modAnim">
        <pc:chgData name="Li, Cong" userId="025630f4-267e-4cb3-8cd5-8795177f99f4" providerId="ADAL" clId="{929A2CC8-B112-421C-81E2-D5D63B23E300}" dt="2026-10-24T07:04:30.941" v="71060" actId="1035"/>
        <pc:sldMkLst>
          <pc:docMk/>
          <pc:sldMk cId="4078939705" sldId="668"/>
        </pc:sldMkLst>
        <pc:spChg chg="mod">
          <ac:chgData name="Li, Cong" userId="025630f4-267e-4cb3-8cd5-8795177f99f4" providerId="ADAL" clId="{929A2CC8-B112-421C-81E2-D5D63B23E300}" dt="2026-10-24T06:47:18.769" v="70211" actId="20577"/>
          <ac:spMkLst>
            <pc:docMk/>
            <pc:sldMk cId="4078939705" sldId="668"/>
            <ac:spMk id="11" creationId="{38B33F5A-ADEB-5FA4-EE66-EF1F0F5BA8EE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13" creationId="{EED5C13D-BEA2-06E5-38DC-7B6D861F5C71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15" creationId="{EF105EE1-24AF-0367-7645-47B0C7E03895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17" creationId="{47B46E9B-2169-C909-3E2B-D4C46A31DF16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19" creationId="{47A5E92E-196E-EB8E-CB15-3BF6B15F0734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0" creationId="{06FD6090-5698-B118-6012-973401CEB372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2" creationId="{80231E45-9ED0-911E-1B72-54485A9927DA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3" creationId="{4EEB75AB-01B7-D914-632F-91CD36666F44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4" creationId="{72F05E13-47F6-F40A-B837-1D93DB7BEB0E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5" creationId="{3CA18C91-0BDB-A538-3D51-822665A3DAA8}"/>
          </ac:spMkLst>
        </pc:spChg>
        <pc:spChg chg="mod">
          <ac:chgData name="Li, Cong" userId="025630f4-267e-4cb3-8cd5-8795177f99f4" providerId="ADAL" clId="{929A2CC8-B112-421C-81E2-D5D63B23E300}" dt="2026-10-24T06:49:09.522" v="70313"/>
          <ac:spMkLst>
            <pc:docMk/>
            <pc:sldMk cId="4078939705" sldId="668"/>
            <ac:spMk id="29" creationId="{263FE53A-0FC6-B948-CB1C-76260DA6A372}"/>
          </ac:spMkLst>
        </pc:spChg>
        <pc:spChg chg="del">
          <ac:chgData name="Li, Cong" userId="025630f4-267e-4cb3-8cd5-8795177f99f4" providerId="ADAL" clId="{929A2CC8-B112-421C-81E2-D5D63B23E300}" dt="2026-10-24T06:49:34.880" v="70318" actId="478"/>
          <ac:spMkLst>
            <pc:docMk/>
            <pc:sldMk cId="4078939705" sldId="668"/>
            <ac:spMk id="104" creationId="{CD8F9BD9-B559-0C58-3577-8405C2389D52}"/>
          </ac:spMkLst>
        </pc:spChg>
        <pc:grpChg chg="del">
          <ac:chgData name="Li, Cong" userId="025630f4-267e-4cb3-8cd5-8795177f99f4" providerId="ADAL" clId="{929A2CC8-B112-421C-81E2-D5D63B23E300}" dt="2026-10-24T06:49:14.700" v="70314" actId="21"/>
          <ac:grpSpMkLst>
            <pc:docMk/>
            <pc:sldMk cId="4078939705" sldId="668"/>
            <ac:grpSpMk id="12" creationId="{0D4B54B9-AAFF-CCF0-19DB-064A8C6CDFD0}"/>
          </ac:grpSpMkLst>
        </pc:grpChg>
        <pc:grpChg chg="mod">
          <ac:chgData name="Li, Cong" userId="025630f4-267e-4cb3-8cd5-8795177f99f4" providerId="ADAL" clId="{929A2CC8-B112-421C-81E2-D5D63B23E300}" dt="2026-10-24T07:04:30.941" v="71060" actId="1035"/>
          <ac:grpSpMkLst>
            <pc:docMk/>
            <pc:sldMk cId="4078939705" sldId="668"/>
            <ac:grpSpMk id="86" creationId="{307BA2A2-E29C-431E-8953-FDC857FE68FD}"/>
          </ac:grpSpMkLst>
        </pc:grpChg>
      </pc:sldChg>
      <pc:sldChg chg="addSp delSp modSp add mod delAnim modAnim">
        <pc:chgData name="Li, Cong" userId="025630f4-267e-4cb3-8cd5-8795177f99f4" providerId="ADAL" clId="{929A2CC8-B112-421C-81E2-D5D63B23E300}" dt="2026-10-24T07:04:24.336" v="71059" actId="1035"/>
        <pc:sldMkLst>
          <pc:docMk/>
          <pc:sldMk cId="1417012964" sldId="669"/>
        </pc:sldMkLst>
        <pc:spChg chg="mod">
          <ac:chgData name="Li, Cong" userId="025630f4-267e-4cb3-8cd5-8795177f99f4" providerId="ADAL" clId="{929A2CC8-B112-421C-81E2-D5D63B23E300}" dt="2026-10-24T06:48:53.329" v="70310" actId="20577"/>
          <ac:spMkLst>
            <pc:docMk/>
            <pc:sldMk cId="1417012964" sldId="669"/>
            <ac:spMk id="11" creationId="{E259FB0E-A892-EC81-794B-2E93AEEF8977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17" creationId="{47B46E9B-2169-C909-3E2B-D4C46A31DF16}"/>
          </ac:spMkLst>
        </pc:spChg>
        <pc:spChg chg="de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18" creationId="{D967186C-AF0A-3BA2-B413-0E4847C17FDD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0" creationId="{06FD6090-5698-B118-6012-973401CEB372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1" creationId="{803D3B3E-0653-2B78-F9E7-C53AC5C9D180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2" creationId="{80231E45-9ED0-911E-1B72-54485A9927DA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3" creationId="{4EEB75AB-01B7-D914-632F-91CD36666F44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4" creationId="{72F05E13-47F6-F40A-B837-1D93DB7BEB0E}"/>
          </ac:spMkLst>
        </pc:spChg>
        <pc:spChg chg="mod topLvl">
          <ac:chgData name="Li, Cong" userId="025630f4-267e-4cb3-8cd5-8795177f99f4" providerId="ADAL" clId="{929A2CC8-B112-421C-81E2-D5D63B23E300}" dt="2026-10-24T06:50:27.883" v="70321" actId="165"/>
          <ac:spMkLst>
            <pc:docMk/>
            <pc:sldMk cId="1417012964" sldId="669"/>
            <ac:spMk id="25" creationId="{3CA18C91-0BDB-A538-3D51-822665A3DAA8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6" creationId="{CA4F7B38-3DB5-196D-5689-337388409C81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7" creationId="{A0FFE0B7-0781-98A1-24AC-1FCC447CE60C}"/>
          </ac:spMkLst>
        </pc:spChg>
        <pc:spChg chg="del mod topLvl">
          <ac:chgData name="Li, Cong" userId="025630f4-267e-4cb3-8cd5-8795177f99f4" providerId="ADAL" clId="{929A2CC8-B112-421C-81E2-D5D63B23E300}" dt="2026-10-24T06:53:42.508" v="70511" actId="478"/>
          <ac:spMkLst>
            <pc:docMk/>
            <pc:sldMk cId="1417012964" sldId="669"/>
            <ac:spMk id="28" creationId="{03B055E8-8E54-1FDA-4311-6E7795F5472F}"/>
          </ac:spMkLst>
        </pc:spChg>
        <pc:spChg chg="add mod">
          <ac:chgData name="Li, Cong" userId="025630f4-267e-4cb3-8cd5-8795177f99f4" providerId="ADAL" clId="{929A2CC8-B112-421C-81E2-D5D63B23E300}" dt="2026-10-24T06:52:20.739" v="70505" actId="1076"/>
          <ac:spMkLst>
            <pc:docMk/>
            <pc:sldMk cId="1417012964" sldId="669"/>
            <ac:spMk id="30" creationId="{03AB316B-A54E-0B5F-88F5-D7D39F6CDB36}"/>
          </ac:spMkLst>
        </pc:spChg>
        <pc:spChg chg="del">
          <ac:chgData name="Li, Cong" userId="025630f4-267e-4cb3-8cd5-8795177f99f4" providerId="ADAL" clId="{929A2CC8-B112-421C-81E2-D5D63B23E300}" dt="2026-10-24T06:49:37.927" v="70319" actId="478"/>
          <ac:spMkLst>
            <pc:docMk/>
            <pc:sldMk cId="1417012964" sldId="669"/>
            <ac:spMk id="104" creationId="{16F52145-5F7D-D127-3506-AA92910159C7}"/>
          </ac:spMkLst>
        </pc:spChg>
        <pc:grpChg chg="mod">
          <ac:chgData name="Li, Cong" userId="025630f4-267e-4cb3-8cd5-8795177f99f4" providerId="ADAL" clId="{929A2CC8-B112-421C-81E2-D5D63B23E300}" dt="2026-10-24T07:04:24.336" v="71059" actId="1035"/>
          <ac:grpSpMkLst>
            <pc:docMk/>
            <pc:sldMk cId="1417012964" sldId="669"/>
            <ac:grpSpMk id="86" creationId="{CE473508-C453-1082-1265-6CCCB86B8DCA}"/>
          </ac:grpSpMkLst>
        </pc:grpChg>
        <pc:cxnChg chg="add mod">
          <ac:chgData name="Li, Cong" userId="025630f4-267e-4cb3-8cd5-8795177f99f4" providerId="ADAL" clId="{929A2CC8-B112-421C-81E2-D5D63B23E300}" dt="2026-10-24T06:55:35.437" v="70638" actId="1076"/>
          <ac:cxnSpMkLst>
            <pc:docMk/>
            <pc:sldMk cId="1417012964" sldId="669"/>
            <ac:cxnSpMk id="32" creationId="{BCB63A2E-1957-552E-562D-51EB4439C12F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10-24T07:04:20.343" v="71058" actId="1035"/>
        <pc:sldMkLst>
          <pc:docMk/>
          <pc:sldMk cId="3097563623" sldId="670"/>
        </pc:sldMkLst>
        <pc:spChg chg="del">
          <ac:chgData name="Li, Cong" userId="025630f4-267e-4cb3-8cd5-8795177f99f4" providerId="ADAL" clId="{929A2CC8-B112-421C-81E2-D5D63B23E300}" dt="2026-10-24T06:53:53.777" v="70512" actId="478"/>
          <ac:spMkLst>
            <pc:docMk/>
            <pc:sldMk cId="3097563623" sldId="670"/>
            <ac:spMk id="11" creationId="{856FADFD-6A4F-7E3D-CCA1-07D732D0BD66}"/>
          </ac:spMkLst>
        </pc:spChg>
        <pc:spChg chg="mod">
          <ac:chgData name="Li, Cong" userId="025630f4-267e-4cb3-8cd5-8795177f99f4" providerId="ADAL" clId="{929A2CC8-B112-421C-81E2-D5D63B23E300}" dt="2026-10-24T06:55:10.638" v="70636" actId="20577"/>
          <ac:spMkLst>
            <pc:docMk/>
            <pc:sldMk cId="3097563623" sldId="670"/>
            <ac:spMk id="30" creationId="{6E6658D8-2CCE-FE14-C1FB-870768E129FB}"/>
          </ac:spMkLst>
        </pc:spChg>
        <pc:grpChg chg="mod">
          <ac:chgData name="Li, Cong" userId="025630f4-267e-4cb3-8cd5-8795177f99f4" providerId="ADAL" clId="{929A2CC8-B112-421C-81E2-D5D63B23E300}" dt="2026-10-24T07:04:20.343" v="71058" actId="1035"/>
          <ac:grpSpMkLst>
            <pc:docMk/>
            <pc:sldMk cId="3097563623" sldId="670"/>
            <ac:grpSpMk id="86" creationId="{F58119EB-4183-5DD5-AFC1-29F6235C7412}"/>
          </ac:grpSpMkLst>
        </pc:grpChg>
        <pc:cxnChg chg="add mod">
          <ac:chgData name="Li, Cong" userId="025630f4-267e-4cb3-8cd5-8795177f99f4" providerId="ADAL" clId="{929A2CC8-B112-421C-81E2-D5D63B23E300}" dt="2026-10-24T06:55:51.700" v="70643"/>
          <ac:cxnSpMkLst>
            <pc:docMk/>
            <pc:sldMk cId="3097563623" sldId="670"/>
            <ac:cxnSpMk id="12" creationId="{6667EBAD-99A6-B397-DA13-41E71AAE6B66}"/>
          </ac:cxnSpMkLst>
        </pc:cxnChg>
      </pc:sldChg>
      <pc:sldChg chg="add del">
        <pc:chgData name="Li, Cong" userId="025630f4-267e-4cb3-8cd5-8795177f99f4" providerId="ADAL" clId="{929A2CC8-B112-421C-81E2-D5D63B23E300}" dt="2026-10-24T06:55:43.852" v="70641"/>
        <pc:sldMkLst>
          <pc:docMk/>
          <pc:sldMk cId="1046230137" sldId="671"/>
        </pc:sldMkLst>
      </pc:sldChg>
      <pc:sldChg chg="addSp delSp modSp add mod modAnim">
        <pc:chgData name="Li, Cong" userId="025630f4-267e-4cb3-8cd5-8795177f99f4" providerId="ADAL" clId="{929A2CC8-B112-421C-81E2-D5D63B23E300}" dt="2026-10-24T07:04:15.848" v="71057" actId="1035"/>
        <pc:sldMkLst>
          <pc:docMk/>
          <pc:sldMk cId="2786018410" sldId="671"/>
        </pc:sldMkLst>
        <pc:spChg chg="del">
          <ac:chgData name="Li, Cong" userId="025630f4-267e-4cb3-8cd5-8795177f99f4" providerId="ADAL" clId="{929A2CC8-B112-421C-81E2-D5D63B23E300}" dt="2026-10-24T06:58:43.578" v="70646" actId="478"/>
          <ac:spMkLst>
            <pc:docMk/>
            <pc:sldMk cId="2786018410" sldId="671"/>
            <ac:spMk id="30" creationId="{9E813EF1-02DA-EF9B-91C1-63DE54627867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33" creationId="{E246C607-224F-77AB-AA0E-7C6106B8810D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36" creationId="{FC62E924-6A7D-F627-F1D5-24F78C11C443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37" creationId="{4EA5DF99-4BD4-026C-BC42-3E553B65B943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41" creationId="{B1901A2B-72F4-0E9E-9DE1-67D87B1F9DC0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43" creationId="{854A9B9E-8021-3795-0121-D35E5C1CFD83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44" creationId="{4E6ABE01-0092-48F2-8039-B8294EC0BC37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51" creationId="{226E54C5-8B0E-5DFD-2718-F0C8BE5C9068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53" creationId="{B75459BF-B865-85B1-82F4-B0AC7A0D6944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55" creationId="{57B5D237-3986-3348-374C-3CC9BD64201C}"/>
          </ac:spMkLst>
        </pc:spChg>
        <pc:spChg chg="mod">
          <ac:chgData name="Li, Cong" userId="025630f4-267e-4cb3-8cd5-8795177f99f4" providerId="ADAL" clId="{929A2CC8-B112-421C-81E2-D5D63B23E300}" dt="2026-10-24T06:59:00.725" v="70650"/>
          <ac:spMkLst>
            <pc:docMk/>
            <pc:sldMk cId="2786018410" sldId="671"/>
            <ac:spMk id="56" creationId="{7B69961A-6D3A-B4CF-6EAA-1384881E4752}"/>
          </ac:spMkLst>
        </pc:spChg>
        <pc:spChg chg="add mod">
          <ac:chgData name="Li, Cong" userId="025630f4-267e-4cb3-8cd5-8795177f99f4" providerId="ADAL" clId="{929A2CC8-B112-421C-81E2-D5D63B23E300}" dt="2026-10-24T07:00:49.062" v="70912" actId="1076"/>
          <ac:spMkLst>
            <pc:docMk/>
            <pc:sldMk cId="2786018410" sldId="671"/>
            <ac:spMk id="60" creationId="{0A97A5FC-5B73-9E5D-1B66-478F4AE67939}"/>
          </ac:spMkLst>
        </pc:spChg>
        <pc:grpChg chg="mod">
          <ac:chgData name="Li, Cong" userId="025630f4-267e-4cb3-8cd5-8795177f99f4" providerId="ADAL" clId="{929A2CC8-B112-421C-81E2-D5D63B23E300}" dt="2026-10-24T07:04:15.848" v="71057" actId="1035"/>
          <ac:grpSpMkLst>
            <pc:docMk/>
            <pc:sldMk cId="2786018410" sldId="671"/>
            <ac:grpSpMk id="86" creationId="{5145C427-A717-BC72-D1FB-1CECA4830ABE}"/>
          </ac:grpSpMkLst>
        </pc:grpChg>
        <pc:cxnChg chg="add mod">
          <ac:chgData name="Li, Cong" userId="025630f4-267e-4cb3-8cd5-8795177f99f4" providerId="ADAL" clId="{929A2CC8-B112-421C-81E2-D5D63B23E300}" dt="2026-10-24T07:00:04.686" v="70764" actId="14100"/>
          <ac:cxnSpMkLst>
            <pc:docMk/>
            <pc:sldMk cId="2786018410" sldId="671"/>
            <ac:cxnSpMk id="11" creationId="{B5E51D36-CDDA-DB5F-2F8D-261343CB1851}"/>
          </ac:cxnSpMkLst>
        </pc:cxnChg>
        <pc:cxnChg chg="del">
          <ac:chgData name="Li, Cong" userId="025630f4-267e-4cb3-8cd5-8795177f99f4" providerId="ADAL" clId="{929A2CC8-B112-421C-81E2-D5D63B23E300}" dt="2026-10-24T07:01:03.033" v="70913" actId="478"/>
          <ac:cxnSpMkLst>
            <pc:docMk/>
            <pc:sldMk cId="2786018410" sldId="671"/>
            <ac:cxnSpMk id="12" creationId="{BAA8265C-EB67-6E7B-9400-85F3321D5841}"/>
          </ac:cxnSpMkLst>
        </pc:cxnChg>
        <pc:cxnChg chg="add mod">
          <ac:chgData name="Li, Cong" userId="025630f4-267e-4cb3-8cd5-8795177f99f4" providerId="ADAL" clId="{929A2CC8-B112-421C-81E2-D5D63B23E300}" dt="2026-10-24T06:59:10.046" v="70653" actId="1076"/>
          <ac:cxnSpMkLst>
            <pc:docMk/>
            <pc:sldMk cId="2786018410" sldId="671"/>
            <ac:cxnSpMk id="58" creationId="{355F30F4-F7BD-82F4-8C37-89076CA1B314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10-24T07:04:09.026" v="71056" actId="1035"/>
        <pc:sldMkLst>
          <pc:docMk/>
          <pc:sldMk cId="3467815374" sldId="672"/>
        </pc:sldMkLst>
        <pc:spChg chg="add mod">
          <ac:chgData name="Li, Cong" userId="025630f4-267e-4cb3-8cd5-8795177f99f4" providerId="ADAL" clId="{929A2CC8-B112-421C-81E2-D5D63B23E300}" dt="2026-10-24T07:01:23.979" v="70917"/>
          <ac:spMkLst>
            <pc:docMk/>
            <pc:sldMk cId="3467815374" sldId="672"/>
            <ac:spMk id="30" creationId="{1ACEA227-9E56-2C71-58AF-8B783B913C30}"/>
          </ac:spMkLst>
        </pc:spChg>
        <pc:spChg chg="add mod">
          <ac:chgData name="Li, Cong" userId="025630f4-267e-4cb3-8cd5-8795177f99f4" providerId="ADAL" clId="{929A2CC8-B112-421C-81E2-D5D63B23E300}" dt="2026-10-24T07:01:23.979" v="70917"/>
          <ac:spMkLst>
            <pc:docMk/>
            <pc:sldMk cId="3467815374" sldId="672"/>
            <ac:spMk id="31" creationId="{F4B4072B-3BEA-B7A9-CB4B-BB5D902C4C39}"/>
          </ac:spMkLst>
        </pc:spChg>
        <pc:spChg chg="mod">
          <ac:chgData name="Li, Cong" userId="025630f4-267e-4cb3-8cd5-8795177f99f4" providerId="ADAL" clId="{929A2CC8-B112-421C-81E2-D5D63B23E300}" dt="2026-10-24T07:02:01.671" v="71035" actId="20577"/>
          <ac:spMkLst>
            <pc:docMk/>
            <pc:sldMk cId="3467815374" sldId="672"/>
            <ac:spMk id="60" creationId="{D9E5BBF3-CFD8-53A3-9731-80333CB5DEB6}"/>
          </ac:spMkLst>
        </pc:spChg>
        <pc:grpChg chg="mod">
          <ac:chgData name="Li, Cong" userId="025630f4-267e-4cb3-8cd5-8795177f99f4" providerId="ADAL" clId="{929A2CC8-B112-421C-81E2-D5D63B23E300}" dt="2026-10-24T07:04:09.026" v="71056" actId="1035"/>
          <ac:grpSpMkLst>
            <pc:docMk/>
            <pc:sldMk cId="3467815374" sldId="672"/>
            <ac:grpSpMk id="86" creationId="{672AFF0D-1A35-B1C3-2B5F-E6EBD00294EE}"/>
          </ac:grpSpMkLst>
        </pc:grpChg>
        <pc:cxnChg chg="mod">
          <ac:chgData name="Li, Cong" userId="025630f4-267e-4cb3-8cd5-8795177f99f4" providerId="ADAL" clId="{929A2CC8-B112-421C-81E2-D5D63B23E300}" dt="2026-10-24T07:01:14.767" v="70916" actId="14100"/>
          <ac:cxnSpMkLst>
            <pc:docMk/>
            <pc:sldMk cId="3467815374" sldId="672"/>
            <ac:cxnSpMk id="11" creationId="{4D3BBF67-65F0-064A-A92C-6D1CE82967DA}"/>
          </ac:cxnSpMkLst>
        </pc:cxnChg>
        <pc:cxnChg chg="del">
          <ac:chgData name="Li, Cong" userId="025630f4-267e-4cb3-8cd5-8795177f99f4" providerId="ADAL" clId="{929A2CC8-B112-421C-81E2-D5D63B23E300}" dt="2026-10-24T07:01:12.254" v="70915" actId="478"/>
          <ac:cxnSpMkLst>
            <pc:docMk/>
            <pc:sldMk cId="3467815374" sldId="672"/>
            <ac:cxnSpMk id="58" creationId="{46FCF982-949F-4089-B714-63F702290F99}"/>
          </ac:cxnSpMkLst>
        </pc:cxnChg>
      </pc:sldChg>
      <pc:sldChg chg="addSp delSp modSp add mod modAnim">
        <pc:chgData name="Li, Cong" userId="025630f4-267e-4cb3-8cd5-8795177f99f4" providerId="ADAL" clId="{929A2CC8-B112-421C-81E2-D5D63B23E300}" dt="2026-10-24T10:22:03.073" v="77670" actId="20577"/>
        <pc:sldMkLst>
          <pc:docMk/>
          <pc:sldMk cId="1418775150" sldId="673"/>
        </pc:sldMkLst>
        <pc:spChg chg="del">
          <ac:chgData name="Li, Cong" userId="025630f4-267e-4cb3-8cd5-8795177f99f4" providerId="ADAL" clId="{929A2CC8-B112-421C-81E2-D5D63B23E300}" dt="2026-10-24T07:03:07.359" v="71039" actId="478"/>
          <ac:spMkLst>
            <pc:docMk/>
            <pc:sldMk cId="1418775150" sldId="673"/>
            <ac:spMk id="60" creationId="{5092496C-24EA-3E42-97CD-FBF2CDED4EB5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64" creationId="{B23B2290-53C9-8E94-3AD0-5D875CDFDDA6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78" creationId="{6654C406-76CC-FA79-AD11-FA37750D1EEA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83" creationId="{B03F36EE-F701-C479-2D31-3F6C41DE2EC4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85" creationId="{F35D5154-47AC-CAB9-9F1A-267FE2435921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92" creationId="{A5EDAD3C-DDD3-FDEE-1D46-13A800DA2FF2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93" creationId="{25A3682D-1383-E6E5-4079-C7954CD3B698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95" creationId="{086CE599-FCC5-4F5E-38E3-73A0C6DF6AED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98" creationId="{9CBFAC31-C1B4-4F69-70E4-FEA853D91A64}"/>
          </ac:spMkLst>
        </pc:spChg>
        <pc:spChg chg="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101" creationId="{09B3E06C-2217-3D1B-3A7A-AC587D4D3E82}"/>
          </ac:spMkLst>
        </pc:spChg>
        <pc:spChg chg="mod">
          <ac:chgData name="Li, Cong" userId="025630f4-267e-4cb3-8cd5-8795177f99f4" providerId="ADAL" clId="{929A2CC8-B112-421C-81E2-D5D63B23E300}" dt="2026-10-24T07:03:55.909" v="71051" actId="1037"/>
          <ac:spMkLst>
            <pc:docMk/>
            <pc:sldMk cId="1418775150" sldId="673"/>
            <ac:spMk id="106" creationId="{BF38E58D-A9C2-6772-3002-D6D6F3DAB421}"/>
          </ac:spMkLst>
        </pc:spChg>
        <pc:spChg chg="add mod">
          <ac:chgData name="Li, Cong" userId="025630f4-267e-4cb3-8cd5-8795177f99f4" providerId="ADAL" clId="{929A2CC8-B112-421C-81E2-D5D63B23E300}" dt="2026-10-24T07:03:44.972" v="71042"/>
          <ac:spMkLst>
            <pc:docMk/>
            <pc:sldMk cId="1418775150" sldId="673"/>
            <ac:spMk id="108" creationId="{4DE16A0B-D0B7-0054-0117-1149E0C02086}"/>
          </ac:spMkLst>
        </pc:spChg>
        <pc:spChg chg="mod">
          <ac:chgData name="Li, Cong" userId="025630f4-267e-4cb3-8cd5-8795177f99f4" providerId="ADAL" clId="{929A2CC8-B112-421C-81E2-D5D63B23E300}" dt="2026-10-24T07:05:14.603" v="71064"/>
          <ac:spMkLst>
            <pc:docMk/>
            <pc:sldMk cId="1418775150" sldId="673"/>
            <ac:spMk id="111" creationId="{75EA8BE2-13F9-704A-6410-BD4305C00E92}"/>
          </ac:spMkLst>
        </pc:spChg>
        <pc:spChg chg="mod">
          <ac:chgData name="Li, Cong" userId="025630f4-267e-4cb3-8cd5-8795177f99f4" providerId="ADAL" clId="{929A2CC8-B112-421C-81E2-D5D63B23E300}" dt="2026-10-24T07:05:14.603" v="71064"/>
          <ac:spMkLst>
            <pc:docMk/>
            <pc:sldMk cId="1418775150" sldId="673"/>
            <ac:spMk id="112" creationId="{70E32085-C70B-0768-6DF7-134F4C129B34}"/>
          </ac:spMkLst>
        </pc:spChg>
        <pc:spChg chg="mod">
          <ac:chgData name="Li, Cong" userId="025630f4-267e-4cb3-8cd5-8795177f99f4" providerId="ADAL" clId="{929A2CC8-B112-421C-81E2-D5D63B23E300}" dt="2026-10-24T07:05:14.603" v="71064"/>
          <ac:spMkLst>
            <pc:docMk/>
            <pc:sldMk cId="1418775150" sldId="673"/>
            <ac:spMk id="113" creationId="{5E0AFAF5-1343-E41E-7AFB-3BF50F9E9CBE}"/>
          </ac:spMkLst>
        </pc:spChg>
        <pc:spChg chg="mod">
          <ac:chgData name="Li, Cong" userId="025630f4-267e-4cb3-8cd5-8795177f99f4" providerId="ADAL" clId="{929A2CC8-B112-421C-81E2-D5D63B23E300}" dt="2026-10-24T07:05:14.603" v="71064"/>
          <ac:spMkLst>
            <pc:docMk/>
            <pc:sldMk cId="1418775150" sldId="673"/>
            <ac:spMk id="114" creationId="{E6D93CC8-C9AA-2720-3B2F-B602A8C2D8E4}"/>
          </ac:spMkLst>
        </pc:spChg>
        <pc:spChg chg="mod">
          <ac:chgData name="Li, Cong" userId="025630f4-267e-4cb3-8cd5-8795177f99f4" providerId="ADAL" clId="{929A2CC8-B112-421C-81E2-D5D63B23E300}" dt="2026-10-24T07:05:14.603" v="71064"/>
          <ac:spMkLst>
            <pc:docMk/>
            <pc:sldMk cId="1418775150" sldId="673"/>
            <ac:spMk id="115" creationId="{3545CC11-3A36-37F4-8A22-FC96EE778791}"/>
          </ac:spMkLst>
        </pc:spChg>
        <pc:spChg chg="add mod">
          <ac:chgData name="Li, Cong" userId="025630f4-267e-4cb3-8cd5-8795177f99f4" providerId="ADAL" clId="{929A2CC8-B112-421C-81E2-D5D63B23E300}" dt="2026-10-24T10:22:03.073" v="77670" actId="20577"/>
          <ac:spMkLst>
            <pc:docMk/>
            <pc:sldMk cId="1418775150" sldId="673"/>
            <ac:spMk id="117" creationId="{D5A26DB6-2EC4-139B-29B2-3CBAFD5FFBDD}"/>
          </ac:spMkLst>
        </pc:spChg>
        <pc:grpChg chg="mod">
          <ac:chgData name="Li, Cong" userId="025630f4-267e-4cb3-8cd5-8795177f99f4" providerId="ADAL" clId="{929A2CC8-B112-421C-81E2-D5D63B23E300}" dt="2026-10-24T07:03:55.909" v="71051" actId="1037"/>
          <ac:grpSpMkLst>
            <pc:docMk/>
            <pc:sldMk cId="1418775150" sldId="673"/>
            <ac:grpSpMk id="12" creationId="{165B9942-26DA-633B-C42D-0BAEFBB1A547}"/>
          </ac:grpSpMkLst>
        </pc:grpChg>
        <pc:grpChg chg="del mod">
          <ac:chgData name="Li, Cong" userId="025630f4-267e-4cb3-8cd5-8795177f99f4" providerId="ADAL" clId="{929A2CC8-B112-421C-81E2-D5D63B23E300}" dt="2026-10-24T07:05:09.588" v="71063" actId="478"/>
          <ac:grpSpMkLst>
            <pc:docMk/>
            <pc:sldMk cId="1418775150" sldId="673"/>
            <ac:grpSpMk id="86" creationId="{092E6EF0-244A-8BE1-4FAB-C6D8BC1F5515}"/>
          </ac:grpSpMkLst>
        </pc:grpChg>
        <pc:grpChg chg="add mod">
          <ac:chgData name="Li, Cong" userId="025630f4-267e-4cb3-8cd5-8795177f99f4" providerId="ADAL" clId="{929A2CC8-B112-421C-81E2-D5D63B23E300}" dt="2026-10-24T07:05:14.603" v="71064"/>
          <ac:grpSpMkLst>
            <pc:docMk/>
            <pc:sldMk cId="1418775150" sldId="673"/>
            <ac:grpSpMk id="110" creationId="{D17F6982-A0E4-E6B3-232C-D9BAFC7C7E7F}"/>
          </ac:grpSpMkLst>
        </pc:grpChg>
        <pc:cxnChg chg="del">
          <ac:chgData name="Li, Cong" userId="025630f4-267e-4cb3-8cd5-8795177f99f4" providerId="ADAL" clId="{929A2CC8-B112-421C-81E2-D5D63B23E300}" dt="2026-10-24T07:03:06.622" v="71038" actId="478"/>
          <ac:cxnSpMkLst>
            <pc:docMk/>
            <pc:sldMk cId="1418775150" sldId="673"/>
            <ac:cxnSpMk id="11" creationId="{CE8CD351-B267-4B3F-8CA6-A619F1B60B33}"/>
          </ac:cxnSpMkLst>
        </pc:cxnChg>
      </pc:sldChg>
      <pc:sldChg chg="modSp add mod">
        <pc:chgData name="Li, Cong" userId="025630f4-267e-4cb3-8cd5-8795177f99f4" providerId="ADAL" clId="{929A2CC8-B112-421C-81E2-D5D63B23E300}" dt="2026-10-24T07:08:13.190" v="71321" actId="6549"/>
        <pc:sldMkLst>
          <pc:docMk/>
          <pc:sldMk cId="3300590521" sldId="674"/>
        </pc:sldMkLst>
        <pc:spChg chg="mod">
          <ac:chgData name="Li, Cong" userId="025630f4-267e-4cb3-8cd5-8795177f99f4" providerId="ADAL" clId="{929A2CC8-B112-421C-81E2-D5D63B23E300}" dt="2026-10-24T07:08:13.190" v="71321" actId="6549"/>
          <ac:spMkLst>
            <pc:docMk/>
            <pc:sldMk cId="3300590521" sldId="674"/>
            <ac:spMk id="117" creationId="{955F56CD-AD58-5FE6-60DC-A59E918A7323}"/>
          </ac:spMkLst>
        </pc:spChg>
      </pc:sldChg>
      <pc:sldChg chg="add del">
        <pc:chgData name="Li, Cong" userId="025630f4-267e-4cb3-8cd5-8795177f99f4" providerId="ADAL" clId="{929A2CC8-B112-421C-81E2-D5D63B23E300}" dt="2026-10-24T07:03:26.045" v="71041"/>
        <pc:sldMkLst>
          <pc:docMk/>
          <pc:sldMk cId="3670680612" sldId="674"/>
        </pc:sldMkLst>
      </pc:sldChg>
      <pc:sldChg chg="modSp add mod">
        <pc:chgData name="Li, Cong" userId="025630f4-267e-4cb3-8cd5-8795177f99f4" providerId="ADAL" clId="{929A2CC8-B112-421C-81E2-D5D63B23E300}" dt="2026-10-24T10:41:42.545" v="78068" actId="20577"/>
        <pc:sldMkLst>
          <pc:docMk/>
          <pc:sldMk cId="1259981469" sldId="675"/>
        </pc:sldMkLst>
        <pc:spChg chg="mod">
          <ac:chgData name="Li, Cong" userId="025630f4-267e-4cb3-8cd5-8795177f99f4" providerId="ADAL" clId="{929A2CC8-B112-421C-81E2-D5D63B23E300}" dt="2026-10-24T07:20:07.429" v="71399" actId="20577"/>
          <ac:spMkLst>
            <pc:docMk/>
            <pc:sldMk cId="1259981469" sldId="675"/>
            <ac:spMk id="2" creationId="{291BED82-4D00-667A-9455-1A4B0FFB8289}"/>
          </ac:spMkLst>
        </pc:spChg>
        <pc:spChg chg="mod">
          <ac:chgData name="Li, Cong" userId="025630f4-267e-4cb3-8cd5-8795177f99f4" providerId="ADAL" clId="{929A2CC8-B112-421C-81E2-D5D63B23E300}" dt="2026-10-24T07:24:08.364" v="71872" actId="20577"/>
          <ac:spMkLst>
            <pc:docMk/>
            <pc:sldMk cId="1259981469" sldId="675"/>
            <ac:spMk id="3" creationId="{D883C258-C4BA-A414-C9B6-96DD997C7424}"/>
          </ac:spMkLst>
        </pc:spChg>
        <pc:spChg chg="mod">
          <ac:chgData name="Li, Cong" userId="025630f4-267e-4cb3-8cd5-8795177f99f4" providerId="ADAL" clId="{929A2CC8-B112-421C-81E2-D5D63B23E300}" dt="2026-10-24T10:41:42.545" v="78068" actId="20577"/>
          <ac:spMkLst>
            <pc:docMk/>
            <pc:sldMk cId="1259981469" sldId="675"/>
            <ac:spMk id="6" creationId="{3B2CE3C6-A2EB-4059-367D-C48EC2947D6E}"/>
          </ac:spMkLst>
        </pc:spChg>
        <pc:spChg chg="mod">
          <ac:chgData name="Li, Cong" userId="025630f4-267e-4cb3-8cd5-8795177f99f4" providerId="ADAL" clId="{929A2CC8-B112-421C-81E2-D5D63B23E300}" dt="2026-10-24T10:41:14.095" v="78049" actId="20577"/>
          <ac:spMkLst>
            <pc:docMk/>
            <pc:sldMk cId="1259981469" sldId="675"/>
            <ac:spMk id="10" creationId="{9FE4B3B8-D5E7-A182-B16A-621E779A26AD}"/>
          </ac:spMkLst>
        </pc:spChg>
      </pc:sldChg>
      <pc:sldChg chg="modSp add mod">
        <pc:chgData name="Li, Cong" userId="025630f4-267e-4cb3-8cd5-8795177f99f4" providerId="ADAL" clId="{929A2CC8-B112-421C-81E2-D5D63B23E300}" dt="2026-10-24T07:28:31.900" v="71982" actId="20577"/>
        <pc:sldMkLst>
          <pc:docMk/>
          <pc:sldMk cId="492437470" sldId="676"/>
        </pc:sldMkLst>
        <pc:spChg chg="mod">
          <ac:chgData name="Li, Cong" userId="025630f4-267e-4cb3-8cd5-8795177f99f4" providerId="ADAL" clId="{929A2CC8-B112-421C-81E2-D5D63B23E300}" dt="2026-10-24T07:28:31.900" v="71982" actId="20577"/>
          <ac:spMkLst>
            <pc:docMk/>
            <pc:sldMk cId="492437470" sldId="676"/>
            <ac:spMk id="54" creationId="{E06A6C26-CE4D-FB53-9873-FF8D482BF066}"/>
          </ac:spMkLst>
        </pc:spChg>
      </pc:sldChg>
      <pc:sldChg chg="addSp delSp modSp add mod setBg delAnim modAnim">
        <pc:chgData name="Li, Cong" userId="025630f4-267e-4cb3-8cd5-8795177f99f4" providerId="ADAL" clId="{929A2CC8-B112-421C-81E2-D5D63B23E300}" dt="2026-10-24T07:47:59.067" v="72474"/>
        <pc:sldMkLst>
          <pc:docMk/>
          <pc:sldMk cId="172383689" sldId="677"/>
        </pc:sldMkLst>
        <pc:spChg chg="mod">
          <ac:chgData name="Li, Cong" userId="025630f4-267e-4cb3-8cd5-8795177f99f4" providerId="ADAL" clId="{929A2CC8-B112-421C-81E2-D5D63B23E300}" dt="2026-10-24T07:29:24.965" v="72016" actId="20577"/>
          <ac:spMkLst>
            <pc:docMk/>
            <pc:sldMk cId="172383689" sldId="677"/>
            <ac:spMk id="2" creationId="{3956D4F7-3D44-4DAD-AC7B-F9A0C6487C79}"/>
          </ac:spMkLst>
        </pc:spChg>
        <pc:spChg chg="del">
          <ac:chgData name="Li, Cong" userId="025630f4-267e-4cb3-8cd5-8795177f99f4" providerId="ADAL" clId="{929A2CC8-B112-421C-81E2-D5D63B23E300}" dt="2026-10-24T07:29:29.422" v="72017" actId="478"/>
          <ac:spMkLst>
            <pc:docMk/>
            <pc:sldMk cId="172383689" sldId="677"/>
            <ac:spMk id="3" creationId="{85C505D8-7DE8-EE10-3AB2-9AAEAEE39F8C}"/>
          </ac:spMkLst>
        </pc:spChg>
        <pc:spChg chg="del">
          <ac:chgData name="Li, Cong" userId="025630f4-267e-4cb3-8cd5-8795177f99f4" providerId="ADAL" clId="{929A2CC8-B112-421C-81E2-D5D63B23E300}" dt="2026-10-24T07:29:29.422" v="72017" actId="478"/>
          <ac:spMkLst>
            <pc:docMk/>
            <pc:sldMk cId="172383689" sldId="677"/>
            <ac:spMk id="6" creationId="{E3A9B05F-F065-ED0D-EB3C-9B44E5DEEB13}"/>
          </ac:spMkLst>
        </pc:spChg>
        <pc:spChg chg="add mod">
          <ac:chgData name="Li, Cong" userId="025630f4-267e-4cb3-8cd5-8795177f99f4" providerId="ADAL" clId="{929A2CC8-B112-421C-81E2-D5D63B23E300}" dt="2026-10-24T07:37:35.568" v="72111" actId="1035"/>
          <ac:spMkLst>
            <pc:docMk/>
            <pc:sldMk cId="172383689" sldId="677"/>
            <ac:spMk id="7" creationId="{3B9AADD9-7758-E309-312F-C2BE635343BA}"/>
          </ac:spMkLst>
        </pc:spChg>
        <pc:spChg chg="add mod">
          <ac:chgData name="Li, Cong" userId="025630f4-267e-4cb3-8cd5-8795177f99f4" providerId="ADAL" clId="{929A2CC8-B112-421C-81E2-D5D63B23E300}" dt="2026-10-24T07:42:03.879" v="72235" actId="1076"/>
          <ac:spMkLst>
            <pc:docMk/>
            <pc:sldMk cId="172383689" sldId="677"/>
            <ac:spMk id="9" creationId="{20F800D1-B7B5-5FBE-4EC5-D0E77B1347E9}"/>
          </ac:spMkLst>
        </pc:spChg>
        <pc:spChg chg="del">
          <ac:chgData name="Li, Cong" userId="025630f4-267e-4cb3-8cd5-8795177f99f4" providerId="ADAL" clId="{929A2CC8-B112-421C-81E2-D5D63B23E300}" dt="2026-10-24T07:29:29.422" v="72017" actId="478"/>
          <ac:spMkLst>
            <pc:docMk/>
            <pc:sldMk cId="172383689" sldId="677"/>
            <ac:spMk id="10" creationId="{732CDE3D-C7D6-A4A3-E70E-4908C137D617}"/>
          </ac:spMkLst>
        </pc:spChg>
        <pc:spChg chg="add mod">
          <ac:chgData name="Li, Cong" userId="025630f4-267e-4cb3-8cd5-8795177f99f4" providerId="ADAL" clId="{929A2CC8-B112-421C-81E2-D5D63B23E300}" dt="2026-10-24T07:41:35.696" v="72232" actId="14100"/>
          <ac:spMkLst>
            <pc:docMk/>
            <pc:sldMk cId="172383689" sldId="677"/>
            <ac:spMk id="12" creationId="{977E830D-0445-6CBE-CEF5-BE6402700235}"/>
          </ac:spMkLst>
        </pc:spChg>
        <pc:spChg chg="add mod">
          <ac:chgData name="Li, Cong" userId="025630f4-267e-4cb3-8cd5-8795177f99f4" providerId="ADAL" clId="{929A2CC8-B112-421C-81E2-D5D63B23E300}" dt="2026-10-24T07:37:39.777" v="72112" actId="1076"/>
          <ac:spMkLst>
            <pc:docMk/>
            <pc:sldMk cId="172383689" sldId="677"/>
            <ac:spMk id="14" creationId="{5D9296EC-AAFD-D411-3CE3-C0C11360374B}"/>
          </ac:spMkLst>
        </pc:spChg>
        <pc:spChg chg="add mod">
          <ac:chgData name="Li, Cong" userId="025630f4-267e-4cb3-8cd5-8795177f99f4" providerId="ADAL" clId="{929A2CC8-B112-421C-81E2-D5D63B23E300}" dt="2026-10-24T07:38:26.695" v="72131" actId="1037"/>
          <ac:spMkLst>
            <pc:docMk/>
            <pc:sldMk cId="172383689" sldId="677"/>
            <ac:spMk id="18" creationId="{E785ACB1-1A7E-C124-6325-A98A6BD25671}"/>
          </ac:spMkLst>
        </pc:spChg>
        <pc:spChg chg="add mod">
          <ac:chgData name="Li, Cong" userId="025630f4-267e-4cb3-8cd5-8795177f99f4" providerId="ADAL" clId="{929A2CC8-B112-421C-81E2-D5D63B23E300}" dt="2026-10-24T07:38:12.185" v="72122" actId="571"/>
          <ac:spMkLst>
            <pc:docMk/>
            <pc:sldMk cId="172383689" sldId="677"/>
            <ac:spMk id="20" creationId="{8C156742-0610-C8CA-A2B5-75A413FAAB02}"/>
          </ac:spMkLst>
        </pc:spChg>
        <pc:spChg chg="add mod">
          <ac:chgData name="Li, Cong" userId="025630f4-267e-4cb3-8cd5-8795177f99f4" providerId="ADAL" clId="{929A2CC8-B112-421C-81E2-D5D63B23E300}" dt="2026-10-24T07:39:01.482" v="72181" actId="14100"/>
          <ac:spMkLst>
            <pc:docMk/>
            <pc:sldMk cId="172383689" sldId="677"/>
            <ac:spMk id="25" creationId="{3ABBD91C-5CF3-5FE3-6B6A-8FCEA6E97339}"/>
          </ac:spMkLst>
        </pc:spChg>
        <pc:spChg chg="add del">
          <ac:chgData name="Li, Cong" userId="025630f4-267e-4cb3-8cd5-8795177f99f4" providerId="ADAL" clId="{929A2CC8-B112-421C-81E2-D5D63B23E300}" dt="2026-10-24T07:39:17.415" v="72184" actId="11529"/>
          <ac:spMkLst>
            <pc:docMk/>
            <pc:sldMk cId="172383689" sldId="677"/>
            <ac:spMk id="27" creationId="{AA971C58-EA4B-A4DC-9AE4-000FAC397BEB}"/>
          </ac:spMkLst>
        </pc:spChg>
        <pc:spChg chg="add mod">
          <ac:chgData name="Li, Cong" userId="025630f4-267e-4cb3-8cd5-8795177f99f4" providerId="ADAL" clId="{929A2CC8-B112-421C-81E2-D5D63B23E300}" dt="2026-10-24T07:40:29.839" v="72229" actId="207"/>
          <ac:spMkLst>
            <pc:docMk/>
            <pc:sldMk cId="172383689" sldId="677"/>
            <ac:spMk id="28" creationId="{56C5EAB6-7515-77E8-29AB-9690C24A223C}"/>
          </ac:spMkLst>
        </pc:spChg>
        <pc:spChg chg="add mod">
          <ac:chgData name="Li, Cong" userId="025630f4-267e-4cb3-8cd5-8795177f99f4" providerId="ADAL" clId="{929A2CC8-B112-421C-81E2-D5D63B23E300}" dt="2026-10-24T07:42:30.763" v="72244" actId="6549"/>
          <ac:spMkLst>
            <pc:docMk/>
            <pc:sldMk cId="172383689" sldId="677"/>
            <ac:spMk id="30" creationId="{1838397A-E53E-CDC2-76EA-E58B987A005C}"/>
          </ac:spMkLst>
        </pc:spChg>
        <pc:spChg chg="add mod">
          <ac:chgData name="Li, Cong" userId="025630f4-267e-4cb3-8cd5-8795177f99f4" providerId="ADAL" clId="{929A2CC8-B112-421C-81E2-D5D63B23E300}" dt="2026-10-24T07:42:38.742" v="72245" actId="207"/>
          <ac:spMkLst>
            <pc:docMk/>
            <pc:sldMk cId="172383689" sldId="677"/>
            <ac:spMk id="36" creationId="{262B69A2-4AFF-F8E4-502E-7E10BA403657}"/>
          </ac:spMkLst>
        </pc:spChg>
        <pc:spChg chg="add mod">
          <ac:chgData name="Li, Cong" userId="025630f4-267e-4cb3-8cd5-8795177f99f4" providerId="ADAL" clId="{929A2CC8-B112-421C-81E2-D5D63B23E300}" dt="2026-10-24T07:44:06.180" v="72372" actId="1038"/>
          <ac:spMkLst>
            <pc:docMk/>
            <pc:sldMk cId="172383689" sldId="677"/>
            <ac:spMk id="38" creationId="{ED4CFC22-F04B-9C75-3695-54643648A473}"/>
          </ac:spMkLst>
        </pc:spChg>
        <pc:cxnChg chg="add mod">
          <ac:chgData name="Li, Cong" userId="025630f4-267e-4cb3-8cd5-8795177f99f4" providerId="ADAL" clId="{929A2CC8-B112-421C-81E2-D5D63B23E300}" dt="2026-10-24T07:41:35.696" v="72232" actId="14100"/>
          <ac:cxnSpMkLst>
            <pc:docMk/>
            <pc:sldMk cId="172383689" sldId="677"/>
            <ac:cxnSpMk id="15" creationId="{4E455347-845F-7FEC-D3F4-DB651D2A2227}"/>
          </ac:cxnSpMkLst>
        </pc:cxnChg>
        <pc:cxnChg chg="add mod">
          <ac:chgData name="Li, Cong" userId="025630f4-267e-4cb3-8cd5-8795177f99f4" providerId="ADAL" clId="{929A2CC8-B112-421C-81E2-D5D63B23E300}" dt="2026-10-24T07:39:03.337" v="72182" actId="14100"/>
          <ac:cxnSpMkLst>
            <pc:docMk/>
            <pc:sldMk cId="172383689" sldId="677"/>
            <ac:cxnSpMk id="21" creationId="{6A8DC8F5-6D61-04C2-055A-FD792A8715A1}"/>
          </ac:cxnSpMkLst>
        </pc:cxnChg>
        <pc:cxnChg chg="add mod">
          <ac:chgData name="Li, Cong" userId="025630f4-267e-4cb3-8cd5-8795177f99f4" providerId="ADAL" clId="{929A2CC8-B112-421C-81E2-D5D63B23E300}" dt="2026-10-24T07:42:30.763" v="72244" actId="6549"/>
          <ac:cxnSpMkLst>
            <pc:docMk/>
            <pc:sldMk cId="172383689" sldId="677"/>
            <ac:cxnSpMk id="29" creationId="{A08CF601-78FA-A9D5-32D6-99610F72173B}"/>
          </ac:cxnSpMkLst>
        </pc:cxnChg>
        <pc:cxnChg chg="add mod">
          <ac:chgData name="Li, Cong" userId="025630f4-267e-4cb3-8cd5-8795177f99f4" providerId="ADAL" clId="{929A2CC8-B112-421C-81E2-D5D63B23E300}" dt="2026-10-24T07:44:06.180" v="72372" actId="1038"/>
          <ac:cxnSpMkLst>
            <pc:docMk/>
            <pc:sldMk cId="172383689" sldId="677"/>
            <ac:cxnSpMk id="37" creationId="{B682B27B-DEC3-39B0-B1E5-BC1D120F8A5E}"/>
          </ac:cxnSpMkLst>
        </pc:cxnChg>
      </pc:sldChg>
      <pc:sldChg chg="addSp delSp modSp add mod setBg modAnim">
        <pc:chgData name="Li, Cong" userId="025630f4-267e-4cb3-8cd5-8795177f99f4" providerId="ADAL" clId="{929A2CC8-B112-421C-81E2-D5D63B23E300}" dt="2026-10-24T07:53:28.982" v="72800" actId="1035"/>
        <pc:sldMkLst>
          <pc:docMk/>
          <pc:sldMk cId="3869334679" sldId="678"/>
        </pc:sldMkLst>
        <pc:spChg chg="add mod">
          <ac:chgData name="Li, Cong" userId="025630f4-267e-4cb3-8cd5-8795177f99f4" providerId="ADAL" clId="{929A2CC8-B112-421C-81E2-D5D63B23E300}" dt="2026-10-24T07:48:38.340" v="72485" actId="14100"/>
          <ac:spMkLst>
            <pc:docMk/>
            <pc:sldMk cId="3869334679" sldId="678"/>
            <ac:spMk id="4" creationId="{D6EF9130-E6C5-0AE3-BF05-7A280ACE5F09}"/>
          </ac:spMkLst>
        </pc:spChg>
        <pc:spChg chg="mod">
          <ac:chgData name="Li, Cong" userId="025630f4-267e-4cb3-8cd5-8795177f99f4" providerId="ADAL" clId="{929A2CC8-B112-421C-81E2-D5D63B23E300}" dt="2026-10-24T07:48:28.072" v="72484" actId="1037"/>
          <ac:spMkLst>
            <pc:docMk/>
            <pc:sldMk cId="3869334679" sldId="678"/>
            <ac:spMk id="14" creationId="{526B30BE-E450-F8C4-C501-B3F2C0362FF3}"/>
          </ac:spMkLst>
        </pc:spChg>
        <pc:spChg chg="add mod">
          <ac:chgData name="Li, Cong" userId="025630f4-267e-4cb3-8cd5-8795177f99f4" providerId="ADAL" clId="{929A2CC8-B112-421C-81E2-D5D63B23E300}" dt="2026-10-24T07:49:04.890" v="72548" actId="1036"/>
          <ac:spMkLst>
            <pc:docMk/>
            <pc:sldMk cId="3869334679" sldId="678"/>
            <ac:spMk id="16" creationId="{A3C899EB-2BAC-B166-30EB-27F91A69463D}"/>
          </ac:spMkLst>
        </pc:spChg>
        <pc:spChg chg="add mod">
          <ac:chgData name="Li, Cong" userId="025630f4-267e-4cb3-8cd5-8795177f99f4" providerId="ADAL" clId="{929A2CC8-B112-421C-81E2-D5D63B23E300}" dt="2026-10-24T07:49:04.890" v="72548" actId="1036"/>
          <ac:spMkLst>
            <pc:docMk/>
            <pc:sldMk cId="3869334679" sldId="678"/>
            <ac:spMk id="19" creationId="{AA89C1C4-DB43-E725-C39A-E085E00B3424}"/>
          </ac:spMkLst>
        </pc:spChg>
        <pc:spChg chg="add mod">
          <ac:chgData name="Li, Cong" userId="025630f4-267e-4cb3-8cd5-8795177f99f4" providerId="ADAL" clId="{929A2CC8-B112-421C-81E2-D5D63B23E300}" dt="2026-10-24T07:49:24.916" v="72600" actId="1037"/>
          <ac:spMkLst>
            <pc:docMk/>
            <pc:sldMk cId="3869334679" sldId="678"/>
            <ac:spMk id="22" creationId="{3163FBE1-C6AF-18BF-FE85-29554BB9DDFE}"/>
          </ac:spMkLst>
        </pc:spChg>
        <pc:spChg chg="add mod">
          <ac:chgData name="Li, Cong" userId="025630f4-267e-4cb3-8cd5-8795177f99f4" providerId="ADAL" clId="{929A2CC8-B112-421C-81E2-D5D63B23E300}" dt="2026-10-24T07:50:16.516" v="72659" actId="1037"/>
          <ac:spMkLst>
            <pc:docMk/>
            <pc:sldMk cId="3869334679" sldId="678"/>
            <ac:spMk id="24" creationId="{0598D508-4EA9-2F73-A6C5-B8BE63F501C9}"/>
          </ac:spMkLst>
        </pc:spChg>
        <pc:spChg chg="del">
          <ac:chgData name="Li, Cong" userId="025630f4-267e-4cb3-8cd5-8795177f99f4" providerId="ADAL" clId="{929A2CC8-B112-421C-81E2-D5D63B23E300}" dt="2026-10-24T07:45:00.819" v="72380" actId="478"/>
          <ac:spMkLst>
            <pc:docMk/>
            <pc:sldMk cId="3869334679" sldId="678"/>
            <ac:spMk id="25" creationId="{4708485B-1C13-6EBF-A614-36A2BBDC9087}"/>
          </ac:spMkLst>
        </pc:spChg>
        <pc:spChg chg="add mod">
          <ac:chgData name="Li, Cong" userId="025630f4-267e-4cb3-8cd5-8795177f99f4" providerId="ADAL" clId="{929A2CC8-B112-421C-81E2-D5D63B23E300}" dt="2026-10-24T07:50:16.516" v="72659" actId="1037"/>
          <ac:spMkLst>
            <pc:docMk/>
            <pc:sldMk cId="3869334679" sldId="678"/>
            <ac:spMk id="27" creationId="{2D0676A5-3F0C-744A-9AF9-8FD31E81B5F4}"/>
          </ac:spMkLst>
        </pc:spChg>
        <pc:spChg chg="del">
          <ac:chgData name="Li, Cong" userId="025630f4-267e-4cb3-8cd5-8795177f99f4" providerId="ADAL" clId="{929A2CC8-B112-421C-81E2-D5D63B23E300}" dt="2026-10-24T07:44:54.390" v="72376" actId="478"/>
          <ac:spMkLst>
            <pc:docMk/>
            <pc:sldMk cId="3869334679" sldId="678"/>
            <ac:spMk id="30" creationId="{C48B2701-7217-8B28-9D6B-F6D9E4CF3E3C}"/>
          </ac:spMkLst>
        </pc:spChg>
        <pc:spChg chg="add mod">
          <ac:chgData name="Li, Cong" userId="025630f4-267e-4cb3-8cd5-8795177f99f4" providerId="ADAL" clId="{929A2CC8-B112-421C-81E2-D5D63B23E300}" dt="2026-10-24T07:52:17.017" v="72679" actId="1037"/>
          <ac:spMkLst>
            <pc:docMk/>
            <pc:sldMk cId="3869334679" sldId="678"/>
            <ac:spMk id="31" creationId="{E5692DF1-83F3-FB19-EF64-258BA71A3DA4}"/>
          </ac:spMkLst>
        </pc:spChg>
        <pc:spChg chg="add mod">
          <ac:chgData name="Li, Cong" userId="025630f4-267e-4cb3-8cd5-8795177f99f4" providerId="ADAL" clId="{929A2CC8-B112-421C-81E2-D5D63B23E300}" dt="2026-10-24T07:52:17.017" v="72679" actId="1037"/>
          <ac:spMkLst>
            <pc:docMk/>
            <pc:sldMk cId="3869334679" sldId="678"/>
            <ac:spMk id="32" creationId="{08ABFD28-D1C7-2DB4-13EB-9F2304F4E887}"/>
          </ac:spMkLst>
        </pc:spChg>
        <pc:spChg chg="add mod">
          <ac:chgData name="Li, Cong" userId="025630f4-267e-4cb3-8cd5-8795177f99f4" providerId="ADAL" clId="{929A2CC8-B112-421C-81E2-D5D63B23E300}" dt="2026-10-24T07:53:28.982" v="72800" actId="1035"/>
          <ac:spMkLst>
            <pc:docMk/>
            <pc:sldMk cId="3869334679" sldId="678"/>
            <ac:spMk id="33" creationId="{B86D7E7D-333D-5589-2AC3-50A7A89C034E}"/>
          </ac:spMkLst>
        </pc:spChg>
        <pc:spChg chg="del">
          <ac:chgData name="Li, Cong" userId="025630f4-267e-4cb3-8cd5-8795177f99f4" providerId="ADAL" clId="{929A2CC8-B112-421C-81E2-D5D63B23E300}" dt="2026-10-24T07:44:57.806" v="72378" actId="478"/>
          <ac:spMkLst>
            <pc:docMk/>
            <pc:sldMk cId="3869334679" sldId="678"/>
            <ac:spMk id="38" creationId="{855CB4AD-5F9F-1B8C-7AAA-8A1AB1AF4840}"/>
          </ac:spMkLst>
        </pc:spChg>
        <pc:cxnChg chg="mod">
          <ac:chgData name="Li, Cong" userId="025630f4-267e-4cb3-8cd5-8795177f99f4" providerId="ADAL" clId="{929A2CC8-B112-421C-81E2-D5D63B23E300}" dt="2026-10-24T07:48:38.340" v="72485" actId="14100"/>
          <ac:cxnSpMkLst>
            <pc:docMk/>
            <pc:sldMk cId="3869334679" sldId="678"/>
            <ac:cxnSpMk id="15" creationId="{23F1D0C0-F981-AE71-35E2-91678A9F40C6}"/>
          </ac:cxnSpMkLst>
        </pc:cxnChg>
        <pc:cxnChg chg="del mod">
          <ac:chgData name="Li, Cong" userId="025630f4-267e-4cb3-8cd5-8795177f99f4" providerId="ADAL" clId="{929A2CC8-B112-421C-81E2-D5D63B23E300}" dt="2026-10-24T07:44:59.276" v="72379" actId="478"/>
          <ac:cxnSpMkLst>
            <pc:docMk/>
            <pc:sldMk cId="3869334679" sldId="678"/>
            <ac:cxnSpMk id="21" creationId="{8DFEDE59-9493-8F9C-ABA9-4DDA5D1337E9}"/>
          </ac:cxnSpMkLst>
        </pc:cxnChg>
        <pc:cxnChg chg="del mod">
          <ac:chgData name="Li, Cong" userId="025630f4-267e-4cb3-8cd5-8795177f99f4" providerId="ADAL" clId="{929A2CC8-B112-421C-81E2-D5D63B23E300}" dt="2026-10-24T07:44:54.390" v="72376" actId="478"/>
          <ac:cxnSpMkLst>
            <pc:docMk/>
            <pc:sldMk cId="3869334679" sldId="678"/>
            <ac:cxnSpMk id="29" creationId="{49847B4C-3D88-7EC4-5278-A644400E3A4E}"/>
          </ac:cxnSpMkLst>
        </pc:cxnChg>
        <pc:cxnChg chg="del mod">
          <ac:chgData name="Li, Cong" userId="025630f4-267e-4cb3-8cd5-8795177f99f4" providerId="ADAL" clId="{929A2CC8-B112-421C-81E2-D5D63B23E300}" dt="2026-10-24T07:44:55.326" v="72377" actId="478"/>
          <ac:cxnSpMkLst>
            <pc:docMk/>
            <pc:sldMk cId="3869334679" sldId="678"/>
            <ac:cxnSpMk id="37" creationId="{390ADC61-DE68-107B-F090-B5472140424A}"/>
          </ac:cxnSpMkLst>
        </pc:cxnChg>
      </pc:sldChg>
      <pc:sldChg chg="delSp modSp add mod modAnim">
        <pc:chgData name="Li, Cong" userId="025630f4-267e-4cb3-8cd5-8795177f99f4" providerId="ADAL" clId="{929A2CC8-B112-421C-81E2-D5D63B23E300}" dt="2026-10-24T07:54:24.743" v="72855" actId="478"/>
        <pc:sldMkLst>
          <pc:docMk/>
          <pc:sldMk cId="2956421229" sldId="679"/>
        </pc:sldMkLst>
        <pc:spChg chg="del">
          <ac:chgData name="Li, Cong" userId="025630f4-267e-4cb3-8cd5-8795177f99f4" providerId="ADAL" clId="{929A2CC8-B112-421C-81E2-D5D63B23E300}" dt="2026-10-24T07:54:24.743" v="72855" actId="478"/>
          <ac:spMkLst>
            <pc:docMk/>
            <pc:sldMk cId="2956421229" sldId="679"/>
            <ac:spMk id="14" creationId="{B16F5C5C-CE19-28FA-46A7-B3E0C3FBE50A}"/>
          </ac:spMkLst>
        </pc:spChg>
        <pc:spChg chg="mod">
          <ac:chgData name="Li, Cong" userId="025630f4-267e-4cb3-8cd5-8795177f99f4" providerId="ADAL" clId="{929A2CC8-B112-421C-81E2-D5D63B23E300}" dt="2026-10-24T07:53:51.362" v="72853" actId="20577"/>
          <ac:spMkLst>
            <pc:docMk/>
            <pc:sldMk cId="2956421229" sldId="679"/>
            <ac:spMk id="33" creationId="{D774F2EA-E591-8E35-E98D-2862E5898AB9}"/>
          </ac:spMkLst>
        </pc:spChg>
        <pc:cxnChg chg="del mod">
          <ac:chgData name="Li, Cong" userId="025630f4-267e-4cb3-8cd5-8795177f99f4" providerId="ADAL" clId="{929A2CC8-B112-421C-81E2-D5D63B23E300}" dt="2026-10-24T07:54:24.743" v="72855" actId="478"/>
          <ac:cxnSpMkLst>
            <pc:docMk/>
            <pc:sldMk cId="2956421229" sldId="679"/>
            <ac:cxnSpMk id="15" creationId="{242FFCAD-D8E4-817F-4F82-1972F14B5C5C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10-24T08:08:09.392" v="73137"/>
        <pc:sldMkLst>
          <pc:docMk/>
          <pc:sldMk cId="3685720987" sldId="680"/>
        </pc:sldMkLst>
        <pc:spChg chg="mod">
          <ac:chgData name="Li, Cong" userId="025630f4-267e-4cb3-8cd5-8795177f99f4" providerId="ADAL" clId="{929A2CC8-B112-421C-81E2-D5D63B23E300}" dt="2026-10-24T07:56:32.680" v="72934" actId="20577"/>
          <ac:spMkLst>
            <pc:docMk/>
            <pc:sldMk cId="3685720987" sldId="680"/>
            <ac:spMk id="2" creationId="{CBD168BD-DD46-2E2F-A0DC-F814D4E93445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3" creationId="{C377D23F-9EA8-9319-EE48-1BFC3001C0D9}"/>
          </ac:spMkLst>
        </pc:spChg>
        <pc:spChg chg="del">
          <ac:chgData name="Li, Cong" userId="025630f4-267e-4cb3-8cd5-8795177f99f4" providerId="ADAL" clId="{929A2CC8-B112-421C-81E2-D5D63B23E300}" dt="2026-10-24T07:56:52.202" v="72937" actId="478"/>
          <ac:spMkLst>
            <pc:docMk/>
            <pc:sldMk cId="3685720987" sldId="680"/>
            <ac:spMk id="4" creationId="{5553B52B-11F4-E68E-5B5D-0F9482F32E14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6" creationId="{5DD1680E-FF19-1E0E-0E5A-DA941272E5BB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8" creationId="{DBD690DE-ACFC-0389-3435-3A2DC582C4A9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10" creationId="{F1524228-F659-26CA-BC4E-9D2431456C02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11" creationId="{88B25D39-4D99-8043-52CC-2B79C3C69B59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13" creationId="{B02F6FD1-213C-B652-9BC8-4930D03D7390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14" creationId="{4E8E0C61-7ECC-B5D3-0B8E-BA501E80A1ED}"/>
          </ac:spMkLst>
        </pc:spChg>
        <pc:spChg chg="add del mod">
          <ac:chgData name="Li, Cong" userId="025630f4-267e-4cb3-8cd5-8795177f99f4" providerId="ADAL" clId="{929A2CC8-B112-421C-81E2-D5D63B23E300}" dt="2026-10-24T08:05:07.847" v="73047" actId="478"/>
          <ac:spMkLst>
            <pc:docMk/>
            <pc:sldMk cId="3685720987" sldId="680"/>
            <ac:spMk id="15" creationId="{D11659B0-3720-2526-76CE-89EB28A0CE9C}"/>
          </ac:spMkLst>
        </pc:spChg>
        <pc:spChg chg="mod">
          <ac:chgData name="Li, Cong" userId="025630f4-267e-4cb3-8cd5-8795177f99f4" providerId="ADAL" clId="{929A2CC8-B112-421C-81E2-D5D63B23E300}" dt="2026-10-24T07:56:58.103" v="72962" actId="1037"/>
          <ac:spMkLst>
            <pc:docMk/>
            <pc:sldMk cId="3685720987" sldId="680"/>
            <ac:spMk id="16" creationId="{AE3249F1-CE29-5CB2-785B-516F0BEF3F8C}"/>
          </ac:spMkLst>
        </pc:spChg>
        <pc:spChg chg="add mod">
          <ac:chgData name="Li, Cong" userId="025630f4-267e-4cb3-8cd5-8795177f99f4" providerId="ADAL" clId="{929A2CC8-B112-421C-81E2-D5D63B23E300}" dt="2026-10-24T08:05:38.497" v="73054"/>
          <ac:spMkLst>
            <pc:docMk/>
            <pc:sldMk cId="3685720987" sldId="680"/>
            <ac:spMk id="17" creationId="{20EBEBA7-7386-3498-9407-B1ACE5A5EF24}"/>
          </ac:spMkLst>
        </pc:spChg>
        <pc:spChg chg="mod">
          <ac:chgData name="Li, Cong" userId="025630f4-267e-4cb3-8cd5-8795177f99f4" providerId="ADAL" clId="{929A2CC8-B112-421C-81E2-D5D63B23E300}" dt="2026-10-24T07:56:58.103" v="72962" actId="1037"/>
          <ac:spMkLst>
            <pc:docMk/>
            <pc:sldMk cId="3685720987" sldId="680"/>
            <ac:spMk id="19" creationId="{FB9B359D-3FF9-BBB9-2352-F93328CA5EDA}"/>
          </ac:spMkLst>
        </pc:spChg>
        <pc:spChg chg="add mod">
          <ac:chgData name="Li, Cong" userId="025630f4-267e-4cb3-8cd5-8795177f99f4" providerId="ADAL" clId="{929A2CC8-B112-421C-81E2-D5D63B23E300}" dt="2026-10-24T08:05:38.497" v="73054"/>
          <ac:spMkLst>
            <pc:docMk/>
            <pc:sldMk cId="3685720987" sldId="680"/>
            <ac:spMk id="20" creationId="{D7B4139E-45D3-4D67-AF95-7C7A332DF116}"/>
          </ac:spMkLst>
        </pc:spChg>
        <pc:spChg chg="add mod">
          <ac:chgData name="Li, Cong" userId="025630f4-267e-4cb3-8cd5-8795177f99f4" providerId="ADAL" clId="{929A2CC8-B112-421C-81E2-D5D63B23E300}" dt="2026-10-24T08:05:38.497" v="73054"/>
          <ac:spMkLst>
            <pc:docMk/>
            <pc:sldMk cId="3685720987" sldId="680"/>
            <ac:spMk id="21" creationId="{E52E97B5-7BEC-1639-034D-99CDA12021FF}"/>
          </ac:spMkLst>
        </pc:spChg>
        <pc:spChg chg="mod">
          <ac:chgData name="Li, Cong" userId="025630f4-267e-4cb3-8cd5-8795177f99f4" providerId="ADAL" clId="{929A2CC8-B112-421C-81E2-D5D63B23E300}" dt="2026-10-24T08:05:34.181" v="73053" actId="14100"/>
          <ac:spMkLst>
            <pc:docMk/>
            <pc:sldMk cId="3685720987" sldId="680"/>
            <ac:spMk id="22" creationId="{63CAA6E6-6CE2-8E17-9C66-B0614B31DA5C}"/>
          </ac:spMkLst>
        </pc:spChg>
        <pc:spChg chg="add mod">
          <ac:chgData name="Li, Cong" userId="025630f4-267e-4cb3-8cd5-8795177f99f4" providerId="ADAL" clId="{929A2CC8-B112-421C-81E2-D5D63B23E300}" dt="2026-10-24T08:05:38.497" v="73054"/>
          <ac:spMkLst>
            <pc:docMk/>
            <pc:sldMk cId="3685720987" sldId="680"/>
            <ac:spMk id="23" creationId="{D172933B-5AE1-5BC7-3173-995BE2F1781D}"/>
          </ac:spMkLst>
        </pc:spChg>
        <pc:spChg chg="del mod">
          <ac:chgData name="Li, Cong" userId="025630f4-267e-4cb3-8cd5-8795177f99f4" providerId="ADAL" clId="{929A2CC8-B112-421C-81E2-D5D63B23E300}" dt="2026-10-24T07:57:38.900" v="72969" actId="478"/>
          <ac:spMkLst>
            <pc:docMk/>
            <pc:sldMk cId="3685720987" sldId="680"/>
            <ac:spMk id="24" creationId="{AEDE4D1F-ED15-B33B-9F82-E7155F54F0AD}"/>
          </ac:spMkLst>
        </pc:spChg>
        <pc:spChg chg="add mod">
          <ac:chgData name="Li, Cong" userId="025630f4-267e-4cb3-8cd5-8795177f99f4" providerId="ADAL" clId="{929A2CC8-B112-421C-81E2-D5D63B23E300}" dt="2026-10-24T08:06:02.461" v="73061" actId="1076"/>
          <ac:spMkLst>
            <pc:docMk/>
            <pc:sldMk cId="3685720987" sldId="680"/>
            <ac:spMk id="25" creationId="{AE32077F-CFA6-C074-1983-E45C7A863686}"/>
          </ac:spMkLst>
        </pc:spChg>
        <pc:spChg chg="add mod">
          <ac:chgData name="Li, Cong" userId="025630f4-267e-4cb3-8cd5-8795177f99f4" providerId="ADAL" clId="{929A2CC8-B112-421C-81E2-D5D63B23E300}" dt="2026-10-24T08:06:02.461" v="73061" actId="1076"/>
          <ac:spMkLst>
            <pc:docMk/>
            <pc:sldMk cId="3685720987" sldId="680"/>
            <ac:spMk id="26" creationId="{4F261C89-6E2C-04B9-B6FB-921B5AB42825}"/>
          </ac:spMkLst>
        </pc:spChg>
        <pc:spChg chg="del">
          <ac:chgData name="Li, Cong" userId="025630f4-267e-4cb3-8cd5-8795177f99f4" providerId="ADAL" clId="{929A2CC8-B112-421C-81E2-D5D63B23E300}" dt="2026-10-24T07:57:38.900" v="72969" actId="478"/>
          <ac:spMkLst>
            <pc:docMk/>
            <pc:sldMk cId="3685720987" sldId="680"/>
            <ac:spMk id="27" creationId="{C34D47B8-FCFF-6814-8374-51B0485F0A3E}"/>
          </ac:spMkLst>
        </pc:spChg>
        <pc:spChg chg="add mod">
          <ac:chgData name="Li, Cong" userId="025630f4-267e-4cb3-8cd5-8795177f99f4" providerId="ADAL" clId="{929A2CC8-B112-421C-81E2-D5D63B23E300}" dt="2026-10-24T08:06:02.461" v="73061" actId="1076"/>
          <ac:spMkLst>
            <pc:docMk/>
            <pc:sldMk cId="3685720987" sldId="680"/>
            <ac:spMk id="29" creationId="{FE4AB356-0BEE-E793-183C-CD58BE03B37D}"/>
          </ac:spMkLst>
        </pc:spChg>
        <pc:spChg chg="add mod">
          <ac:chgData name="Li, Cong" userId="025630f4-267e-4cb3-8cd5-8795177f99f4" providerId="ADAL" clId="{929A2CC8-B112-421C-81E2-D5D63B23E300}" dt="2026-10-24T08:06:02.461" v="73061" actId="1076"/>
          <ac:spMkLst>
            <pc:docMk/>
            <pc:sldMk cId="3685720987" sldId="680"/>
            <ac:spMk id="30" creationId="{BDC867BC-FEFE-D358-5FEF-527AC1E25D08}"/>
          </ac:spMkLst>
        </pc:spChg>
        <pc:spChg chg="del">
          <ac:chgData name="Li, Cong" userId="025630f4-267e-4cb3-8cd5-8795177f99f4" providerId="ADAL" clId="{929A2CC8-B112-421C-81E2-D5D63B23E300}" dt="2026-10-24T07:56:37.775" v="72935" actId="478"/>
          <ac:spMkLst>
            <pc:docMk/>
            <pc:sldMk cId="3685720987" sldId="680"/>
            <ac:spMk id="33" creationId="{D9D12446-BB87-BB2E-10D7-805CAAEF0130}"/>
          </ac:spMkLst>
        </pc:spChg>
        <pc:spChg chg="add mod">
          <ac:chgData name="Li, Cong" userId="025630f4-267e-4cb3-8cd5-8795177f99f4" providerId="ADAL" clId="{929A2CC8-B112-421C-81E2-D5D63B23E300}" dt="2026-10-24T08:06:22.733" v="73065" actId="1076"/>
          <ac:spMkLst>
            <pc:docMk/>
            <pc:sldMk cId="3685720987" sldId="680"/>
            <ac:spMk id="34" creationId="{E6905AE8-4F17-15EF-C275-8ACD4E2DD2BE}"/>
          </ac:spMkLst>
        </pc:spChg>
        <pc:spChg chg="add mod">
          <ac:chgData name="Li, Cong" userId="025630f4-267e-4cb3-8cd5-8795177f99f4" providerId="ADAL" clId="{929A2CC8-B112-421C-81E2-D5D63B23E300}" dt="2026-10-24T08:06:22.733" v="73065" actId="1076"/>
          <ac:spMkLst>
            <pc:docMk/>
            <pc:sldMk cId="3685720987" sldId="680"/>
            <ac:spMk id="35" creationId="{3809AC2E-A7CD-EE4D-7B06-FCEE76D604D2}"/>
          </ac:spMkLst>
        </pc:spChg>
        <pc:spChg chg="mod">
          <ac:chgData name="Li, Cong" userId="025630f4-267e-4cb3-8cd5-8795177f99f4" providerId="ADAL" clId="{929A2CC8-B112-421C-81E2-D5D63B23E300}" dt="2026-10-24T08:05:00.908" v="73046" actId="14100"/>
          <ac:spMkLst>
            <pc:docMk/>
            <pc:sldMk cId="3685720987" sldId="680"/>
            <ac:spMk id="36" creationId="{D12B30ED-0BE7-BF3C-52D2-DB993533F7B3}"/>
          </ac:spMkLst>
        </pc:spChg>
        <pc:spChg chg="add mod">
          <ac:chgData name="Li, Cong" userId="025630f4-267e-4cb3-8cd5-8795177f99f4" providerId="ADAL" clId="{929A2CC8-B112-421C-81E2-D5D63B23E300}" dt="2026-10-24T08:06:22.733" v="73065" actId="1076"/>
          <ac:spMkLst>
            <pc:docMk/>
            <pc:sldMk cId="3685720987" sldId="680"/>
            <ac:spMk id="37" creationId="{BBB70E5D-3DAF-C7DC-7874-C64BE6193222}"/>
          </ac:spMkLst>
        </pc:spChg>
        <pc:spChg chg="add mod">
          <ac:chgData name="Li, Cong" userId="025630f4-267e-4cb3-8cd5-8795177f99f4" providerId="ADAL" clId="{929A2CC8-B112-421C-81E2-D5D63B23E300}" dt="2026-10-24T08:06:22.733" v="73065" actId="1076"/>
          <ac:spMkLst>
            <pc:docMk/>
            <pc:sldMk cId="3685720987" sldId="680"/>
            <ac:spMk id="38" creationId="{F18FD4F5-295C-DE0D-2E25-9F0696468361}"/>
          </ac:spMkLst>
        </pc:spChg>
        <pc:spChg chg="add mod">
          <ac:chgData name="Li, Cong" userId="025630f4-267e-4cb3-8cd5-8795177f99f4" providerId="ADAL" clId="{929A2CC8-B112-421C-81E2-D5D63B23E300}" dt="2026-10-24T08:07:42.541" v="73132" actId="20577"/>
          <ac:spMkLst>
            <pc:docMk/>
            <pc:sldMk cId="3685720987" sldId="680"/>
            <ac:spMk id="39" creationId="{86DE5CFA-4654-23A2-77B1-7070DF212EB8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10-24T08:15:00.076" v="73746" actId="20577"/>
        <pc:sldMkLst>
          <pc:docMk/>
          <pc:sldMk cId="1712827502" sldId="681"/>
        </pc:sldMkLst>
        <pc:spChg chg="mod">
          <ac:chgData name="Li, Cong" userId="025630f4-267e-4cb3-8cd5-8795177f99f4" providerId="ADAL" clId="{929A2CC8-B112-421C-81E2-D5D63B23E300}" dt="2026-10-24T08:10:02.350" v="73149" actId="20577"/>
          <ac:spMkLst>
            <pc:docMk/>
            <pc:sldMk cId="1712827502" sldId="681"/>
            <ac:spMk id="2" creationId="{C7F8431E-15BA-0F29-35F2-0A62C2820BC2}"/>
          </ac:spMkLst>
        </pc:spChg>
        <pc:spChg chg="del">
          <ac:chgData name="Li, Cong" userId="025630f4-267e-4cb3-8cd5-8795177f99f4" providerId="ADAL" clId="{929A2CC8-B112-421C-81E2-D5D63B23E300}" dt="2026-10-24T08:10:21.233" v="73150" actId="478"/>
          <ac:spMkLst>
            <pc:docMk/>
            <pc:sldMk cId="1712827502" sldId="681"/>
            <ac:spMk id="3" creationId="{D03668AC-00E7-9B8C-8CAA-18E86A05ED23}"/>
          </ac:spMkLst>
        </pc:spChg>
        <pc:spChg chg="add mod">
          <ac:chgData name="Li, Cong" userId="025630f4-267e-4cb3-8cd5-8795177f99f4" providerId="ADAL" clId="{929A2CC8-B112-421C-81E2-D5D63B23E300}" dt="2026-10-24T08:15:00.076" v="73746" actId="20577"/>
          <ac:spMkLst>
            <pc:docMk/>
            <pc:sldMk cId="1712827502" sldId="681"/>
            <ac:spMk id="4" creationId="{8E2F36F7-9F16-3D52-CE88-C2E227C523E4}"/>
          </ac:spMkLst>
        </pc:spChg>
        <pc:spChg chg="del">
          <ac:chgData name="Li, Cong" userId="025630f4-267e-4cb3-8cd5-8795177f99f4" providerId="ADAL" clId="{929A2CC8-B112-421C-81E2-D5D63B23E300}" dt="2026-10-24T08:10:21.233" v="73150" actId="478"/>
          <ac:spMkLst>
            <pc:docMk/>
            <pc:sldMk cId="1712827502" sldId="681"/>
            <ac:spMk id="6" creationId="{E615B15A-5168-772D-5B24-800F9DA948AB}"/>
          </ac:spMkLst>
        </pc:spChg>
        <pc:spChg chg="del">
          <ac:chgData name="Li, Cong" userId="025630f4-267e-4cb3-8cd5-8795177f99f4" providerId="ADAL" clId="{929A2CC8-B112-421C-81E2-D5D63B23E300}" dt="2026-10-24T08:10:21.233" v="73150" actId="478"/>
          <ac:spMkLst>
            <pc:docMk/>
            <pc:sldMk cId="1712827502" sldId="681"/>
            <ac:spMk id="10" creationId="{A1995D4A-D687-012D-4DDE-054A2FD3BFFB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10-24T10:42:11.822" v="78069" actId="20577"/>
        <pc:sldMkLst>
          <pc:docMk/>
          <pc:sldMk cId="2854482502" sldId="682"/>
        </pc:sldMkLst>
        <pc:spChg chg="mod">
          <ac:chgData name="Li, Cong" userId="025630f4-267e-4cb3-8cd5-8795177f99f4" providerId="ADAL" clId="{929A2CC8-B112-421C-81E2-D5D63B23E300}" dt="2026-10-24T08:54:10.900" v="74168" actId="20577"/>
          <ac:spMkLst>
            <pc:docMk/>
            <pc:sldMk cId="2854482502" sldId="682"/>
            <ac:spMk id="2" creationId="{B1E5202E-7E8D-1E55-1C05-34992EF83DE5}"/>
          </ac:spMkLst>
        </pc:spChg>
        <pc:spChg chg="mod">
          <ac:chgData name="Li, Cong" userId="025630f4-267e-4cb3-8cd5-8795177f99f4" providerId="ADAL" clId="{929A2CC8-B112-421C-81E2-D5D63B23E300}" dt="2026-10-24T08:54:20.415" v="74176" actId="1036"/>
          <ac:spMkLst>
            <pc:docMk/>
            <pc:sldMk cId="2854482502" sldId="682"/>
            <ac:spMk id="3" creationId="{001B71DA-F0B3-9D54-A687-B6E92B9A33EE}"/>
          </ac:spMkLst>
        </pc:spChg>
        <pc:spChg chg="add mod">
          <ac:chgData name="Li, Cong" userId="025630f4-267e-4cb3-8cd5-8795177f99f4" providerId="ADAL" clId="{929A2CC8-B112-421C-81E2-D5D63B23E300}" dt="2026-10-24T09:07:09.640" v="74307" actId="20577"/>
          <ac:spMkLst>
            <pc:docMk/>
            <pc:sldMk cId="2854482502" sldId="682"/>
            <ac:spMk id="4" creationId="{F549AAB6-DAFF-C363-95EB-32D91B077C97}"/>
          </ac:spMkLst>
        </pc:spChg>
        <pc:spChg chg="del">
          <ac:chgData name="Li, Cong" userId="025630f4-267e-4cb3-8cd5-8795177f99f4" providerId="ADAL" clId="{929A2CC8-B112-421C-81E2-D5D63B23E300}" dt="2026-10-24T08:53:14.960" v="74009" actId="478"/>
          <ac:spMkLst>
            <pc:docMk/>
            <pc:sldMk cId="2854482502" sldId="682"/>
            <ac:spMk id="6" creationId="{398A9110-0DA6-4F9A-13CC-0F9CCA4C0AE3}"/>
          </ac:spMkLst>
        </pc:spChg>
        <pc:spChg chg="mod">
          <ac:chgData name="Li, Cong" userId="025630f4-267e-4cb3-8cd5-8795177f99f4" providerId="ADAL" clId="{929A2CC8-B112-421C-81E2-D5D63B23E300}" dt="2026-10-24T10:42:11.822" v="78069" actId="20577"/>
          <ac:spMkLst>
            <pc:docMk/>
            <pc:sldMk cId="2854482502" sldId="682"/>
            <ac:spMk id="10" creationId="{947ECDA4-332A-77A9-A4BC-86FB924E0D55}"/>
          </ac:spMkLst>
        </pc:spChg>
      </pc:sldChg>
      <pc:sldChg chg="delSp modSp add mod modAnim">
        <pc:chgData name="Li, Cong" userId="025630f4-267e-4cb3-8cd5-8795177f99f4" providerId="ADAL" clId="{929A2CC8-B112-421C-81E2-D5D63B23E300}" dt="2026-10-24T09:10:24.026" v="74548" actId="20577"/>
        <pc:sldMkLst>
          <pc:docMk/>
          <pc:sldMk cId="2772184463" sldId="683"/>
        </pc:sldMkLst>
        <pc:spChg chg="del">
          <ac:chgData name="Li, Cong" userId="025630f4-267e-4cb3-8cd5-8795177f99f4" providerId="ADAL" clId="{929A2CC8-B112-421C-81E2-D5D63B23E300}" dt="2026-10-24T09:09:52.171" v="74470" actId="478"/>
          <ac:spMkLst>
            <pc:docMk/>
            <pc:sldMk cId="2772184463" sldId="683"/>
            <ac:spMk id="21" creationId="{B3B3F945-CB28-D366-E3C3-5D2FEED82959}"/>
          </ac:spMkLst>
        </pc:spChg>
        <pc:spChg chg="mod">
          <ac:chgData name="Li, Cong" userId="025630f4-267e-4cb3-8cd5-8795177f99f4" providerId="ADAL" clId="{929A2CC8-B112-421C-81E2-D5D63B23E300}" dt="2026-10-24T09:10:24.026" v="74548" actId="20577"/>
          <ac:spMkLst>
            <pc:docMk/>
            <pc:sldMk cId="2772184463" sldId="683"/>
            <ac:spMk id="56" creationId="{2DF204E5-ADFD-E446-1428-2873AE75E2D5}"/>
          </ac:spMkLst>
        </pc:spChg>
      </pc:sldChg>
      <pc:sldChg chg="modSp add mod modAnim">
        <pc:chgData name="Li, Cong" userId="025630f4-267e-4cb3-8cd5-8795177f99f4" providerId="ADAL" clId="{929A2CC8-B112-421C-81E2-D5D63B23E300}" dt="2026-10-24T09:18:10.279" v="75005" actId="20577"/>
        <pc:sldMkLst>
          <pc:docMk/>
          <pc:sldMk cId="3467838845" sldId="684"/>
        </pc:sldMkLst>
        <pc:spChg chg="mod">
          <ac:chgData name="Li, Cong" userId="025630f4-267e-4cb3-8cd5-8795177f99f4" providerId="ADAL" clId="{929A2CC8-B112-421C-81E2-D5D63B23E300}" dt="2026-10-24T09:11:49.981" v="74600" actId="20577"/>
          <ac:spMkLst>
            <pc:docMk/>
            <pc:sldMk cId="3467838845" sldId="684"/>
            <ac:spMk id="2" creationId="{388BF394-8C21-6715-9A8C-8AEE0DCEF37C}"/>
          </ac:spMkLst>
        </pc:spChg>
        <pc:spChg chg="mod">
          <ac:chgData name="Li, Cong" userId="025630f4-267e-4cb3-8cd5-8795177f99f4" providerId="ADAL" clId="{929A2CC8-B112-421C-81E2-D5D63B23E300}" dt="2026-10-24T09:18:10.279" v="75005" actId="20577"/>
          <ac:spMkLst>
            <pc:docMk/>
            <pc:sldMk cId="3467838845" sldId="684"/>
            <ac:spMk id="4" creationId="{93A4AA13-BB38-9424-3955-CEBF0369F87E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10-24T09:29:29.304" v="75527" actId="20577"/>
        <pc:sldMkLst>
          <pc:docMk/>
          <pc:sldMk cId="1308115475" sldId="685"/>
        </pc:sldMkLst>
        <pc:spChg chg="mod">
          <ac:chgData name="Li, Cong" userId="025630f4-267e-4cb3-8cd5-8795177f99f4" providerId="ADAL" clId="{929A2CC8-B112-421C-81E2-D5D63B23E300}" dt="2026-10-24T09:23:22.961" v="75062" actId="20577"/>
          <ac:spMkLst>
            <pc:docMk/>
            <pc:sldMk cId="1308115475" sldId="685"/>
            <ac:spMk id="2" creationId="{6F0B87CE-3AB2-0C28-993A-B6938364160D}"/>
          </ac:spMkLst>
        </pc:spChg>
        <pc:spChg chg="add del mod">
          <ac:chgData name="Li, Cong" userId="025630f4-267e-4cb3-8cd5-8795177f99f4" providerId="ADAL" clId="{929A2CC8-B112-421C-81E2-D5D63B23E300}" dt="2026-10-24T09:23:34.997" v="75064" actId="478"/>
          <ac:spMkLst>
            <pc:docMk/>
            <pc:sldMk cId="1308115475" sldId="685"/>
            <ac:spMk id="3" creationId="{CDD97B1E-E338-1D97-9795-4B8BF2C641F5}"/>
          </ac:spMkLst>
        </pc:spChg>
        <pc:spChg chg="del">
          <ac:chgData name="Li, Cong" userId="025630f4-267e-4cb3-8cd5-8795177f99f4" providerId="ADAL" clId="{929A2CC8-B112-421C-81E2-D5D63B23E300}" dt="2026-10-24T09:23:31.840" v="75063" actId="478"/>
          <ac:spMkLst>
            <pc:docMk/>
            <pc:sldMk cId="1308115475" sldId="685"/>
            <ac:spMk id="4" creationId="{7E30A8D9-E309-74D9-F68D-70FC6314004B}"/>
          </ac:spMkLst>
        </pc:spChg>
        <pc:spChg chg="add mod">
          <ac:chgData name="Li, Cong" userId="025630f4-267e-4cb3-8cd5-8795177f99f4" providerId="ADAL" clId="{929A2CC8-B112-421C-81E2-D5D63B23E300}" dt="2026-10-24T09:25:16.176" v="75298" actId="1076"/>
          <ac:spMkLst>
            <pc:docMk/>
            <pc:sldMk cId="1308115475" sldId="685"/>
            <ac:spMk id="7" creationId="{C2128E8E-6AE2-5D92-1796-EC7D09BFD001}"/>
          </ac:spMkLst>
        </pc:spChg>
        <pc:spChg chg="add mod">
          <ac:chgData name="Li, Cong" userId="025630f4-267e-4cb3-8cd5-8795177f99f4" providerId="ADAL" clId="{929A2CC8-B112-421C-81E2-D5D63B23E300}" dt="2026-10-24T09:27:25.082" v="75345" actId="1076"/>
          <ac:spMkLst>
            <pc:docMk/>
            <pc:sldMk cId="1308115475" sldId="685"/>
            <ac:spMk id="9" creationId="{EEBE0162-365A-3727-1C73-4DBBDF18E22A}"/>
          </ac:spMkLst>
        </pc:spChg>
        <pc:spChg chg="add mod">
          <ac:chgData name="Li, Cong" userId="025630f4-267e-4cb3-8cd5-8795177f99f4" providerId="ADAL" clId="{929A2CC8-B112-421C-81E2-D5D63B23E300}" dt="2026-10-24T09:27:19.930" v="75344" actId="1076"/>
          <ac:spMkLst>
            <pc:docMk/>
            <pc:sldMk cId="1308115475" sldId="685"/>
            <ac:spMk id="11" creationId="{485F6D82-6095-E0EF-B3CB-4DAFC153FF3B}"/>
          </ac:spMkLst>
        </pc:spChg>
        <pc:spChg chg="add mod">
          <ac:chgData name="Li, Cong" userId="025630f4-267e-4cb3-8cd5-8795177f99f4" providerId="ADAL" clId="{929A2CC8-B112-421C-81E2-D5D63B23E300}" dt="2026-10-24T09:27:16.475" v="75343" actId="1076"/>
          <ac:spMkLst>
            <pc:docMk/>
            <pc:sldMk cId="1308115475" sldId="685"/>
            <ac:spMk id="12" creationId="{FF53CCB4-C89D-2AD4-39A6-3ACF349C1A77}"/>
          </ac:spMkLst>
        </pc:spChg>
        <pc:spChg chg="add mod">
          <ac:chgData name="Li, Cong" userId="025630f4-267e-4cb3-8cd5-8795177f99f4" providerId="ADAL" clId="{929A2CC8-B112-421C-81E2-D5D63B23E300}" dt="2026-10-24T09:28:03.335" v="75412" actId="20577"/>
          <ac:spMkLst>
            <pc:docMk/>
            <pc:sldMk cId="1308115475" sldId="685"/>
            <ac:spMk id="13" creationId="{56B99E72-2A0C-83E7-3CE2-724025B0DBDB}"/>
          </ac:spMkLst>
        </pc:spChg>
        <pc:spChg chg="add mod">
          <ac:chgData name="Li, Cong" userId="025630f4-267e-4cb3-8cd5-8795177f99f4" providerId="ADAL" clId="{929A2CC8-B112-421C-81E2-D5D63B23E300}" dt="2026-10-24T09:29:29.304" v="75527" actId="20577"/>
          <ac:spMkLst>
            <pc:docMk/>
            <pc:sldMk cId="1308115475" sldId="685"/>
            <ac:spMk id="14" creationId="{0247071E-D2F9-BD9A-1AB0-99FFA36988DF}"/>
          </ac:spMkLst>
        </pc:spChg>
      </pc:sldChg>
      <pc:sldChg chg="addSp delSp modSp add mod delAnim modAnim">
        <pc:chgData name="Li, Cong" userId="025630f4-267e-4cb3-8cd5-8795177f99f4" providerId="ADAL" clId="{929A2CC8-B112-421C-81E2-D5D63B23E300}" dt="2026-10-24T10:42:26.962" v="78073" actId="20577"/>
        <pc:sldMkLst>
          <pc:docMk/>
          <pc:sldMk cId="221958194" sldId="686"/>
        </pc:sldMkLst>
        <pc:spChg chg="mod">
          <ac:chgData name="Li, Cong" userId="025630f4-267e-4cb3-8cd5-8795177f99f4" providerId="ADAL" clId="{929A2CC8-B112-421C-81E2-D5D63B23E300}" dt="2026-10-24T09:29:50.987" v="75563" actId="20577"/>
          <ac:spMkLst>
            <pc:docMk/>
            <pc:sldMk cId="221958194" sldId="686"/>
            <ac:spMk id="2" creationId="{C7036B81-1AD0-1EF4-6CCA-097098801E57}"/>
          </ac:spMkLst>
        </pc:spChg>
        <pc:spChg chg="add mod">
          <ac:chgData name="Li, Cong" userId="025630f4-267e-4cb3-8cd5-8795177f99f4" providerId="ADAL" clId="{929A2CC8-B112-421C-81E2-D5D63B23E300}" dt="2026-10-24T09:36:56.677" v="76232" actId="207"/>
          <ac:spMkLst>
            <pc:docMk/>
            <pc:sldMk cId="221958194" sldId="686"/>
            <ac:spMk id="4" creationId="{AC10ED55-88DC-C082-0EDB-2EF1CFF36977}"/>
          </ac:spMkLst>
        </pc:spChg>
        <pc:spChg chg="mod">
          <ac:chgData name="Li, Cong" userId="025630f4-267e-4cb3-8cd5-8795177f99f4" providerId="ADAL" clId="{929A2CC8-B112-421C-81E2-D5D63B23E300}" dt="2026-10-24T10:42:26.962" v="78073" actId="20577"/>
          <ac:spMkLst>
            <pc:docMk/>
            <pc:sldMk cId="221958194" sldId="686"/>
            <ac:spMk id="7" creationId="{E7B3CB64-B416-E86F-F933-49D9DBB9A3D3}"/>
          </ac:spMkLst>
        </pc:spChg>
        <pc:spChg chg="mod">
          <ac:chgData name="Li, Cong" userId="025630f4-267e-4cb3-8cd5-8795177f99f4" providerId="ADAL" clId="{929A2CC8-B112-421C-81E2-D5D63B23E300}" dt="2026-10-24T09:33:50.810" v="75932" actId="688"/>
          <ac:spMkLst>
            <pc:docMk/>
            <pc:sldMk cId="221958194" sldId="686"/>
            <ac:spMk id="12" creationId="{A297197A-0E98-7D95-3DD2-D753024CDD8D}"/>
          </ac:spMkLst>
        </pc:spChg>
        <pc:spChg chg="mod">
          <ac:chgData name="Li, Cong" userId="025630f4-267e-4cb3-8cd5-8795177f99f4" providerId="ADAL" clId="{929A2CC8-B112-421C-81E2-D5D63B23E300}" dt="2026-10-24T09:33:46.721" v="75931" actId="1076"/>
          <ac:spMkLst>
            <pc:docMk/>
            <pc:sldMk cId="221958194" sldId="686"/>
            <ac:spMk id="13" creationId="{1D5D4053-E2DC-674A-ECC7-C36671622C3F}"/>
          </ac:spMkLst>
        </pc:spChg>
        <pc:spChg chg="del">
          <ac:chgData name="Li, Cong" userId="025630f4-267e-4cb3-8cd5-8795177f99f4" providerId="ADAL" clId="{929A2CC8-B112-421C-81E2-D5D63B23E300}" dt="2026-10-24T09:33:53.627" v="75933" actId="478"/>
          <ac:spMkLst>
            <pc:docMk/>
            <pc:sldMk cId="221958194" sldId="686"/>
            <ac:spMk id="14" creationId="{7AD4DF39-91E1-6E30-E265-1D2EAD0CDBA9}"/>
          </ac:spMkLst>
        </pc:spChg>
      </pc:sldChg>
      <pc:sldChg chg="addSp modSp add mod modAnim">
        <pc:chgData name="Li, Cong" userId="025630f4-267e-4cb3-8cd5-8795177f99f4" providerId="ADAL" clId="{929A2CC8-B112-421C-81E2-D5D63B23E300}" dt="2026-10-24T10:42:31.561" v="78077" actId="20577"/>
        <pc:sldMkLst>
          <pc:docMk/>
          <pc:sldMk cId="2278926780" sldId="687"/>
        </pc:sldMkLst>
        <pc:spChg chg="add mod">
          <ac:chgData name="Li, Cong" userId="025630f4-267e-4cb3-8cd5-8795177f99f4" providerId="ADAL" clId="{929A2CC8-B112-421C-81E2-D5D63B23E300}" dt="2026-10-24T09:35:54.222" v="76216" actId="20577"/>
          <ac:spMkLst>
            <pc:docMk/>
            <pc:sldMk cId="2278926780" sldId="687"/>
            <ac:spMk id="3" creationId="{D4C1FC02-5089-0336-76B4-560E7747A275}"/>
          </ac:spMkLst>
        </pc:spChg>
        <pc:spChg chg="mod">
          <ac:chgData name="Li, Cong" userId="025630f4-267e-4cb3-8cd5-8795177f99f4" providerId="ADAL" clId="{929A2CC8-B112-421C-81E2-D5D63B23E300}" dt="2026-10-24T10:42:31.561" v="78077" actId="20577"/>
          <ac:spMkLst>
            <pc:docMk/>
            <pc:sldMk cId="2278926780" sldId="687"/>
            <ac:spMk id="7" creationId="{286C110A-2E5D-2A3A-9B9A-BFDA5CAFA8FA}"/>
          </ac:spMkLst>
        </pc:spChg>
        <pc:spChg chg="mod">
          <ac:chgData name="Li, Cong" userId="025630f4-267e-4cb3-8cd5-8795177f99f4" providerId="ADAL" clId="{929A2CC8-B112-421C-81E2-D5D63B23E300}" dt="2026-10-24T09:37:36.235" v="76236" actId="207"/>
          <ac:spMkLst>
            <pc:docMk/>
            <pc:sldMk cId="2278926780" sldId="687"/>
            <ac:spMk id="11" creationId="{2586E9AC-C7D1-3EBE-4706-BBEB5C79A486}"/>
          </ac:spMkLst>
        </pc:spChg>
        <pc:spChg chg="mod">
          <ac:chgData name="Li, Cong" userId="025630f4-267e-4cb3-8cd5-8795177f99f4" providerId="ADAL" clId="{929A2CC8-B112-421C-81E2-D5D63B23E300}" dt="2026-10-24T09:34:06.636" v="75937" actId="688"/>
          <ac:spMkLst>
            <pc:docMk/>
            <pc:sldMk cId="2278926780" sldId="687"/>
            <ac:spMk id="12" creationId="{B84340B5-55E7-C174-1254-94F678DC67C9}"/>
          </ac:spMkLst>
        </pc:spChg>
        <pc:spChg chg="mod">
          <ac:chgData name="Li, Cong" userId="025630f4-267e-4cb3-8cd5-8795177f99f4" providerId="ADAL" clId="{929A2CC8-B112-421C-81E2-D5D63B23E300}" dt="2026-10-24T09:34:45.373" v="76024" actId="20577"/>
          <ac:spMkLst>
            <pc:docMk/>
            <pc:sldMk cId="2278926780" sldId="687"/>
            <ac:spMk id="13" creationId="{39186A07-C8F9-3A3B-F50F-3CC1EBF469EB}"/>
          </ac:spMkLst>
        </pc:spChg>
      </pc:sldChg>
      <pc:sldChg chg="modSp add mod modAnim">
        <pc:chgData name="Li, Cong" userId="025630f4-267e-4cb3-8cd5-8795177f99f4" providerId="ADAL" clId="{929A2CC8-B112-421C-81E2-D5D63B23E300}" dt="2026-10-24T10:48:31.274" v="78107" actId="20577"/>
        <pc:sldMkLst>
          <pc:docMk/>
          <pc:sldMk cId="2927516807" sldId="688"/>
        </pc:sldMkLst>
        <pc:spChg chg="mod">
          <ac:chgData name="Li, Cong" userId="025630f4-267e-4cb3-8cd5-8795177f99f4" providerId="ADAL" clId="{929A2CC8-B112-421C-81E2-D5D63B23E300}" dt="2026-10-24T09:43:36.515" v="76283" actId="20577"/>
          <ac:spMkLst>
            <pc:docMk/>
            <pc:sldMk cId="2927516807" sldId="688"/>
            <ac:spMk id="2" creationId="{1A71CFCE-96DD-EC19-50BE-4A5DACBD7277}"/>
          </ac:spMkLst>
        </pc:spChg>
        <pc:spChg chg="mod">
          <ac:chgData name="Li, Cong" userId="025630f4-267e-4cb3-8cd5-8795177f99f4" providerId="ADAL" clId="{929A2CC8-B112-421C-81E2-D5D63B23E300}" dt="2026-10-24T10:48:31.274" v="78107" actId="20577"/>
          <ac:spMkLst>
            <pc:docMk/>
            <pc:sldMk cId="2927516807" sldId="688"/>
            <ac:spMk id="4" creationId="{C7F78BA4-8F11-0977-3AC3-C75FFD269C60}"/>
          </ac:spMkLst>
        </pc:spChg>
      </pc:sldChg>
      <pc:sldChg chg="add del">
        <pc:chgData name="Li, Cong" userId="025630f4-267e-4cb3-8cd5-8795177f99f4" providerId="ADAL" clId="{929A2CC8-B112-421C-81E2-D5D63B23E300}" dt="2026-10-24T09:34:58.246" v="76027"/>
        <pc:sldMkLst>
          <pc:docMk/>
          <pc:sldMk cId="4168966036" sldId="688"/>
        </pc:sldMkLst>
      </pc:sldChg>
      <pc:sldChg chg="modSp add mod modAnim">
        <pc:chgData name="Li, Cong" userId="025630f4-267e-4cb3-8cd5-8795177f99f4" providerId="ADAL" clId="{929A2CC8-B112-421C-81E2-D5D63B23E300}" dt="2026-10-24T10:18:09.716" v="77450" actId="20577"/>
        <pc:sldMkLst>
          <pc:docMk/>
          <pc:sldMk cId="3775875382" sldId="689"/>
        </pc:sldMkLst>
        <pc:spChg chg="mod">
          <ac:chgData name="Li, Cong" userId="025630f4-267e-4cb3-8cd5-8795177f99f4" providerId="ADAL" clId="{929A2CC8-B112-421C-81E2-D5D63B23E300}" dt="2026-10-24T10:00:50.637" v="77148" actId="20577"/>
          <ac:spMkLst>
            <pc:docMk/>
            <pc:sldMk cId="3775875382" sldId="689"/>
            <ac:spMk id="2" creationId="{EDB4FEC1-6784-C694-A862-2D5CFC296CBC}"/>
          </ac:spMkLst>
        </pc:spChg>
        <pc:spChg chg="mod">
          <ac:chgData name="Li, Cong" userId="025630f4-267e-4cb3-8cd5-8795177f99f4" providerId="ADAL" clId="{929A2CC8-B112-421C-81E2-D5D63B23E300}" dt="2026-10-24T10:12:40.548" v="77429" actId="1076"/>
          <ac:spMkLst>
            <pc:docMk/>
            <pc:sldMk cId="3775875382" sldId="689"/>
            <ac:spMk id="3" creationId="{D2CD213C-4D53-ED5E-431C-FAFCE8E366E4}"/>
          </ac:spMkLst>
        </pc:spChg>
        <pc:spChg chg="mod">
          <ac:chgData name="Li, Cong" userId="025630f4-267e-4cb3-8cd5-8795177f99f4" providerId="ADAL" clId="{929A2CC8-B112-421C-81E2-D5D63B23E300}" dt="2026-10-24T10:18:09.716" v="77450" actId="20577"/>
          <ac:spMkLst>
            <pc:docMk/>
            <pc:sldMk cId="3775875382" sldId="689"/>
            <ac:spMk id="4" creationId="{18D70942-4811-87D3-FC0B-4EFB4A21EEF9}"/>
          </ac:spMkLst>
        </pc:spChg>
        <pc:spChg chg="mod">
          <ac:chgData name="Li, Cong" userId="025630f4-267e-4cb3-8cd5-8795177f99f4" providerId="ADAL" clId="{929A2CC8-B112-421C-81E2-D5D63B23E300}" dt="2026-10-24T09:58:52.488" v="77118" actId="1076"/>
          <ac:spMkLst>
            <pc:docMk/>
            <pc:sldMk cId="3775875382" sldId="689"/>
            <ac:spMk id="10" creationId="{830A840A-AA37-D3C5-2B62-BB1AD66FF11D}"/>
          </ac:spMkLst>
        </pc:spChg>
      </pc:sldChg>
      <pc:sldChg chg="addSp delSp modSp add mod modAnim">
        <pc:chgData name="Li, Cong" userId="025630f4-267e-4cb3-8cd5-8795177f99f4" providerId="ADAL" clId="{929A2CC8-B112-421C-81E2-D5D63B23E300}" dt="2026-10-24T10:27:00.787" v="78008" actId="1038"/>
        <pc:sldMkLst>
          <pc:docMk/>
          <pc:sldMk cId="1837258851" sldId="690"/>
        </pc:sldMkLst>
        <pc:spChg chg="mod">
          <ac:chgData name="Li, Cong" userId="025630f4-267e-4cb3-8cd5-8795177f99f4" providerId="ADAL" clId="{929A2CC8-B112-421C-81E2-D5D63B23E300}" dt="2026-10-24T10:19:56.357" v="77483" actId="20577"/>
          <ac:spMkLst>
            <pc:docMk/>
            <pc:sldMk cId="1837258851" sldId="690"/>
            <ac:spMk id="2" creationId="{49D20778-020C-FB00-1FC5-DB886EC1326F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13" creationId="{F1064E87-4C38-5B82-0398-95F3E4D5C9B7}"/>
          </ac:spMkLst>
        </pc:spChg>
        <pc:spChg chg="mod">
          <ac:chgData name="Li, Cong" userId="025630f4-267e-4cb3-8cd5-8795177f99f4" providerId="ADAL" clId="{929A2CC8-B112-421C-81E2-D5D63B23E300}" dt="2026-10-24T10:25:13.021" v="77790" actId="1036"/>
          <ac:spMkLst>
            <pc:docMk/>
            <pc:sldMk cId="1837258851" sldId="690"/>
            <ac:spMk id="14" creationId="{DCC21BA2-1828-9475-A6C7-AF26B9673428}"/>
          </ac:spMkLst>
        </pc:spChg>
        <pc:spChg chg="mod">
          <ac:chgData name="Li, Cong" userId="025630f4-267e-4cb3-8cd5-8795177f99f4" providerId="ADAL" clId="{929A2CC8-B112-421C-81E2-D5D63B23E300}" dt="2026-10-24T10:25:13.021" v="77790" actId="1036"/>
          <ac:spMkLst>
            <pc:docMk/>
            <pc:sldMk cId="1837258851" sldId="690"/>
            <ac:spMk id="15" creationId="{4DF2436B-A92B-8AEA-D996-1440C568CD1B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17" creationId="{84ADA341-940E-CAA9-AD87-5FCDDFFCE366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18" creationId="{880E2997-E502-5004-E7FA-0B3A4B0197BE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19" creationId="{B44C4C05-ADDF-CCC8-8C4D-32CB7C5ABB56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0" creationId="{028D0882-DC74-EF5B-5B53-3A449687090C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1" creationId="{206D1DAF-A3C1-6797-6B7F-4DBCD4A8CAE0}"/>
          </ac:spMkLst>
        </pc:spChg>
        <pc:spChg chg="mod">
          <ac:chgData name="Li, Cong" userId="025630f4-267e-4cb3-8cd5-8795177f99f4" providerId="ADAL" clId="{929A2CC8-B112-421C-81E2-D5D63B23E300}" dt="2026-10-24T10:25:13.021" v="77790" actId="1036"/>
          <ac:spMkLst>
            <pc:docMk/>
            <pc:sldMk cId="1837258851" sldId="690"/>
            <ac:spMk id="22" creationId="{186EC471-AB83-0CAD-3798-37B583AED543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3" creationId="{379FFE28-D163-6CCC-6FB2-904561FE73FE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4" creationId="{95A03556-EB8A-F07F-E7E6-600BBA79C7B7}"/>
          </ac:spMkLst>
        </pc:spChg>
        <pc:spChg chg="mod">
          <ac:chgData name="Li, Cong" userId="025630f4-267e-4cb3-8cd5-8795177f99f4" providerId="ADAL" clId="{929A2CC8-B112-421C-81E2-D5D63B23E300}" dt="2026-10-24T10:25:13.021" v="77790" actId="1036"/>
          <ac:spMkLst>
            <pc:docMk/>
            <pc:sldMk cId="1837258851" sldId="690"/>
            <ac:spMk id="26" creationId="{935BC190-8BF9-4EAA-7B9D-BE1B523C52D4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7" creationId="{6E9032B6-B9CF-65B7-B8B5-EFBB81CAAF89}"/>
          </ac:spMkLst>
        </pc:spChg>
        <pc:spChg chg="mod">
          <ac:chgData name="Li, Cong" userId="025630f4-267e-4cb3-8cd5-8795177f99f4" providerId="ADAL" clId="{929A2CC8-B112-421C-81E2-D5D63B23E300}" dt="2026-10-24T10:25:13.021" v="77790" actId="1036"/>
          <ac:spMkLst>
            <pc:docMk/>
            <pc:sldMk cId="1837258851" sldId="690"/>
            <ac:spMk id="28" creationId="{702EFE02-4831-CECB-F1FC-EF4BF93ED94F}"/>
          </ac:spMkLst>
        </pc:spChg>
        <pc:spChg chg="mod">
          <ac:chgData name="Li, Cong" userId="025630f4-267e-4cb3-8cd5-8795177f99f4" providerId="ADAL" clId="{929A2CC8-B112-421C-81E2-D5D63B23E300}" dt="2026-10-24T10:25:17.521" v="77797" actId="1037"/>
          <ac:spMkLst>
            <pc:docMk/>
            <pc:sldMk cId="1837258851" sldId="690"/>
            <ac:spMk id="29" creationId="{2C7762D4-C919-0EBE-464A-B48585D8C60C}"/>
          </ac:spMkLst>
        </pc:spChg>
        <pc:spChg chg="del mod">
          <ac:chgData name="Li, Cong" userId="025630f4-267e-4cb3-8cd5-8795177f99f4" providerId="ADAL" clId="{929A2CC8-B112-421C-81E2-D5D63B23E300}" dt="2026-10-24T10:20:20.080" v="77511" actId="478"/>
          <ac:spMkLst>
            <pc:docMk/>
            <pc:sldMk cId="1837258851" sldId="690"/>
            <ac:spMk id="30" creationId="{2F8DC51D-C66E-25C6-6F15-AE4C0AB5E8DC}"/>
          </ac:spMkLst>
        </pc:spChg>
        <pc:spChg chg="del">
          <ac:chgData name="Li, Cong" userId="025630f4-267e-4cb3-8cd5-8795177f99f4" providerId="ADAL" clId="{929A2CC8-B112-421C-81E2-D5D63B23E300}" dt="2026-10-24T10:20:20.080" v="77511" actId="478"/>
          <ac:spMkLst>
            <pc:docMk/>
            <pc:sldMk cId="1837258851" sldId="690"/>
            <ac:spMk id="31" creationId="{B2A480FA-3DDE-A2DC-1CE3-8AEBCD969E00}"/>
          </ac:spMkLst>
        </pc:spChg>
        <pc:spChg chg="add mod">
          <ac:chgData name="Li, Cong" userId="025630f4-267e-4cb3-8cd5-8795177f99f4" providerId="ADAL" clId="{929A2CC8-B112-421C-81E2-D5D63B23E300}" dt="2026-10-24T10:25:22.019" v="77798" actId="1076"/>
          <ac:spMkLst>
            <pc:docMk/>
            <pc:sldMk cId="1837258851" sldId="690"/>
            <ac:spMk id="99" creationId="{7CD52261-5B4C-B1C1-C360-9AB52B35046D}"/>
          </ac:spMkLst>
        </pc:spChg>
        <pc:spChg chg="add mod">
          <ac:chgData name="Li, Cong" userId="025630f4-267e-4cb3-8cd5-8795177f99f4" providerId="ADAL" clId="{929A2CC8-B112-421C-81E2-D5D63B23E300}" dt="2026-10-24T10:26:02.034" v="77979" actId="20577"/>
          <ac:spMkLst>
            <pc:docMk/>
            <pc:sldMk cId="1837258851" sldId="690"/>
            <ac:spMk id="100" creationId="{8FFDD25C-EECD-642D-3B6A-981075E28EF4}"/>
          </ac:spMkLst>
        </pc:spChg>
        <pc:spChg chg="del mod">
          <ac:chgData name="Li, Cong" userId="025630f4-267e-4cb3-8cd5-8795177f99f4" providerId="ADAL" clId="{929A2CC8-B112-421C-81E2-D5D63B23E300}" dt="2026-10-24T10:20:20.080" v="77511" actId="478"/>
          <ac:spMkLst>
            <pc:docMk/>
            <pc:sldMk cId="1837258851" sldId="690"/>
            <ac:spMk id="105" creationId="{D3ACF43A-8100-2D3F-6FF8-3BFEF9EE1A29}"/>
          </ac:spMkLst>
        </pc:spChg>
        <pc:spChg chg="del">
          <ac:chgData name="Li, Cong" userId="025630f4-267e-4cb3-8cd5-8795177f99f4" providerId="ADAL" clId="{929A2CC8-B112-421C-81E2-D5D63B23E300}" dt="2026-10-24T10:20:22.491" v="77512" actId="478"/>
          <ac:spMkLst>
            <pc:docMk/>
            <pc:sldMk cId="1837258851" sldId="690"/>
            <ac:spMk id="106" creationId="{3251FE6F-81EB-2641-301A-58E0EE23B747}"/>
          </ac:spMkLst>
        </pc:spChg>
        <pc:spChg chg="del">
          <ac:chgData name="Li, Cong" userId="025630f4-267e-4cb3-8cd5-8795177f99f4" providerId="ADAL" clId="{929A2CC8-B112-421C-81E2-D5D63B23E300}" dt="2026-10-24T10:20:22.491" v="77512" actId="478"/>
          <ac:spMkLst>
            <pc:docMk/>
            <pc:sldMk cId="1837258851" sldId="690"/>
            <ac:spMk id="107" creationId="{ECFA7573-C5EF-871D-C3BB-B552C8B21AE8}"/>
          </ac:spMkLst>
        </pc:spChg>
        <pc:spChg chg="del">
          <ac:chgData name="Li, Cong" userId="025630f4-267e-4cb3-8cd5-8795177f99f4" providerId="ADAL" clId="{929A2CC8-B112-421C-81E2-D5D63B23E300}" dt="2026-10-24T10:20:22.491" v="77512" actId="478"/>
          <ac:spMkLst>
            <pc:docMk/>
            <pc:sldMk cId="1837258851" sldId="690"/>
            <ac:spMk id="108" creationId="{406850B3-A7E8-92AD-9B0B-0911E68C5D83}"/>
          </ac:spMkLst>
        </pc:spChg>
        <pc:spChg chg="del">
          <ac:chgData name="Li, Cong" userId="025630f4-267e-4cb3-8cd5-8795177f99f4" providerId="ADAL" clId="{929A2CC8-B112-421C-81E2-D5D63B23E300}" dt="2026-10-24T10:20:22.491" v="77512" actId="478"/>
          <ac:spMkLst>
            <pc:docMk/>
            <pc:sldMk cId="1837258851" sldId="690"/>
            <ac:spMk id="109" creationId="{4D71379E-D88E-F500-2664-10D4143F9D01}"/>
          </ac:spMkLst>
        </pc:spChg>
        <pc:spChg chg="add mod">
          <ac:chgData name="Li, Cong" userId="025630f4-267e-4cb3-8cd5-8795177f99f4" providerId="ADAL" clId="{929A2CC8-B112-421C-81E2-D5D63B23E300}" dt="2026-10-24T10:26:15.870" v="77981" actId="1076"/>
          <ac:spMkLst>
            <pc:docMk/>
            <pc:sldMk cId="1837258851" sldId="690"/>
            <ac:spMk id="116" creationId="{08C9D3B8-5506-3058-BD30-362206215E2C}"/>
          </ac:spMkLst>
        </pc:spChg>
        <pc:spChg chg="del">
          <ac:chgData name="Li, Cong" userId="025630f4-267e-4cb3-8cd5-8795177f99f4" providerId="ADAL" clId="{929A2CC8-B112-421C-81E2-D5D63B23E300}" dt="2026-10-24T10:20:09.029" v="77484" actId="478"/>
          <ac:spMkLst>
            <pc:docMk/>
            <pc:sldMk cId="1837258851" sldId="690"/>
            <ac:spMk id="117" creationId="{C53AF7D3-8052-58C8-E2AB-2E66E25A5C71}"/>
          </ac:spMkLst>
        </pc:spChg>
        <pc:spChg chg="add mod">
          <ac:chgData name="Li, Cong" userId="025630f4-267e-4cb3-8cd5-8795177f99f4" providerId="ADAL" clId="{929A2CC8-B112-421C-81E2-D5D63B23E300}" dt="2026-10-24T10:26:15.870" v="77981" actId="1076"/>
          <ac:spMkLst>
            <pc:docMk/>
            <pc:sldMk cId="1837258851" sldId="690"/>
            <ac:spMk id="119" creationId="{4F8DD67D-4056-FD23-7131-BD957859C7B9}"/>
          </ac:spMkLst>
        </pc:spChg>
        <pc:spChg chg="add mod">
          <ac:chgData name="Li, Cong" userId="025630f4-267e-4cb3-8cd5-8795177f99f4" providerId="ADAL" clId="{929A2CC8-B112-421C-81E2-D5D63B23E300}" dt="2026-10-24T10:26:15.870" v="77981" actId="1076"/>
          <ac:spMkLst>
            <pc:docMk/>
            <pc:sldMk cId="1837258851" sldId="690"/>
            <ac:spMk id="121" creationId="{5904BF54-E0D6-C759-59E1-AAAFD48CEADF}"/>
          </ac:spMkLst>
        </pc:spChg>
        <pc:spChg chg="add mod">
          <ac:chgData name="Li, Cong" userId="025630f4-267e-4cb3-8cd5-8795177f99f4" providerId="ADAL" clId="{929A2CC8-B112-421C-81E2-D5D63B23E300}" dt="2026-10-24T10:26:32.174" v="77983" actId="1076"/>
          <ac:spMkLst>
            <pc:docMk/>
            <pc:sldMk cId="1837258851" sldId="690"/>
            <ac:spMk id="123" creationId="{70EDFCED-BBF5-4605-5EAE-39FC0DCE75C4}"/>
          </ac:spMkLst>
        </pc:spChg>
        <pc:spChg chg="add mod">
          <ac:chgData name="Li, Cong" userId="025630f4-267e-4cb3-8cd5-8795177f99f4" providerId="ADAL" clId="{929A2CC8-B112-421C-81E2-D5D63B23E300}" dt="2026-10-24T10:26:32.174" v="77983" actId="1076"/>
          <ac:spMkLst>
            <pc:docMk/>
            <pc:sldMk cId="1837258851" sldId="690"/>
            <ac:spMk id="125" creationId="{956CDC2C-2F2F-CD29-6023-BB6AE4D27941}"/>
          </ac:spMkLst>
        </pc:spChg>
        <pc:spChg chg="add mod">
          <ac:chgData name="Li, Cong" userId="025630f4-267e-4cb3-8cd5-8795177f99f4" providerId="ADAL" clId="{929A2CC8-B112-421C-81E2-D5D63B23E300}" dt="2026-10-24T10:26:32.174" v="77983" actId="1076"/>
          <ac:spMkLst>
            <pc:docMk/>
            <pc:sldMk cId="1837258851" sldId="690"/>
            <ac:spMk id="127" creationId="{89F4BBDA-A094-25E7-9BD7-2DC90D2CBF45}"/>
          </ac:spMkLst>
        </pc:spChg>
        <pc:spChg chg="add del mod">
          <ac:chgData name="Li, Cong" userId="025630f4-267e-4cb3-8cd5-8795177f99f4" providerId="ADAL" clId="{929A2CC8-B112-421C-81E2-D5D63B23E300}" dt="2026-10-24T10:26:37.668" v="77987" actId="22"/>
          <ac:spMkLst>
            <pc:docMk/>
            <pc:sldMk cId="1837258851" sldId="690"/>
            <ac:spMk id="129" creationId="{264BFD79-A380-CF81-FF00-8026F9E5A99B}"/>
          </ac:spMkLst>
        </pc:spChg>
        <pc:spChg chg="add mod">
          <ac:chgData name="Li, Cong" userId="025630f4-267e-4cb3-8cd5-8795177f99f4" providerId="ADAL" clId="{929A2CC8-B112-421C-81E2-D5D63B23E300}" dt="2026-10-24T10:26:44.877" v="77989" actId="1076"/>
          <ac:spMkLst>
            <pc:docMk/>
            <pc:sldMk cId="1837258851" sldId="690"/>
            <ac:spMk id="131" creationId="{15153220-72DB-7D5B-C28E-63C8BD91D02D}"/>
          </ac:spMkLst>
        </pc:spChg>
        <pc:spChg chg="add del">
          <ac:chgData name="Li, Cong" userId="025630f4-267e-4cb3-8cd5-8795177f99f4" providerId="ADAL" clId="{929A2CC8-B112-421C-81E2-D5D63B23E300}" dt="2026-10-24T10:26:48.032" v="77991" actId="22"/>
          <ac:spMkLst>
            <pc:docMk/>
            <pc:sldMk cId="1837258851" sldId="690"/>
            <ac:spMk id="133" creationId="{4668BD59-F6ED-43FA-8846-293178BF6C4C}"/>
          </ac:spMkLst>
        </pc:spChg>
        <pc:cxnChg chg="add mod">
          <ac:chgData name="Li, Cong" userId="025630f4-267e-4cb3-8cd5-8795177f99f4" providerId="ADAL" clId="{929A2CC8-B112-421C-81E2-D5D63B23E300}" dt="2026-10-24T10:20:47.267" v="77519" actId="1036"/>
          <ac:cxnSpMkLst>
            <pc:docMk/>
            <pc:sldMk cId="1837258851" sldId="690"/>
            <ac:cxnSpMk id="11" creationId="{ED7FC8D6-6300-DEE7-2D94-DF95A5AA8EF2}"/>
          </ac:cxnSpMkLst>
        </pc:cxnChg>
        <pc:cxnChg chg="add mod">
          <ac:chgData name="Li, Cong" userId="025630f4-267e-4cb3-8cd5-8795177f99f4" providerId="ADAL" clId="{929A2CC8-B112-421C-81E2-D5D63B23E300}" dt="2026-10-24T10:20:49.666" v="77520" actId="1035"/>
          <ac:cxnSpMkLst>
            <pc:docMk/>
            <pc:sldMk cId="1837258851" sldId="690"/>
            <ac:cxnSpMk id="86" creationId="{A130A04C-AB71-6600-9C20-9BC1205156CB}"/>
          </ac:cxnSpMkLst>
        </pc:cxnChg>
        <pc:cxnChg chg="add mod">
          <ac:chgData name="Li, Cong" userId="025630f4-267e-4cb3-8cd5-8795177f99f4" providerId="ADAL" clId="{929A2CC8-B112-421C-81E2-D5D63B23E300}" dt="2026-10-24T10:27:00.787" v="78008" actId="1038"/>
          <ac:cxnSpMkLst>
            <pc:docMk/>
            <pc:sldMk cId="1837258851" sldId="690"/>
            <ac:cxnSpMk id="134" creationId="{FF8922FB-CCCA-EDA7-8AD5-43406E2807DE}"/>
          </ac:cxnSpMkLst>
        </pc:cxnChg>
      </pc:sldChg>
      <pc:sldChg chg="add modAnim">
        <pc:chgData name="Li, Cong" userId="025630f4-267e-4cb3-8cd5-8795177f99f4" providerId="ADAL" clId="{929A2CC8-B112-421C-81E2-D5D63B23E300}" dt="2026-10-24T10:23:14.927" v="77672"/>
        <pc:sldMkLst>
          <pc:docMk/>
          <pc:sldMk cId="2664850137" sldId="69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52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9" Type="http://schemas.openxmlformats.org/officeDocument/2006/relationships/image" Target="../media/image42.png"/><Relationship Id="rId21" Type="http://schemas.openxmlformats.org/officeDocument/2006/relationships/image" Target="../media/image24.png"/><Relationship Id="rId34" Type="http://schemas.openxmlformats.org/officeDocument/2006/relationships/image" Target="../media/image37.png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50" Type="http://schemas.openxmlformats.org/officeDocument/2006/relationships/image" Target="../media/image53.png"/><Relationship Id="rId55" Type="http://schemas.openxmlformats.org/officeDocument/2006/relationships/image" Target="../media/image58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9" Type="http://schemas.openxmlformats.org/officeDocument/2006/relationships/image" Target="../media/image32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40" Type="http://schemas.openxmlformats.org/officeDocument/2006/relationships/image" Target="../media/image43.png"/><Relationship Id="rId45" Type="http://schemas.openxmlformats.org/officeDocument/2006/relationships/image" Target="../media/image48.png"/><Relationship Id="rId53" Type="http://schemas.openxmlformats.org/officeDocument/2006/relationships/image" Target="../media/image56.png"/><Relationship Id="rId58" Type="http://schemas.openxmlformats.org/officeDocument/2006/relationships/image" Target="../media/image61.png"/><Relationship Id="rId5" Type="http://schemas.openxmlformats.org/officeDocument/2006/relationships/image" Target="../media/image8.png"/><Relationship Id="rId61" Type="http://schemas.openxmlformats.org/officeDocument/2006/relationships/image" Target="../media/image64.png"/><Relationship Id="rId19" Type="http://schemas.openxmlformats.org/officeDocument/2006/relationships/image" Target="../media/image2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43" Type="http://schemas.openxmlformats.org/officeDocument/2006/relationships/image" Target="../media/image46.png"/><Relationship Id="rId48" Type="http://schemas.openxmlformats.org/officeDocument/2006/relationships/image" Target="../media/image51.png"/><Relationship Id="rId56" Type="http://schemas.openxmlformats.org/officeDocument/2006/relationships/image" Target="../media/image59.png"/><Relationship Id="rId8" Type="http://schemas.openxmlformats.org/officeDocument/2006/relationships/image" Target="../media/image11.png"/><Relationship Id="rId51" Type="http://schemas.openxmlformats.org/officeDocument/2006/relationships/image" Target="../media/image54.png"/><Relationship Id="rId3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46" Type="http://schemas.openxmlformats.org/officeDocument/2006/relationships/image" Target="../media/image49.png"/><Relationship Id="rId59" Type="http://schemas.openxmlformats.org/officeDocument/2006/relationships/image" Target="../media/image62.png"/><Relationship Id="rId20" Type="http://schemas.openxmlformats.org/officeDocument/2006/relationships/image" Target="../media/image23.png"/><Relationship Id="rId41" Type="http://schemas.openxmlformats.org/officeDocument/2006/relationships/image" Target="../media/image44.png"/><Relationship Id="rId54" Type="http://schemas.openxmlformats.org/officeDocument/2006/relationships/image" Target="../media/image57.png"/><Relationship Id="rId6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49" Type="http://schemas.openxmlformats.org/officeDocument/2006/relationships/image" Target="../media/image52.png"/><Relationship Id="rId57" Type="http://schemas.openxmlformats.org/officeDocument/2006/relationships/image" Target="../media/image60.png"/><Relationship Id="rId10" Type="http://schemas.openxmlformats.org/officeDocument/2006/relationships/image" Target="../media/image13.png"/><Relationship Id="rId31" Type="http://schemas.openxmlformats.org/officeDocument/2006/relationships/image" Target="../media/image34.png"/><Relationship Id="rId44" Type="http://schemas.openxmlformats.org/officeDocument/2006/relationships/image" Target="../media/image47.png"/><Relationship Id="rId52" Type="http://schemas.openxmlformats.org/officeDocument/2006/relationships/image" Target="../media/image55.png"/><Relationship Id="rId60" Type="http://schemas.openxmlformats.org/officeDocument/2006/relationships/image" Target="../media/image6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9" Type="http://schemas.openxmlformats.org/officeDocument/2006/relationships/image" Target="../media/image42.png"/><Relationship Id="rId21" Type="http://schemas.openxmlformats.org/officeDocument/2006/relationships/image" Target="../media/image24.png"/><Relationship Id="rId34" Type="http://schemas.openxmlformats.org/officeDocument/2006/relationships/image" Target="../media/image37.png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50" Type="http://schemas.openxmlformats.org/officeDocument/2006/relationships/image" Target="../media/image53.png"/><Relationship Id="rId55" Type="http://schemas.openxmlformats.org/officeDocument/2006/relationships/image" Target="../media/image58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9" Type="http://schemas.openxmlformats.org/officeDocument/2006/relationships/image" Target="../media/image32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40" Type="http://schemas.openxmlformats.org/officeDocument/2006/relationships/image" Target="../media/image43.png"/><Relationship Id="rId45" Type="http://schemas.openxmlformats.org/officeDocument/2006/relationships/image" Target="../media/image48.png"/><Relationship Id="rId53" Type="http://schemas.openxmlformats.org/officeDocument/2006/relationships/image" Target="../media/image56.png"/><Relationship Id="rId58" Type="http://schemas.openxmlformats.org/officeDocument/2006/relationships/image" Target="../media/image61.png"/><Relationship Id="rId5" Type="http://schemas.openxmlformats.org/officeDocument/2006/relationships/image" Target="../media/image8.png"/><Relationship Id="rId61" Type="http://schemas.openxmlformats.org/officeDocument/2006/relationships/image" Target="../media/image64.png"/><Relationship Id="rId19" Type="http://schemas.openxmlformats.org/officeDocument/2006/relationships/image" Target="../media/image2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43" Type="http://schemas.openxmlformats.org/officeDocument/2006/relationships/image" Target="../media/image46.png"/><Relationship Id="rId48" Type="http://schemas.openxmlformats.org/officeDocument/2006/relationships/image" Target="../media/image51.png"/><Relationship Id="rId56" Type="http://schemas.openxmlformats.org/officeDocument/2006/relationships/image" Target="../media/image59.png"/><Relationship Id="rId8" Type="http://schemas.openxmlformats.org/officeDocument/2006/relationships/image" Target="../media/image11.png"/><Relationship Id="rId51" Type="http://schemas.openxmlformats.org/officeDocument/2006/relationships/image" Target="../media/image54.png"/><Relationship Id="rId3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46" Type="http://schemas.openxmlformats.org/officeDocument/2006/relationships/image" Target="../media/image49.png"/><Relationship Id="rId59" Type="http://schemas.openxmlformats.org/officeDocument/2006/relationships/image" Target="../media/image62.png"/><Relationship Id="rId20" Type="http://schemas.openxmlformats.org/officeDocument/2006/relationships/image" Target="../media/image23.png"/><Relationship Id="rId41" Type="http://schemas.openxmlformats.org/officeDocument/2006/relationships/image" Target="../media/image44.png"/><Relationship Id="rId54" Type="http://schemas.openxmlformats.org/officeDocument/2006/relationships/image" Target="../media/image57.png"/><Relationship Id="rId6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49" Type="http://schemas.openxmlformats.org/officeDocument/2006/relationships/image" Target="../media/image52.png"/><Relationship Id="rId57" Type="http://schemas.openxmlformats.org/officeDocument/2006/relationships/image" Target="../media/image60.png"/><Relationship Id="rId10" Type="http://schemas.openxmlformats.org/officeDocument/2006/relationships/image" Target="../media/image13.png"/><Relationship Id="rId31" Type="http://schemas.openxmlformats.org/officeDocument/2006/relationships/image" Target="../media/image34.png"/><Relationship Id="rId44" Type="http://schemas.openxmlformats.org/officeDocument/2006/relationships/image" Target="../media/image47.png"/><Relationship Id="rId52" Type="http://schemas.openxmlformats.org/officeDocument/2006/relationships/image" Target="../media/image55.png"/><Relationship Id="rId60" Type="http://schemas.openxmlformats.org/officeDocument/2006/relationships/image" Target="../media/image6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9" Type="http://schemas.openxmlformats.org/officeDocument/2006/relationships/image" Target="../media/image42.png"/><Relationship Id="rId21" Type="http://schemas.openxmlformats.org/officeDocument/2006/relationships/image" Target="../media/image24.png"/><Relationship Id="rId34" Type="http://schemas.openxmlformats.org/officeDocument/2006/relationships/image" Target="../media/image37.png"/><Relationship Id="rId42" Type="http://schemas.openxmlformats.org/officeDocument/2006/relationships/image" Target="../media/image45.png"/><Relationship Id="rId47" Type="http://schemas.openxmlformats.org/officeDocument/2006/relationships/image" Target="../media/image50.png"/><Relationship Id="rId50" Type="http://schemas.openxmlformats.org/officeDocument/2006/relationships/image" Target="../media/image53.png"/><Relationship Id="rId55" Type="http://schemas.openxmlformats.org/officeDocument/2006/relationships/image" Target="../media/image58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9" Type="http://schemas.openxmlformats.org/officeDocument/2006/relationships/image" Target="../media/image32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37" Type="http://schemas.openxmlformats.org/officeDocument/2006/relationships/image" Target="../media/image40.png"/><Relationship Id="rId40" Type="http://schemas.openxmlformats.org/officeDocument/2006/relationships/image" Target="../media/image43.png"/><Relationship Id="rId45" Type="http://schemas.openxmlformats.org/officeDocument/2006/relationships/image" Target="../media/image48.png"/><Relationship Id="rId53" Type="http://schemas.openxmlformats.org/officeDocument/2006/relationships/image" Target="../media/image56.png"/><Relationship Id="rId58" Type="http://schemas.openxmlformats.org/officeDocument/2006/relationships/image" Target="../media/image61.png"/><Relationship Id="rId5" Type="http://schemas.openxmlformats.org/officeDocument/2006/relationships/image" Target="../media/image8.png"/><Relationship Id="rId61" Type="http://schemas.openxmlformats.org/officeDocument/2006/relationships/image" Target="../media/image64.png"/><Relationship Id="rId19" Type="http://schemas.openxmlformats.org/officeDocument/2006/relationships/image" Target="../media/image2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35" Type="http://schemas.openxmlformats.org/officeDocument/2006/relationships/image" Target="../media/image38.png"/><Relationship Id="rId43" Type="http://schemas.openxmlformats.org/officeDocument/2006/relationships/image" Target="../media/image46.png"/><Relationship Id="rId48" Type="http://schemas.openxmlformats.org/officeDocument/2006/relationships/image" Target="../media/image51.png"/><Relationship Id="rId56" Type="http://schemas.openxmlformats.org/officeDocument/2006/relationships/image" Target="../media/image59.png"/><Relationship Id="rId8" Type="http://schemas.openxmlformats.org/officeDocument/2006/relationships/image" Target="../media/image11.png"/><Relationship Id="rId51" Type="http://schemas.openxmlformats.org/officeDocument/2006/relationships/image" Target="../media/image54.png"/><Relationship Id="rId3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38" Type="http://schemas.openxmlformats.org/officeDocument/2006/relationships/image" Target="../media/image41.png"/><Relationship Id="rId46" Type="http://schemas.openxmlformats.org/officeDocument/2006/relationships/image" Target="../media/image49.png"/><Relationship Id="rId59" Type="http://schemas.openxmlformats.org/officeDocument/2006/relationships/image" Target="../media/image62.png"/><Relationship Id="rId20" Type="http://schemas.openxmlformats.org/officeDocument/2006/relationships/image" Target="../media/image23.png"/><Relationship Id="rId41" Type="http://schemas.openxmlformats.org/officeDocument/2006/relationships/image" Target="../media/image44.png"/><Relationship Id="rId54" Type="http://schemas.openxmlformats.org/officeDocument/2006/relationships/image" Target="../media/image57.png"/><Relationship Id="rId6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36" Type="http://schemas.openxmlformats.org/officeDocument/2006/relationships/image" Target="../media/image39.png"/><Relationship Id="rId49" Type="http://schemas.openxmlformats.org/officeDocument/2006/relationships/image" Target="../media/image52.png"/><Relationship Id="rId57" Type="http://schemas.openxmlformats.org/officeDocument/2006/relationships/image" Target="../media/image60.png"/><Relationship Id="rId10" Type="http://schemas.openxmlformats.org/officeDocument/2006/relationships/image" Target="../media/image13.png"/><Relationship Id="rId31" Type="http://schemas.openxmlformats.org/officeDocument/2006/relationships/image" Target="../media/image34.png"/><Relationship Id="rId44" Type="http://schemas.openxmlformats.org/officeDocument/2006/relationships/image" Target="../media/image47.png"/><Relationship Id="rId52" Type="http://schemas.openxmlformats.org/officeDocument/2006/relationships/image" Target="../media/image55.png"/><Relationship Id="rId60" Type="http://schemas.openxmlformats.org/officeDocument/2006/relationships/image" Target="../media/image6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7.png"/><Relationship Id="rId18" Type="http://schemas.openxmlformats.org/officeDocument/2006/relationships/image" Target="../media/image21.png"/><Relationship Id="rId26" Type="http://schemas.openxmlformats.org/officeDocument/2006/relationships/image" Target="../media/image28.png"/><Relationship Id="rId39" Type="http://schemas.openxmlformats.org/officeDocument/2006/relationships/image" Target="../media/image40.png"/><Relationship Id="rId21" Type="http://schemas.openxmlformats.org/officeDocument/2006/relationships/image" Target="../media/image23.png"/><Relationship Id="rId34" Type="http://schemas.openxmlformats.org/officeDocument/2006/relationships/image" Target="../media/image35.png"/><Relationship Id="rId42" Type="http://schemas.openxmlformats.org/officeDocument/2006/relationships/image" Target="../media/image43.png"/><Relationship Id="rId47" Type="http://schemas.openxmlformats.org/officeDocument/2006/relationships/image" Target="../media/image48.png"/><Relationship Id="rId50" Type="http://schemas.openxmlformats.org/officeDocument/2006/relationships/image" Target="../media/image51.png"/><Relationship Id="rId55" Type="http://schemas.openxmlformats.org/officeDocument/2006/relationships/image" Target="../media/image56.png"/><Relationship Id="rId63" Type="http://schemas.openxmlformats.org/officeDocument/2006/relationships/image" Target="../media/image64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6" Type="http://schemas.openxmlformats.org/officeDocument/2006/relationships/image" Target="../media/image80.png"/><Relationship Id="rId29" Type="http://schemas.openxmlformats.org/officeDocument/2006/relationships/image" Target="../media/image31.png"/><Relationship Id="rId11" Type="http://schemas.openxmlformats.org/officeDocument/2006/relationships/image" Target="../media/image75.png"/><Relationship Id="rId24" Type="http://schemas.openxmlformats.org/officeDocument/2006/relationships/image" Target="../media/image26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1.png"/><Relationship Id="rId45" Type="http://schemas.openxmlformats.org/officeDocument/2006/relationships/image" Target="../media/image46.png"/><Relationship Id="rId53" Type="http://schemas.openxmlformats.org/officeDocument/2006/relationships/image" Target="../media/image54.png"/><Relationship Id="rId58" Type="http://schemas.openxmlformats.org/officeDocument/2006/relationships/image" Target="../media/image59.png"/><Relationship Id="rId5" Type="http://schemas.openxmlformats.org/officeDocument/2006/relationships/image" Target="../media/image69.png"/><Relationship Id="rId61" Type="http://schemas.openxmlformats.org/officeDocument/2006/relationships/image" Target="../media/image62.png"/><Relationship Id="rId19" Type="http://schemas.openxmlformats.org/officeDocument/2006/relationships/image" Target="../media/image22.png"/><Relationship Id="rId14" Type="http://schemas.openxmlformats.org/officeDocument/2006/relationships/image" Target="../media/image78.pn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Relationship Id="rId35" Type="http://schemas.openxmlformats.org/officeDocument/2006/relationships/image" Target="../media/image36.png"/><Relationship Id="rId43" Type="http://schemas.openxmlformats.org/officeDocument/2006/relationships/image" Target="../media/image44.png"/><Relationship Id="rId48" Type="http://schemas.openxmlformats.org/officeDocument/2006/relationships/image" Target="../media/image49.png"/><Relationship Id="rId56" Type="http://schemas.openxmlformats.org/officeDocument/2006/relationships/image" Target="../media/image57.png"/><Relationship Id="rId64" Type="http://schemas.openxmlformats.org/officeDocument/2006/relationships/image" Target="../media/image65.png"/><Relationship Id="rId8" Type="http://schemas.openxmlformats.org/officeDocument/2006/relationships/image" Target="../media/image72.png"/><Relationship Id="rId51" Type="http://schemas.openxmlformats.org/officeDocument/2006/relationships/image" Target="../media/image52.png"/><Relationship Id="rId3" Type="http://schemas.openxmlformats.org/officeDocument/2006/relationships/image" Target="../media/image67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5" Type="http://schemas.openxmlformats.org/officeDocument/2006/relationships/image" Target="../media/image27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46" Type="http://schemas.openxmlformats.org/officeDocument/2006/relationships/image" Target="../media/image47.png"/><Relationship Id="rId59" Type="http://schemas.openxmlformats.org/officeDocument/2006/relationships/image" Target="../media/image60.png"/><Relationship Id="rId20" Type="http://schemas.openxmlformats.org/officeDocument/2006/relationships/image" Target="../media/image16.png"/><Relationship Id="rId41" Type="http://schemas.openxmlformats.org/officeDocument/2006/relationships/image" Target="../media/image42.png"/><Relationship Id="rId54" Type="http://schemas.openxmlformats.org/officeDocument/2006/relationships/image" Target="../media/image55.png"/><Relationship Id="rId6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5" Type="http://schemas.openxmlformats.org/officeDocument/2006/relationships/image" Target="../media/image79.pn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36" Type="http://schemas.openxmlformats.org/officeDocument/2006/relationships/image" Target="../media/image37.png"/><Relationship Id="rId49" Type="http://schemas.openxmlformats.org/officeDocument/2006/relationships/image" Target="../media/image50.png"/><Relationship Id="rId57" Type="http://schemas.openxmlformats.org/officeDocument/2006/relationships/image" Target="../media/image58.png"/><Relationship Id="rId10" Type="http://schemas.openxmlformats.org/officeDocument/2006/relationships/image" Target="../media/image74.png"/><Relationship Id="rId31" Type="http://schemas.openxmlformats.org/officeDocument/2006/relationships/image" Target="../media/image14.png"/><Relationship Id="rId44" Type="http://schemas.openxmlformats.org/officeDocument/2006/relationships/image" Target="../media/image45.png"/><Relationship Id="rId52" Type="http://schemas.openxmlformats.org/officeDocument/2006/relationships/image" Target="../media/image53.png"/><Relationship Id="rId60" Type="http://schemas.openxmlformats.org/officeDocument/2006/relationships/image" Target="../media/image61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14512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How Computing Works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Modern Paradigms of Architecture &amp; System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7. Workload Offloading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74423"/>
            <a:ext cx="82296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计算如何运作 </a:t>
            </a:r>
            <a:r>
              <a:rPr lang="en-US" altLang="zh-CN" sz="3600" b="1" kern="0" dirty="0">
                <a:ea typeface="SimSun" panose="02010600030101010101" pitchFamily="2" charset="-122"/>
              </a:rPr>
              <a:t>– </a:t>
            </a:r>
            <a:r>
              <a:rPr lang="zh-CN" altLang="en-US" sz="3600" b="1" kern="0" dirty="0">
                <a:ea typeface="SimSun" panose="02010600030101010101" pitchFamily="2" charset="-122"/>
              </a:rPr>
              <a:t>架构与系统的现代范式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7. </a:t>
            </a:r>
            <a:r>
              <a:rPr lang="zh-CN" altLang="en-US" sz="3600" b="1" kern="0" dirty="0">
                <a:ea typeface="SimSun" panose="02010600030101010101" pitchFamily="2" charset="-122"/>
              </a:rPr>
              <a:t>工作负载分担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2AB1F-340E-C210-D1DA-5BB9F5821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7604A-B762-4EFF-7288-CF8C68ED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Beyond CPU  </a:t>
            </a:r>
            <a:r>
              <a:rPr lang="en-US" altLang="zh-CN" dirty="0" err="1"/>
              <a:t>CPU</a:t>
            </a:r>
            <a:r>
              <a:rPr lang="zh-CN" altLang="en-US"/>
              <a:t>之外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BF9CC28-E1BC-1E9C-DB57-62571AAACC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A2D213-5363-199C-E11A-691EE19F49D8}"/>
              </a:ext>
            </a:extLst>
          </p:cNvPr>
          <p:cNvSpPr txBox="1"/>
          <p:nvPr/>
        </p:nvSpPr>
        <p:spPr>
          <a:xfrm>
            <a:off x="533400" y="17526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We’ve talked a lot about architectures &amp; systems</a:t>
            </a:r>
          </a:p>
          <a:p>
            <a:pPr algn="ctr"/>
            <a:r>
              <a:rPr lang="zh-CN" altLang="en-US" sz="2400" dirty="0"/>
              <a:t>我们已经讨论了很多架构和系统的内容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9CB325-88C4-0F3F-B97D-DC0E0F00364B}"/>
              </a:ext>
            </a:extLst>
          </p:cNvPr>
          <p:cNvSpPr txBox="1"/>
          <p:nvPr/>
        </p:nvSpPr>
        <p:spPr>
          <a:xfrm>
            <a:off x="533400" y="32076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Discussions till now are centered on CPUs</a:t>
            </a:r>
          </a:p>
          <a:p>
            <a:pPr algn="ctr"/>
            <a:r>
              <a:rPr lang="zh-CN" altLang="en-US" sz="2400" dirty="0"/>
              <a:t>讨论是围绕着</a:t>
            </a:r>
            <a:r>
              <a:rPr lang="en-US" altLang="zh-CN" sz="2400" dirty="0"/>
              <a:t>CPU</a:t>
            </a:r>
            <a:r>
              <a:rPr lang="zh-CN" altLang="en-US" sz="2400" dirty="0"/>
              <a:t>展开的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96E36-81C0-9603-0E24-B58A319E9C07}"/>
              </a:ext>
            </a:extLst>
          </p:cNvPr>
          <p:cNvSpPr txBox="1"/>
          <p:nvPr/>
        </p:nvSpPr>
        <p:spPr>
          <a:xfrm>
            <a:off x="533400" y="47244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However, the world is now crazy about AI accelerators</a:t>
            </a:r>
          </a:p>
          <a:p>
            <a:pPr algn="ctr"/>
            <a:r>
              <a:rPr lang="zh-CN" altLang="en-US" sz="2400" dirty="0"/>
              <a:t>然而，现在这个世界都为人工智能加速器疯狂</a:t>
            </a:r>
          </a:p>
        </p:txBody>
      </p:sp>
    </p:spTree>
    <p:extLst>
      <p:ext uri="{BB962C8B-B14F-4D97-AF65-F5344CB8AC3E}">
        <p14:creationId xmlns:p14="http://schemas.microsoft.com/office/powerpoint/2010/main" val="45637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11D36-4311-19D7-7F83-2AC96A001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D62D-7CCD-82F5-18F8-638523FB9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Graphics Processing Unit (GPU)</a:t>
            </a:r>
            <a:br>
              <a:rPr lang="en-US" altLang="zh-CN" dirty="0"/>
            </a:br>
            <a:r>
              <a:rPr lang="zh-CN" altLang="en-US" dirty="0"/>
              <a:t>图形处理器</a:t>
            </a:r>
            <a:r>
              <a:rPr lang="en-US" altLang="zh-CN" dirty="0"/>
              <a:t>(GPU)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EF7395B-0271-40D0-D455-55378EA8D0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396696-DD60-F934-C0C7-C2BDB2D38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52600"/>
            <a:ext cx="7620000" cy="44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2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9C0F5-800E-43F2-5E7D-E67702C1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B159A-C343-6E49-5551-C92679C1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Demand of AI Accelerators  </a:t>
            </a:r>
            <a:br>
              <a:rPr lang="en-US" altLang="zh-CN" dirty="0"/>
            </a:br>
            <a:r>
              <a:rPr lang="en-US" altLang="zh-CN" dirty="0"/>
              <a:t>AI</a:t>
            </a:r>
            <a:r>
              <a:rPr lang="zh-CN" altLang="en-US"/>
              <a:t>加速器的需求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8543D03-535D-7122-F193-D3587DB136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F15A28-1108-17EF-6EE0-10D64F44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84" y="1776676"/>
            <a:ext cx="6921831" cy="412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622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F004-084D-94A7-7C55-502AC66AA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A7FB6-71EC-136F-57BE-E78B3C1C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Accelerator  </a:t>
            </a:r>
            <a:r>
              <a:rPr lang="zh-CN" altLang="en-US" dirty="0"/>
              <a:t>加速器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2B4-94E5-4241-A3DA-2674ACC90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953000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What Accelerators Are </a:t>
            </a:r>
            <a:r>
              <a:rPr lang="zh-CN" altLang="en-US" dirty="0"/>
              <a:t>加速器是什么</a:t>
            </a:r>
            <a:endParaRPr lang="en-US" altLang="zh-CN" dirty="0"/>
          </a:p>
          <a:p>
            <a:pPr lvl="1"/>
            <a:r>
              <a:rPr lang="en-US" altLang="zh-CN" dirty="0"/>
              <a:t>Co-processors working in conjunction w/ CPUs  </a:t>
            </a:r>
            <a:r>
              <a:rPr lang="zh-CN" altLang="en-US" dirty="0"/>
              <a:t>与</a:t>
            </a:r>
            <a:r>
              <a:rPr lang="en-US" altLang="zh-CN" dirty="0"/>
              <a:t>CPU</a:t>
            </a:r>
            <a:r>
              <a:rPr lang="zh-CN" altLang="en-US" dirty="0"/>
              <a:t>一起工作的协助处理器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en-US" altLang="zh-CN" dirty="0"/>
              <a:t>Characteristics  </a:t>
            </a:r>
            <a:r>
              <a:rPr lang="zh-CN" altLang="en-US" dirty="0"/>
              <a:t>特性</a:t>
            </a:r>
            <a:endParaRPr lang="en-US" altLang="zh-CN" dirty="0"/>
          </a:p>
          <a:p>
            <a:pPr lvl="1"/>
            <a:r>
              <a:rPr lang="en-US" altLang="zh-CN" dirty="0"/>
              <a:t>Different architecture  </a:t>
            </a:r>
            <a:r>
              <a:rPr lang="zh-CN" altLang="en-US" dirty="0"/>
              <a:t>架构不同</a:t>
            </a:r>
            <a:endParaRPr lang="en-US" altLang="zh-CN" dirty="0"/>
          </a:p>
          <a:p>
            <a:pPr lvl="1"/>
            <a:r>
              <a:rPr lang="en-US" altLang="zh-CN" dirty="0"/>
              <a:t>Different perf. characteristics  </a:t>
            </a:r>
            <a:br>
              <a:rPr lang="en-US" altLang="zh-CN" dirty="0"/>
            </a:br>
            <a:r>
              <a:rPr lang="zh-CN" altLang="en-US" dirty="0"/>
              <a:t>性能特性不同</a:t>
            </a:r>
            <a:endParaRPr lang="en-US" altLang="zh-CN" dirty="0"/>
          </a:p>
          <a:p>
            <a:pPr lvl="1"/>
            <a:r>
              <a:rPr lang="en-US" altLang="zh-CN" dirty="0"/>
              <a:t>Processing different tasks  </a:t>
            </a:r>
            <a:br>
              <a:rPr lang="en-US" altLang="zh-CN" dirty="0"/>
            </a:br>
            <a:r>
              <a:rPr lang="zh-CN" altLang="en-US" dirty="0"/>
              <a:t>处理不同的任务</a:t>
            </a:r>
            <a:endParaRPr lang="en-US" altLang="zh-CN" dirty="0"/>
          </a:p>
          <a:p>
            <a:pPr lvl="2"/>
            <a:r>
              <a:rPr lang="en-US" altLang="zh-CN" dirty="0"/>
              <a:t>Mostly in a specific domain  </a:t>
            </a:r>
            <a:br>
              <a:rPr lang="en-US" altLang="zh-CN" dirty="0"/>
            </a:br>
            <a:r>
              <a:rPr lang="zh-CN" altLang="en-US" dirty="0"/>
              <a:t>通常来自于一个特定领域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050A50B-8F9F-DC50-6821-F326CB0F00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759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19054-3AF4-E7BD-154B-BE363314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821A-0E31-085E-2D67-F9514AB1B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Workload Offloading  </a:t>
            </a:r>
            <a:br>
              <a:rPr lang="en-US" altLang="zh-CN" dirty="0"/>
            </a:br>
            <a:r>
              <a:rPr lang="zh-CN" altLang="en-US" dirty="0"/>
              <a:t>工作负载分担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C7F7D-5F46-DCBF-56E1-5B54ACB44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CPU Taking Control  CPU</a:t>
            </a:r>
            <a:r>
              <a:rPr lang="zh-CN" altLang="en-US" dirty="0"/>
              <a:t>主控</a:t>
            </a:r>
            <a:endParaRPr lang="en-US" altLang="zh-CN" dirty="0"/>
          </a:p>
          <a:p>
            <a:pPr lvl="1"/>
            <a:r>
              <a:rPr lang="en-US" altLang="zh-CN" dirty="0"/>
              <a:t>Complex control flow  </a:t>
            </a:r>
            <a:r>
              <a:rPr lang="zh-CN" altLang="en-US" dirty="0"/>
              <a:t>复杂的控制流</a:t>
            </a:r>
            <a:endParaRPr lang="en-US" altLang="zh-CN" dirty="0"/>
          </a:p>
          <a:p>
            <a:pPr lvl="1"/>
            <a:r>
              <a:rPr lang="en-US" altLang="zh-CN" dirty="0"/>
              <a:t>General-purpose computing  </a:t>
            </a:r>
            <a:r>
              <a:rPr lang="zh-CN" altLang="en-US" dirty="0"/>
              <a:t>通用计算</a:t>
            </a:r>
            <a:endParaRPr lang="en-US" altLang="zh-CN" dirty="0"/>
          </a:p>
          <a:p>
            <a:r>
              <a:rPr lang="en-US" altLang="zh-CN" dirty="0"/>
              <a:t>Workload Offloading  </a:t>
            </a:r>
            <a:r>
              <a:rPr lang="zh-CN" altLang="en-US" dirty="0"/>
              <a:t>工作负载分担</a:t>
            </a:r>
            <a:endParaRPr lang="en-US" altLang="zh-CN" dirty="0"/>
          </a:p>
          <a:p>
            <a:pPr lvl="1"/>
            <a:r>
              <a:rPr lang="en-US" altLang="zh-CN" dirty="0"/>
              <a:t>Specific tasks offloaded to the right accelerator  </a:t>
            </a:r>
            <a:r>
              <a:rPr lang="zh-CN" altLang="en-US" dirty="0"/>
              <a:t>特定任务由合适的加速器分担</a:t>
            </a:r>
            <a:endParaRPr lang="en-US" altLang="zh-CN" dirty="0"/>
          </a:p>
          <a:p>
            <a:pPr lvl="2"/>
            <a:r>
              <a:rPr lang="en-US" altLang="zh-CN" dirty="0"/>
              <a:t>Processing faster than CPUs  </a:t>
            </a:r>
            <a:r>
              <a:rPr lang="zh-CN" altLang="en-US" dirty="0"/>
              <a:t>比</a:t>
            </a:r>
            <a:r>
              <a:rPr lang="en-US" altLang="zh-CN" dirty="0"/>
              <a:t>CPU</a:t>
            </a:r>
            <a:r>
              <a:rPr lang="zh-CN" altLang="en-US" dirty="0"/>
              <a:t>更快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24E1C8A-A2C1-2D48-6114-10902FCD817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423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20D0-26D8-C04D-E719-B5B28301D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B4D2-A5F7-2767-228B-BEA8FB06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as the Example  </a:t>
            </a:r>
            <a:r>
              <a:rPr lang="zh-CN" altLang="en-US" dirty="0"/>
              <a:t>以</a:t>
            </a:r>
            <a:r>
              <a:rPr lang="en-US" altLang="zh-CN" dirty="0"/>
              <a:t>GPU</a:t>
            </a:r>
            <a:r>
              <a:rPr lang="zh-CN" altLang="en-US" dirty="0"/>
              <a:t>为例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3D13A-D7B1-4264-0D54-837D0B01E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What GPUs Do </a:t>
            </a:r>
            <a:r>
              <a:rPr lang="zh-CN" altLang="en-US" dirty="0"/>
              <a:t> </a:t>
            </a:r>
            <a:r>
              <a:rPr lang="en-US" altLang="zh-CN" dirty="0"/>
              <a:t>GPU</a:t>
            </a:r>
            <a:r>
              <a:rPr lang="zh-CN" altLang="en-US" dirty="0"/>
              <a:t>做什么</a:t>
            </a:r>
            <a:endParaRPr lang="en-US" altLang="zh-CN" dirty="0"/>
          </a:p>
          <a:p>
            <a:pPr lvl="1"/>
            <a:r>
              <a:rPr lang="en-US" altLang="zh-CN" dirty="0"/>
              <a:t>Frame rendering  </a:t>
            </a:r>
            <a:r>
              <a:rPr lang="zh-CN" altLang="en-US" dirty="0"/>
              <a:t>图像帧的绘制</a:t>
            </a:r>
            <a:endParaRPr lang="en-US" altLang="zh-CN" dirty="0"/>
          </a:p>
          <a:p>
            <a:r>
              <a:rPr lang="en-US" altLang="zh-CN" dirty="0"/>
              <a:t>Dominant Scenario in 3D Games  </a:t>
            </a:r>
            <a:br>
              <a:rPr lang="en-US" altLang="zh-CN" dirty="0"/>
            </a:br>
            <a:r>
              <a:rPr lang="en-US" altLang="zh-CN" dirty="0"/>
              <a:t>3D</a:t>
            </a:r>
            <a:r>
              <a:rPr lang="zh-CN" altLang="en-US" dirty="0"/>
              <a:t>游戏中的主流场景</a:t>
            </a:r>
            <a:endParaRPr lang="en-US" altLang="zh-CN" dirty="0"/>
          </a:p>
          <a:p>
            <a:pPr lvl="1"/>
            <a:r>
              <a:rPr lang="en-US" altLang="zh-CN" dirty="0"/>
              <a:t>Projecting complex 3D objects into a 2D frame</a:t>
            </a:r>
            <a:r>
              <a:rPr lang="zh-CN" altLang="en-US" dirty="0"/>
              <a:t>   将复杂</a:t>
            </a:r>
            <a:r>
              <a:rPr lang="en-US" altLang="zh-CN" dirty="0"/>
              <a:t>3</a:t>
            </a:r>
            <a:r>
              <a:rPr lang="zh-CN" altLang="en-US" dirty="0"/>
              <a:t>维物体映射到</a:t>
            </a:r>
            <a:r>
              <a:rPr lang="en-US" altLang="zh-CN" dirty="0"/>
              <a:t>2</a:t>
            </a:r>
            <a:r>
              <a:rPr lang="zh-CN" altLang="en-US" dirty="0"/>
              <a:t>维图像帧中</a:t>
            </a:r>
            <a:endParaRPr lang="en-US" altLang="zh-CN" dirty="0"/>
          </a:p>
          <a:p>
            <a:pPr lvl="1"/>
            <a:r>
              <a:rPr lang="en-US" altLang="zh-CN" dirty="0"/>
              <a:t>Characteristics  </a:t>
            </a:r>
            <a:r>
              <a:rPr lang="zh-CN" altLang="en-US" dirty="0"/>
              <a:t>特性</a:t>
            </a:r>
            <a:endParaRPr lang="en-US" altLang="zh-CN" dirty="0"/>
          </a:p>
          <a:p>
            <a:pPr lvl="2"/>
            <a:r>
              <a:rPr lang="en-US" altLang="zh-CN" dirty="0"/>
              <a:t>Math-intensive  </a:t>
            </a:r>
            <a:r>
              <a:rPr lang="zh-CN" altLang="en-US" dirty="0"/>
              <a:t>密集的数学运算</a:t>
            </a:r>
            <a:endParaRPr lang="en-US" altLang="zh-CN" dirty="0"/>
          </a:p>
          <a:p>
            <a:pPr lvl="2"/>
            <a:r>
              <a:rPr lang="en-US" altLang="zh-CN" dirty="0"/>
              <a:t>Highly parallel  </a:t>
            </a:r>
            <a:r>
              <a:rPr lang="zh-CN" altLang="en-US" dirty="0"/>
              <a:t>高度并行</a:t>
            </a:r>
            <a:r>
              <a:rPr lang="en-US" altLang="zh-CN" dirty="0"/>
              <a:t> 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C11571B-F9FD-B250-53B8-29A3757ADE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111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2354-0C68-F40E-CBC5-829F79FA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E05F-4114-2076-FF99-4CE9B0AAD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Architecture  GPU</a:t>
            </a:r>
            <a:r>
              <a:rPr lang="zh-CN" altLang="en-US" dirty="0"/>
              <a:t>架构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2A67D4-EBC8-CA40-D6BA-968761336B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2F091C-5B68-87CE-D9B9-162486990A6C}"/>
              </a:ext>
            </a:extLst>
          </p:cNvPr>
          <p:cNvSpPr/>
          <p:nvPr/>
        </p:nvSpPr>
        <p:spPr>
          <a:xfrm>
            <a:off x="381000" y="1752600"/>
            <a:ext cx="4495800" cy="441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DE8D57-091D-D101-265C-8C01C0F76965}"/>
              </a:ext>
            </a:extLst>
          </p:cNvPr>
          <p:cNvSpPr/>
          <p:nvPr/>
        </p:nvSpPr>
        <p:spPr>
          <a:xfrm>
            <a:off x="926067" y="2451172"/>
            <a:ext cx="1204661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Compute </a:t>
            </a:r>
            <a:r>
              <a:rPr lang="en-US" altLang="zh-CN" sz="2000" dirty="0"/>
              <a:t>u</a:t>
            </a:r>
            <a:r>
              <a:rPr lang="en-US" sz="2000" dirty="0"/>
              <a:t>nit  </a:t>
            </a:r>
          </a:p>
          <a:p>
            <a:pPr algn="ctr"/>
            <a:r>
              <a:rPr lang="zh-CN" altLang="en-US" sz="2000" dirty="0"/>
              <a:t>计算单元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6FE652-253F-0181-A8CE-72A9EF4E427A}"/>
              </a:ext>
            </a:extLst>
          </p:cNvPr>
          <p:cNvSpPr/>
          <p:nvPr/>
        </p:nvSpPr>
        <p:spPr>
          <a:xfrm>
            <a:off x="2210573" y="2441694"/>
            <a:ext cx="1204662" cy="31165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Global </a:t>
            </a:r>
            <a:r>
              <a:rPr lang="en-US" altLang="zh-CN" sz="2000" dirty="0">
                <a:solidFill>
                  <a:srgbClr val="100D1A"/>
                </a:solidFill>
              </a:rPr>
              <a:t>c</a:t>
            </a:r>
            <a:r>
              <a:rPr lang="en-US" sz="2000" dirty="0">
                <a:solidFill>
                  <a:srgbClr val="100D1A"/>
                </a:solidFill>
              </a:rPr>
              <a:t>ache  </a:t>
            </a:r>
            <a:r>
              <a:rPr lang="zh-CN" altLang="en-US" sz="2000" dirty="0">
                <a:solidFill>
                  <a:srgbClr val="100D1A"/>
                </a:solidFill>
              </a:rPr>
              <a:t>全局缓存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01ACA0-D046-E86C-AB51-FE1DF25D5307}"/>
              </a:ext>
            </a:extLst>
          </p:cNvPr>
          <p:cNvSpPr/>
          <p:nvPr/>
        </p:nvSpPr>
        <p:spPr>
          <a:xfrm>
            <a:off x="483744" y="1875474"/>
            <a:ext cx="4233385" cy="4528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GPU </a:t>
            </a:r>
            <a:r>
              <a:rPr lang="en-US" altLang="zh-CN" sz="2000" dirty="0">
                <a:solidFill>
                  <a:srgbClr val="100D1A"/>
                </a:solidFill>
              </a:rPr>
              <a:t>m</a:t>
            </a:r>
            <a:r>
              <a:rPr lang="en-US" sz="2000" dirty="0">
                <a:solidFill>
                  <a:srgbClr val="100D1A"/>
                </a:solidFill>
              </a:rPr>
              <a:t>emory  GPU</a:t>
            </a:r>
            <a:r>
              <a:rPr lang="zh-CN" altLang="en-US" sz="2000" dirty="0">
                <a:solidFill>
                  <a:srgbClr val="100D1A"/>
                </a:solidFill>
              </a:rPr>
              <a:t>内存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2B6406-14FE-3F4A-F93E-C0FE56884E88}"/>
              </a:ext>
            </a:extLst>
          </p:cNvPr>
          <p:cNvSpPr/>
          <p:nvPr/>
        </p:nvSpPr>
        <p:spPr>
          <a:xfrm rot="16200000">
            <a:off x="-915598" y="3804428"/>
            <a:ext cx="3104957" cy="4026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I/O  </a:t>
            </a:r>
            <a:r>
              <a:rPr lang="zh-CN" altLang="en-US" sz="2000" dirty="0">
                <a:solidFill>
                  <a:srgbClr val="100D1A"/>
                </a:solidFill>
              </a:rPr>
              <a:t>输入输出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A9B152-9073-DB6B-6669-9993E0AC2215}"/>
              </a:ext>
            </a:extLst>
          </p:cNvPr>
          <p:cNvSpPr/>
          <p:nvPr/>
        </p:nvSpPr>
        <p:spPr>
          <a:xfrm>
            <a:off x="3512469" y="2451172"/>
            <a:ext cx="1204661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Compute </a:t>
            </a:r>
            <a:r>
              <a:rPr lang="en-US" altLang="zh-CN" sz="2000" dirty="0"/>
              <a:t>u</a:t>
            </a:r>
            <a:r>
              <a:rPr lang="en-US" sz="2000" dirty="0"/>
              <a:t>nit  </a:t>
            </a:r>
          </a:p>
          <a:p>
            <a:pPr algn="ctr"/>
            <a:r>
              <a:rPr lang="zh-CN" altLang="en-US" sz="2000" dirty="0"/>
              <a:t>计算单元</a:t>
            </a:r>
            <a:endParaRPr lang="en-US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085F2D-C4F3-85DD-94CA-F4974455B624}"/>
              </a:ext>
            </a:extLst>
          </p:cNvPr>
          <p:cNvSpPr/>
          <p:nvPr/>
        </p:nvSpPr>
        <p:spPr>
          <a:xfrm>
            <a:off x="503797" y="5638800"/>
            <a:ext cx="4213331" cy="4528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GPU </a:t>
            </a:r>
            <a:r>
              <a:rPr lang="en-US" altLang="zh-CN" sz="2000" dirty="0">
                <a:solidFill>
                  <a:srgbClr val="100D1A"/>
                </a:solidFill>
              </a:rPr>
              <a:t>m</a:t>
            </a:r>
            <a:r>
              <a:rPr lang="en-US" sz="2000" dirty="0">
                <a:solidFill>
                  <a:srgbClr val="100D1A"/>
                </a:solidFill>
              </a:rPr>
              <a:t>emory  GPU</a:t>
            </a:r>
            <a:r>
              <a:rPr lang="zh-CN" altLang="en-US" sz="2000" dirty="0">
                <a:solidFill>
                  <a:srgbClr val="100D1A"/>
                </a:solidFill>
              </a:rPr>
              <a:t>内存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6FB93-3AEC-627D-87A1-ACA9C8598A4C}"/>
              </a:ext>
            </a:extLst>
          </p:cNvPr>
          <p:cNvSpPr/>
          <p:nvPr/>
        </p:nvSpPr>
        <p:spPr>
          <a:xfrm>
            <a:off x="920710" y="4575295"/>
            <a:ext cx="1204661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Compute </a:t>
            </a:r>
            <a:r>
              <a:rPr lang="en-US" altLang="zh-CN" sz="2000" dirty="0"/>
              <a:t>u</a:t>
            </a:r>
            <a:r>
              <a:rPr lang="en-US" sz="2000" dirty="0"/>
              <a:t>nit  </a:t>
            </a:r>
          </a:p>
          <a:p>
            <a:pPr algn="ctr"/>
            <a:r>
              <a:rPr lang="zh-CN" altLang="en-US" sz="2000" dirty="0"/>
              <a:t>计算单元</a:t>
            </a:r>
            <a:endParaRPr lang="en-US" sz="2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FDD004-468F-FC0B-BC4C-290A7D0479C2}"/>
              </a:ext>
            </a:extLst>
          </p:cNvPr>
          <p:cNvSpPr/>
          <p:nvPr/>
        </p:nvSpPr>
        <p:spPr>
          <a:xfrm>
            <a:off x="3512467" y="4575295"/>
            <a:ext cx="1204661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Compute </a:t>
            </a:r>
            <a:r>
              <a:rPr lang="en-US" altLang="zh-CN" sz="2000" dirty="0"/>
              <a:t>u</a:t>
            </a:r>
            <a:r>
              <a:rPr lang="en-US" sz="2000" dirty="0"/>
              <a:t>nit  </a:t>
            </a:r>
          </a:p>
          <a:p>
            <a:pPr algn="ctr"/>
            <a:r>
              <a:rPr lang="zh-CN" altLang="en-US" sz="2000" dirty="0"/>
              <a:t>计算单元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711A58-3E1E-BDF6-9B88-8ECF932BE8F4}"/>
              </a:ext>
            </a:extLst>
          </p:cNvPr>
          <p:cNvSpPr txBox="1"/>
          <p:nvPr/>
        </p:nvSpPr>
        <p:spPr>
          <a:xfrm>
            <a:off x="1233165" y="3733800"/>
            <a:ext cx="923330" cy="765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2EE079-FFBE-2C3E-ADD5-1E1B8722B499}"/>
              </a:ext>
            </a:extLst>
          </p:cNvPr>
          <p:cNvSpPr txBox="1"/>
          <p:nvPr/>
        </p:nvSpPr>
        <p:spPr>
          <a:xfrm>
            <a:off x="3825882" y="3733800"/>
            <a:ext cx="923330" cy="765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294D00-C802-CEB4-0BB8-6FA32747CF21}"/>
              </a:ext>
            </a:extLst>
          </p:cNvPr>
          <p:cNvSpPr txBox="1"/>
          <p:nvPr/>
        </p:nvSpPr>
        <p:spPr>
          <a:xfrm>
            <a:off x="6104224" y="2808238"/>
            <a:ext cx="29172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Compute, memory, cache, I/O, like a small computer</a:t>
            </a:r>
          </a:p>
          <a:p>
            <a:pPr algn="ctr"/>
            <a:r>
              <a:rPr lang="en-US" altLang="zh-CN" sz="2400" dirty="0"/>
              <a:t> </a:t>
            </a:r>
            <a:r>
              <a:rPr lang="zh-CN" altLang="en-US" sz="2400" dirty="0"/>
              <a:t>计算、内存、缓存、输入输出，象一个小计算机</a:t>
            </a:r>
            <a:endParaRPr lang="en-US" altLang="zh-CN" sz="2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C1AF2F-65EE-23A6-D334-F99ECEEA4698}"/>
              </a:ext>
            </a:extLst>
          </p:cNvPr>
          <p:cNvCxnSpPr>
            <a:cxnSpLocks/>
            <a:stCxn id="29" idx="1"/>
            <a:endCxn id="7" idx="3"/>
          </p:cNvCxnSpPr>
          <p:nvPr/>
        </p:nvCxnSpPr>
        <p:spPr bwMode="auto">
          <a:xfrm flipH="1">
            <a:off x="4876800" y="3962400"/>
            <a:ext cx="12274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51579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D9156-C608-B061-606A-4C509EF8B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7849B-B8A1-1204-8B75-AA3BF76B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Architecture  GPU</a:t>
            </a:r>
            <a:r>
              <a:rPr lang="zh-CN" altLang="en-US" dirty="0"/>
              <a:t>架构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AE67953-867B-17D2-2246-DE5CF370001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7AE76-3E4E-EA61-E150-B9F88EB2A927}"/>
              </a:ext>
            </a:extLst>
          </p:cNvPr>
          <p:cNvSpPr/>
          <p:nvPr/>
        </p:nvSpPr>
        <p:spPr>
          <a:xfrm>
            <a:off x="381000" y="1752600"/>
            <a:ext cx="4495800" cy="441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BA6F70-32C3-A265-7D10-974F7CABF27C}"/>
              </a:ext>
            </a:extLst>
          </p:cNvPr>
          <p:cNvSpPr/>
          <p:nvPr/>
        </p:nvSpPr>
        <p:spPr>
          <a:xfrm>
            <a:off x="926067" y="2451172"/>
            <a:ext cx="1204661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Compute </a:t>
            </a:r>
            <a:r>
              <a:rPr lang="en-US" altLang="zh-CN" sz="2000" dirty="0"/>
              <a:t>u</a:t>
            </a:r>
            <a:r>
              <a:rPr lang="en-US" sz="2000" dirty="0"/>
              <a:t>nit  </a:t>
            </a:r>
          </a:p>
          <a:p>
            <a:pPr algn="ctr"/>
            <a:r>
              <a:rPr lang="zh-CN" altLang="en-US" sz="2000" dirty="0"/>
              <a:t>计算单元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CDF756-AFAB-3A1B-8423-6AA394BABC62}"/>
              </a:ext>
            </a:extLst>
          </p:cNvPr>
          <p:cNvSpPr/>
          <p:nvPr/>
        </p:nvSpPr>
        <p:spPr>
          <a:xfrm>
            <a:off x="2210573" y="2441694"/>
            <a:ext cx="1204662" cy="311653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Global cache  </a:t>
            </a:r>
            <a:r>
              <a:rPr lang="zh-CN" altLang="en-US" sz="2000" dirty="0">
                <a:solidFill>
                  <a:srgbClr val="100D1A"/>
                </a:solidFill>
              </a:rPr>
              <a:t>全局缓存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2169D4-12CE-1078-C9AB-636960A5D424}"/>
              </a:ext>
            </a:extLst>
          </p:cNvPr>
          <p:cNvSpPr/>
          <p:nvPr/>
        </p:nvSpPr>
        <p:spPr>
          <a:xfrm>
            <a:off x="483744" y="1875474"/>
            <a:ext cx="4233385" cy="4528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GPU </a:t>
            </a:r>
            <a:r>
              <a:rPr lang="en-US" altLang="zh-CN" sz="2000" dirty="0">
                <a:solidFill>
                  <a:srgbClr val="100D1A"/>
                </a:solidFill>
              </a:rPr>
              <a:t>m</a:t>
            </a:r>
            <a:r>
              <a:rPr lang="en-US" sz="2000" dirty="0">
                <a:solidFill>
                  <a:srgbClr val="100D1A"/>
                </a:solidFill>
              </a:rPr>
              <a:t>emory  GPU</a:t>
            </a:r>
            <a:r>
              <a:rPr lang="zh-CN" altLang="en-US" sz="2000" dirty="0">
                <a:solidFill>
                  <a:srgbClr val="100D1A"/>
                </a:solidFill>
              </a:rPr>
              <a:t>内存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D70868-A94A-EC37-250C-19CADF6E1F91}"/>
              </a:ext>
            </a:extLst>
          </p:cNvPr>
          <p:cNvSpPr/>
          <p:nvPr/>
        </p:nvSpPr>
        <p:spPr>
          <a:xfrm rot="16200000">
            <a:off x="-915598" y="3804428"/>
            <a:ext cx="3104957" cy="4026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I/O  </a:t>
            </a:r>
            <a:r>
              <a:rPr lang="zh-CN" altLang="en-US" sz="2000" dirty="0">
                <a:solidFill>
                  <a:srgbClr val="100D1A"/>
                </a:solidFill>
              </a:rPr>
              <a:t>输入输出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D9CF1E-BC80-6217-8626-293BAF8B7B83}"/>
              </a:ext>
            </a:extLst>
          </p:cNvPr>
          <p:cNvSpPr/>
          <p:nvPr/>
        </p:nvSpPr>
        <p:spPr>
          <a:xfrm>
            <a:off x="3512469" y="2451172"/>
            <a:ext cx="1204661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Compute </a:t>
            </a:r>
            <a:r>
              <a:rPr lang="en-US" altLang="zh-CN" sz="2000" dirty="0"/>
              <a:t>u</a:t>
            </a:r>
            <a:r>
              <a:rPr lang="en-US" sz="2000" dirty="0"/>
              <a:t>nit  </a:t>
            </a:r>
          </a:p>
          <a:p>
            <a:pPr algn="ctr"/>
            <a:r>
              <a:rPr lang="zh-CN" altLang="en-US" sz="2000" dirty="0"/>
              <a:t>计算单元</a:t>
            </a:r>
            <a:endParaRPr lang="en-US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30E837-26FD-75B2-63E1-5BA929C4FF22}"/>
              </a:ext>
            </a:extLst>
          </p:cNvPr>
          <p:cNvSpPr/>
          <p:nvPr/>
        </p:nvSpPr>
        <p:spPr>
          <a:xfrm>
            <a:off x="503797" y="5638800"/>
            <a:ext cx="4213331" cy="4528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GPU </a:t>
            </a:r>
            <a:r>
              <a:rPr lang="en-US" altLang="zh-CN" sz="2000" dirty="0">
                <a:solidFill>
                  <a:srgbClr val="100D1A"/>
                </a:solidFill>
              </a:rPr>
              <a:t>m</a:t>
            </a:r>
            <a:r>
              <a:rPr lang="en-US" sz="2000" dirty="0">
                <a:solidFill>
                  <a:srgbClr val="100D1A"/>
                </a:solidFill>
              </a:rPr>
              <a:t>emory  GPU</a:t>
            </a:r>
            <a:r>
              <a:rPr lang="zh-CN" altLang="en-US" sz="2000" dirty="0">
                <a:solidFill>
                  <a:srgbClr val="100D1A"/>
                </a:solidFill>
              </a:rPr>
              <a:t>内存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30B9F1-1E31-D3C3-FF35-0CF7E0C2104C}"/>
              </a:ext>
            </a:extLst>
          </p:cNvPr>
          <p:cNvSpPr/>
          <p:nvPr/>
        </p:nvSpPr>
        <p:spPr>
          <a:xfrm>
            <a:off x="920710" y="4575295"/>
            <a:ext cx="1204661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Compute </a:t>
            </a:r>
            <a:r>
              <a:rPr lang="en-US" altLang="zh-CN" sz="2000" dirty="0"/>
              <a:t>u</a:t>
            </a:r>
            <a:r>
              <a:rPr lang="en-US" sz="2000" dirty="0"/>
              <a:t>nit  </a:t>
            </a:r>
          </a:p>
          <a:p>
            <a:pPr algn="ctr"/>
            <a:r>
              <a:rPr lang="zh-CN" altLang="en-US" sz="2000" dirty="0"/>
              <a:t>计算单元</a:t>
            </a:r>
            <a:endParaRPr lang="en-US" sz="2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370261-04F4-0C5D-2537-5A2926563D51}"/>
              </a:ext>
            </a:extLst>
          </p:cNvPr>
          <p:cNvSpPr/>
          <p:nvPr/>
        </p:nvSpPr>
        <p:spPr>
          <a:xfrm>
            <a:off x="3512467" y="4575295"/>
            <a:ext cx="1204661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Compute </a:t>
            </a:r>
            <a:r>
              <a:rPr lang="en-US" altLang="zh-CN" sz="2000" dirty="0"/>
              <a:t>u</a:t>
            </a:r>
            <a:r>
              <a:rPr lang="en-US" sz="2000" dirty="0"/>
              <a:t>nit  </a:t>
            </a:r>
          </a:p>
          <a:p>
            <a:pPr algn="ctr"/>
            <a:r>
              <a:rPr lang="zh-CN" altLang="en-US" sz="2000" dirty="0"/>
              <a:t>计算单元</a:t>
            </a:r>
            <a:endParaRPr lang="en-US" sz="2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C5E84F-A0E3-8B54-C599-873CFFEC7AF7}"/>
              </a:ext>
            </a:extLst>
          </p:cNvPr>
          <p:cNvSpPr txBox="1"/>
          <p:nvPr/>
        </p:nvSpPr>
        <p:spPr>
          <a:xfrm>
            <a:off x="1233165" y="3733800"/>
            <a:ext cx="923330" cy="765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94BC42-3B48-4107-4D8A-95F74772BC4B}"/>
              </a:ext>
            </a:extLst>
          </p:cNvPr>
          <p:cNvSpPr txBox="1"/>
          <p:nvPr/>
        </p:nvSpPr>
        <p:spPr>
          <a:xfrm>
            <a:off x="3825882" y="3733800"/>
            <a:ext cx="923330" cy="765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D2E39E-EE29-F366-20DB-43AE59C35859}"/>
              </a:ext>
            </a:extLst>
          </p:cNvPr>
          <p:cNvSpPr txBox="1"/>
          <p:nvPr/>
        </p:nvSpPr>
        <p:spPr>
          <a:xfrm>
            <a:off x="6104224" y="3362235"/>
            <a:ext cx="29172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Large number of compute units </a:t>
            </a:r>
          </a:p>
          <a:p>
            <a:pPr algn="ctr"/>
            <a:r>
              <a:rPr lang="zh-CN" altLang="en-US" sz="2400" dirty="0"/>
              <a:t>大量的计算单元</a:t>
            </a:r>
            <a:endParaRPr lang="en-US" altLang="zh-CN" sz="2400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A6FD18A-CBEE-872E-694F-262FB55C36FD}"/>
              </a:ext>
            </a:extLst>
          </p:cNvPr>
          <p:cNvCxnSpPr>
            <a:cxnSpLocks/>
            <a:stCxn id="29" idx="1"/>
            <a:endCxn id="19" idx="3"/>
          </p:cNvCxnSpPr>
          <p:nvPr/>
        </p:nvCxnSpPr>
        <p:spPr bwMode="auto">
          <a:xfrm flipH="1" flipV="1">
            <a:off x="4717130" y="2944825"/>
            <a:ext cx="1387094" cy="101757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765939-5456-477A-F192-16F5DC866BC1}"/>
              </a:ext>
            </a:extLst>
          </p:cNvPr>
          <p:cNvCxnSpPr>
            <a:cxnSpLocks/>
            <a:stCxn id="29" idx="1"/>
            <a:endCxn id="25" idx="3"/>
          </p:cNvCxnSpPr>
          <p:nvPr/>
        </p:nvCxnSpPr>
        <p:spPr bwMode="auto">
          <a:xfrm flipH="1">
            <a:off x="4717128" y="3962400"/>
            <a:ext cx="1387096" cy="110654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F98AE7-4196-C3C8-4D38-A9BAA9E7C10C}"/>
              </a:ext>
            </a:extLst>
          </p:cNvPr>
          <p:cNvCxnSpPr>
            <a:cxnSpLocks/>
            <a:stCxn id="29" idx="1"/>
            <a:endCxn id="23" idx="3"/>
          </p:cNvCxnSpPr>
          <p:nvPr/>
        </p:nvCxnSpPr>
        <p:spPr bwMode="auto">
          <a:xfrm flipH="1">
            <a:off x="2125371" y="3962400"/>
            <a:ext cx="3978853" cy="110654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769382-F049-7983-8B2F-9A7CA18433B4}"/>
              </a:ext>
            </a:extLst>
          </p:cNvPr>
          <p:cNvCxnSpPr>
            <a:cxnSpLocks/>
            <a:stCxn id="29" idx="1"/>
          </p:cNvCxnSpPr>
          <p:nvPr/>
        </p:nvCxnSpPr>
        <p:spPr bwMode="auto">
          <a:xfrm flipH="1" flipV="1">
            <a:off x="2152955" y="2885203"/>
            <a:ext cx="3951269" cy="107719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B059FD4-7874-791C-333C-B8C898EE3B02}"/>
              </a:ext>
            </a:extLst>
          </p:cNvPr>
          <p:cNvCxnSpPr>
            <a:cxnSpLocks/>
            <a:stCxn id="29" idx="1"/>
          </p:cNvCxnSpPr>
          <p:nvPr/>
        </p:nvCxnSpPr>
        <p:spPr bwMode="auto">
          <a:xfrm flipH="1">
            <a:off x="1694830" y="3962400"/>
            <a:ext cx="4409394" cy="4304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102104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FC92F-37AF-0ABA-B1AE-28D8AE72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56B1A4EA-09EA-B269-A917-3FF05F3CA969}"/>
              </a:ext>
            </a:extLst>
          </p:cNvPr>
          <p:cNvGrpSpPr/>
          <p:nvPr/>
        </p:nvGrpSpPr>
        <p:grpSpPr>
          <a:xfrm>
            <a:off x="381000" y="1752600"/>
            <a:ext cx="4495800" cy="4419600"/>
            <a:chOff x="381000" y="1752600"/>
            <a:chExt cx="4495800" cy="44196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2D784F-9BEC-23A4-FB1F-503B732C13DC}"/>
                </a:ext>
              </a:extLst>
            </p:cNvPr>
            <p:cNvSpPr/>
            <p:nvPr/>
          </p:nvSpPr>
          <p:spPr>
            <a:xfrm>
              <a:off x="381000" y="1752600"/>
              <a:ext cx="4495800" cy="4419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920D0DC-C47D-577B-5EC6-47EC1EB640F2}"/>
                </a:ext>
              </a:extLst>
            </p:cNvPr>
            <p:cNvSpPr/>
            <p:nvPr/>
          </p:nvSpPr>
          <p:spPr>
            <a:xfrm>
              <a:off x="926067" y="2451172"/>
              <a:ext cx="1204661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Compute </a:t>
              </a:r>
              <a:r>
                <a:rPr lang="en-US" altLang="zh-CN" sz="2000" dirty="0"/>
                <a:t>u</a:t>
              </a:r>
              <a:r>
                <a:rPr lang="en-US" sz="2000" dirty="0"/>
                <a:t>nit  </a:t>
              </a:r>
            </a:p>
            <a:p>
              <a:pPr algn="ctr"/>
              <a:r>
                <a:rPr lang="zh-CN" altLang="en-US" sz="2000" dirty="0"/>
                <a:t>计算单元</a:t>
              </a:r>
              <a:endParaRPr lang="en-US" sz="200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454C59-C3E9-7C26-27C3-FE56AD6F67F6}"/>
                </a:ext>
              </a:extLst>
            </p:cNvPr>
            <p:cNvSpPr/>
            <p:nvPr/>
          </p:nvSpPr>
          <p:spPr>
            <a:xfrm>
              <a:off x="2210573" y="2441694"/>
              <a:ext cx="1204662" cy="311653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100D1A"/>
                  </a:solidFill>
                </a:rPr>
                <a:t>Global cache 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全局缓存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72ECFE8-54BF-2DE4-6E12-4CDB88F2194E}"/>
                </a:ext>
              </a:extLst>
            </p:cNvPr>
            <p:cNvSpPr/>
            <p:nvPr/>
          </p:nvSpPr>
          <p:spPr>
            <a:xfrm>
              <a:off x="483744" y="1875474"/>
              <a:ext cx="4233385" cy="4528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100D1A"/>
                  </a:solidFill>
                </a:rPr>
                <a:t>GPU </a:t>
              </a:r>
              <a:r>
                <a:rPr lang="en-US" altLang="zh-CN" sz="2000" dirty="0">
                  <a:solidFill>
                    <a:srgbClr val="100D1A"/>
                  </a:solidFill>
                </a:rPr>
                <a:t>m</a:t>
              </a:r>
              <a:r>
                <a:rPr lang="en-US" sz="2000" dirty="0">
                  <a:solidFill>
                    <a:srgbClr val="100D1A"/>
                  </a:solidFill>
                </a:rPr>
                <a:t>emory  GPU</a:t>
              </a:r>
              <a:r>
                <a:rPr lang="zh-CN" altLang="en-US" sz="2000" dirty="0">
                  <a:solidFill>
                    <a:srgbClr val="100D1A"/>
                  </a:solidFill>
                </a:rPr>
                <a:t>内存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5D93C9-F8B0-576F-77A3-F420402D4360}"/>
                </a:ext>
              </a:extLst>
            </p:cNvPr>
            <p:cNvSpPr/>
            <p:nvPr/>
          </p:nvSpPr>
          <p:spPr>
            <a:xfrm rot="16200000">
              <a:off x="-915598" y="3804428"/>
              <a:ext cx="3104957" cy="40263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100D1A"/>
                  </a:solidFill>
                </a:rPr>
                <a:t>I/O  </a:t>
              </a:r>
              <a:r>
                <a:rPr lang="zh-CN" altLang="en-US" sz="2000" dirty="0">
                  <a:solidFill>
                    <a:srgbClr val="100D1A"/>
                  </a:solidFill>
                </a:rPr>
                <a:t>输入输出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1FD4AB2-4079-2817-C721-FFE57D962AD8}"/>
                </a:ext>
              </a:extLst>
            </p:cNvPr>
            <p:cNvSpPr/>
            <p:nvPr/>
          </p:nvSpPr>
          <p:spPr>
            <a:xfrm>
              <a:off x="3512469" y="2451172"/>
              <a:ext cx="1204661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Compute </a:t>
              </a:r>
              <a:r>
                <a:rPr lang="en-US" altLang="zh-CN" sz="2000" dirty="0"/>
                <a:t>u</a:t>
              </a:r>
              <a:r>
                <a:rPr lang="en-US" sz="2000" dirty="0"/>
                <a:t>nit  </a:t>
              </a:r>
            </a:p>
            <a:p>
              <a:pPr algn="ctr"/>
              <a:r>
                <a:rPr lang="zh-CN" altLang="en-US" sz="2000" dirty="0"/>
                <a:t>计算单元</a:t>
              </a:r>
              <a:endParaRPr lang="en-US" sz="2000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7B98067-786F-2313-3606-5DCB517DD46C}"/>
                </a:ext>
              </a:extLst>
            </p:cNvPr>
            <p:cNvSpPr/>
            <p:nvPr/>
          </p:nvSpPr>
          <p:spPr>
            <a:xfrm>
              <a:off x="503797" y="5638800"/>
              <a:ext cx="4213331" cy="4528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100D1A"/>
                  </a:solidFill>
                </a:rPr>
                <a:t>GPU </a:t>
              </a:r>
              <a:r>
                <a:rPr lang="en-US" altLang="zh-CN" sz="2000" dirty="0">
                  <a:solidFill>
                    <a:srgbClr val="100D1A"/>
                  </a:solidFill>
                </a:rPr>
                <a:t>m</a:t>
              </a:r>
              <a:r>
                <a:rPr lang="en-US" sz="2000" dirty="0">
                  <a:solidFill>
                    <a:srgbClr val="100D1A"/>
                  </a:solidFill>
                </a:rPr>
                <a:t>emory  GPU</a:t>
              </a:r>
              <a:r>
                <a:rPr lang="zh-CN" altLang="en-US" sz="2000" dirty="0">
                  <a:solidFill>
                    <a:srgbClr val="100D1A"/>
                  </a:solidFill>
                </a:rPr>
                <a:t>内存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1268045-29EF-9F8E-0DC9-FE26818225F6}"/>
                </a:ext>
              </a:extLst>
            </p:cNvPr>
            <p:cNvSpPr/>
            <p:nvPr/>
          </p:nvSpPr>
          <p:spPr>
            <a:xfrm>
              <a:off x="920710" y="4575295"/>
              <a:ext cx="1204661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Compute </a:t>
              </a:r>
              <a:r>
                <a:rPr lang="en-US" altLang="zh-CN" sz="2000" dirty="0"/>
                <a:t>u</a:t>
              </a:r>
              <a:r>
                <a:rPr lang="en-US" sz="2000" dirty="0"/>
                <a:t>nit  </a:t>
              </a:r>
            </a:p>
            <a:p>
              <a:pPr algn="ctr"/>
              <a:r>
                <a:rPr lang="zh-CN" altLang="en-US" sz="2000" dirty="0"/>
                <a:t>计算单元</a:t>
              </a:r>
              <a:endParaRPr lang="en-US" sz="20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21AAD50-7364-D379-F7B5-D34C84D04084}"/>
                </a:ext>
              </a:extLst>
            </p:cNvPr>
            <p:cNvSpPr/>
            <p:nvPr/>
          </p:nvSpPr>
          <p:spPr>
            <a:xfrm>
              <a:off x="3512467" y="4575295"/>
              <a:ext cx="1204661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Compute </a:t>
              </a:r>
              <a:r>
                <a:rPr lang="en-US" altLang="zh-CN" sz="2000" dirty="0"/>
                <a:t>u</a:t>
              </a:r>
              <a:r>
                <a:rPr lang="en-US" sz="2000" dirty="0"/>
                <a:t>nit  </a:t>
              </a:r>
            </a:p>
            <a:p>
              <a:pPr algn="ctr"/>
              <a:r>
                <a:rPr lang="zh-CN" altLang="en-US" sz="2000" dirty="0"/>
                <a:t>计算单元</a:t>
              </a:r>
              <a:endParaRPr lang="en-US" sz="2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993BEA-4AEA-4CDC-A149-402DAE6EFC40}"/>
                </a:ext>
              </a:extLst>
            </p:cNvPr>
            <p:cNvSpPr txBox="1"/>
            <p:nvPr/>
          </p:nvSpPr>
          <p:spPr>
            <a:xfrm>
              <a:off x="1233165" y="3733800"/>
              <a:ext cx="923330" cy="7652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4800" dirty="0"/>
                <a:t>…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390B393-11FA-90CB-4782-CAD501CC976B}"/>
                </a:ext>
              </a:extLst>
            </p:cNvPr>
            <p:cNvSpPr txBox="1"/>
            <p:nvPr/>
          </p:nvSpPr>
          <p:spPr>
            <a:xfrm>
              <a:off x="3825882" y="3733800"/>
              <a:ext cx="923330" cy="7652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4800" dirty="0"/>
                <a:t>…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A037B6A0-1579-72F2-1362-53CF9DC7F2E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108881" y="3424465"/>
              <a:ext cx="2310719" cy="151359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D374744-A70A-770A-7E6B-51C3F538D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Architecture  GPU</a:t>
            </a:r>
            <a:r>
              <a:rPr lang="zh-CN" altLang="en-US" dirty="0"/>
              <a:t>架构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0C5971F-14CB-AA04-B0B0-EF2577C732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56E46A-2A45-85EE-BC4B-ED7969D576E7}"/>
              </a:ext>
            </a:extLst>
          </p:cNvPr>
          <p:cNvSpPr/>
          <p:nvPr/>
        </p:nvSpPr>
        <p:spPr>
          <a:xfrm>
            <a:off x="4419600" y="1576690"/>
            <a:ext cx="4427220" cy="33923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AE14A-DFD1-B19D-20E3-B321EDA2237C}"/>
              </a:ext>
            </a:extLst>
          </p:cNvPr>
          <p:cNvSpPr/>
          <p:nvPr/>
        </p:nvSpPr>
        <p:spPr>
          <a:xfrm>
            <a:off x="4474898" y="1687001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0CA7D5-C84E-82E4-A251-B39A8F1D2AE1}"/>
              </a:ext>
            </a:extLst>
          </p:cNvPr>
          <p:cNvSpPr/>
          <p:nvPr/>
        </p:nvSpPr>
        <p:spPr>
          <a:xfrm>
            <a:off x="6675154" y="1687001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A09714-5FC2-FADD-A208-8C9CBBC367C8}"/>
              </a:ext>
            </a:extLst>
          </p:cNvPr>
          <p:cNvSpPr/>
          <p:nvPr/>
        </p:nvSpPr>
        <p:spPr>
          <a:xfrm>
            <a:off x="4474898" y="3424989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9D6B29-5064-81C4-1816-9A022A27AD58}"/>
              </a:ext>
            </a:extLst>
          </p:cNvPr>
          <p:cNvSpPr/>
          <p:nvPr/>
        </p:nvSpPr>
        <p:spPr>
          <a:xfrm>
            <a:off x="6694341" y="3438477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95351FF-A323-55EE-BFE6-1923E0059C9E}"/>
              </a:ext>
            </a:extLst>
          </p:cNvPr>
          <p:cNvCxnSpPr>
            <a:cxnSpLocks/>
          </p:cNvCxnSpPr>
          <p:nvPr/>
        </p:nvCxnSpPr>
        <p:spPr bwMode="auto">
          <a:xfrm flipV="1">
            <a:off x="2125371" y="1576690"/>
            <a:ext cx="2294229" cy="87448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E578453-ACCF-C8E3-5FB7-AE9D06E19212}"/>
              </a:ext>
            </a:extLst>
          </p:cNvPr>
          <p:cNvSpPr txBox="1"/>
          <p:nvPr/>
        </p:nvSpPr>
        <p:spPr>
          <a:xfrm>
            <a:off x="5295316" y="2826706"/>
            <a:ext cx="923330" cy="765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A8CF266-B005-16CC-E514-297A0309C7FA}"/>
              </a:ext>
            </a:extLst>
          </p:cNvPr>
          <p:cNvSpPr txBox="1"/>
          <p:nvPr/>
        </p:nvSpPr>
        <p:spPr>
          <a:xfrm>
            <a:off x="7415166" y="2817202"/>
            <a:ext cx="923330" cy="765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ECC67D3-D7F3-F9BD-8CB8-E1C59EFD079E}"/>
              </a:ext>
            </a:extLst>
          </p:cNvPr>
          <p:cNvSpPr/>
          <p:nvPr/>
        </p:nvSpPr>
        <p:spPr>
          <a:xfrm>
            <a:off x="4480165" y="4499096"/>
            <a:ext cx="4302021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Local ‘</a:t>
            </a:r>
            <a:r>
              <a:rPr lang="en-US" altLang="zh-CN" sz="2000" dirty="0">
                <a:solidFill>
                  <a:srgbClr val="100D1A"/>
                </a:solidFill>
              </a:rPr>
              <a:t>c</a:t>
            </a:r>
            <a:r>
              <a:rPr lang="en-US" sz="2000" dirty="0">
                <a:solidFill>
                  <a:srgbClr val="100D1A"/>
                </a:solidFill>
              </a:rPr>
              <a:t>ache’  </a:t>
            </a:r>
            <a:r>
              <a:rPr lang="zh-CN" altLang="en-US" sz="2000" dirty="0">
                <a:solidFill>
                  <a:srgbClr val="100D1A"/>
                </a:solidFill>
              </a:rPr>
              <a:t>局部</a:t>
            </a:r>
            <a:r>
              <a:rPr lang="en-US" altLang="zh-CN" sz="2000" dirty="0">
                <a:solidFill>
                  <a:srgbClr val="100D1A"/>
                </a:solidFill>
              </a:rPr>
              <a:t>”</a:t>
            </a:r>
            <a:r>
              <a:rPr lang="zh-CN" altLang="en-US" sz="2000" dirty="0">
                <a:solidFill>
                  <a:srgbClr val="100D1A"/>
                </a:solidFill>
              </a:rPr>
              <a:t>缓存</a:t>
            </a:r>
            <a:r>
              <a:rPr lang="en-US" altLang="zh-CN" sz="2000" dirty="0">
                <a:solidFill>
                  <a:srgbClr val="100D1A"/>
                </a:solidFill>
              </a:rPr>
              <a:t>”</a:t>
            </a:r>
            <a:endParaRPr lang="en-US" sz="2000" dirty="0">
              <a:solidFill>
                <a:srgbClr val="100D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454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0500-74B0-B8E0-6986-BA4BF430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BE84-9335-A8ED-3BA7-F46CC2874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Architecture  GPU</a:t>
            </a:r>
            <a:r>
              <a:rPr lang="zh-CN" altLang="en-US" dirty="0"/>
              <a:t>架构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E5C55C3-BC1B-8BB7-D617-8CAD28C336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A47E9-F3A4-B36E-39B3-E0F20CB441CA}"/>
              </a:ext>
            </a:extLst>
          </p:cNvPr>
          <p:cNvSpPr/>
          <p:nvPr/>
        </p:nvSpPr>
        <p:spPr>
          <a:xfrm>
            <a:off x="4419600" y="1576690"/>
            <a:ext cx="4427220" cy="33923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6E464D-4FAB-FAD8-FF56-C9807924C32E}"/>
              </a:ext>
            </a:extLst>
          </p:cNvPr>
          <p:cNvSpPr/>
          <p:nvPr/>
        </p:nvSpPr>
        <p:spPr>
          <a:xfrm>
            <a:off x="4474898" y="1687001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2382F5-DD41-2FB6-7079-068F3F2922CB}"/>
              </a:ext>
            </a:extLst>
          </p:cNvPr>
          <p:cNvSpPr/>
          <p:nvPr/>
        </p:nvSpPr>
        <p:spPr>
          <a:xfrm>
            <a:off x="6675154" y="1687001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6C220A-D4B2-A9EF-ED66-DB92A761DF7A}"/>
              </a:ext>
            </a:extLst>
          </p:cNvPr>
          <p:cNvSpPr/>
          <p:nvPr/>
        </p:nvSpPr>
        <p:spPr>
          <a:xfrm>
            <a:off x="4474898" y="3424989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E50DF6-FF02-4A8F-21E9-1470D1BF9F4C}"/>
              </a:ext>
            </a:extLst>
          </p:cNvPr>
          <p:cNvSpPr/>
          <p:nvPr/>
        </p:nvSpPr>
        <p:spPr>
          <a:xfrm>
            <a:off x="6694341" y="3438477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03845E-DADD-6107-1A3A-B8FDCB77434B}"/>
              </a:ext>
            </a:extLst>
          </p:cNvPr>
          <p:cNvSpPr txBox="1"/>
          <p:nvPr/>
        </p:nvSpPr>
        <p:spPr>
          <a:xfrm>
            <a:off x="5295316" y="2826706"/>
            <a:ext cx="923330" cy="765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32982A-AF8F-D0A1-4B0D-D50A19596ACC}"/>
              </a:ext>
            </a:extLst>
          </p:cNvPr>
          <p:cNvSpPr txBox="1"/>
          <p:nvPr/>
        </p:nvSpPr>
        <p:spPr>
          <a:xfrm>
            <a:off x="7415166" y="2817202"/>
            <a:ext cx="923330" cy="765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E061D3-2D29-1994-A98E-156E29D042C4}"/>
              </a:ext>
            </a:extLst>
          </p:cNvPr>
          <p:cNvSpPr/>
          <p:nvPr/>
        </p:nvSpPr>
        <p:spPr>
          <a:xfrm>
            <a:off x="4480165" y="4499096"/>
            <a:ext cx="4302021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Local ‘</a:t>
            </a:r>
            <a:r>
              <a:rPr lang="en-US" altLang="zh-CN" sz="2000" dirty="0">
                <a:solidFill>
                  <a:srgbClr val="100D1A"/>
                </a:solidFill>
              </a:rPr>
              <a:t>c</a:t>
            </a:r>
            <a:r>
              <a:rPr lang="en-US" sz="2000" dirty="0">
                <a:solidFill>
                  <a:srgbClr val="100D1A"/>
                </a:solidFill>
              </a:rPr>
              <a:t>ache’  </a:t>
            </a:r>
            <a:r>
              <a:rPr lang="zh-CN" altLang="en-US" sz="2000" dirty="0">
                <a:solidFill>
                  <a:srgbClr val="100D1A"/>
                </a:solidFill>
              </a:rPr>
              <a:t>局部</a:t>
            </a:r>
            <a:r>
              <a:rPr lang="en-US" altLang="zh-CN" sz="2000" dirty="0">
                <a:solidFill>
                  <a:srgbClr val="100D1A"/>
                </a:solidFill>
              </a:rPr>
              <a:t>”</a:t>
            </a:r>
            <a:r>
              <a:rPr lang="zh-CN" altLang="en-US" sz="2000" dirty="0">
                <a:solidFill>
                  <a:srgbClr val="100D1A"/>
                </a:solidFill>
              </a:rPr>
              <a:t>缓存</a:t>
            </a:r>
            <a:r>
              <a:rPr lang="en-US" altLang="zh-CN" sz="2000" dirty="0">
                <a:solidFill>
                  <a:srgbClr val="100D1A"/>
                </a:solidFill>
              </a:rPr>
              <a:t>”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EBABBD-C82A-9268-1489-0AA0DCB9CB06}"/>
              </a:ext>
            </a:extLst>
          </p:cNvPr>
          <p:cNvSpPr txBox="1"/>
          <p:nvPr/>
        </p:nvSpPr>
        <p:spPr>
          <a:xfrm>
            <a:off x="137128" y="4191000"/>
            <a:ext cx="320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Somewhat different from conventional cache, will talk later</a:t>
            </a:r>
          </a:p>
          <a:p>
            <a:pPr algn="ctr"/>
            <a:r>
              <a:rPr lang="zh-CN" altLang="en-US" sz="2400" dirty="0"/>
              <a:t>和常规缓存有点不一样，后面再提及</a:t>
            </a:r>
            <a:endParaRPr lang="en-US" altLang="zh-CN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98C39A-E2C9-BA60-F09B-B7B66109B366}"/>
              </a:ext>
            </a:extLst>
          </p:cNvPr>
          <p:cNvCxnSpPr>
            <a:cxnSpLocks/>
            <a:stCxn id="6" idx="3"/>
            <a:endCxn id="44" idx="1"/>
          </p:cNvCxnSpPr>
          <p:nvPr/>
        </p:nvCxnSpPr>
        <p:spPr bwMode="auto">
          <a:xfrm flipV="1">
            <a:off x="3337528" y="4718576"/>
            <a:ext cx="1142637" cy="4419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341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52779-5EE5-9EDC-EF69-1E23D2BF6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DCF8-78F7-FBC2-D4CD-0D5AE332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Architecture  GPU</a:t>
            </a:r>
            <a:r>
              <a:rPr lang="zh-CN" altLang="en-US" dirty="0"/>
              <a:t>架构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EF90BA2-0E88-733A-494F-120D8B6474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6A80A1-2B83-AEF9-7E6B-2A71EB5535B4}"/>
              </a:ext>
            </a:extLst>
          </p:cNvPr>
          <p:cNvSpPr/>
          <p:nvPr/>
        </p:nvSpPr>
        <p:spPr>
          <a:xfrm>
            <a:off x="4419600" y="1576690"/>
            <a:ext cx="4427220" cy="33923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DB31F9-5147-95D1-A2F7-9F668B3534FC}"/>
              </a:ext>
            </a:extLst>
          </p:cNvPr>
          <p:cNvSpPr/>
          <p:nvPr/>
        </p:nvSpPr>
        <p:spPr>
          <a:xfrm>
            <a:off x="4474898" y="1687001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C8771A-98A7-38A1-5712-3B5F0DC97A0A}"/>
              </a:ext>
            </a:extLst>
          </p:cNvPr>
          <p:cNvSpPr/>
          <p:nvPr/>
        </p:nvSpPr>
        <p:spPr>
          <a:xfrm>
            <a:off x="6675154" y="1687001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CB99FF-A52C-FB41-66EA-0AD4A9E67AD6}"/>
              </a:ext>
            </a:extLst>
          </p:cNvPr>
          <p:cNvSpPr/>
          <p:nvPr/>
        </p:nvSpPr>
        <p:spPr>
          <a:xfrm>
            <a:off x="4474898" y="3424989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BEDD7F-0CC8-0968-D039-FB7DD3F0E3FF}"/>
              </a:ext>
            </a:extLst>
          </p:cNvPr>
          <p:cNvSpPr/>
          <p:nvPr/>
        </p:nvSpPr>
        <p:spPr>
          <a:xfrm>
            <a:off x="6694341" y="3438477"/>
            <a:ext cx="2087846" cy="98730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2000" dirty="0"/>
              <a:t>Vector/tensor processor</a:t>
            </a:r>
          </a:p>
          <a:p>
            <a:pPr algn="ctr"/>
            <a:r>
              <a:rPr lang="zh-CN" altLang="en-US" sz="2000" dirty="0"/>
              <a:t>向量</a:t>
            </a:r>
            <a:r>
              <a:rPr lang="en-US" altLang="zh-CN" sz="2000" dirty="0"/>
              <a:t>/</a:t>
            </a:r>
            <a:r>
              <a:rPr lang="zh-CN" altLang="en-US" sz="2000" dirty="0"/>
              <a:t>张量处理器</a:t>
            </a:r>
            <a:endParaRPr lang="en-US" sz="20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13B51E-D2E4-8E0E-3C88-45D99A19B186}"/>
              </a:ext>
            </a:extLst>
          </p:cNvPr>
          <p:cNvSpPr txBox="1"/>
          <p:nvPr/>
        </p:nvSpPr>
        <p:spPr>
          <a:xfrm>
            <a:off x="5295316" y="2826706"/>
            <a:ext cx="923330" cy="765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D87A57-E2DA-BFF8-D3B5-D236859A48E1}"/>
              </a:ext>
            </a:extLst>
          </p:cNvPr>
          <p:cNvSpPr txBox="1"/>
          <p:nvPr/>
        </p:nvSpPr>
        <p:spPr>
          <a:xfrm>
            <a:off x="7415166" y="2817202"/>
            <a:ext cx="923330" cy="7652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4800" dirty="0"/>
              <a:t>…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9227507-874C-6AFD-6000-660EFF951AE6}"/>
              </a:ext>
            </a:extLst>
          </p:cNvPr>
          <p:cNvSpPr/>
          <p:nvPr/>
        </p:nvSpPr>
        <p:spPr>
          <a:xfrm>
            <a:off x="4480165" y="4499096"/>
            <a:ext cx="4302021" cy="43895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100D1A"/>
                </a:solidFill>
              </a:rPr>
              <a:t>Local ‘</a:t>
            </a:r>
            <a:r>
              <a:rPr lang="en-US" altLang="zh-CN" sz="2000" dirty="0">
                <a:solidFill>
                  <a:srgbClr val="100D1A"/>
                </a:solidFill>
              </a:rPr>
              <a:t>c</a:t>
            </a:r>
            <a:r>
              <a:rPr lang="en-US" sz="2000" dirty="0">
                <a:solidFill>
                  <a:srgbClr val="100D1A"/>
                </a:solidFill>
              </a:rPr>
              <a:t>ache’  </a:t>
            </a:r>
            <a:r>
              <a:rPr lang="zh-CN" altLang="en-US" sz="2000" dirty="0">
                <a:solidFill>
                  <a:srgbClr val="100D1A"/>
                </a:solidFill>
              </a:rPr>
              <a:t>局部</a:t>
            </a:r>
            <a:r>
              <a:rPr lang="en-US" altLang="zh-CN" sz="2000" dirty="0">
                <a:solidFill>
                  <a:srgbClr val="100D1A"/>
                </a:solidFill>
              </a:rPr>
              <a:t>”</a:t>
            </a:r>
            <a:r>
              <a:rPr lang="zh-CN" altLang="en-US" sz="2000" dirty="0">
                <a:solidFill>
                  <a:srgbClr val="100D1A"/>
                </a:solidFill>
              </a:rPr>
              <a:t>缓存</a:t>
            </a:r>
            <a:r>
              <a:rPr lang="en-US" altLang="zh-CN" sz="2000" dirty="0">
                <a:solidFill>
                  <a:srgbClr val="100D1A"/>
                </a:solidFill>
              </a:rPr>
              <a:t>”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36FC2E-461E-3868-4DFA-2C279A0BEA96}"/>
              </a:ext>
            </a:extLst>
          </p:cNvPr>
          <p:cNvSpPr txBox="1"/>
          <p:nvPr/>
        </p:nvSpPr>
        <p:spPr>
          <a:xfrm>
            <a:off x="28729" y="25146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Specialized in parallel processing</a:t>
            </a:r>
          </a:p>
          <a:p>
            <a:pPr algn="ctr"/>
            <a:r>
              <a:rPr lang="zh-CN" altLang="en-US" sz="2400" dirty="0"/>
              <a:t>专长于并行处理</a:t>
            </a:r>
            <a:endParaRPr lang="en-US" altLang="zh-CN" sz="2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F42858-8F88-792D-2EBC-F355BCC3619E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 bwMode="auto">
          <a:xfrm flipV="1">
            <a:off x="3229129" y="2180654"/>
            <a:ext cx="1245769" cy="93411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CA688D-EC14-CAC5-FAFE-D026BB7EFF69}"/>
              </a:ext>
            </a:extLst>
          </p:cNvPr>
          <p:cNvCxnSpPr>
            <a:cxnSpLocks/>
            <a:stCxn id="6" idx="3"/>
            <a:endCxn id="20" idx="1"/>
          </p:cNvCxnSpPr>
          <p:nvPr/>
        </p:nvCxnSpPr>
        <p:spPr bwMode="auto">
          <a:xfrm>
            <a:off x="3229129" y="3114765"/>
            <a:ext cx="1245769" cy="80387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98166D-CD5D-6579-7109-27C7EAAE408E}"/>
              </a:ext>
            </a:extLst>
          </p:cNvPr>
          <p:cNvCxnSpPr>
            <a:cxnSpLocks/>
            <a:stCxn id="6" idx="3"/>
            <a:endCxn id="27" idx="1"/>
          </p:cNvCxnSpPr>
          <p:nvPr/>
        </p:nvCxnSpPr>
        <p:spPr bwMode="auto">
          <a:xfrm>
            <a:off x="3229129" y="3114765"/>
            <a:ext cx="3465212" cy="81736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60B6BA-DEC8-9E17-A90C-BC6EDA49E42D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 bwMode="auto">
          <a:xfrm flipV="1">
            <a:off x="3229129" y="2180654"/>
            <a:ext cx="3446025" cy="93411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771C47C-B19E-EEFC-C50D-9D9C3C29C02D}"/>
              </a:ext>
            </a:extLst>
          </p:cNvPr>
          <p:cNvCxnSpPr>
            <a:cxnSpLocks/>
            <a:stCxn id="6" idx="3"/>
          </p:cNvCxnSpPr>
          <p:nvPr/>
        </p:nvCxnSpPr>
        <p:spPr bwMode="auto">
          <a:xfrm flipV="1">
            <a:off x="3229129" y="3034345"/>
            <a:ext cx="4186037" cy="8042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137350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9DA48-EC61-6B67-538B-28D180725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4ED2-5756-95A1-FA30-FAF8960E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Architecture  GPU</a:t>
            </a:r>
            <a:r>
              <a:rPr lang="zh-CN" altLang="en-US" dirty="0"/>
              <a:t>架构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117C168-5B6A-DA21-E81E-205E00272E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440564-4964-B109-6C8E-1D7006C4288D}"/>
              </a:ext>
            </a:extLst>
          </p:cNvPr>
          <p:cNvGrpSpPr/>
          <p:nvPr/>
        </p:nvGrpSpPr>
        <p:grpSpPr>
          <a:xfrm>
            <a:off x="4419600" y="1576690"/>
            <a:ext cx="4427220" cy="3392352"/>
            <a:chOff x="4419600" y="1576690"/>
            <a:chExt cx="4427220" cy="33923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40A25B-7A31-DE21-F456-1E89717526B4}"/>
                </a:ext>
              </a:extLst>
            </p:cNvPr>
            <p:cNvSpPr/>
            <p:nvPr/>
          </p:nvSpPr>
          <p:spPr>
            <a:xfrm>
              <a:off x="4419600" y="1576690"/>
              <a:ext cx="4427220" cy="33923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406877-F3D3-B063-9532-8A230707FA26}"/>
                </a:ext>
              </a:extLst>
            </p:cNvPr>
            <p:cNvSpPr/>
            <p:nvPr/>
          </p:nvSpPr>
          <p:spPr>
            <a:xfrm>
              <a:off x="4474898" y="1687001"/>
              <a:ext cx="2087846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Vector/tensor processor</a:t>
              </a:r>
            </a:p>
            <a:p>
              <a:pPr algn="ctr"/>
              <a:r>
                <a:rPr lang="zh-CN" altLang="en-US" sz="2000" dirty="0"/>
                <a:t>向量</a:t>
              </a:r>
              <a:r>
                <a:rPr lang="en-US" altLang="zh-CN" sz="2000" dirty="0"/>
                <a:t>/</a:t>
              </a:r>
              <a:r>
                <a:rPr lang="zh-CN" altLang="en-US" sz="2000" dirty="0"/>
                <a:t>张量处理器</a:t>
              </a:r>
              <a:endParaRPr lang="en-US" sz="20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B38A4B3-DB8C-E2A5-E458-247F2E1D7142}"/>
                </a:ext>
              </a:extLst>
            </p:cNvPr>
            <p:cNvSpPr/>
            <p:nvPr/>
          </p:nvSpPr>
          <p:spPr>
            <a:xfrm>
              <a:off x="6675154" y="1687001"/>
              <a:ext cx="2087846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Vector/tensor processor</a:t>
              </a:r>
            </a:p>
            <a:p>
              <a:pPr algn="ctr"/>
              <a:r>
                <a:rPr lang="zh-CN" altLang="en-US" sz="2000" dirty="0"/>
                <a:t>向量</a:t>
              </a:r>
              <a:r>
                <a:rPr lang="en-US" altLang="zh-CN" sz="2000" dirty="0"/>
                <a:t>/</a:t>
              </a:r>
              <a:r>
                <a:rPr lang="zh-CN" altLang="en-US" sz="2000" dirty="0"/>
                <a:t>张量处理器</a:t>
              </a:r>
              <a:endParaRPr lang="en-US" sz="20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A5C13F-F803-4C08-97B1-8EA2969E6380}"/>
                </a:ext>
              </a:extLst>
            </p:cNvPr>
            <p:cNvSpPr/>
            <p:nvPr/>
          </p:nvSpPr>
          <p:spPr>
            <a:xfrm>
              <a:off x="4474898" y="3424989"/>
              <a:ext cx="2087846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Vector/tensor processor</a:t>
              </a:r>
            </a:p>
            <a:p>
              <a:pPr algn="ctr"/>
              <a:r>
                <a:rPr lang="zh-CN" altLang="en-US" sz="2000" dirty="0"/>
                <a:t>向量</a:t>
              </a:r>
              <a:r>
                <a:rPr lang="en-US" altLang="zh-CN" sz="2000" dirty="0"/>
                <a:t>/</a:t>
              </a:r>
              <a:r>
                <a:rPr lang="zh-CN" altLang="en-US" sz="2000" dirty="0"/>
                <a:t>张量处理器</a:t>
              </a:r>
              <a:endParaRPr lang="en-US" sz="20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2EC1737-0976-D9DC-C554-E9991AD79CC0}"/>
                </a:ext>
              </a:extLst>
            </p:cNvPr>
            <p:cNvSpPr/>
            <p:nvPr/>
          </p:nvSpPr>
          <p:spPr>
            <a:xfrm>
              <a:off x="6694341" y="3438477"/>
              <a:ext cx="2087846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Vector/tensor processor</a:t>
              </a:r>
            </a:p>
            <a:p>
              <a:pPr algn="ctr"/>
              <a:r>
                <a:rPr lang="zh-CN" altLang="en-US" sz="2000" dirty="0"/>
                <a:t>向量</a:t>
              </a:r>
              <a:r>
                <a:rPr lang="en-US" altLang="zh-CN" sz="2000" dirty="0"/>
                <a:t>/</a:t>
              </a:r>
              <a:r>
                <a:rPr lang="zh-CN" altLang="en-US" sz="2000" dirty="0"/>
                <a:t>张量处理器</a:t>
              </a:r>
              <a:endParaRPr lang="en-US" sz="20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222A415-18ED-37DC-6151-B8B7219B1160}"/>
                </a:ext>
              </a:extLst>
            </p:cNvPr>
            <p:cNvSpPr txBox="1"/>
            <p:nvPr/>
          </p:nvSpPr>
          <p:spPr>
            <a:xfrm>
              <a:off x="5295316" y="2826706"/>
              <a:ext cx="923330" cy="7652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4800" dirty="0"/>
                <a:t>…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170A998-FC1A-566C-F71E-5B121988B046}"/>
                </a:ext>
              </a:extLst>
            </p:cNvPr>
            <p:cNvSpPr txBox="1"/>
            <p:nvPr/>
          </p:nvSpPr>
          <p:spPr>
            <a:xfrm>
              <a:off x="7415166" y="2817202"/>
              <a:ext cx="923330" cy="7652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4800" dirty="0"/>
                <a:t>…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6281611-7AEB-83AC-63AE-E8F5697D2762}"/>
                </a:ext>
              </a:extLst>
            </p:cNvPr>
            <p:cNvSpPr/>
            <p:nvPr/>
          </p:nvSpPr>
          <p:spPr>
            <a:xfrm>
              <a:off x="4480165" y="4499096"/>
              <a:ext cx="4302021" cy="4389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100D1A"/>
                  </a:solidFill>
                </a:rPr>
                <a:t>Local ‘</a:t>
              </a:r>
              <a:r>
                <a:rPr lang="en-US" altLang="zh-CN" sz="2000" dirty="0">
                  <a:solidFill>
                    <a:srgbClr val="100D1A"/>
                  </a:solidFill>
                </a:rPr>
                <a:t>c</a:t>
              </a:r>
              <a:r>
                <a:rPr lang="en-US" sz="2000" dirty="0">
                  <a:solidFill>
                    <a:srgbClr val="100D1A"/>
                  </a:solidFill>
                </a:rPr>
                <a:t>ache’ 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局部</a:t>
              </a:r>
              <a:r>
                <a:rPr lang="en-US" altLang="zh-CN" sz="2000" dirty="0">
                  <a:solidFill>
                    <a:srgbClr val="100D1A"/>
                  </a:solidFill>
                </a:rPr>
                <a:t>”</a:t>
              </a:r>
              <a:r>
                <a:rPr lang="zh-CN" altLang="en-US" sz="2000" dirty="0">
                  <a:solidFill>
                    <a:srgbClr val="100D1A"/>
                  </a:solidFill>
                </a:rPr>
                <a:t>缓存</a:t>
              </a:r>
              <a:r>
                <a:rPr lang="en-US" altLang="zh-CN" sz="2000" dirty="0">
                  <a:solidFill>
                    <a:srgbClr val="100D1A"/>
                  </a:solidFill>
                </a:rPr>
                <a:t>”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45982D8-56D1-C939-DCD7-E6F778FAEF6A}"/>
              </a:ext>
            </a:extLst>
          </p:cNvPr>
          <p:cNvGrpSpPr/>
          <p:nvPr/>
        </p:nvGrpSpPr>
        <p:grpSpPr>
          <a:xfrm>
            <a:off x="1983412" y="2438400"/>
            <a:ext cx="454988" cy="984575"/>
            <a:chOff x="937739" y="1987686"/>
            <a:chExt cx="454988" cy="98457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D8802C31-1E50-AA93-5800-A1AD357256A7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1081593" y="1861748"/>
              <a:ext cx="185195" cy="437072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79C52833-D0C5-5EC4-4B08-5FFC99B2DEEA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1081593" y="2030467"/>
              <a:ext cx="185195" cy="437072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E769ED6-752B-3216-44E9-18407B550950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1063677" y="2661128"/>
              <a:ext cx="185195" cy="437072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2B875B2-779D-18F6-C69E-C2D03A41FCA3}"/>
                </a:ext>
              </a:extLst>
            </p:cNvPr>
            <p:cNvSpPr txBox="1"/>
            <p:nvPr/>
          </p:nvSpPr>
          <p:spPr>
            <a:xfrm rot="5400000">
              <a:off x="1128324" y="2404709"/>
              <a:ext cx="185197" cy="30777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US" sz="2000" b="1" dirty="0">
                  <a:solidFill>
                    <a:srgbClr val="003C71"/>
                  </a:solidFill>
                </a:rPr>
                <a:t>…</a:t>
              </a:r>
            </a:p>
          </p:txBody>
        </p:sp>
      </p:grp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0237EFCB-C378-7021-4C85-3B259CA03E21}"/>
              </a:ext>
            </a:extLst>
          </p:cNvPr>
          <p:cNvSpPr/>
          <p:nvPr/>
        </p:nvSpPr>
        <p:spPr bwMode="auto">
          <a:xfrm>
            <a:off x="2590800" y="2742649"/>
            <a:ext cx="1676400" cy="4572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803225-72B2-884A-C659-42465D86BA17}"/>
              </a:ext>
            </a:extLst>
          </p:cNvPr>
          <p:cNvSpPr txBox="1"/>
          <p:nvPr/>
        </p:nvSpPr>
        <p:spPr>
          <a:xfrm>
            <a:off x="640022" y="3863876"/>
            <a:ext cx="356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Designed to run hundreds to thousands of ‘threads’ efficiently in 1 compute unit</a:t>
            </a:r>
          </a:p>
          <a:p>
            <a:pPr algn="ctr"/>
            <a:r>
              <a:rPr lang="zh-CN" altLang="en-US" sz="2400" dirty="0"/>
              <a:t>为每个计算单元高效运行成百上千个</a:t>
            </a:r>
            <a:r>
              <a:rPr lang="en-US" altLang="zh-CN" sz="2400" dirty="0"/>
              <a:t>”</a:t>
            </a:r>
            <a:r>
              <a:rPr lang="zh-CN" altLang="en-US" sz="2400" dirty="0"/>
              <a:t>线程</a:t>
            </a:r>
            <a:r>
              <a:rPr lang="en-US" altLang="zh-CN" sz="2400" dirty="0"/>
              <a:t>”</a:t>
            </a:r>
            <a:r>
              <a:rPr lang="zh-CN" altLang="en-US" sz="2400" dirty="0"/>
              <a:t>而设计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935658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86614-18D3-224C-1998-D7A76C2B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9CB3B-3B77-2F23-9FA5-DA3E3C12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Architecture  GPU</a:t>
            </a:r>
            <a:r>
              <a:rPr lang="zh-CN" altLang="en-US" dirty="0"/>
              <a:t>架构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60BAA88-CB4A-BCD6-232A-6856FA1FB2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B9FD426-590D-C6A4-F5C3-D5693D94A9AD}"/>
              </a:ext>
            </a:extLst>
          </p:cNvPr>
          <p:cNvGrpSpPr/>
          <p:nvPr/>
        </p:nvGrpSpPr>
        <p:grpSpPr>
          <a:xfrm>
            <a:off x="4419600" y="1576690"/>
            <a:ext cx="4427220" cy="3392352"/>
            <a:chOff x="4419600" y="1576690"/>
            <a:chExt cx="4427220" cy="339235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52AF007-F3FA-8D86-B4C8-46ED2A9D246B}"/>
                </a:ext>
              </a:extLst>
            </p:cNvPr>
            <p:cNvSpPr/>
            <p:nvPr/>
          </p:nvSpPr>
          <p:spPr>
            <a:xfrm>
              <a:off x="4419600" y="1576690"/>
              <a:ext cx="4427220" cy="33923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46F4C6-27AE-EF89-708F-6CDC97D5D981}"/>
                </a:ext>
              </a:extLst>
            </p:cNvPr>
            <p:cNvSpPr/>
            <p:nvPr/>
          </p:nvSpPr>
          <p:spPr>
            <a:xfrm>
              <a:off x="4474898" y="1687001"/>
              <a:ext cx="2087846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Vector/tensor processor</a:t>
              </a:r>
            </a:p>
            <a:p>
              <a:pPr algn="ctr"/>
              <a:r>
                <a:rPr lang="zh-CN" altLang="en-US" sz="2000" dirty="0"/>
                <a:t>向量</a:t>
              </a:r>
              <a:r>
                <a:rPr lang="en-US" altLang="zh-CN" sz="2000" dirty="0"/>
                <a:t>/</a:t>
              </a:r>
              <a:r>
                <a:rPr lang="zh-CN" altLang="en-US" sz="2000" dirty="0"/>
                <a:t>张量处理器</a:t>
              </a:r>
              <a:endParaRPr lang="en-US" sz="20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4960A0-CF4A-B786-920F-2B5AEA8B3DDE}"/>
                </a:ext>
              </a:extLst>
            </p:cNvPr>
            <p:cNvSpPr/>
            <p:nvPr/>
          </p:nvSpPr>
          <p:spPr>
            <a:xfrm>
              <a:off x="6675154" y="1687001"/>
              <a:ext cx="2087846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Vector/tensor processor</a:t>
              </a:r>
            </a:p>
            <a:p>
              <a:pPr algn="ctr"/>
              <a:r>
                <a:rPr lang="zh-CN" altLang="en-US" sz="2000" dirty="0"/>
                <a:t>向量</a:t>
              </a:r>
              <a:r>
                <a:rPr lang="en-US" altLang="zh-CN" sz="2000" dirty="0"/>
                <a:t>/</a:t>
              </a:r>
              <a:r>
                <a:rPr lang="zh-CN" altLang="en-US" sz="2000" dirty="0"/>
                <a:t>张量处理器</a:t>
              </a:r>
              <a:endParaRPr lang="en-US" sz="20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95FEAA6-A455-6D8D-82E3-18E12760BF5E}"/>
                </a:ext>
              </a:extLst>
            </p:cNvPr>
            <p:cNvSpPr/>
            <p:nvPr/>
          </p:nvSpPr>
          <p:spPr>
            <a:xfrm>
              <a:off x="4474898" y="3424989"/>
              <a:ext cx="2087846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Vector/tensor processor</a:t>
              </a:r>
            </a:p>
            <a:p>
              <a:pPr algn="ctr"/>
              <a:r>
                <a:rPr lang="zh-CN" altLang="en-US" sz="2000" dirty="0"/>
                <a:t>向量</a:t>
              </a:r>
              <a:r>
                <a:rPr lang="en-US" altLang="zh-CN" sz="2000" dirty="0"/>
                <a:t>/</a:t>
              </a:r>
              <a:r>
                <a:rPr lang="zh-CN" altLang="en-US" sz="2000" dirty="0"/>
                <a:t>张量处理器</a:t>
              </a:r>
              <a:endParaRPr lang="en-US" sz="20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18C11E-8851-481C-167D-301C0EAC8C64}"/>
                </a:ext>
              </a:extLst>
            </p:cNvPr>
            <p:cNvSpPr/>
            <p:nvPr/>
          </p:nvSpPr>
          <p:spPr>
            <a:xfrm>
              <a:off x="6694341" y="3438477"/>
              <a:ext cx="2087846" cy="987305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sz="2000" dirty="0"/>
                <a:t>Vector/tensor processor</a:t>
              </a:r>
            </a:p>
            <a:p>
              <a:pPr algn="ctr"/>
              <a:r>
                <a:rPr lang="zh-CN" altLang="en-US" sz="2000" dirty="0"/>
                <a:t>向量</a:t>
              </a:r>
              <a:r>
                <a:rPr lang="en-US" altLang="zh-CN" sz="2000" dirty="0"/>
                <a:t>/</a:t>
              </a:r>
              <a:r>
                <a:rPr lang="zh-CN" altLang="en-US" sz="2000" dirty="0"/>
                <a:t>张量处理器</a:t>
              </a:r>
              <a:endParaRPr lang="en-US" sz="20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346A547-91CC-AED4-A416-37CD8525BAF2}"/>
                </a:ext>
              </a:extLst>
            </p:cNvPr>
            <p:cNvSpPr txBox="1"/>
            <p:nvPr/>
          </p:nvSpPr>
          <p:spPr>
            <a:xfrm>
              <a:off x="5295316" y="2826706"/>
              <a:ext cx="923330" cy="7652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4800" dirty="0"/>
                <a:t>…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5B13CF7-DADE-1DEB-B8B9-825D57B68D53}"/>
                </a:ext>
              </a:extLst>
            </p:cNvPr>
            <p:cNvSpPr txBox="1"/>
            <p:nvPr/>
          </p:nvSpPr>
          <p:spPr>
            <a:xfrm>
              <a:off x="7415166" y="2817202"/>
              <a:ext cx="923330" cy="76529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sz="4800" dirty="0"/>
                <a:t>…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AB41B24-66A4-CEAF-28E3-5541C2F1668D}"/>
                </a:ext>
              </a:extLst>
            </p:cNvPr>
            <p:cNvSpPr/>
            <p:nvPr/>
          </p:nvSpPr>
          <p:spPr>
            <a:xfrm>
              <a:off x="4480165" y="4499096"/>
              <a:ext cx="4302021" cy="4389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100D1A"/>
                  </a:solidFill>
                </a:rPr>
                <a:t>Local ‘</a:t>
              </a:r>
              <a:r>
                <a:rPr lang="en-US" altLang="zh-CN" sz="2000" dirty="0">
                  <a:solidFill>
                    <a:srgbClr val="100D1A"/>
                  </a:solidFill>
                </a:rPr>
                <a:t>c</a:t>
              </a:r>
              <a:r>
                <a:rPr lang="en-US" sz="2000" dirty="0">
                  <a:solidFill>
                    <a:srgbClr val="100D1A"/>
                  </a:solidFill>
                </a:rPr>
                <a:t>ache’  </a:t>
              </a:r>
              <a:r>
                <a:rPr lang="zh-CN" altLang="en-US" sz="2000" dirty="0">
                  <a:solidFill>
                    <a:srgbClr val="100D1A"/>
                  </a:solidFill>
                </a:rPr>
                <a:t>局部</a:t>
              </a:r>
              <a:r>
                <a:rPr lang="en-US" altLang="zh-CN" sz="2000" dirty="0">
                  <a:solidFill>
                    <a:srgbClr val="100D1A"/>
                  </a:solidFill>
                </a:rPr>
                <a:t>”</a:t>
              </a:r>
              <a:r>
                <a:rPr lang="zh-CN" altLang="en-US" sz="2000" dirty="0">
                  <a:solidFill>
                    <a:srgbClr val="100D1A"/>
                  </a:solidFill>
                </a:rPr>
                <a:t>缓存</a:t>
              </a:r>
              <a:r>
                <a:rPr lang="en-US" altLang="zh-CN" sz="2000" dirty="0">
                  <a:solidFill>
                    <a:srgbClr val="100D1A"/>
                  </a:solidFill>
                </a:rPr>
                <a:t>”</a:t>
              </a:r>
              <a:endParaRPr lang="en-US" sz="2000" dirty="0">
                <a:solidFill>
                  <a:srgbClr val="100D1A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9E1F6C4-56DC-824C-5F60-4B39D412C56C}"/>
              </a:ext>
            </a:extLst>
          </p:cNvPr>
          <p:cNvGrpSpPr/>
          <p:nvPr/>
        </p:nvGrpSpPr>
        <p:grpSpPr>
          <a:xfrm>
            <a:off x="1983412" y="2438400"/>
            <a:ext cx="454988" cy="984575"/>
            <a:chOff x="937739" y="1987686"/>
            <a:chExt cx="454988" cy="984575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39CD9EF-25B9-9D68-FC7F-98E33C032BB5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1081593" y="1861748"/>
              <a:ext cx="185195" cy="437072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14CCDB2C-06AD-0E07-A5C7-BDE2AB489261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1081593" y="2030467"/>
              <a:ext cx="185195" cy="437072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5D93E07-627A-1C73-9F58-11709CC18EBD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6200000">
              <a:off x="1063677" y="2661128"/>
              <a:ext cx="185195" cy="437072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B38268C-87FA-B7C8-8546-52E18CCF58D3}"/>
                </a:ext>
              </a:extLst>
            </p:cNvPr>
            <p:cNvSpPr txBox="1"/>
            <p:nvPr/>
          </p:nvSpPr>
          <p:spPr>
            <a:xfrm rot="5400000">
              <a:off x="1128324" y="2404709"/>
              <a:ext cx="185197" cy="307777"/>
            </a:xfrm>
            <a:prstGeom prst="rect">
              <a:avLst/>
            </a:prstGeom>
            <a:noFill/>
          </p:spPr>
          <p:txBody>
            <a:bodyPr vert="horz" wrap="square" lIns="0" tIns="0" rIns="0" bIns="0" rtlCol="0">
              <a:spAutoFit/>
            </a:bodyPr>
            <a:lstStyle/>
            <a:p>
              <a:r>
                <a:rPr lang="en-US" sz="2000" b="1" dirty="0">
                  <a:solidFill>
                    <a:srgbClr val="003C71"/>
                  </a:solidFill>
                </a:rPr>
                <a:t>…</a:t>
              </a:r>
            </a:p>
          </p:txBody>
        </p:sp>
      </p:grp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A5EDF7C3-1A8E-21E2-CAEF-8A609579E5F5}"/>
              </a:ext>
            </a:extLst>
          </p:cNvPr>
          <p:cNvSpPr/>
          <p:nvPr/>
        </p:nvSpPr>
        <p:spPr bwMode="auto">
          <a:xfrm>
            <a:off x="2590800" y="2742649"/>
            <a:ext cx="1676400" cy="4572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06A6C26-CE4D-FB53-9873-FF8D482BF066}"/>
              </a:ext>
            </a:extLst>
          </p:cNvPr>
          <p:cNvSpPr txBox="1"/>
          <p:nvPr/>
        </p:nvSpPr>
        <p:spPr>
          <a:xfrm>
            <a:off x="640022" y="3863876"/>
            <a:ext cx="35609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Those threads doing very similar work</a:t>
            </a:r>
          </a:p>
          <a:p>
            <a:pPr algn="ctr"/>
            <a:r>
              <a:rPr lang="zh-CN" altLang="en-US" sz="2400" dirty="0"/>
              <a:t>这些线程进行</a:t>
            </a:r>
            <a:endParaRPr lang="en-US" altLang="zh-CN" sz="2400" dirty="0"/>
          </a:p>
          <a:p>
            <a:pPr algn="ctr"/>
            <a:r>
              <a:rPr lang="zh-CN" altLang="en-US" sz="2400" dirty="0"/>
              <a:t>非常相似的工作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92437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4740F-FD3B-5D5D-586B-8DE3382B1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FFC49-F4BC-CB3F-02B5-892A1141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GPU for Compute  </a:t>
            </a:r>
            <a:br>
              <a:rPr lang="en-US" altLang="zh-CN" dirty="0"/>
            </a:br>
            <a:r>
              <a:rPr lang="zh-CN" altLang="en-US" dirty="0"/>
              <a:t>用于计算的</a:t>
            </a:r>
            <a:r>
              <a:rPr lang="en-US" altLang="zh-CN" dirty="0"/>
              <a:t>GPU</a:t>
            </a:r>
            <a:endParaRPr lang="zh-CN" alt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AFA9072-5CF1-6563-8415-7D964B45B7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3F6D19-1503-E09B-040B-024F7FB6D8DD}"/>
              </a:ext>
            </a:extLst>
          </p:cNvPr>
          <p:cNvSpPr txBox="1"/>
          <p:nvPr/>
        </p:nvSpPr>
        <p:spPr>
          <a:xfrm>
            <a:off x="533400" y="1752600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Isn’t that good for computing, e.g., </a:t>
            </a:r>
          </a:p>
          <a:p>
            <a:pPr algn="ctr"/>
            <a:r>
              <a:rPr lang="en-US" altLang="zh-CN" sz="2400" dirty="0"/>
              <a:t>Feigenbaum bifurcation?</a:t>
            </a:r>
          </a:p>
          <a:p>
            <a:pPr algn="ctr"/>
            <a:r>
              <a:rPr lang="zh-CN" altLang="en-US" sz="2400" dirty="0"/>
              <a:t>这听起来不是很适合于以费根鲍姆分岔为例的计算吗？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8491AC-8092-211C-01B7-48958E4ECE24}"/>
              </a:ext>
            </a:extLst>
          </p:cNvPr>
          <p:cNvSpPr txBox="1"/>
          <p:nvPr/>
        </p:nvSpPr>
        <p:spPr>
          <a:xfrm>
            <a:off x="533400" y="35124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Yes, that’s general-purpose computing on GPUs</a:t>
            </a:r>
          </a:p>
          <a:p>
            <a:pPr algn="ctr"/>
            <a:r>
              <a:rPr lang="zh-CN" altLang="en-US" sz="2400" dirty="0"/>
              <a:t>是的，这就是在</a:t>
            </a:r>
            <a:r>
              <a:rPr lang="en-US" altLang="zh-CN" sz="2400" dirty="0"/>
              <a:t>GPU</a:t>
            </a:r>
            <a:r>
              <a:rPr lang="zh-CN" altLang="en-US" sz="2400" dirty="0"/>
              <a:t>上进行通用计算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99B755-0A8B-3A91-3E06-C21E99CD410D}"/>
              </a:ext>
            </a:extLst>
          </p:cNvPr>
          <p:cNvSpPr txBox="1"/>
          <p:nvPr/>
        </p:nvSpPr>
        <p:spPr>
          <a:xfrm>
            <a:off x="533400" y="48840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That’s about workload offloading to GPUs</a:t>
            </a:r>
          </a:p>
          <a:p>
            <a:pPr algn="ctr"/>
            <a:r>
              <a:rPr lang="zh-CN" altLang="en-US" sz="2400" dirty="0"/>
              <a:t>这就是由</a:t>
            </a:r>
            <a:r>
              <a:rPr lang="en-US" altLang="zh-CN" sz="2400" dirty="0"/>
              <a:t>GPU</a:t>
            </a:r>
            <a:r>
              <a:rPr lang="zh-CN" altLang="en-US" sz="2400" dirty="0"/>
              <a:t>进行工作负载分担</a:t>
            </a:r>
          </a:p>
        </p:txBody>
      </p:sp>
    </p:spTree>
    <p:extLst>
      <p:ext uri="{BB962C8B-B14F-4D97-AF65-F5344CB8AC3E}">
        <p14:creationId xmlns:p14="http://schemas.microsoft.com/office/powerpoint/2010/main" val="381852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FE16C-1A71-1019-0134-4CEF6F5D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9352-113B-5413-5F2D-225461DE5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Offloading to</a:t>
            </a:r>
            <a:r>
              <a:rPr lang="zh-CN" altLang="en-US" dirty="0"/>
              <a:t> </a:t>
            </a:r>
            <a:r>
              <a:rPr lang="en-US" altLang="zh-CN" dirty="0"/>
              <a:t>GPU  </a:t>
            </a:r>
            <a:br>
              <a:rPr lang="en-US" altLang="zh-CN" dirty="0"/>
            </a:br>
            <a:r>
              <a:rPr lang="zh-CN" altLang="en-US" dirty="0"/>
              <a:t>由</a:t>
            </a:r>
            <a:r>
              <a:rPr lang="en-US" altLang="zh-CN" dirty="0"/>
              <a:t>GPU</a:t>
            </a:r>
            <a:r>
              <a:rPr lang="zh-CN" altLang="en-US" dirty="0"/>
              <a:t>分担负载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18968-97AC-8313-BEBB-1DF33F09A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Common Flow  </a:t>
            </a:r>
            <a:r>
              <a:rPr lang="zh-CN" altLang="en-US" dirty="0"/>
              <a:t>常规流程</a:t>
            </a:r>
            <a:endParaRPr lang="en-US" altLang="zh-CN" dirty="0"/>
          </a:p>
          <a:p>
            <a:pPr lvl="1"/>
            <a:r>
              <a:rPr lang="en-US" altLang="zh-CN" dirty="0"/>
              <a:t>Copy input data to GPU  </a:t>
            </a:r>
            <a:br>
              <a:rPr lang="en-US" altLang="zh-CN" dirty="0"/>
            </a:br>
            <a:r>
              <a:rPr lang="zh-CN" altLang="en-US" dirty="0"/>
              <a:t>把输入数据传给</a:t>
            </a:r>
            <a:r>
              <a:rPr lang="en-US" altLang="zh-CN" dirty="0"/>
              <a:t>GPU</a:t>
            </a:r>
          </a:p>
          <a:p>
            <a:pPr lvl="1"/>
            <a:r>
              <a:rPr lang="en-US" altLang="zh-CN" dirty="0"/>
              <a:t>Submit compute task (in </a:t>
            </a:r>
            <a:r>
              <a:rPr lang="en-US" altLang="zh-CN" dirty="0">
                <a:solidFill>
                  <a:srgbClr val="C00000"/>
                </a:solidFill>
              </a:rPr>
              <a:t>kernel</a:t>
            </a:r>
            <a:r>
              <a:rPr lang="en-US" altLang="zh-CN" dirty="0"/>
              <a:t>s) to GPU</a:t>
            </a:r>
            <a:br>
              <a:rPr lang="en-US" altLang="zh-CN" dirty="0"/>
            </a:br>
            <a:r>
              <a:rPr lang="zh-CN" altLang="en-US" dirty="0"/>
              <a:t>将计算任务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C00000"/>
                </a:solidFill>
              </a:rPr>
              <a:t>kernel</a:t>
            </a:r>
            <a:r>
              <a:rPr lang="en-US" altLang="zh-CN" dirty="0"/>
              <a:t>)</a:t>
            </a:r>
            <a:r>
              <a:rPr lang="zh-CN" altLang="en-US" dirty="0"/>
              <a:t>提交给</a:t>
            </a:r>
            <a:r>
              <a:rPr lang="en-US" altLang="zh-CN" dirty="0"/>
              <a:t>GPU</a:t>
            </a:r>
          </a:p>
          <a:p>
            <a:pPr lvl="1"/>
            <a:r>
              <a:rPr lang="en-US" altLang="zh-CN" dirty="0"/>
              <a:t>Copy results back to the </a:t>
            </a:r>
            <a:r>
              <a:rPr lang="en-US" altLang="zh-CN" dirty="0">
                <a:solidFill>
                  <a:srgbClr val="C00000"/>
                </a:solidFill>
              </a:rPr>
              <a:t>host</a:t>
            </a:r>
            <a:r>
              <a:rPr lang="en-US" altLang="zh-CN" dirty="0"/>
              <a:t>  </a:t>
            </a:r>
            <a:br>
              <a:rPr lang="en-US" altLang="zh-CN" dirty="0"/>
            </a:br>
            <a:r>
              <a:rPr lang="zh-CN" altLang="en-US" dirty="0"/>
              <a:t>把结果传回</a:t>
            </a:r>
            <a:r>
              <a:rPr lang="zh-CN" altLang="en-US" dirty="0">
                <a:solidFill>
                  <a:srgbClr val="C00000"/>
                </a:solidFill>
              </a:rPr>
              <a:t>主控端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18EFB4D-B3FE-FF27-A9EA-62564D4B14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159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5F777-2062-D6F9-5188-AB2182362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01F8-9DB2-E7D5-F1C3-78FCB0DB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Offloading to</a:t>
            </a:r>
            <a:r>
              <a:rPr lang="zh-CN" altLang="en-US" dirty="0"/>
              <a:t> </a:t>
            </a:r>
            <a:r>
              <a:rPr lang="en-US" altLang="zh-CN" dirty="0"/>
              <a:t>GPU  </a:t>
            </a:r>
            <a:br>
              <a:rPr lang="en-US" altLang="zh-CN" dirty="0"/>
            </a:br>
            <a:r>
              <a:rPr lang="zh-CN" altLang="en-US" dirty="0"/>
              <a:t>由</a:t>
            </a:r>
            <a:r>
              <a:rPr lang="en-US" altLang="zh-CN" dirty="0"/>
              <a:t>GPU</a:t>
            </a:r>
            <a:r>
              <a:rPr lang="zh-CN" altLang="en-US" dirty="0"/>
              <a:t>分担负载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1D8DA-8321-89D6-BE5A-DF5C048BB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Submission &amp; Execution  </a:t>
            </a:r>
            <a:r>
              <a:rPr lang="zh-CN" altLang="en-US" dirty="0"/>
              <a:t>提交与执行</a:t>
            </a:r>
            <a:endParaRPr lang="en-US" altLang="zh-CN" dirty="0"/>
          </a:p>
          <a:p>
            <a:pPr lvl="1"/>
            <a:r>
              <a:rPr lang="en-US" altLang="zh-CN" dirty="0"/>
              <a:t>Copy commands &amp; kernels are submitted</a:t>
            </a:r>
            <a:br>
              <a:rPr lang="en-US" altLang="zh-CN" dirty="0"/>
            </a:br>
            <a:r>
              <a:rPr lang="zh-CN" altLang="en-US" dirty="0"/>
              <a:t>数据传输命令和</a:t>
            </a:r>
            <a:r>
              <a:rPr lang="en-US" altLang="zh-CN" dirty="0"/>
              <a:t>kernel</a:t>
            </a:r>
            <a:r>
              <a:rPr lang="zh-CN" altLang="en-US" dirty="0"/>
              <a:t>都需要提交</a:t>
            </a:r>
            <a:endParaRPr lang="en-US" altLang="zh-CN" dirty="0"/>
          </a:p>
          <a:p>
            <a:pPr lvl="2"/>
            <a:r>
              <a:rPr lang="en-US" altLang="zh-CN" dirty="0"/>
              <a:t>Usually in an ordered queue for natural dependency  </a:t>
            </a:r>
            <a:br>
              <a:rPr lang="en-US" altLang="zh-CN" dirty="0"/>
            </a:br>
            <a:r>
              <a:rPr lang="zh-CN" altLang="en-US" dirty="0"/>
              <a:t>常位于一个有序队列中，以表征天然的依赖关系</a:t>
            </a:r>
            <a:endParaRPr lang="en-US" altLang="zh-CN" dirty="0"/>
          </a:p>
          <a:p>
            <a:pPr lvl="1"/>
            <a:r>
              <a:rPr lang="en-US" altLang="zh-CN" dirty="0"/>
              <a:t>Executed asynchronously </a:t>
            </a:r>
            <a:r>
              <a:rPr lang="en-US" altLang="zh-CN" dirty="0" err="1"/>
              <a:t>w.r.t.</a:t>
            </a:r>
            <a:r>
              <a:rPr lang="en-US" altLang="zh-CN" dirty="0"/>
              <a:t> the host</a:t>
            </a:r>
            <a:br>
              <a:rPr lang="en-US" altLang="zh-CN" dirty="0"/>
            </a:br>
            <a:r>
              <a:rPr lang="zh-CN" altLang="en-US" dirty="0"/>
              <a:t>相对于主控端，执行是异步的</a:t>
            </a:r>
            <a:endParaRPr lang="en-US" altLang="zh-CN" dirty="0"/>
          </a:p>
          <a:p>
            <a:pPr lvl="2"/>
            <a:r>
              <a:rPr lang="en-US" altLang="zh-CN" dirty="0"/>
              <a:t>Need to wait for completion from the host</a:t>
            </a:r>
            <a:br>
              <a:rPr lang="en-US" altLang="zh-CN" dirty="0"/>
            </a:br>
            <a:r>
              <a:rPr lang="zh-CN" altLang="en-US" dirty="0"/>
              <a:t>主控端需要等待任务完成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C061E74-E6EB-5744-441C-E43FE1046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7153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E777-4972-2FCA-A4F7-484F12680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DE47-5AB2-99D8-51F0-307C1E4DE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7.1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7.1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FEA7C9-8866-E436-2D76-F88E3C4AC8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99F6E5-6826-E32D-AC93-5354DA911E18}"/>
              </a:ext>
            </a:extLst>
          </p:cNvPr>
          <p:cNvSpPr txBox="1"/>
          <p:nvPr/>
        </p:nvSpPr>
        <p:spPr>
          <a:xfrm>
            <a:off x="297180" y="1644895"/>
            <a:ext cx="88468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Feigenbaum bifurcation calculation on GPU</a:t>
            </a:r>
          </a:p>
          <a:p>
            <a:pPr algn="ctr"/>
            <a:r>
              <a:rPr lang="zh-CN" altLang="en-US" sz="2200" dirty="0"/>
              <a:t>实践时刻：用</a:t>
            </a:r>
            <a:r>
              <a:rPr lang="en-US" altLang="zh-CN" sz="2200" dirty="0"/>
              <a:t>GPU</a:t>
            </a:r>
            <a:r>
              <a:rPr lang="zh-CN" altLang="en-US" sz="2200" dirty="0"/>
              <a:t>进行费根鲍姆分岔计算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323714-A2D2-AD4F-E366-838463488D12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Check the performance</a:t>
            </a:r>
          </a:p>
          <a:p>
            <a:pPr algn="ctr"/>
            <a:r>
              <a:rPr lang="zh-CN" altLang="en-US" sz="2200" dirty="0"/>
              <a:t>看看性能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00F31-9938-6114-7313-304E3DDE4C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066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27551-7A93-1EC3-E98F-EF2614DF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F40B-0984-0A6E-974C-1B2D90DB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Do You Feel?  </a:t>
            </a:r>
            <a:r>
              <a:rPr lang="zh-CN" altLang="en-US" dirty="0"/>
              <a:t>感觉如何？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5B708AC-51BB-FFE0-E3AC-7FDF8E988C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FE1A3-AF16-330C-8D83-CB3E4985D96A}"/>
              </a:ext>
            </a:extLst>
          </p:cNvPr>
          <p:cNvSpPr txBox="1"/>
          <p:nvPr/>
        </p:nvSpPr>
        <p:spPr>
          <a:xfrm>
            <a:off x="533400" y="1704655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It runs much faster</a:t>
            </a:r>
          </a:p>
          <a:p>
            <a:pPr algn="ctr"/>
            <a:r>
              <a:rPr lang="zh-CN" altLang="en-US" sz="2400" dirty="0"/>
              <a:t>运行得很快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CF16D1-6C7E-1B35-FFC6-A62548B172C6}"/>
              </a:ext>
            </a:extLst>
          </p:cNvPr>
          <p:cNvSpPr txBox="1"/>
          <p:nvPr/>
        </p:nvSpPr>
        <p:spPr>
          <a:xfrm>
            <a:off x="533400" y="31242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Here it looks like a system w/ a large number of cores</a:t>
            </a:r>
          </a:p>
          <a:p>
            <a:pPr algn="ctr"/>
            <a:r>
              <a:rPr lang="zh-CN" altLang="en-US" sz="2400" dirty="0"/>
              <a:t>这里，它看上去象是一个有非常多的核的系统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C80566-09D9-5100-40FF-606F8AC3656A}"/>
              </a:ext>
            </a:extLst>
          </p:cNvPr>
          <p:cNvSpPr txBox="1"/>
          <p:nvPr/>
        </p:nvSpPr>
        <p:spPr>
          <a:xfrm>
            <a:off x="533400" y="4539734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But GPUs are more </a:t>
            </a:r>
            <a:r>
              <a:rPr lang="en-US" altLang="zh-CN" sz="2400"/>
              <a:t>than simple </a:t>
            </a:r>
            <a:endParaRPr lang="en-US" altLang="zh-CN" sz="2400" dirty="0"/>
          </a:p>
          <a:p>
            <a:pPr algn="ctr"/>
            <a:r>
              <a:rPr lang="en-US" altLang="zh-CN" sz="2400" dirty="0"/>
              <a:t>multi-thread independent execution</a:t>
            </a:r>
          </a:p>
          <a:p>
            <a:pPr algn="ctr"/>
            <a:r>
              <a:rPr lang="zh-CN" altLang="en-US" sz="2400" dirty="0"/>
              <a:t>但</a:t>
            </a:r>
            <a:r>
              <a:rPr lang="en-US" altLang="zh-CN" sz="2400" dirty="0"/>
              <a:t>GPU</a:t>
            </a:r>
            <a:r>
              <a:rPr lang="zh-CN" altLang="en-US" sz="2400" dirty="0"/>
              <a:t>不止于简单的多线程独立执行</a:t>
            </a:r>
          </a:p>
        </p:txBody>
      </p:sp>
    </p:spTree>
    <p:extLst>
      <p:ext uri="{BB962C8B-B14F-4D97-AF65-F5344CB8AC3E}">
        <p14:creationId xmlns:p14="http://schemas.microsoft.com/office/powerpoint/2010/main" val="37916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60A59-A195-2763-2D0B-D38FB1328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90436-4620-53FF-D216-1D2D51EB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Tiling for Nearest Neighbor  </a:t>
            </a:r>
            <a:r>
              <a:rPr lang="zh-CN" altLang="en-US" dirty="0"/>
              <a:t>回忆最近邻分块 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8508F7C-EF2B-DDBE-0185-113FDAF96D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667193B-18E7-7903-CCD4-D26107FC7287}"/>
              </a:ext>
            </a:extLst>
          </p:cNvPr>
          <p:cNvGrpSpPr/>
          <p:nvPr/>
        </p:nvGrpSpPr>
        <p:grpSpPr>
          <a:xfrm>
            <a:off x="2677886" y="1538117"/>
            <a:ext cx="2006600" cy="474178"/>
            <a:chOff x="2677886" y="1538117"/>
            <a:chExt cx="2006600" cy="474178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E4A09F4-94A0-45E9-C478-C766E81D9ADA}"/>
                </a:ext>
              </a:extLst>
            </p:cNvPr>
            <p:cNvSpPr txBox="1"/>
            <p:nvPr/>
          </p:nvSpPr>
          <p:spPr>
            <a:xfrm>
              <a:off x="3998686" y="154686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4</a:t>
              </a:r>
              <a:endParaRPr lang="zh-CN" altLang="en-US" sz="2400" dirty="0"/>
            </a:p>
          </p:txBody>
        </p: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C9BE8727-0585-6A01-6B4D-3A7BEA3AB1B7}"/>
                </a:ext>
              </a:extLst>
            </p:cNvPr>
            <p:cNvGrpSpPr/>
            <p:nvPr/>
          </p:nvGrpSpPr>
          <p:grpSpPr>
            <a:xfrm>
              <a:off x="2677886" y="1538117"/>
              <a:ext cx="1803399" cy="474178"/>
              <a:chOff x="2677886" y="1538117"/>
              <a:chExt cx="1803399" cy="474178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3FCD3D6-355F-818F-4C9D-32B7783703A8}"/>
                  </a:ext>
                </a:extLst>
              </p:cNvPr>
              <p:cNvSpPr txBox="1"/>
              <p:nvPr/>
            </p:nvSpPr>
            <p:spPr>
              <a:xfrm>
                <a:off x="2677886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4E08B56-5CE8-53BE-FAEC-CEDEEF177757}"/>
                  </a:ext>
                </a:extLst>
              </p:cNvPr>
              <p:cNvSpPr txBox="1"/>
              <p:nvPr/>
            </p:nvSpPr>
            <p:spPr>
              <a:xfrm>
                <a:off x="3131393" y="155063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30641BD-2F43-E578-9977-6193378A672F}"/>
                  </a:ext>
                </a:extLst>
              </p:cNvPr>
              <p:cNvSpPr txBox="1"/>
              <p:nvPr/>
            </p:nvSpPr>
            <p:spPr>
              <a:xfrm>
                <a:off x="3597600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FC72E7F-EC0F-B11F-0036-338308EC55DF}"/>
                  </a:ext>
                </a:extLst>
              </p:cNvPr>
              <p:cNvSpPr/>
              <p:nvPr/>
            </p:nvSpPr>
            <p:spPr bwMode="auto">
              <a:xfrm>
                <a:off x="2899536" y="1538117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0133C75-AD46-CF8A-3D53-936C2FBBA87E}"/>
              </a:ext>
            </a:extLst>
          </p:cNvPr>
          <p:cNvGrpSpPr/>
          <p:nvPr/>
        </p:nvGrpSpPr>
        <p:grpSpPr>
          <a:xfrm>
            <a:off x="1992086" y="2046626"/>
            <a:ext cx="705886" cy="1748134"/>
            <a:chOff x="1992086" y="2046626"/>
            <a:chExt cx="705886" cy="1748134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3E6381-226D-8F4D-27CC-FBB17254423B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31603A-8350-6E4B-CA7F-9B70A011D698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AA2FB1E-2931-92DC-171B-0888BFE13705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ED429C8-BAD5-2229-3B46-F3EFBE610FF5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1AEEBC-9953-F2A4-C103-7E43DACC6F22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0551F21-C4A9-07E6-90EC-D09D9E050543}"/>
              </a:ext>
            </a:extLst>
          </p:cNvPr>
          <p:cNvGrpSpPr/>
          <p:nvPr/>
        </p:nvGrpSpPr>
        <p:grpSpPr>
          <a:xfrm>
            <a:off x="2881885" y="2033554"/>
            <a:ext cx="1624800" cy="1698092"/>
            <a:chOff x="2881885" y="2033554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62F3A31-44E2-F168-9F6A-6A67EFDB1E59}"/>
                    </a:ext>
                  </a:extLst>
                </p:cNvPr>
                <p:cNvSpPr txBox="1"/>
                <p:nvPr/>
              </p:nvSpPr>
              <p:spPr>
                <a:xfrm>
                  <a:off x="2910179" y="213742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62F3A31-44E2-F168-9F6A-6A67EFDB1E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179" y="2137428"/>
                  <a:ext cx="221214" cy="297646"/>
                </a:xfrm>
                <a:prstGeom prst="rect">
                  <a:avLst/>
                </a:prstGeom>
                <a:blipFill>
                  <a:blip r:embed="rId2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78999C7-D2DF-F329-1CB2-7C6BF62C3D05}"/>
                    </a:ext>
                  </a:extLst>
                </p:cNvPr>
                <p:cNvSpPr txBox="1"/>
                <p:nvPr/>
              </p:nvSpPr>
              <p:spPr>
                <a:xfrm>
                  <a:off x="3363686" y="213742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78999C7-D2DF-F329-1CB2-7C6BF62C3D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3686" y="2137428"/>
                  <a:ext cx="221214" cy="297646"/>
                </a:xfrm>
                <a:prstGeom prst="rect">
                  <a:avLst/>
                </a:prstGeom>
                <a:blipFill>
                  <a:blip r:embed="rId3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7D652ED-C996-3723-CB2A-19C4FA7DE37F}"/>
                    </a:ext>
                  </a:extLst>
                </p:cNvPr>
                <p:cNvSpPr txBox="1"/>
                <p:nvPr/>
              </p:nvSpPr>
              <p:spPr>
                <a:xfrm>
                  <a:off x="3829893" y="213365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7D652ED-C996-3723-CB2A-19C4FA7DE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9893" y="2133658"/>
                  <a:ext cx="221214" cy="297646"/>
                </a:xfrm>
                <a:prstGeom prst="rect">
                  <a:avLst/>
                </a:prstGeom>
                <a:blipFill>
                  <a:blip r:embed="rId4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45C24D8-2709-94DD-B52C-C6D7DE324318}"/>
                    </a:ext>
                  </a:extLst>
                </p:cNvPr>
                <p:cNvSpPr txBox="1"/>
                <p:nvPr/>
              </p:nvSpPr>
              <p:spPr>
                <a:xfrm>
                  <a:off x="2919186" y="25815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B45C24D8-2709-94DD-B52C-C6D7DE3243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9186" y="2581511"/>
                  <a:ext cx="221214" cy="297646"/>
                </a:xfrm>
                <a:prstGeom prst="rect">
                  <a:avLst/>
                </a:prstGeom>
                <a:blipFill>
                  <a:blip r:embed="rId5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71E4798-90CA-0378-0ABA-C1F3BF2AB445}"/>
                    </a:ext>
                  </a:extLst>
                </p:cNvPr>
                <p:cNvSpPr txBox="1"/>
                <p:nvPr/>
              </p:nvSpPr>
              <p:spPr>
                <a:xfrm>
                  <a:off x="3372693" y="25815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571E4798-90CA-0378-0ABA-C1F3BF2AB4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2693" y="2581511"/>
                  <a:ext cx="221214" cy="297646"/>
                </a:xfrm>
                <a:prstGeom prst="rect">
                  <a:avLst/>
                </a:prstGeom>
                <a:blipFill>
                  <a:blip r:embed="rId6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5977837-9267-13DE-ACC9-D891DCC74D34}"/>
                    </a:ext>
                  </a:extLst>
                </p:cNvPr>
                <p:cNvSpPr txBox="1"/>
                <p:nvPr/>
              </p:nvSpPr>
              <p:spPr>
                <a:xfrm>
                  <a:off x="3838900" y="25777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5977837-9267-13DE-ACC9-D891DCC74D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8900" y="2577741"/>
                  <a:ext cx="221214" cy="297646"/>
                </a:xfrm>
                <a:prstGeom prst="rect">
                  <a:avLst/>
                </a:prstGeom>
                <a:blipFill>
                  <a:blip r:embed="rId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991A7A-C9E0-7B8E-069C-0244DAFE35B3}"/>
                    </a:ext>
                  </a:extLst>
                </p:cNvPr>
                <p:cNvSpPr txBox="1"/>
                <p:nvPr/>
              </p:nvSpPr>
              <p:spPr>
                <a:xfrm>
                  <a:off x="2926572" y="301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7991A7A-C9E0-7B8E-069C-0244DAFE35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572" y="3013311"/>
                  <a:ext cx="221214" cy="297646"/>
                </a:xfrm>
                <a:prstGeom prst="rect">
                  <a:avLst/>
                </a:prstGeom>
                <a:blipFill>
                  <a:blip r:embed="rId8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68A7D04-1F4F-E856-EC76-955B512CBBBA}"/>
                    </a:ext>
                  </a:extLst>
                </p:cNvPr>
                <p:cNvSpPr txBox="1"/>
                <p:nvPr/>
              </p:nvSpPr>
              <p:spPr>
                <a:xfrm>
                  <a:off x="3380079" y="301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68A7D04-1F4F-E856-EC76-955B512CBB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0079" y="3013311"/>
                  <a:ext cx="221214" cy="297646"/>
                </a:xfrm>
                <a:prstGeom prst="rect">
                  <a:avLst/>
                </a:prstGeom>
                <a:blipFill>
                  <a:blip r:embed="rId9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355C7F6-101A-1032-DFEF-6C6529CEAC8C}"/>
                    </a:ext>
                  </a:extLst>
                </p:cNvPr>
                <p:cNvSpPr txBox="1"/>
                <p:nvPr/>
              </p:nvSpPr>
              <p:spPr>
                <a:xfrm>
                  <a:off x="3846286" y="300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355C7F6-101A-1032-DFEF-6C6529CEAC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286" y="3009541"/>
                  <a:ext cx="221214" cy="297646"/>
                </a:xfrm>
                <a:prstGeom prst="rect">
                  <a:avLst/>
                </a:prstGeom>
                <a:blipFill>
                  <a:blip r:embed="rId10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DC50593-A26C-DD6C-B7AA-48D960D30821}"/>
                    </a:ext>
                  </a:extLst>
                </p:cNvPr>
                <p:cNvSpPr txBox="1"/>
                <p:nvPr/>
              </p:nvSpPr>
              <p:spPr>
                <a:xfrm>
                  <a:off x="4230979" y="213365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DC50593-A26C-DD6C-B7AA-48D960D30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0979" y="2133658"/>
                  <a:ext cx="221214" cy="297646"/>
                </a:xfrm>
                <a:prstGeom prst="rect">
                  <a:avLst/>
                </a:prstGeom>
                <a:blipFill>
                  <a:blip r:embed="rId1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E8D4BE7-A4FB-7687-FEE8-C1A5B27A90DE}"/>
                    </a:ext>
                  </a:extLst>
                </p:cNvPr>
                <p:cNvSpPr txBox="1"/>
                <p:nvPr/>
              </p:nvSpPr>
              <p:spPr>
                <a:xfrm>
                  <a:off x="4239986" y="25777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E8D4BE7-A4FB-7687-FEE8-C1A5B27A9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9986" y="2577741"/>
                  <a:ext cx="221214" cy="297646"/>
                </a:xfrm>
                <a:prstGeom prst="rect">
                  <a:avLst/>
                </a:prstGeom>
                <a:blipFill>
                  <a:blip r:embed="rId1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03F28CA-6AAC-95F0-0F11-D25D2BD2C3FB}"/>
                    </a:ext>
                  </a:extLst>
                </p:cNvPr>
                <p:cNvSpPr txBox="1"/>
                <p:nvPr/>
              </p:nvSpPr>
              <p:spPr>
                <a:xfrm>
                  <a:off x="4247372" y="300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903F28CA-6AAC-95F0-0F11-D25D2BD2C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7372" y="3009541"/>
                  <a:ext cx="221214" cy="297646"/>
                </a:xfrm>
                <a:prstGeom prst="rect">
                  <a:avLst/>
                </a:prstGeom>
                <a:blipFill>
                  <a:blip r:embed="rId1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C33833E-5F0C-992D-5A8C-D8F5699A2343}"/>
                    </a:ext>
                  </a:extLst>
                </p:cNvPr>
                <p:cNvSpPr txBox="1"/>
                <p:nvPr/>
              </p:nvSpPr>
              <p:spPr>
                <a:xfrm>
                  <a:off x="2939272" y="3434000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3C33833E-5F0C-992D-5A8C-D8F5699A23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9272" y="3434000"/>
                  <a:ext cx="221214" cy="297646"/>
                </a:xfrm>
                <a:prstGeom prst="rect">
                  <a:avLst/>
                </a:prstGeom>
                <a:blipFill>
                  <a:blip r:embed="rId14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DC6D7FC-239E-F83D-E8AE-B673956CA9EC}"/>
                    </a:ext>
                  </a:extLst>
                </p:cNvPr>
                <p:cNvSpPr txBox="1"/>
                <p:nvPr/>
              </p:nvSpPr>
              <p:spPr>
                <a:xfrm>
                  <a:off x="3392779" y="3434000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0DC6D7FC-239E-F83D-E8AE-B673956CA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2779" y="3434000"/>
                  <a:ext cx="221214" cy="297646"/>
                </a:xfrm>
                <a:prstGeom prst="rect">
                  <a:avLst/>
                </a:prstGeom>
                <a:blipFill>
                  <a:blip r:embed="rId15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CF80B2B-241A-2365-5904-A2A5910F24E8}"/>
                    </a:ext>
                  </a:extLst>
                </p:cNvPr>
                <p:cNvSpPr txBox="1"/>
                <p:nvPr/>
              </p:nvSpPr>
              <p:spPr>
                <a:xfrm>
                  <a:off x="3858986" y="3430230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CF80B2B-241A-2365-5904-A2A5910F2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8986" y="3430230"/>
                  <a:ext cx="221214" cy="297646"/>
                </a:xfrm>
                <a:prstGeom prst="rect">
                  <a:avLst/>
                </a:prstGeom>
                <a:blipFill>
                  <a:blip r:embed="rId1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72E7A34-1AE4-F60F-F254-DE8B10E4EFDC}"/>
                    </a:ext>
                  </a:extLst>
                </p:cNvPr>
                <p:cNvSpPr txBox="1"/>
                <p:nvPr/>
              </p:nvSpPr>
              <p:spPr>
                <a:xfrm>
                  <a:off x="4260072" y="3430230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72E7A34-1AE4-F60F-F254-DE8B10E4EF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0072" y="3430230"/>
                  <a:ext cx="221214" cy="297646"/>
                </a:xfrm>
                <a:prstGeom prst="rect">
                  <a:avLst/>
                </a:prstGeom>
                <a:blipFill>
                  <a:blip r:embed="rId1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66C204D-9607-D01D-C059-66382E90E6BB}"/>
                </a:ext>
              </a:extLst>
            </p:cNvPr>
            <p:cNvSpPr/>
            <p:nvPr/>
          </p:nvSpPr>
          <p:spPr bwMode="auto">
            <a:xfrm rot="5400000">
              <a:off x="2851773" y="2063666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7184D6B-9F54-657F-EB18-C6E19FF96157}"/>
              </a:ext>
            </a:extLst>
          </p:cNvPr>
          <p:cNvGrpSpPr/>
          <p:nvPr/>
        </p:nvGrpSpPr>
        <p:grpSpPr>
          <a:xfrm>
            <a:off x="4430486" y="1524000"/>
            <a:ext cx="2006600" cy="474178"/>
            <a:chOff x="4430486" y="1524000"/>
            <a:chExt cx="2006600" cy="474178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D98C4CC-8CF1-6BC3-D378-A7140E4FD8E1}"/>
                </a:ext>
              </a:extLst>
            </p:cNvPr>
            <p:cNvSpPr txBox="1"/>
            <p:nvPr/>
          </p:nvSpPr>
          <p:spPr>
            <a:xfrm>
              <a:off x="4430486" y="1532743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5</a:t>
              </a:r>
              <a:endParaRPr lang="zh-CN" altLang="en-US" sz="2400" dirty="0"/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C673CA16-028B-D892-4C39-26D7CA72FBCF}"/>
                </a:ext>
              </a:extLst>
            </p:cNvPr>
            <p:cNvGrpSpPr/>
            <p:nvPr/>
          </p:nvGrpSpPr>
          <p:grpSpPr>
            <a:xfrm>
              <a:off x="4652136" y="1524000"/>
              <a:ext cx="1784950" cy="474178"/>
              <a:chOff x="4652136" y="1524000"/>
              <a:chExt cx="1784950" cy="474178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0F7BD2F-9C65-0FCB-FC60-50146798473B}"/>
                  </a:ext>
                </a:extLst>
              </p:cNvPr>
              <p:cNvSpPr txBox="1"/>
              <p:nvPr/>
            </p:nvSpPr>
            <p:spPr>
              <a:xfrm>
                <a:off x="4883993" y="153651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6</a:t>
                </a:r>
                <a:endParaRPr lang="zh-CN" altLang="en-US" sz="2400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475D2F1-980E-63BD-01BB-48D0E4DBEEF8}"/>
                  </a:ext>
                </a:extLst>
              </p:cNvPr>
              <p:cNvSpPr txBox="1"/>
              <p:nvPr/>
            </p:nvSpPr>
            <p:spPr>
              <a:xfrm>
                <a:off x="5350200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7</a:t>
                </a:r>
                <a:endParaRPr lang="zh-CN" altLang="en-US" sz="2400" dirty="0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05C57121-259F-4A65-BC68-C5050A4CFCB2}"/>
                  </a:ext>
                </a:extLst>
              </p:cNvPr>
              <p:cNvSpPr txBox="1"/>
              <p:nvPr/>
            </p:nvSpPr>
            <p:spPr>
              <a:xfrm>
                <a:off x="5751286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8</a:t>
                </a:r>
                <a:endParaRPr lang="zh-CN" altLang="en-US" sz="2400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CCA6DA12-B47F-7509-A698-0D848C718286}"/>
                  </a:ext>
                </a:extLst>
              </p:cNvPr>
              <p:cNvSpPr/>
              <p:nvPr/>
            </p:nvSpPr>
            <p:spPr bwMode="auto">
              <a:xfrm>
                <a:off x="4652136" y="1524000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3F0FC42-19FA-4AFB-13EF-12D860D0A852}"/>
              </a:ext>
            </a:extLst>
          </p:cNvPr>
          <p:cNvGrpSpPr/>
          <p:nvPr/>
        </p:nvGrpSpPr>
        <p:grpSpPr>
          <a:xfrm>
            <a:off x="4634485" y="2019437"/>
            <a:ext cx="1624800" cy="1698092"/>
            <a:chOff x="4634485" y="2019437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C2767A4-F099-E977-BD43-2EC33B08B378}"/>
                    </a:ext>
                  </a:extLst>
                </p:cNvPr>
                <p:cNvSpPr txBox="1"/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6C2767A4-F099-E977-BD43-2EC33B08B3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blipFill>
                  <a:blip r:embed="rId18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278D0D1-8589-00BF-06A0-517B954309A1}"/>
                    </a:ext>
                  </a:extLst>
                </p:cNvPr>
                <p:cNvSpPr txBox="1"/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C278D0D1-8589-00BF-06A0-517B954309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blipFill>
                  <a:blip r:embed="rId19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108ED77-2890-C4B6-19CE-785C46FD1E23}"/>
                    </a:ext>
                  </a:extLst>
                </p:cNvPr>
                <p:cNvSpPr txBox="1"/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9108ED77-2890-C4B6-19CE-785C46FD1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blipFill>
                  <a:blip r:embed="rId1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B2DAF080-7206-EFBD-9BED-2505D9BC27B3}"/>
                    </a:ext>
                  </a:extLst>
                </p:cNvPr>
                <p:cNvSpPr txBox="1"/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B2DAF080-7206-EFBD-9BED-2505D9BC2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blipFill>
                  <a:blip r:embed="rId20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13C3DC6-D095-8906-6E25-9E835F49A441}"/>
                    </a:ext>
                  </a:extLst>
                </p:cNvPr>
                <p:cNvSpPr txBox="1"/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13C3DC6-D095-8906-6E25-9E835F49A4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blipFill>
                  <a:blip r:embed="rId2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8D4DB224-659E-B73C-159F-603206F240E8}"/>
                    </a:ext>
                  </a:extLst>
                </p:cNvPr>
                <p:cNvSpPr txBox="1"/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8D4DB224-659E-B73C-159F-603206F24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blipFill>
                  <a:blip r:embed="rId22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1831948-D56D-8869-158D-1BB9AD3F1C6F}"/>
                    </a:ext>
                  </a:extLst>
                </p:cNvPr>
                <p:cNvSpPr txBox="1"/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41831948-D56D-8869-158D-1BB9AD3F1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blipFill>
                  <a:blip r:embed="rId2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B351792-CC71-A632-575F-405EC285F22D}"/>
                    </a:ext>
                  </a:extLst>
                </p:cNvPr>
                <p:cNvSpPr txBox="1"/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3B351792-CC71-A632-575F-405EC285F2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blipFill>
                  <a:blip r:embed="rId24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2FF5CFF-B784-247A-16FD-34508CF0CCA5}"/>
                    </a:ext>
                  </a:extLst>
                </p:cNvPr>
                <p:cNvSpPr txBox="1"/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2FF5CFF-B784-247A-16FD-34508CF0C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blipFill>
                  <a:blip r:embed="rId25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7CC1FE81-A244-8531-906E-B1A4FA6AABDA}"/>
                    </a:ext>
                  </a:extLst>
                </p:cNvPr>
                <p:cNvSpPr txBox="1"/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7CC1FE81-A244-8531-906E-B1A4FA6AA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blipFill>
                  <a:blip r:embed="rId2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042F24F7-550C-E4B1-1B66-DC091E6C504A}"/>
                    </a:ext>
                  </a:extLst>
                </p:cNvPr>
                <p:cNvSpPr txBox="1"/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042F24F7-550C-E4B1-1B66-DC091E6C50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blipFill>
                  <a:blip r:embed="rId27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2F9C954-02B9-9D03-FD7F-6FE783E5B99D}"/>
                    </a:ext>
                  </a:extLst>
                </p:cNvPr>
                <p:cNvSpPr txBox="1"/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52F9C954-02B9-9D03-FD7F-6FE783E5B9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blipFill>
                  <a:blip r:embed="rId28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A82C8C62-A007-3EB6-8EE6-144F4E0CB2A9}"/>
                    </a:ext>
                  </a:extLst>
                </p:cNvPr>
                <p:cNvSpPr txBox="1"/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A82C8C62-A007-3EB6-8EE6-144F4E0CB2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blipFill>
                  <a:blip r:embed="rId2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5452AAB1-4730-F2D1-845E-CFD7C3A6EA16}"/>
                    </a:ext>
                  </a:extLst>
                </p:cNvPr>
                <p:cNvSpPr txBox="1"/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5452AAB1-4730-F2D1-845E-CFD7C3A6EA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blipFill>
                  <a:blip r:embed="rId1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BE8BFA7-DE47-4263-2866-8F3648E596C0}"/>
                    </a:ext>
                  </a:extLst>
                </p:cNvPr>
                <p:cNvSpPr txBox="1"/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BE8BFA7-DE47-4263-2866-8F3648E596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blipFill>
                  <a:blip r:embed="rId30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3377DB0-5D52-E77C-C8AB-62710E67F466}"/>
                    </a:ext>
                  </a:extLst>
                </p:cNvPr>
                <p:cNvSpPr txBox="1"/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23377DB0-5D52-E77C-C8AB-62710E67F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blipFill>
                  <a:blip r:embed="rId3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192FE42-6F8B-C407-15FF-74590728CE23}"/>
                </a:ext>
              </a:extLst>
            </p:cNvPr>
            <p:cNvSpPr/>
            <p:nvPr/>
          </p:nvSpPr>
          <p:spPr bwMode="auto">
            <a:xfrm rot="5400000">
              <a:off x="4604373" y="2049549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D20BA3DD-F805-7E95-3570-1FB6C4F4C4BC}"/>
              </a:ext>
            </a:extLst>
          </p:cNvPr>
          <p:cNvSpPr txBox="1"/>
          <p:nvPr/>
        </p:nvSpPr>
        <p:spPr>
          <a:xfrm rot="5400000">
            <a:off x="7155624" y="165989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8BE03A7-B29D-9C3F-C3B1-B930E41095E6}"/>
              </a:ext>
            </a:extLst>
          </p:cNvPr>
          <p:cNvSpPr txBox="1"/>
          <p:nvPr/>
        </p:nvSpPr>
        <p:spPr>
          <a:xfrm rot="5400000">
            <a:off x="7155624" y="2814565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FFA7E00-4B44-C916-4CF0-5A4BBA87CCF4}"/>
              </a:ext>
            </a:extLst>
          </p:cNvPr>
          <p:cNvGrpSpPr/>
          <p:nvPr/>
        </p:nvGrpSpPr>
        <p:grpSpPr>
          <a:xfrm>
            <a:off x="2006598" y="3767521"/>
            <a:ext cx="705886" cy="1748134"/>
            <a:chOff x="2006598" y="3767521"/>
            <a:chExt cx="705886" cy="1748134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67A706-7AD3-4782-CE4B-24B7FE54E2A6}"/>
                </a:ext>
              </a:extLst>
            </p:cNvPr>
            <p:cNvSpPr txBox="1"/>
            <p:nvPr/>
          </p:nvSpPr>
          <p:spPr>
            <a:xfrm>
              <a:off x="2006598" y="377793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E</a:t>
              </a:r>
              <a:endParaRPr lang="zh-CN" altLang="en-US" sz="24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D45B63A-010D-907A-B0D4-0C8B2EC9705E}"/>
                </a:ext>
              </a:extLst>
            </p:cNvPr>
            <p:cNvSpPr txBox="1"/>
            <p:nvPr/>
          </p:nvSpPr>
          <p:spPr>
            <a:xfrm>
              <a:off x="2006598" y="416340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F</a:t>
              </a:r>
              <a:endParaRPr lang="zh-CN" altLang="en-US" sz="24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C27D98A-71E1-B352-7FA4-970E3550938B}"/>
                </a:ext>
              </a:extLst>
            </p:cNvPr>
            <p:cNvSpPr txBox="1"/>
            <p:nvPr/>
          </p:nvSpPr>
          <p:spPr>
            <a:xfrm>
              <a:off x="2013984" y="463330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G</a:t>
              </a:r>
              <a:endParaRPr lang="zh-CN" altLang="en-US" sz="24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274CFF2-B133-5223-3BE8-2574F39F0E84}"/>
                </a:ext>
              </a:extLst>
            </p:cNvPr>
            <p:cNvSpPr txBox="1"/>
            <p:nvPr/>
          </p:nvSpPr>
          <p:spPr>
            <a:xfrm>
              <a:off x="2026684" y="505399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H</a:t>
              </a:r>
              <a:endParaRPr lang="zh-CN" altLang="en-US" sz="24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9634703-FD8C-4B20-8D7E-FFA2571A29CE}"/>
                </a:ext>
              </a:extLst>
            </p:cNvPr>
            <p:cNvSpPr/>
            <p:nvPr/>
          </p:nvSpPr>
          <p:spPr bwMode="auto">
            <a:xfrm rot="5400000">
              <a:off x="1528397" y="4360971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76A0373-E7C6-0FFA-4235-A44B96E65AB4}"/>
              </a:ext>
            </a:extLst>
          </p:cNvPr>
          <p:cNvGrpSpPr/>
          <p:nvPr/>
        </p:nvGrpSpPr>
        <p:grpSpPr>
          <a:xfrm>
            <a:off x="2896397" y="3754449"/>
            <a:ext cx="1624800" cy="1698092"/>
            <a:chOff x="2896397" y="3754449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85E24DC-A77B-2523-CBBA-2BF4BB53B0DA}"/>
                    </a:ext>
                  </a:extLst>
                </p:cNvPr>
                <p:cNvSpPr txBox="1"/>
                <p:nvPr/>
              </p:nvSpPr>
              <p:spPr>
                <a:xfrm>
                  <a:off x="2924691" y="385832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85E24DC-A77B-2523-CBBA-2BF4BB53B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4691" y="3858323"/>
                  <a:ext cx="221214" cy="297646"/>
                </a:xfrm>
                <a:prstGeom prst="rect">
                  <a:avLst/>
                </a:prstGeom>
                <a:blipFill>
                  <a:blip r:embed="rId3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8DA48BE-D416-9FA0-F922-D4A057F95FA6}"/>
                    </a:ext>
                  </a:extLst>
                </p:cNvPr>
                <p:cNvSpPr txBox="1"/>
                <p:nvPr/>
              </p:nvSpPr>
              <p:spPr>
                <a:xfrm>
                  <a:off x="3378198" y="385832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8DA48BE-D416-9FA0-F922-D4A057F95F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8198" y="3858323"/>
                  <a:ext cx="221214" cy="297646"/>
                </a:xfrm>
                <a:prstGeom prst="rect">
                  <a:avLst/>
                </a:prstGeom>
                <a:blipFill>
                  <a:blip r:embed="rId3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0CF82FF-5809-42E3-266C-0C715639003A}"/>
                    </a:ext>
                  </a:extLst>
                </p:cNvPr>
                <p:cNvSpPr txBox="1"/>
                <p:nvPr/>
              </p:nvSpPr>
              <p:spPr>
                <a:xfrm>
                  <a:off x="3844405" y="385455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90CF82FF-5809-42E3-266C-0C7156390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4405" y="3854553"/>
                  <a:ext cx="221214" cy="297646"/>
                </a:xfrm>
                <a:prstGeom prst="rect">
                  <a:avLst/>
                </a:prstGeom>
                <a:blipFill>
                  <a:blip r:embed="rId34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53237FE-44C3-6C55-C245-91C1779C3D8C}"/>
                    </a:ext>
                  </a:extLst>
                </p:cNvPr>
                <p:cNvSpPr txBox="1"/>
                <p:nvPr/>
              </p:nvSpPr>
              <p:spPr>
                <a:xfrm>
                  <a:off x="2933698" y="43024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53237FE-44C3-6C55-C245-91C1779C3D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698" y="4302406"/>
                  <a:ext cx="221214" cy="297646"/>
                </a:xfrm>
                <a:prstGeom prst="rect">
                  <a:avLst/>
                </a:prstGeom>
                <a:blipFill>
                  <a:blip r:embed="rId35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A6C51B8-888B-B3BE-C6E2-332327D99E79}"/>
                    </a:ext>
                  </a:extLst>
                </p:cNvPr>
                <p:cNvSpPr txBox="1"/>
                <p:nvPr/>
              </p:nvSpPr>
              <p:spPr>
                <a:xfrm>
                  <a:off x="3387205" y="43024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7A6C51B8-888B-B3BE-C6E2-332327D99E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205" y="4302406"/>
                  <a:ext cx="221214" cy="297646"/>
                </a:xfrm>
                <a:prstGeom prst="rect">
                  <a:avLst/>
                </a:prstGeom>
                <a:blipFill>
                  <a:blip r:embed="rId3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44AEA8A-9DC1-420C-93DA-F1AAFF3A7611}"/>
                    </a:ext>
                  </a:extLst>
                </p:cNvPr>
                <p:cNvSpPr txBox="1"/>
                <p:nvPr/>
              </p:nvSpPr>
              <p:spPr>
                <a:xfrm>
                  <a:off x="3853412" y="42986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44AEA8A-9DC1-420C-93DA-F1AAFF3A7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412" y="4298636"/>
                  <a:ext cx="221214" cy="297646"/>
                </a:xfrm>
                <a:prstGeom prst="rect">
                  <a:avLst/>
                </a:prstGeom>
                <a:blipFill>
                  <a:blip r:embed="rId3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F25578F-EE8D-7CBF-75B0-656094E2290C}"/>
                    </a:ext>
                  </a:extLst>
                </p:cNvPr>
                <p:cNvSpPr txBox="1"/>
                <p:nvPr/>
              </p:nvSpPr>
              <p:spPr>
                <a:xfrm>
                  <a:off x="2941084" y="473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F25578F-EE8D-7CBF-75B0-656094E229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1084" y="4734206"/>
                  <a:ext cx="221214" cy="297646"/>
                </a:xfrm>
                <a:prstGeom prst="rect">
                  <a:avLst/>
                </a:prstGeom>
                <a:blipFill>
                  <a:blip r:embed="rId38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7253FAE-EAA9-1176-9473-73B3E8CB27D5}"/>
                    </a:ext>
                  </a:extLst>
                </p:cNvPr>
                <p:cNvSpPr txBox="1"/>
                <p:nvPr/>
              </p:nvSpPr>
              <p:spPr>
                <a:xfrm>
                  <a:off x="3394591" y="473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B7253FAE-EAA9-1176-9473-73B3E8CB27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4591" y="4734206"/>
                  <a:ext cx="221214" cy="297646"/>
                </a:xfrm>
                <a:prstGeom prst="rect">
                  <a:avLst/>
                </a:prstGeom>
                <a:blipFill>
                  <a:blip r:embed="rId39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894AD2E-AB35-885D-94C9-9B893AA86F6A}"/>
                    </a:ext>
                  </a:extLst>
                </p:cNvPr>
                <p:cNvSpPr txBox="1"/>
                <p:nvPr/>
              </p:nvSpPr>
              <p:spPr>
                <a:xfrm>
                  <a:off x="3860798" y="473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894AD2E-AB35-885D-94C9-9B893AA86F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0798" y="4730436"/>
                  <a:ext cx="221214" cy="297646"/>
                </a:xfrm>
                <a:prstGeom prst="rect">
                  <a:avLst/>
                </a:prstGeom>
                <a:blipFill>
                  <a:blip r:embed="rId40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FAD8CA2-C4E6-3BF4-9323-B7C6B010947C}"/>
                    </a:ext>
                  </a:extLst>
                </p:cNvPr>
                <p:cNvSpPr txBox="1"/>
                <p:nvPr/>
              </p:nvSpPr>
              <p:spPr>
                <a:xfrm>
                  <a:off x="4245491" y="385455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FAD8CA2-C4E6-3BF4-9323-B7C6B01094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5491" y="3854553"/>
                  <a:ext cx="221214" cy="297646"/>
                </a:xfrm>
                <a:prstGeom prst="rect">
                  <a:avLst/>
                </a:prstGeom>
                <a:blipFill>
                  <a:blip r:embed="rId4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A69A577-8434-1875-EEAF-01CF0C8AEB94}"/>
                    </a:ext>
                  </a:extLst>
                </p:cNvPr>
                <p:cNvSpPr txBox="1"/>
                <p:nvPr/>
              </p:nvSpPr>
              <p:spPr>
                <a:xfrm>
                  <a:off x="4254498" y="42986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A69A577-8434-1875-EEAF-01CF0C8AE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498" y="4298636"/>
                  <a:ext cx="221214" cy="297646"/>
                </a:xfrm>
                <a:prstGeom prst="rect">
                  <a:avLst/>
                </a:prstGeom>
                <a:blipFill>
                  <a:blip r:embed="rId4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C7D4B35-B710-D5C2-CED2-ACC15DACC85D}"/>
                    </a:ext>
                  </a:extLst>
                </p:cNvPr>
                <p:cNvSpPr txBox="1"/>
                <p:nvPr/>
              </p:nvSpPr>
              <p:spPr>
                <a:xfrm>
                  <a:off x="4261884" y="473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C7D4B35-B710-D5C2-CED2-ACC15DACC8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1884" y="4730436"/>
                  <a:ext cx="221214" cy="297646"/>
                </a:xfrm>
                <a:prstGeom prst="rect">
                  <a:avLst/>
                </a:prstGeom>
                <a:blipFill>
                  <a:blip r:embed="rId4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971EBB4-4351-5069-49C1-2416B54043F1}"/>
                    </a:ext>
                  </a:extLst>
                </p:cNvPr>
                <p:cNvSpPr txBox="1"/>
                <p:nvPr/>
              </p:nvSpPr>
              <p:spPr>
                <a:xfrm>
                  <a:off x="2953784" y="515489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971EBB4-4351-5069-49C1-2416B5404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3784" y="5154895"/>
                  <a:ext cx="221214" cy="297646"/>
                </a:xfrm>
                <a:prstGeom prst="rect">
                  <a:avLst/>
                </a:prstGeom>
                <a:blipFill>
                  <a:blip r:embed="rId44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FDFD8CB-0B60-B52E-0F86-3C8A87D1E61F}"/>
                    </a:ext>
                  </a:extLst>
                </p:cNvPr>
                <p:cNvSpPr txBox="1"/>
                <p:nvPr/>
              </p:nvSpPr>
              <p:spPr>
                <a:xfrm>
                  <a:off x="3407291" y="515489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FDFD8CB-0B60-B52E-0F86-3C8A87D1E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7291" y="5154895"/>
                  <a:ext cx="221214" cy="297646"/>
                </a:xfrm>
                <a:prstGeom prst="rect">
                  <a:avLst/>
                </a:prstGeom>
                <a:blipFill>
                  <a:blip r:embed="rId45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63D524E-A6DE-425B-4BC9-BFC73E79C096}"/>
                    </a:ext>
                  </a:extLst>
                </p:cNvPr>
                <p:cNvSpPr txBox="1"/>
                <p:nvPr/>
              </p:nvSpPr>
              <p:spPr>
                <a:xfrm>
                  <a:off x="3873498" y="515112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63D524E-A6DE-425B-4BC9-BFC73E79C0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3498" y="5151125"/>
                  <a:ext cx="221214" cy="297646"/>
                </a:xfrm>
                <a:prstGeom prst="rect">
                  <a:avLst/>
                </a:prstGeom>
                <a:blipFill>
                  <a:blip r:embed="rId46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1722601-279E-7B3A-C8BB-1FD6EE4DAF0A}"/>
                    </a:ext>
                  </a:extLst>
                </p:cNvPr>
                <p:cNvSpPr txBox="1"/>
                <p:nvPr/>
              </p:nvSpPr>
              <p:spPr>
                <a:xfrm>
                  <a:off x="4274584" y="515112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1722601-279E-7B3A-C8BB-1FD6EE4DAF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4584" y="5151125"/>
                  <a:ext cx="221214" cy="297646"/>
                </a:xfrm>
                <a:prstGeom prst="rect">
                  <a:avLst/>
                </a:prstGeom>
                <a:blipFill>
                  <a:blip r:embed="rId4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C531D8D-6A1F-2FD6-8A83-C743E4DCE31D}"/>
                </a:ext>
              </a:extLst>
            </p:cNvPr>
            <p:cNvSpPr/>
            <p:nvPr/>
          </p:nvSpPr>
          <p:spPr bwMode="auto">
            <a:xfrm rot="5400000">
              <a:off x="2866285" y="3784561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98776C0-1422-F4B1-B45B-C8ED562B80E4}"/>
              </a:ext>
            </a:extLst>
          </p:cNvPr>
          <p:cNvGrpSpPr/>
          <p:nvPr/>
        </p:nvGrpSpPr>
        <p:grpSpPr>
          <a:xfrm>
            <a:off x="4648997" y="3740332"/>
            <a:ext cx="1624800" cy="1698092"/>
            <a:chOff x="4648997" y="3740332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40F2FF-1254-A8AF-2849-BE18C674E9C0}"/>
                    </a:ext>
                  </a:extLst>
                </p:cNvPr>
                <p:cNvSpPr txBox="1"/>
                <p:nvPr/>
              </p:nvSpPr>
              <p:spPr>
                <a:xfrm>
                  <a:off x="4677291" y="384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440F2FF-1254-A8AF-2849-BE18C674E9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7291" y="3844206"/>
                  <a:ext cx="221214" cy="297646"/>
                </a:xfrm>
                <a:prstGeom prst="rect">
                  <a:avLst/>
                </a:prstGeom>
                <a:blipFill>
                  <a:blip r:embed="rId48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8F55F51-31E4-9CFB-89FA-6C6E77EFA450}"/>
                    </a:ext>
                  </a:extLst>
                </p:cNvPr>
                <p:cNvSpPr txBox="1"/>
                <p:nvPr/>
              </p:nvSpPr>
              <p:spPr>
                <a:xfrm>
                  <a:off x="5130798" y="384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8F55F51-31E4-9CFB-89FA-6C6E77EFA4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798" y="3844206"/>
                  <a:ext cx="221214" cy="297646"/>
                </a:xfrm>
                <a:prstGeom prst="rect">
                  <a:avLst/>
                </a:prstGeom>
                <a:blipFill>
                  <a:blip r:embed="rId49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B04DE8E-59E3-9095-633E-5F168E3A245C}"/>
                    </a:ext>
                  </a:extLst>
                </p:cNvPr>
                <p:cNvSpPr txBox="1"/>
                <p:nvPr/>
              </p:nvSpPr>
              <p:spPr>
                <a:xfrm>
                  <a:off x="5597005" y="384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FB04DE8E-59E3-9095-633E-5F168E3A24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7005" y="3840436"/>
                  <a:ext cx="221214" cy="297646"/>
                </a:xfrm>
                <a:prstGeom prst="rect">
                  <a:avLst/>
                </a:prstGeom>
                <a:blipFill>
                  <a:blip r:embed="rId50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3A4E59E-6B77-271C-98E2-2442229FA443}"/>
                    </a:ext>
                  </a:extLst>
                </p:cNvPr>
                <p:cNvSpPr txBox="1"/>
                <p:nvPr/>
              </p:nvSpPr>
              <p:spPr>
                <a:xfrm>
                  <a:off x="4686298" y="42882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3A4E59E-6B77-271C-98E2-2442229FA4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298" y="4288289"/>
                  <a:ext cx="221214" cy="297646"/>
                </a:xfrm>
                <a:prstGeom prst="rect">
                  <a:avLst/>
                </a:prstGeom>
                <a:blipFill>
                  <a:blip r:embed="rId51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C2852BED-D575-E26E-C968-A341F592B1C2}"/>
                    </a:ext>
                  </a:extLst>
                </p:cNvPr>
                <p:cNvSpPr txBox="1"/>
                <p:nvPr/>
              </p:nvSpPr>
              <p:spPr>
                <a:xfrm>
                  <a:off x="5139805" y="42882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C2852BED-D575-E26E-C968-A341F592B1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9805" y="4288289"/>
                  <a:ext cx="221214" cy="297646"/>
                </a:xfrm>
                <a:prstGeom prst="rect">
                  <a:avLst/>
                </a:prstGeom>
                <a:blipFill>
                  <a:blip r:embed="rId52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127B10B-17A4-CA7A-1DE7-A8E51B9005EF}"/>
                    </a:ext>
                  </a:extLst>
                </p:cNvPr>
                <p:cNvSpPr txBox="1"/>
                <p:nvPr/>
              </p:nvSpPr>
              <p:spPr>
                <a:xfrm>
                  <a:off x="5606012" y="42845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127B10B-17A4-CA7A-1DE7-A8E51B9005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6012" y="4284519"/>
                  <a:ext cx="221214" cy="297646"/>
                </a:xfrm>
                <a:prstGeom prst="rect">
                  <a:avLst/>
                </a:prstGeom>
                <a:blipFill>
                  <a:blip r:embed="rId5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8B2E3C9-119C-5972-97D2-6BC5C8657E48}"/>
                    </a:ext>
                  </a:extLst>
                </p:cNvPr>
                <p:cNvSpPr txBox="1"/>
                <p:nvPr/>
              </p:nvSpPr>
              <p:spPr>
                <a:xfrm>
                  <a:off x="4693684" y="47200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E8B2E3C9-119C-5972-97D2-6BC5C8657E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3684" y="4720089"/>
                  <a:ext cx="221214" cy="297646"/>
                </a:xfrm>
                <a:prstGeom prst="rect">
                  <a:avLst/>
                </a:prstGeom>
                <a:blipFill>
                  <a:blip r:embed="rId54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96DA7A95-7D00-5559-F020-D65DDE53F14E}"/>
                    </a:ext>
                  </a:extLst>
                </p:cNvPr>
                <p:cNvSpPr txBox="1"/>
                <p:nvPr/>
              </p:nvSpPr>
              <p:spPr>
                <a:xfrm>
                  <a:off x="5147191" y="47200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96DA7A95-7D00-5559-F020-D65DDE53F1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7191" y="4720089"/>
                  <a:ext cx="221214" cy="297646"/>
                </a:xfrm>
                <a:prstGeom prst="rect">
                  <a:avLst/>
                </a:prstGeom>
                <a:blipFill>
                  <a:blip r:embed="rId55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CA0F4E2-1C7D-A413-AF87-0B7FA19B021F}"/>
                    </a:ext>
                  </a:extLst>
                </p:cNvPr>
                <p:cNvSpPr txBox="1"/>
                <p:nvPr/>
              </p:nvSpPr>
              <p:spPr>
                <a:xfrm>
                  <a:off x="5613398" y="47163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CA0F4E2-1C7D-A413-AF87-0B7FA19B0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398" y="4716319"/>
                  <a:ext cx="221214" cy="297646"/>
                </a:xfrm>
                <a:prstGeom prst="rect">
                  <a:avLst/>
                </a:prstGeom>
                <a:blipFill>
                  <a:blip r:embed="rId5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40B7455-3AD0-DA56-4DD5-E0D57167A5FF}"/>
                    </a:ext>
                  </a:extLst>
                </p:cNvPr>
                <p:cNvSpPr txBox="1"/>
                <p:nvPr/>
              </p:nvSpPr>
              <p:spPr>
                <a:xfrm>
                  <a:off x="5998091" y="384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040B7455-3AD0-DA56-4DD5-E0D57167A5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091" y="3840436"/>
                  <a:ext cx="221214" cy="297646"/>
                </a:xfrm>
                <a:prstGeom prst="rect">
                  <a:avLst/>
                </a:prstGeom>
                <a:blipFill>
                  <a:blip r:embed="rId5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99504C25-4A48-B802-0278-D1739BA11C5D}"/>
                    </a:ext>
                  </a:extLst>
                </p:cNvPr>
                <p:cNvSpPr txBox="1"/>
                <p:nvPr/>
              </p:nvSpPr>
              <p:spPr>
                <a:xfrm>
                  <a:off x="6007098" y="42845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99504C25-4A48-B802-0278-D1739BA11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7098" y="4284519"/>
                  <a:ext cx="221214" cy="297646"/>
                </a:xfrm>
                <a:prstGeom prst="rect">
                  <a:avLst/>
                </a:prstGeom>
                <a:blipFill>
                  <a:blip r:embed="rId58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C7AE598-5AAC-9FC8-3955-64DCB250ABD5}"/>
                    </a:ext>
                  </a:extLst>
                </p:cNvPr>
                <p:cNvSpPr txBox="1"/>
                <p:nvPr/>
              </p:nvSpPr>
              <p:spPr>
                <a:xfrm>
                  <a:off x="6014484" y="47163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5C7AE598-5AAC-9FC8-3955-64DCB250A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4484" y="4716319"/>
                  <a:ext cx="221214" cy="297646"/>
                </a:xfrm>
                <a:prstGeom prst="rect">
                  <a:avLst/>
                </a:prstGeom>
                <a:blipFill>
                  <a:blip r:embed="rId5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FF1B3D6-C188-3841-AF11-8B6627D0696C}"/>
                    </a:ext>
                  </a:extLst>
                </p:cNvPr>
                <p:cNvSpPr txBox="1"/>
                <p:nvPr/>
              </p:nvSpPr>
              <p:spPr>
                <a:xfrm>
                  <a:off x="4706384" y="514077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1FF1B3D6-C188-3841-AF11-8B6627D06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6384" y="5140778"/>
                  <a:ext cx="221214" cy="297646"/>
                </a:xfrm>
                <a:prstGeom prst="rect">
                  <a:avLst/>
                </a:prstGeom>
                <a:blipFill>
                  <a:blip r:embed="rId60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ED9524C-F421-3BD4-917C-2E3D6C3EEBF2}"/>
                    </a:ext>
                  </a:extLst>
                </p:cNvPr>
                <p:cNvSpPr txBox="1"/>
                <p:nvPr/>
              </p:nvSpPr>
              <p:spPr>
                <a:xfrm>
                  <a:off x="5159891" y="514077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9ED9524C-F421-3BD4-917C-2E3D6C3EEB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9891" y="5140778"/>
                  <a:ext cx="221214" cy="297646"/>
                </a:xfrm>
                <a:prstGeom prst="rect">
                  <a:avLst/>
                </a:prstGeom>
                <a:blipFill>
                  <a:blip r:embed="rId4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00D5C52B-43D3-899C-C30E-BFE8152EC1F4}"/>
                    </a:ext>
                  </a:extLst>
                </p:cNvPr>
                <p:cNvSpPr txBox="1"/>
                <p:nvPr/>
              </p:nvSpPr>
              <p:spPr>
                <a:xfrm>
                  <a:off x="5626098" y="513700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00D5C52B-43D3-899C-C30E-BFE8152EC1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6098" y="5137008"/>
                  <a:ext cx="221214" cy="297646"/>
                </a:xfrm>
                <a:prstGeom prst="rect">
                  <a:avLst/>
                </a:prstGeom>
                <a:blipFill>
                  <a:blip r:embed="rId6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EFDBA4E1-E14E-E38F-04AB-33BC3182618F}"/>
                    </a:ext>
                  </a:extLst>
                </p:cNvPr>
                <p:cNvSpPr txBox="1"/>
                <p:nvPr/>
              </p:nvSpPr>
              <p:spPr>
                <a:xfrm>
                  <a:off x="6027184" y="513700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EFDBA4E1-E14E-E38F-04AB-33BC318261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7184" y="5137008"/>
                  <a:ext cx="221214" cy="297646"/>
                </a:xfrm>
                <a:prstGeom prst="rect">
                  <a:avLst/>
                </a:prstGeom>
                <a:blipFill>
                  <a:blip r:embed="rId6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E0A3435-255C-3624-0400-98E3E0623A6F}"/>
                </a:ext>
              </a:extLst>
            </p:cNvPr>
            <p:cNvSpPr/>
            <p:nvPr/>
          </p:nvSpPr>
          <p:spPr bwMode="auto">
            <a:xfrm rot="5400000">
              <a:off x="4618885" y="3770444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488455AE-9316-79FB-B350-949CAB8A4265}"/>
              </a:ext>
            </a:extLst>
          </p:cNvPr>
          <p:cNvSpPr txBox="1"/>
          <p:nvPr/>
        </p:nvSpPr>
        <p:spPr>
          <a:xfrm rot="5400000">
            <a:off x="7170136" y="453546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F3CCCFB-0989-A62D-BCC2-8795441B040B}"/>
              </a:ext>
            </a:extLst>
          </p:cNvPr>
          <p:cNvSpPr txBox="1"/>
          <p:nvPr/>
        </p:nvSpPr>
        <p:spPr>
          <a:xfrm rot="10800000">
            <a:off x="2083747" y="5627478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C2FAF0-625E-D5F1-67B6-23DFB4DE0B43}"/>
              </a:ext>
            </a:extLst>
          </p:cNvPr>
          <p:cNvSpPr txBox="1"/>
          <p:nvPr/>
        </p:nvSpPr>
        <p:spPr>
          <a:xfrm rot="10800000">
            <a:off x="3495228" y="561983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56FAFF51-D994-DA9C-788F-14E24ABB2D13}"/>
              </a:ext>
            </a:extLst>
          </p:cNvPr>
          <p:cNvSpPr txBox="1"/>
          <p:nvPr/>
        </p:nvSpPr>
        <p:spPr>
          <a:xfrm rot="10800000">
            <a:off x="5247828" y="561424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8066380-EBAA-C428-F0CC-0F15A81C6A3C}"/>
              </a:ext>
            </a:extLst>
          </p:cNvPr>
          <p:cNvSpPr txBox="1"/>
          <p:nvPr/>
        </p:nvSpPr>
        <p:spPr>
          <a:xfrm>
            <a:off x="-77065" y="2467839"/>
            <a:ext cx="215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Test sample</a:t>
            </a:r>
          </a:p>
          <a:p>
            <a:pPr algn="ctr"/>
            <a:r>
              <a:rPr lang="zh-CN" altLang="en-US" sz="2400" dirty="0"/>
              <a:t>测试数据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488F240-5EA5-6DBB-FB7B-1649CD4F902D}"/>
              </a:ext>
            </a:extLst>
          </p:cNvPr>
          <p:cNvSpPr txBox="1"/>
          <p:nvPr/>
        </p:nvSpPr>
        <p:spPr>
          <a:xfrm rot="10800000">
            <a:off x="7102028" y="5580379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AFEF9F4-BBEC-4E09-4AD0-73C35E17D0E4}"/>
              </a:ext>
            </a:extLst>
          </p:cNvPr>
          <p:cNvSpPr txBox="1"/>
          <p:nvPr/>
        </p:nvSpPr>
        <p:spPr>
          <a:xfrm>
            <a:off x="233047" y="1533866"/>
            <a:ext cx="241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Training data</a:t>
            </a:r>
          </a:p>
          <a:p>
            <a:pPr algn="ctr"/>
            <a:r>
              <a:rPr lang="zh-CN" altLang="en-US" sz="2400" dirty="0"/>
              <a:t>训练数据</a:t>
            </a:r>
          </a:p>
        </p:txBody>
      </p:sp>
    </p:spTree>
    <p:extLst>
      <p:ext uri="{BB962C8B-B14F-4D97-AF65-F5344CB8AC3E}">
        <p14:creationId xmlns:p14="http://schemas.microsoft.com/office/powerpoint/2010/main" val="143882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5" grpId="0"/>
      <p:bldP spid="96" grpId="0"/>
      <p:bldP spid="98" grpId="0"/>
      <p:bldP spid="101" grpId="0"/>
      <p:bldP spid="103" grpId="0"/>
      <p:bldP spid="105" grpId="0"/>
      <p:bldP spid="112" grpId="0"/>
      <p:bldP spid="1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69A50-2BDC-98F7-D050-4F40BF087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899E-595B-A7FB-5C01-61DFE1361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Local ‘Cache’ in Compute Units</a:t>
            </a:r>
            <a:br>
              <a:rPr lang="en-US" altLang="zh-CN" dirty="0"/>
            </a:br>
            <a:r>
              <a:rPr lang="zh-CN" altLang="en-US" dirty="0"/>
              <a:t>计算单元中的局部“缓存” </a:t>
            </a:r>
            <a:r>
              <a:rPr lang="en-US" altLang="zh-CN" dirty="0"/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E49E7-0B23-060D-0B93-C861AAFA4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Can Be Managed by Software Program  </a:t>
            </a:r>
            <a:r>
              <a:rPr lang="zh-CN" altLang="en-US" dirty="0"/>
              <a:t>可由软件程序管理</a:t>
            </a:r>
            <a:endParaRPr lang="en-US" altLang="zh-CN" dirty="0"/>
          </a:p>
          <a:p>
            <a:pPr lvl="1"/>
            <a:r>
              <a:rPr lang="en-US" altLang="zh-CN" dirty="0"/>
              <a:t>Group of threads collaboratively fetch the data  </a:t>
            </a:r>
            <a:r>
              <a:rPr lang="zh-CN" altLang="en-US" dirty="0"/>
              <a:t>一组线程协同读取数据</a:t>
            </a:r>
            <a:endParaRPr lang="en-US" altLang="zh-CN" dirty="0"/>
          </a:p>
          <a:p>
            <a:pPr lvl="1"/>
            <a:r>
              <a:rPr lang="en-US" altLang="zh-CN" dirty="0"/>
              <a:t>Shared in execution  </a:t>
            </a:r>
            <a:r>
              <a:rPr lang="zh-CN" altLang="en-US" dirty="0"/>
              <a:t>执行过程中共享数据</a:t>
            </a:r>
            <a:endParaRPr lang="en-US" altLang="zh-CN" dirty="0"/>
          </a:p>
          <a:p>
            <a:pPr lvl="1"/>
            <a:r>
              <a:rPr lang="en-US" altLang="zh-CN" dirty="0"/>
              <a:t>Used as (fast) </a:t>
            </a:r>
            <a:r>
              <a:rPr lang="en-US" altLang="zh-CN" dirty="0">
                <a:solidFill>
                  <a:srgbClr val="C00000"/>
                </a:solidFill>
              </a:rPr>
              <a:t>shared memory</a:t>
            </a:r>
            <a:r>
              <a:rPr lang="en-US" altLang="zh-CN" dirty="0"/>
              <a:t> beyond regular cache  </a:t>
            </a:r>
            <a:r>
              <a:rPr lang="zh-CN" altLang="en-US" dirty="0"/>
              <a:t>在常规的缓存之外，作为（快速的）</a:t>
            </a:r>
            <a:r>
              <a:rPr lang="zh-CN" altLang="en-US" dirty="0">
                <a:solidFill>
                  <a:srgbClr val="C00000"/>
                </a:solidFill>
              </a:rPr>
              <a:t>共享内存</a:t>
            </a:r>
            <a:r>
              <a:rPr lang="zh-CN" altLang="en-US" dirty="0"/>
              <a:t>使用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767ADAF-E88C-1D07-ED40-363C98C826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272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2E197-C3A4-8B51-1D84-964E98F2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21BC-8AE8-7937-A714-0468260F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Local ‘Cache’ in Compute Units</a:t>
            </a:r>
            <a:br>
              <a:rPr lang="en-US" altLang="zh-CN" dirty="0"/>
            </a:br>
            <a:r>
              <a:rPr lang="zh-CN" altLang="en-US" dirty="0"/>
              <a:t>计算单元中的局部“缓存” </a:t>
            </a:r>
            <a:r>
              <a:rPr lang="en-US" altLang="zh-CN" dirty="0"/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CF699-C13A-7F68-DC54-AE400B589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Effective Use  </a:t>
            </a:r>
            <a:r>
              <a:rPr lang="zh-CN" altLang="en-US" dirty="0"/>
              <a:t>高效使用</a:t>
            </a:r>
            <a:endParaRPr lang="en-US" altLang="zh-CN" dirty="0"/>
          </a:p>
          <a:p>
            <a:pPr lvl="1"/>
            <a:r>
              <a:rPr lang="en-US" altLang="zh-CN" dirty="0"/>
              <a:t>Tiling for data access locality  </a:t>
            </a:r>
            <a:br>
              <a:rPr lang="en-US" altLang="zh-CN" dirty="0"/>
            </a:br>
            <a:r>
              <a:rPr lang="zh-CN" altLang="en-US" dirty="0"/>
              <a:t>利用数据存取局部性进行分块</a:t>
            </a:r>
            <a:endParaRPr lang="en-US" altLang="zh-CN" dirty="0"/>
          </a:p>
          <a:p>
            <a:pPr lvl="1"/>
            <a:r>
              <a:rPr lang="en-US" altLang="zh-CN" dirty="0"/>
              <a:t>Right-sizing the group of threads  </a:t>
            </a:r>
            <a:br>
              <a:rPr lang="en-US" altLang="zh-CN" dirty="0"/>
            </a:br>
            <a:r>
              <a:rPr lang="zh-CN" altLang="en-US" dirty="0"/>
              <a:t>选取线程分组的合适大小</a:t>
            </a:r>
            <a:endParaRPr lang="en-US" altLang="zh-CN" dirty="0"/>
          </a:p>
          <a:p>
            <a:pPr lvl="1"/>
            <a:r>
              <a:rPr lang="en-US" altLang="zh-CN" dirty="0"/>
              <a:t>Right-sizing shared memory within cache capacity  </a:t>
            </a:r>
            <a:r>
              <a:rPr lang="zh-CN" altLang="en-US" dirty="0"/>
              <a:t>缓存容量限制下选取合适的共享内存大小</a:t>
            </a:r>
            <a:endParaRPr lang="en-US" altLang="zh-CN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D6A79C8-454A-2D30-A8E7-94F3B3EA0E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7994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636A9-C096-8C2C-14DB-2C01B1A3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58D8E-216F-5B01-5654-95AE298A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GPU Implementation Example</a:t>
            </a:r>
            <a:br>
              <a:rPr lang="en-US" altLang="zh-CN" dirty="0"/>
            </a:br>
            <a:r>
              <a:rPr lang="zh-CN" altLang="en-US" dirty="0"/>
              <a:t>一个</a:t>
            </a:r>
            <a:r>
              <a:rPr lang="en-US" altLang="zh-CN" dirty="0"/>
              <a:t>GPU</a:t>
            </a:r>
            <a:r>
              <a:rPr lang="zh-CN" altLang="en-US" dirty="0"/>
              <a:t>实现的例子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D4B697D-D623-31B7-F224-C397922020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259F8F3-463B-E687-35AF-39E2CE360133}"/>
              </a:ext>
            </a:extLst>
          </p:cNvPr>
          <p:cNvGrpSpPr/>
          <p:nvPr/>
        </p:nvGrpSpPr>
        <p:grpSpPr>
          <a:xfrm>
            <a:off x="2235200" y="2057400"/>
            <a:ext cx="705886" cy="1748134"/>
            <a:chOff x="1992086" y="2046626"/>
            <a:chExt cx="705886" cy="17481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604602E-3FE0-2E15-9F33-473604D343A7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DF3E9864-C712-31CC-5157-C4AF2550AE41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63A7019-0D31-CB2E-1750-50E8D4B50FA1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27BA447B-10D0-2593-6247-1B175B4AC926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F3012801-0AC4-8A1B-9AD1-3942E6AD9138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D67617E4-5026-344F-447C-2943F6F9C596}"/>
              </a:ext>
            </a:extLst>
          </p:cNvPr>
          <p:cNvSpPr txBox="1"/>
          <p:nvPr/>
        </p:nvSpPr>
        <p:spPr>
          <a:xfrm>
            <a:off x="70886" y="2164394"/>
            <a:ext cx="2159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 thread group</a:t>
            </a:r>
          </a:p>
          <a:p>
            <a:pPr algn="ctr"/>
            <a:r>
              <a:rPr lang="zh-CN" altLang="en-US" sz="2400" dirty="0"/>
              <a:t>一个线程分组</a:t>
            </a:r>
          </a:p>
        </p:txBody>
      </p:sp>
    </p:spTree>
    <p:extLst>
      <p:ext uri="{BB962C8B-B14F-4D97-AF65-F5344CB8AC3E}">
        <p14:creationId xmlns:p14="http://schemas.microsoft.com/office/powerpoint/2010/main" val="276778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C0139-8EDC-9F81-685A-442621DE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D38AC-A0AA-98DB-69D6-C63BF93A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GPU Implementation Example</a:t>
            </a:r>
            <a:br>
              <a:rPr lang="en-US" altLang="zh-CN" dirty="0"/>
            </a:br>
            <a:r>
              <a:rPr lang="zh-CN" altLang="en-US" dirty="0"/>
              <a:t>一个</a:t>
            </a:r>
            <a:r>
              <a:rPr lang="en-US" altLang="zh-CN" dirty="0"/>
              <a:t>GPU</a:t>
            </a:r>
            <a:r>
              <a:rPr lang="zh-CN" altLang="en-US" dirty="0"/>
              <a:t>实现的例子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6B20025-B70B-5A3F-DF43-72FFAC1B54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44692C3-4962-96B0-D7D6-767B30D9AA7B}"/>
              </a:ext>
            </a:extLst>
          </p:cNvPr>
          <p:cNvGrpSpPr/>
          <p:nvPr/>
        </p:nvGrpSpPr>
        <p:grpSpPr>
          <a:xfrm>
            <a:off x="2235200" y="2057400"/>
            <a:ext cx="705886" cy="1748134"/>
            <a:chOff x="1992086" y="2046626"/>
            <a:chExt cx="705886" cy="17481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1BCDF5A-B421-9704-3736-E1EBEF0246A4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FEB64254-9922-0DD6-88A0-F12C5F451416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ADB53CF-1E9A-7CB0-6C5B-FAFA39D677FE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148EE8E-3230-0BB7-6D35-26C30D85B840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7BB7049-C853-DD01-1973-B7BBF5078C99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93D20519-E854-03BD-607A-17A8CEC0505A}"/>
              </a:ext>
            </a:extLst>
          </p:cNvPr>
          <p:cNvSpPr txBox="1"/>
          <p:nvPr/>
        </p:nvSpPr>
        <p:spPr>
          <a:xfrm>
            <a:off x="70886" y="2164394"/>
            <a:ext cx="2159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1 thread per test sample</a:t>
            </a:r>
          </a:p>
          <a:p>
            <a:pPr algn="ctr"/>
            <a:r>
              <a:rPr lang="zh-CN" altLang="en-US" sz="2400" dirty="0"/>
              <a:t>每个线程处理一条测试数据</a:t>
            </a:r>
          </a:p>
        </p:txBody>
      </p:sp>
    </p:spTree>
    <p:extLst>
      <p:ext uri="{BB962C8B-B14F-4D97-AF65-F5344CB8AC3E}">
        <p14:creationId xmlns:p14="http://schemas.microsoft.com/office/powerpoint/2010/main" val="2664850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731EE-7895-E94E-5B87-FAEA045B5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40410-6F94-C802-7745-12699C207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GPU Implementation Example</a:t>
            </a:r>
            <a:br>
              <a:rPr lang="en-US" altLang="zh-CN" dirty="0"/>
            </a:br>
            <a:r>
              <a:rPr lang="zh-CN" altLang="en-US" dirty="0"/>
              <a:t>一个</a:t>
            </a:r>
            <a:r>
              <a:rPr lang="en-US" altLang="zh-CN" dirty="0"/>
              <a:t>GPU</a:t>
            </a:r>
            <a:r>
              <a:rPr lang="zh-CN" altLang="en-US" dirty="0"/>
              <a:t>实现的例子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E6DBA48-0E69-8760-B47B-775EC424A7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C8ADE4D-E412-7C61-235D-8FA97D845ECB}"/>
              </a:ext>
            </a:extLst>
          </p:cNvPr>
          <p:cNvGrpSpPr/>
          <p:nvPr/>
        </p:nvGrpSpPr>
        <p:grpSpPr>
          <a:xfrm>
            <a:off x="2235200" y="2057400"/>
            <a:ext cx="705886" cy="1748134"/>
            <a:chOff x="1992086" y="2046626"/>
            <a:chExt cx="705886" cy="17481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9C59DE9B-D281-6D79-995E-3BB2CBC7343C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60665A8-16EC-9EA8-79D2-593451B9B3D6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4D1B3E8-E440-C23B-2611-C5BCCBE4A9C6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2D36C25-84C8-B89D-D07B-3708B022DF52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A7F9B45-12ED-E374-6F8F-D59A499922CF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3C39493C-B9F5-72D2-FFFA-C6F51D3A6B27}"/>
              </a:ext>
            </a:extLst>
          </p:cNvPr>
          <p:cNvSpPr txBox="1"/>
          <p:nvPr/>
        </p:nvSpPr>
        <p:spPr>
          <a:xfrm>
            <a:off x="-51922" y="1955495"/>
            <a:ext cx="23822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Test data in thread-owned registers</a:t>
            </a:r>
          </a:p>
          <a:p>
            <a:pPr algn="ctr"/>
            <a:r>
              <a:rPr lang="zh-CN" altLang="en-US" sz="2400" dirty="0"/>
              <a:t>数据存于线程所有的寄存器中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5BABBC-21D0-A3AE-E437-595D698BCD54}"/>
              </a:ext>
            </a:extLst>
          </p:cNvPr>
          <p:cNvGrpSpPr/>
          <p:nvPr/>
        </p:nvGrpSpPr>
        <p:grpSpPr>
          <a:xfrm>
            <a:off x="2677886" y="1538117"/>
            <a:ext cx="2006600" cy="474178"/>
            <a:chOff x="2677886" y="1538117"/>
            <a:chExt cx="2006600" cy="4741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7B8EE05-E500-158C-6085-C31BD32AF63D}"/>
                </a:ext>
              </a:extLst>
            </p:cNvPr>
            <p:cNvSpPr txBox="1"/>
            <p:nvPr/>
          </p:nvSpPr>
          <p:spPr>
            <a:xfrm>
              <a:off x="3998686" y="154686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4</a:t>
              </a:r>
              <a:endParaRPr lang="zh-CN" altLang="en-US" sz="24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45CA7F0-E4B8-E6CA-8A22-854F754F25CC}"/>
                </a:ext>
              </a:extLst>
            </p:cNvPr>
            <p:cNvGrpSpPr/>
            <p:nvPr/>
          </p:nvGrpSpPr>
          <p:grpSpPr>
            <a:xfrm>
              <a:off x="2677886" y="1538117"/>
              <a:ext cx="1803399" cy="474178"/>
              <a:chOff x="2677886" y="1538117"/>
              <a:chExt cx="1803399" cy="47417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2E37DC-7FB4-3402-B127-B9264973C396}"/>
                  </a:ext>
                </a:extLst>
              </p:cNvPr>
              <p:cNvSpPr txBox="1"/>
              <p:nvPr/>
            </p:nvSpPr>
            <p:spPr>
              <a:xfrm>
                <a:off x="2677886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2AEAC3-10F7-4F1F-E29A-2A14D3916146}"/>
                  </a:ext>
                </a:extLst>
              </p:cNvPr>
              <p:cNvSpPr txBox="1"/>
              <p:nvPr/>
            </p:nvSpPr>
            <p:spPr>
              <a:xfrm>
                <a:off x="3131393" y="155063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BDA9AF-6DE6-D133-2FDF-C29680B103EB}"/>
                  </a:ext>
                </a:extLst>
              </p:cNvPr>
              <p:cNvSpPr txBox="1"/>
              <p:nvPr/>
            </p:nvSpPr>
            <p:spPr>
              <a:xfrm>
                <a:off x="3597600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EA2D4A6-D9CD-13E4-6BBB-751FEF311CA5}"/>
                  </a:ext>
                </a:extLst>
              </p:cNvPr>
              <p:cNvSpPr/>
              <p:nvPr/>
            </p:nvSpPr>
            <p:spPr bwMode="auto">
              <a:xfrm>
                <a:off x="2899536" y="1538117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99BA8B4-5473-75E9-BDB3-70000DAC13A0}"/>
              </a:ext>
            </a:extLst>
          </p:cNvPr>
          <p:cNvSpPr txBox="1"/>
          <p:nvPr/>
        </p:nvSpPr>
        <p:spPr>
          <a:xfrm>
            <a:off x="4713142" y="1371600"/>
            <a:ext cx="3896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 tile of the training data</a:t>
            </a:r>
          </a:p>
          <a:p>
            <a:pPr algn="ctr"/>
            <a:r>
              <a:rPr lang="zh-CN" altLang="en-US" sz="2400" dirty="0"/>
              <a:t>训练数据的一个分块</a:t>
            </a:r>
          </a:p>
        </p:txBody>
      </p:sp>
    </p:spTree>
    <p:extLst>
      <p:ext uri="{BB962C8B-B14F-4D97-AF65-F5344CB8AC3E}">
        <p14:creationId xmlns:p14="http://schemas.microsoft.com/office/powerpoint/2010/main" val="1208049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E84F2-20C8-2E8D-1AB1-9ACAF1DC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693A-95D1-EB84-583B-5DBFA5FB9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GPU Implementation Example</a:t>
            </a:r>
            <a:br>
              <a:rPr lang="en-US" altLang="zh-CN" dirty="0"/>
            </a:br>
            <a:r>
              <a:rPr lang="zh-CN" altLang="en-US" dirty="0"/>
              <a:t>一个</a:t>
            </a:r>
            <a:r>
              <a:rPr lang="en-US" altLang="zh-CN" dirty="0"/>
              <a:t>GPU</a:t>
            </a:r>
            <a:r>
              <a:rPr lang="zh-CN" altLang="en-US" dirty="0"/>
              <a:t>实现的例子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7980DC8-F16A-FB7E-E69F-57C59DBF4F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07BA2A2-E29C-431E-8953-FDC857FE68FD}"/>
              </a:ext>
            </a:extLst>
          </p:cNvPr>
          <p:cNvGrpSpPr/>
          <p:nvPr/>
        </p:nvGrpSpPr>
        <p:grpSpPr>
          <a:xfrm>
            <a:off x="2235200" y="2057400"/>
            <a:ext cx="705886" cy="1748134"/>
            <a:chOff x="1992086" y="2046626"/>
            <a:chExt cx="705886" cy="17481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0464F860-0131-72BF-7C4A-5EDF0CE2E50F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5F9C11B-3AA3-6C7D-EC49-1772B5ECD378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62EAD3A-2AF0-3E46-34AD-F4604E7C6819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C377D65-8ED7-0D5E-DDAF-E5C24213396F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EE0B0F9A-CC14-0597-62DD-849F2CB687FD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FFCE3B3-AAF3-C0BF-F475-61E1E9F73F19}"/>
              </a:ext>
            </a:extLst>
          </p:cNvPr>
          <p:cNvGrpSpPr/>
          <p:nvPr/>
        </p:nvGrpSpPr>
        <p:grpSpPr>
          <a:xfrm>
            <a:off x="2677886" y="1538117"/>
            <a:ext cx="2006600" cy="474178"/>
            <a:chOff x="2677886" y="1538117"/>
            <a:chExt cx="2006600" cy="4741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46D4096-9DF4-8750-5038-089AF853903A}"/>
                </a:ext>
              </a:extLst>
            </p:cNvPr>
            <p:cNvSpPr txBox="1"/>
            <p:nvPr/>
          </p:nvSpPr>
          <p:spPr>
            <a:xfrm>
              <a:off x="3998686" y="154686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4</a:t>
              </a:r>
              <a:endParaRPr lang="zh-CN" altLang="en-US" sz="24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D474135-3EDC-9BB5-8B76-6376D444DB82}"/>
                </a:ext>
              </a:extLst>
            </p:cNvPr>
            <p:cNvGrpSpPr/>
            <p:nvPr/>
          </p:nvGrpSpPr>
          <p:grpSpPr>
            <a:xfrm>
              <a:off x="2677886" y="1538117"/>
              <a:ext cx="1803399" cy="474178"/>
              <a:chOff x="2677886" y="1538117"/>
              <a:chExt cx="1803399" cy="47417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3B41C23-CCF2-2781-215C-03D1F9556A2F}"/>
                  </a:ext>
                </a:extLst>
              </p:cNvPr>
              <p:cNvSpPr txBox="1"/>
              <p:nvPr/>
            </p:nvSpPr>
            <p:spPr>
              <a:xfrm>
                <a:off x="2677886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5CE9427-4D94-506B-C255-DD6D8CDEC699}"/>
                  </a:ext>
                </a:extLst>
              </p:cNvPr>
              <p:cNvSpPr txBox="1"/>
              <p:nvPr/>
            </p:nvSpPr>
            <p:spPr>
              <a:xfrm>
                <a:off x="3131393" y="155063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C75165-1F9E-5531-23FF-7F8DADB42362}"/>
                  </a:ext>
                </a:extLst>
              </p:cNvPr>
              <p:cNvSpPr txBox="1"/>
              <p:nvPr/>
            </p:nvSpPr>
            <p:spPr>
              <a:xfrm>
                <a:off x="3597600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FE1D9D5-B540-68C7-2646-3D816E4C22FE}"/>
                  </a:ext>
                </a:extLst>
              </p:cNvPr>
              <p:cNvSpPr/>
              <p:nvPr/>
            </p:nvSpPr>
            <p:spPr bwMode="auto">
              <a:xfrm>
                <a:off x="2899536" y="1538117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8B33F5A-ADEB-5FA4-EE66-EF1F0F5BA8EE}"/>
              </a:ext>
            </a:extLst>
          </p:cNvPr>
          <p:cNvSpPr txBox="1"/>
          <p:nvPr/>
        </p:nvSpPr>
        <p:spPr>
          <a:xfrm>
            <a:off x="4713142" y="1371600"/>
            <a:ext cx="4126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Each thread fetches </a:t>
            </a:r>
          </a:p>
          <a:p>
            <a:pPr algn="ctr"/>
            <a:r>
              <a:rPr lang="en-US" altLang="zh-CN" sz="2400" dirty="0"/>
              <a:t>part of the tile</a:t>
            </a:r>
          </a:p>
          <a:p>
            <a:pPr algn="ctr"/>
            <a:r>
              <a:rPr lang="zh-CN" altLang="en-US" sz="2400" dirty="0"/>
              <a:t>每个线程读取分块的一部分</a:t>
            </a:r>
          </a:p>
        </p:txBody>
      </p:sp>
    </p:spTree>
    <p:extLst>
      <p:ext uri="{BB962C8B-B14F-4D97-AF65-F5344CB8AC3E}">
        <p14:creationId xmlns:p14="http://schemas.microsoft.com/office/powerpoint/2010/main" val="4078939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FAF1D-BF38-570E-E4AA-96D520237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1360E-17B7-163A-6A38-6A7E167B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GPU Implementation Example</a:t>
            </a:r>
            <a:br>
              <a:rPr lang="en-US" altLang="zh-CN" dirty="0"/>
            </a:br>
            <a:r>
              <a:rPr lang="zh-CN" altLang="en-US" dirty="0"/>
              <a:t>一个</a:t>
            </a:r>
            <a:r>
              <a:rPr lang="en-US" altLang="zh-CN" dirty="0"/>
              <a:t>GPU</a:t>
            </a:r>
            <a:r>
              <a:rPr lang="zh-CN" altLang="en-US" dirty="0"/>
              <a:t>实现的例子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B873EE9-07EE-2097-92E5-038EEAD8F9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E473508-C453-1082-1265-6CCCB86B8DCA}"/>
              </a:ext>
            </a:extLst>
          </p:cNvPr>
          <p:cNvGrpSpPr/>
          <p:nvPr/>
        </p:nvGrpSpPr>
        <p:grpSpPr>
          <a:xfrm>
            <a:off x="2235200" y="2057400"/>
            <a:ext cx="705886" cy="1748134"/>
            <a:chOff x="1992086" y="2046626"/>
            <a:chExt cx="705886" cy="17481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9321755-ABBD-4E88-B67F-3271B913C4AD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0FA3190-EC36-CCE5-CF44-FF463924157E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EBA14E3-A91A-C2A4-3AA6-F22E455F654F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45C8110-F014-8A70-5585-27122359674E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9264BAC-8C14-6588-43F0-0A4F4023E7A5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8F596E6-043D-3F94-E1F3-0D6AACA422DE}"/>
              </a:ext>
            </a:extLst>
          </p:cNvPr>
          <p:cNvGrpSpPr/>
          <p:nvPr/>
        </p:nvGrpSpPr>
        <p:grpSpPr>
          <a:xfrm>
            <a:off x="2677886" y="1538117"/>
            <a:ext cx="2006600" cy="474178"/>
            <a:chOff x="2677886" y="1538117"/>
            <a:chExt cx="2006600" cy="4741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4A13DCB-A460-CD55-998C-01C957B40676}"/>
                </a:ext>
              </a:extLst>
            </p:cNvPr>
            <p:cNvSpPr txBox="1"/>
            <p:nvPr/>
          </p:nvSpPr>
          <p:spPr>
            <a:xfrm>
              <a:off x="3998686" y="154686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4</a:t>
              </a:r>
              <a:endParaRPr lang="zh-CN" altLang="en-US" sz="24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6761DAB-D33C-4126-B347-0EB595BC6BF4}"/>
                </a:ext>
              </a:extLst>
            </p:cNvPr>
            <p:cNvGrpSpPr/>
            <p:nvPr/>
          </p:nvGrpSpPr>
          <p:grpSpPr>
            <a:xfrm>
              <a:off x="2677886" y="1538117"/>
              <a:ext cx="1803399" cy="474178"/>
              <a:chOff x="2677886" y="1538117"/>
              <a:chExt cx="1803399" cy="47417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D29403-B91D-5570-A4DC-22433B31A3EE}"/>
                  </a:ext>
                </a:extLst>
              </p:cNvPr>
              <p:cNvSpPr txBox="1"/>
              <p:nvPr/>
            </p:nvSpPr>
            <p:spPr>
              <a:xfrm>
                <a:off x="2677886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D1A2B4-28A9-D9CF-1385-8EC940926B6D}"/>
                  </a:ext>
                </a:extLst>
              </p:cNvPr>
              <p:cNvSpPr txBox="1"/>
              <p:nvPr/>
            </p:nvSpPr>
            <p:spPr>
              <a:xfrm>
                <a:off x="3131393" y="155063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A8985F-8935-27BB-FE4D-B12FE1D7D61A}"/>
                  </a:ext>
                </a:extLst>
              </p:cNvPr>
              <p:cNvSpPr txBox="1"/>
              <p:nvPr/>
            </p:nvSpPr>
            <p:spPr>
              <a:xfrm>
                <a:off x="3597600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B2733A2-B507-6CA3-64C2-7709AD35FECE}"/>
                  </a:ext>
                </a:extLst>
              </p:cNvPr>
              <p:cNvSpPr/>
              <p:nvPr/>
            </p:nvSpPr>
            <p:spPr bwMode="auto">
              <a:xfrm>
                <a:off x="2899536" y="1538117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259FB0E-A892-EC81-794B-2E93AEEF8977}"/>
              </a:ext>
            </a:extLst>
          </p:cNvPr>
          <p:cNvSpPr txBox="1"/>
          <p:nvPr/>
        </p:nvSpPr>
        <p:spPr>
          <a:xfrm>
            <a:off x="4713142" y="1371600"/>
            <a:ext cx="4126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Stored in shared memory</a:t>
            </a:r>
          </a:p>
          <a:p>
            <a:pPr algn="ctr"/>
            <a:r>
              <a:rPr lang="zh-CN" altLang="en-US" sz="2400" dirty="0"/>
              <a:t>存储于共享内存中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D5C13D-BEA2-06E5-38DC-7B6D861F5C71}"/>
                  </a:ext>
                </a:extLst>
              </p:cNvPr>
              <p:cNvSpPr txBox="1"/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ED5C13D-BEA2-06E5-38DC-7B6D861F5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C88173-28A4-0D9A-89D9-3AB70B249661}"/>
                  </a:ext>
                </a:extLst>
              </p:cNvPr>
              <p:cNvSpPr txBox="1"/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CC88173-28A4-0D9A-89D9-3AB70B24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7A5E92E-196E-EB8E-CB15-3BF6B15F0734}"/>
                  </a:ext>
                </a:extLst>
              </p:cNvPr>
              <p:cNvSpPr txBox="1"/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7A5E92E-196E-EB8E-CB15-3BF6B15F0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CA18C91-0BDB-A538-3D51-822665A3DAA8}"/>
                  </a:ext>
                </a:extLst>
              </p:cNvPr>
              <p:cNvSpPr txBox="1"/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CA18C91-0BDB-A538-3D51-822665A3D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263FE53A-0FC6-B948-CB1C-76260DA6A372}"/>
              </a:ext>
            </a:extLst>
          </p:cNvPr>
          <p:cNvSpPr/>
          <p:nvPr/>
        </p:nvSpPr>
        <p:spPr bwMode="auto">
          <a:xfrm rot="5400000">
            <a:off x="2851773" y="206366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AB316B-A54E-0B5F-88F5-D7D39F6CDB36}"/>
              </a:ext>
            </a:extLst>
          </p:cNvPr>
          <p:cNvSpPr txBox="1"/>
          <p:nvPr/>
        </p:nvSpPr>
        <p:spPr>
          <a:xfrm>
            <a:off x="1742150" y="3961149"/>
            <a:ext cx="38965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Each thread loops to compute the distance w/ training data in the tile</a:t>
            </a:r>
          </a:p>
          <a:p>
            <a:pPr algn="ctr"/>
            <a:r>
              <a:rPr lang="zh-CN" altLang="en-US" sz="2400" dirty="0"/>
              <a:t>每个线程循环，计算与分块内的训练数据的距离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CB63A2E-1957-552E-562D-51EB4439C12F}"/>
              </a:ext>
            </a:extLst>
          </p:cNvPr>
          <p:cNvCxnSpPr/>
          <p:nvPr/>
        </p:nvCxnSpPr>
        <p:spPr bwMode="auto">
          <a:xfrm>
            <a:off x="2881884" y="3839813"/>
            <a:ext cx="16618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41701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/>
      <p:bldP spid="19" grpId="0"/>
      <p:bldP spid="25" grpId="0"/>
      <p:bldP spid="29" grpId="0" animBg="1"/>
      <p:bldP spid="3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78DC-28EE-A48E-2F7E-56FE5672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5704-054B-6375-BE22-3062B5B82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GPU Implementation Example</a:t>
            </a:r>
            <a:br>
              <a:rPr lang="en-US" altLang="zh-CN" dirty="0"/>
            </a:br>
            <a:r>
              <a:rPr lang="zh-CN" altLang="en-US" dirty="0"/>
              <a:t>一个</a:t>
            </a:r>
            <a:r>
              <a:rPr lang="en-US" altLang="zh-CN" dirty="0"/>
              <a:t>GPU</a:t>
            </a:r>
            <a:r>
              <a:rPr lang="zh-CN" altLang="en-US" dirty="0"/>
              <a:t>实现的例子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11960EB-66BC-0401-8989-C11E6C7F43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58119EB-4183-5DD5-AFC1-29F6235C7412}"/>
              </a:ext>
            </a:extLst>
          </p:cNvPr>
          <p:cNvGrpSpPr/>
          <p:nvPr/>
        </p:nvGrpSpPr>
        <p:grpSpPr>
          <a:xfrm>
            <a:off x="2235200" y="2057400"/>
            <a:ext cx="705886" cy="1748134"/>
            <a:chOff x="1992086" y="2046626"/>
            <a:chExt cx="705886" cy="17481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40201BD-CBEB-7D30-0CB1-09C4BE44192C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BA260E11-AF2B-5D09-7C30-29CC8FC916E8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925146F-47C0-7D75-BB35-F08E9FC9553B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D027385-086F-E435-C89C-519E42273B53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194F071-F775-9C5B-74F9-F56A72571A1F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D3E3B6F-DA47-DFB7-FCFF-376513161E9F}"/>
              </a:ext>
            </a:extLst>
          </p:cNvPr>
          <p:cNvGrpSpPr/>
          <p:nvPr/>
        </p:nvGrpSpPr>
        <p:grpSpPr>
          <a:xfrm>
            <a:off x="2677886" y="1538117"/>
            <a:ext cx="2006600" cy="474178"/>
            <a:chOff x="2677886" y="1538117"/>
            <a:chExt cx="2006600" cy="4741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5C789B4-DDEA-478B-BB12-E106E5E245AD}"/>
                </a:ext>
              </a:extLst>
            </p:cNvPr>
            <p:cNvSpPr txBox="1"/>
            <p:nvPr/>
          </p:nvSpPr>
          <p:spPr>
            <a:xfrm>
              <a:off x="3998686" y="154686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4</a:t>
              </a:r>
              <a:endParaRPr lang="zh-CN" altLang="en-US" sz="24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5A54A07-D0EC-C3AB-80E6-B6AF3C2C6C7C}"/>
                </a:ext>
              </a:extLst>
            </p:cNvPr>
            <p:cNvGrpSpPr/>
            <p:nvPr/>
          </p:nvGrpSpPr>
          <p:grpSpPr>
            <a:xfrm>
              <a:off x="2677886" y="1538117"/>
              <a:ext cx="1803399" cy="474178"/>
              <a:chOff x="2677886" y="1538117"/>
              <a:chExt cx="1803399" cy="47417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E24D26C-DB95-10E5-A576-D8EB68C7A679}"/>
                  </a:ext>
                </a:extLst>
              </p:cNvPr>
              <p:cNvSpPr txBox="1"/>
              <p:nvPr/>
            </p:nvSpPr>
            <p:spPr>
              <a:xfrm>
                <a:off x="2677886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B20A13-98FF-3A45-1CE7-0AA1BFD842BC}"/>
                  </a:ext>
                </a:extLst>
              </p:cNvPr>
              <p:cNvSpPr txBox="1"/>
              <p:nvPr/>
            </p:nvSpPr>
            <p:spPr>
              <a:xfrm>
                <a:off x="3131393" y="155063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9866E6-4581-B4FE-3B9A-08F6C127E2DC}"/>
                  </a:ext>
                </a:extLst>
              </p:cNvPr>
              <p:cNvSpPr txBox="1"/>
              <p:nvPr/>
            </p:nvSpPr>
            <p:spPr>
              <a:xfrm>
                <a:off x="3597600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08C7D21-588B-B631-3F53-814E33152019}"/>
                  </a:ext>
                </a:extLst>
              </p:cNvPr>
              <p:cNvSpPr/>
              <p:nvPr/>
            </p:nvSpPr>
            <p:spPr bwMode="auto">
              <a:xfrm>
                <a:off x="2899536" y="1538117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50B654-79F3-3F0C-7F3E-8C4E18971971}"/>
                  </a:ext>
                </a:extLst>
              </p:cNvPr>
              <p:cNvSpPr txBox="1"/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50B654-79F3-3F0C-7F3E-8C4E18971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F92A11-2D87-3D0B-52BC-531A3A6EDD99}"/>
                  </a:ext>
                </a:extLst>
              </p:cNvPr>
              <p:cNvSpPr txBox="1"/>
              <p:nvPr/>
            </p:nvSpPr>
            <p:spPr>
              <a:xfrm>
                <a:off x="3363686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7F92A11-2D87-3D0B-52BC-531A3A6ED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686" y="2137428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207A03-8A53-A135-F1B1-291222DD1A5C}"/>
                  </a:ext>
                </a:extLst>
              </p:cNvPr>
              <p:cNvSpPr txBox="1"/>
              <p:nvPr/>
            </p:nvSpPr>
            <p:spPr>
              <a:xfrm>
                <a:off x="3829893" y="213365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3207A03-8A53-A135-F1B1-291222DD1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893" y="2133658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4D0808-8680-2457-1BE0-E9310E677CCE}"/>
                  </a:ext>
                </a:extLst>
              </p:cNvPr>
              <p:cNvSpPr txBox="1"/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4D0808-8680-2457-1BE0-E9310E677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0EC9E5-28E4-3ECC-C802-0A3849C59C45}"/>
                  </a:ext>
                </a:extLst>
              </p:cNvPr>
              <p:cNvSpPr txBox="1"/>
              <p:nvPr/>
            </p:nvSpPr>
            <p:spPr>
              <a:xfrm>
                <a:off x="3372693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0EC9E5-28E4-3ECC-C802-0A3849C59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693" y="2581511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3EC79A-94D5-57B1-309D-D3AA53945F2C}"/>
                  </a:ext>
                </a:extLst>
              </p:cNvPr>
              <p:cNvSpPr txBox="1"/>
              <p:nvPr/>
            </p:nvSpPr>
            <p:spPr>
              <a:xfrm>
                <a:off x="3838900" y="25777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B3EC79A-94D5-57B1-309D-D3AA53945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900" y="2577741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EAC4B2-33A8-7601-C408-579A0EE7889A}"/>
                  </a:ext>
                </a:extLst>
              </p:cNvPr>
              <p:cNvSpPr txBox="1"/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5EAC4B2-33A8-7601-C408-579A0EE78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D9CE9A-D836-8FE3-DD95-10DC55FF7015}"/>
                  </a:ext>
                </a:extLst>
              </p:cNvPr>
              <p:cNvSpPr txBox="1"/>
              <p:nvPr/>
            </p:nvSpPr>
            <p:spPr>
              <a:xfrm>
                <a:off x="3380079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D9CE9A-D836-8FE3-DD95-10DC55FF7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079" y="3013311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31490-AA25-344D-C55C-EB851D01716D}"/>
                  </a:ext>
                </a:extLst>
              </p:cNvPr>
              <p:cNvSpPr txBox="1"/>
              <p:nvPr/>
            </p:nvSpPr>
            <p:spPr>
              <a:xfrm>
                <a:off x="3846286" y="30095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431490-AA25-344D-C55C-EB851D0171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286" y="3009541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75860F-DEA1-2278-477D-C1C020FE4876}"/>
                  </a:ext>
                </a:extLst>
              </p:cNvPr>
              <p:cNvSpPr txBox="1"/>
              <p:nvPr/>
            </p:nvSpPr>
            <p:spPr>
              <a:xfrm>
                <a:off x="4230979" y="213365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75860F-DEA1-2278-477D-C1C020FE4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79" y="2133658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9D0AED-41B6-E411-8A29-1B3D14D4CDD0}"/>
                  </a:ext>
                </a:extLst>
              </p:cNvPr>
              <p:cNvSpPr txBox="1"/>
              <p:nvPr/>
            </p:nvSpPr>
            <p:spPr>
              <a:xfrm>
                <a:off x="4239986" y="25777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E9D0AED-41B6-E411-8A29-1B3D14D4C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986" y="2577741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539F746-341C-211F-63EE-E02F070C2512}"/>
                  </a:ext>
                </a:extLst>
              </p:cNvPr>
              <p:cNvSpPr txBox="1"/>
              <p:nvPr/>
            </p:nvSpPr>
            <p:spPr>
              <a:xfrm>
                <a:off x="4247372" y="30095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539F746-341C-211F-63EE-E02F070C2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372" y="3009541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B188EF-A7B9-20E7-5554-1F7F872845EB}"/>
                  </a:ext>
                </a:extLst>
              </p:cNvPr>
              <p:cNvSpPr txBox="1"/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B188EF-A7B9-20E7-5554-1F7F87284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blipFill>
                <a:blip r:embed="rId14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CFF2A6-292D-09C7-2F5B-3D19A4064C2E}"/>
                  </a:ext>
                </a:extLst>
              </p:cNvPr>
              <p:cNvSpPr txBox="1"/>
              <p:nvPr/>
            </p:nvSpPr>
            <p:spPr>
              <a:xfrm>
                <a:off x="3392779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7CFF2A6-292D-09C7-2F5B-3D19A4064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779" y="3434000"/>
                <a:ext cx="221214" cy="297646"/>
              </a:xfrm>
              <a:prstGeom prst="rect">
                <a:avLst/>
              </a:prstGeom>
              <a:blipFill>
                <a:blip r:embed="rId1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E9062A-9B10-7C2B-7669-9366E2405F94}"/>
                  </a:ext>
                </a:extLst>
              </p:cNvPr>
              <p:cNvSpPr txBox="1"/>
              <p:nvPr/>
            </p:nvSpPr>
            <p:spPr>
              <a:xfrm>
                <a:off x="3858986" y="343023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EE9062A-9B10-7C2B-7669-9366E2405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986" y="3430230"/>
                <a:ext cx="221214" cy="297646"/>
              </a:xfrm>
              <a:prstGeom prst="rect">
                <a:avLst/>
              </a:prstGeom>
              <a:blipFill>
                <a:blip r:embed="rId1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E3CDFD-CE89-7D85-FA05-D151CD807F7F}"/>
                  </a:ext>
                </a:extLst>
              </p:cNvPr>
              <p:cNvSpPr txBox="1"/>
              <p:nvPr/>
            </p:nvSpPr>
            <p:spPr>
              <a:xfrm>
                <a:off x="4260072" y="343023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6E3CDFD-CE89-7D85-FA05-D151CD807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72" y="3430230"/>
                <a:ext cx="221214" cy="297646"/>
              </a:xfrm>
              <a:prstGeom prst="rect">
                <a:avLst/>
              </a:prstGeom>
              <a:blipFill>
                <a:blip r:embed="rId1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1A438E67-2405-7B33-C755-54FB394BFCD1}"/>
              </a:ext>
            </a:extLst>
          </p:cNvPr>
          <p:cNvSpPr/>
          <p:nvPr/>
        </p:nvSpPr>
        <p:spPr bwMode="auto">
          <a:xfrm rot="5400000">
            <a:off x="2851773" y="206366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6658D8-2CCE-FE14-C1FB-870768E129FB}"/>
              </a:ext>
            </a:extLst>
          </p:cNvPr>
          <p:cNvSpPr txBox="1"/>
          <p:nvPr/>
        </p:nvSpPr>
        <p:spPr>
          <a:xfrm>
            <a:off x="1742150" y="3961149"/>
            <a:ext cx="38965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Likely executed in parallel</a:t>
            </a:r>
          </a:p>
          <a:p>
            <a:pPr algn="ctr"/>
            <a:r>
              <a:rPr lang="zh-CN" altLang="en-US" sz="2400" dirty="0"/>
              <a:t>执行很可能是并行的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67EBAD-99A6-B397-DA13-41E71AAE6B66}"/>
              </a:ext>
            </a:extLst>
          </p:cNvPr>
          <p:cNvCxnSpPr/>
          <p:nvPr/>
        </p:nvCxnSpPr>
        <p:spPr bwMode="auto">
          <a:xfrm>
            <a:off x="2881884" y="3839813"/>
            <a:ext cx="16618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9756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1" grpId="0"/>
      <p:bldP spid="22" grpId="0"/>
      <p:bldP spid="23" grpId="0"/>
      <p:bldP spid="24" grpId="0"/>
      <p:bldP spid="27" grpId="0"/>
      <p:bldP spid="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54858-ABCB-E74B-5004-BBF06B704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4830-ECB0-B9BB-792E-38FD37B0B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GPU Implementation Example</a:t>
            </a:r>
            <a:br>
              <a:rPr lang="en-US" altLang="zh-CN" dirty="0"/>
            </a:br>
            <a:r>
              <a:rPr lang="zh-CN" altLang="en-US" dirty="0"/>
              <a:t>一个</a:t>
            </a:r>
            <a:r>
              <a:rPr lang="en-US" altLang="zh-CN" dirty="0"/>
              <a:t>GPU</a:t>
            </a:r>
            <a:r>
              <a:rPr lang="zh-CN" altLang="en-US" dirty="0"/>
              <a:t>实现的例子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BA21507-258E-783D-4D0A-5A8B6052CB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5145C427-A717-BC72-D1FB-1CECA4830ABE}"/>
              </a:ext>
            </a:extLst>
          </p:cNvPr>
          <p:cNvGrpSpPr/>
          <p:nvPr/>
        </p:nvGrpSpPr>
        <p:grpSpPr>
          <a:xfrm>
            <a:off x="2235200" y="2057400"/>
            <a:ext cx="705886" cy="1748134"/>
            <a:chOff x="1992086" y="2046626"/>
            <a:chExt cx="705886" cy="17481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3135989-2627-B2A8-2D1F-E9D8442F764C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561F6FBF-BC63-F4DA-9678-0BD08A4CE8E8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7D238EA-C79B-38C2-5E03-6AC3BF07DFDC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121B3AF-D063-B5CD-16A9-55154DB7CB6D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689F03B-2654-1952-408C-AF4BB40DD097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49FC9AD-5ACF-B12A-F9F7-3E2BB7526D88}"/>
              </a:ext>
            </a:extLst>
          </p:cNvPr>
          <p:cNvGrpSpPr/>
          <p:nvPr/>
        </p:nvGrpSpPr>
        <p:grpSpPr>
          <a:xfrm>
            <a:off x="2677886" y="1538117"/>
            <a:ext cx="2006600" cy="474178"/>
            <a:chOff x="2677886" y="1538117"/>
            <a:chExt cx="2006600" cy="4741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3C4916B-2B3D-251F-CB22-26E44A340ADE}"/>
                </a:ext>
              </a:extLst>
            </p:cNvPr>
            <p:cNvSpPr txBox="1"/>
            <p:nvPr/>
          </p:nvSpPr>
          <p:spPr>
            <a:xfrm>
              <a:off x="3998686" y="154686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4</a:t>
              </a:r>
              <a:endParaRPr lang="zh-CN" altLang="en-US" sz="24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805150E-4C06-EFE7-5DEF-00385D996E3F}"/>
                </a:ext>
              </a:extLst>
            </p:cNvPr>
            <p:cNvGrpSpPr/>
            <p:nvPr/>
          </p:nvGrpSpPr>
          <p:grpSpPr>
            <a:xfrm>
              <a:off x="2677886" y="1538117"/>
              <a:ext cx="1803399" cy="474178"/>
              <a:chOff x="2677886" y="1538117"/>
              <a:chExt cx="1803399" cy="47417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159668C-6123-DCFF-FAB0-CBE74692AAF2}"/>
                  </a:ext>
                </a:extLst>
              </p:cNvPr>
              <p:cNvSpPr txBox="1"/>
              <p:nvPr/>
            </p:nvSpPr>
            <p:spPr>
              <a:xfrm>
                <a:off x="2677886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BFC940-2FD5-E0A2-A575-F61A061BD57D}"/>
                  </a:ext>
                </a:extLst>
              </p:cNvPr>
              <p:cNvSpPr txBox="1"/>
              <p:nvPr/>
            </p:nvSpPr>
            <p:spPr>
              <a:xfrm>
                <a:off x="3131393" y="155063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8D5FAC-9462-9219-68F2-7CABAF9BD92D}"/>
                  </a:ext>
                </a:extLst>
              </p:cNvPr>
              <p:cNvSpPr txBox="1"/>
              <p:nvPr/>
            </p:nvSpPr>
            <p:spPr>
              <a:xfrm>
                <a:off x="3597600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B592EE4-B6FC-2AE9-78FD-E6F1BED5E93C}"/>
                  </a:ext>
                </a:extLst>
              </p:cNvPr>
              <p:cNvSpPr/>
              <p:nvPr/>
            </p:nvSpPr>
            <p:spPr bwMode="auto">
              <a:xfrm>
                <a:off x="2899536" y="1538117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BFC221-4355-8BA1-B1DE-A36E66505A50}"/>
                  </a:ext>
                </a:extLst>
              </p:cNvPr>
              <p:cNvSpPr txBox="1"/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BFC221-4355-8BA1-B1DE-A36E66505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765D76-1C4C-3855-DD3B-40476B91A14D}"/>
                  </a:ext>
                </a:extLst>
              </p:cNvPr>
              <p:cNvSpPr txBox="1"/>
              <p:nvPr/>
            </p:nvSpPr>
            <p:spPr>
              <a:xfrm>
                <a:off x="3363686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765D76-1C4C-3855-DD3B-40476B91A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686" y="2137428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0E8F75-186D-77AE-D321-C436D9F49CEE}"/>
                  </a:ext>
                </a:extLst>
              </p:cNvPr>
              <p:cNvSpPr txBox="1"/>
              <p:nvPr/>
            </p:nvSpPr>
            <p:spPr>
              <a:xfrm>
                <a:off x="3829893" y="213365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0E8F75-186D-77AE-D321-C436D9F49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893" y="2133658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097F65-D1ED-E289-AF00-FC52997A686B}"/>
                  </a:ext>
                </a:extLst>
              </p:cNvPr>
              <p:cNvSpPr txBox="1"/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097F65-D1ED-E289-AF00-FC52997A6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3F5C1A-3235-95ED-EF0E-45C612849F86}"/>
                  </a:ext>
                </a:extLst>
              </p:cNvPr>
              <p:cNvSpPr txBox="1"/>
              <p:nvPr/>
            </p:nvSpPr>
            <p:spPr>
              <a:xfrm>
                <a:off x="3372693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3F5C1A-3235-95ED-EF0E-45C612849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693" y="2581511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0C38E8-4B74-D281-3C8E-3FC4D4E605EA}"/>
                  </a:ext>
                </a:extLst>
              </p:cNvPr>
              <p:cNvSpPr txBox="1"/>
              <p:nvPr/>
            </p:nvSpPr>
            <p:spPr>
              <a:xfrm>
                <a:off x="3838900" y="25777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40C38E8-4B74-D281-3C8E-3FC4D4E60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900" y="2577741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07DB4-A799-4270-9FB9-E6DFA56EA352}"/>
                  </a:ext>
                </a:extLst>
              </p:cNvPr>
              <p:cNvSpPr txBox="1"/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207DB4-A799-4270-9FB9-E6DFA56EA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4EC4C1-5836-2565-A7E6-D676F7ABD6B1}"/>
                  </a:ext>
                </a:extLst>
              </p:cNvPr>
              <p:cNvSpPr txBox="1"/>
              <p:nvPr/>
            </p:nvSpPr>
            <p:spPr>
              <a:xfrm>
                <a:off x="3380079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84EC4C1-5836-2565-A7E6-D676F7ABD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079" y="3013311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1965C1-5029-5394-36C1-698C7E7A5107}"/>
                  </a:ext>
                </a:extLst>
              </p:cNvPr>
              <p:cNvSpPr txBox="1"/>
              <p:nvPr/>
            </p:nvSpPr>
            <p:spPr>
              <a:xfrm>
                <a:off x="3846286" y="30095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1965C1-5029-5394-36C1-698C7E7A5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286" y="3009541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D81F04-2A9D-EE0D-DD35-D3808B5BBD09}"/>
                  </a:ext>
                </a:extLst>
              </p:cNvPr>
              <p:cNvSpPr txBox="1"/>
              <p:nvPr/>
            </p:nvSpPr>
            <p:spPr>
              <a:xfrm>
                <a:off x="4230979" y="213365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D81F04-2A9D-EE0D-DD35-D3808B5BB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79" y="2133658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A262FD-ABFC-2FD6-EA7F-03DE3CE1027D}"/>
                  </a:ext>
                </a:extLst>
              </p:cNvPr>
              <p:cNvSpPr txBox="1"/>
              <p:nvPr/>
            </p:nvSpPr>
            <p:spPr>
              <a:xfrm>
                <a:off x="4239986" y="25777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A262FD-ABFC-2FD6-EA7F-03DE3CE10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986" y="2577741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92D454-F5E0-DCF7-086A-4BFB0DB973DE}"/>
                  </a:ext>
                </a:extLst>
              </p:cNvPr>
              <p:cNvSpPr txBox="1"/>
              <p:nvPr/>
            </p:nvSpPr>
            <p:spPr>
              <a:xfrm>
                <a:off x="4247372" y="30095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A92D454-F5E0-DCF7-086A-4BFB0DB97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372" y="3009541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B1FFC45-4F72-0F3B-CA28-C6FB1D56F896}"/>
                  </a:ext>
                </a:extLst>
              </p:cNvPr>
              <p:cNvSpPr txBox="1"/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B1FFC45-4F72-0F3B-CA28-C6FB1D56F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blipFill>
                <a:blip r:embed="rId14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B833B5F-93E4-8455-C48C-FE17BBA82EBC}"/>
                  </a:ext>
                </a:extLst>
              </p:cNvPr>
              <p:cNvSpPr txBox="1"/>
              <p:nvPr/>
            </p:nvSpPr>
            <p:spPr>
              <a:xfrm>
                <a:off x="3392779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B833B5F-93E4-8455-C48C-FE17BBA82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779" y="3434000"/>
                <a:ext cx="221214" cy="297646"/>
              </a:xfrm>
              <a:prstGeom prst="rect">
                <a:avLst/>
              </a:prstGeom>
              <a:blipFill>
                <a:blip r:embed="rId1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84DC7F-20F0-81A2-40A4-830A32EC0775}"/>
                  </a:ext>
                </a:extLst>
              </p:cNvPr>
              <p:cNvSpPr txBox="1"/>
              <p:nvPr/>
            </p:nvSpPr>
            <p:spPr>
              <a:xfrm>
                <a:off x="3858986" y="343023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C84DC7F-20F0-81A2-40A4-830A32EC0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986" y="3430230"/>
                <a:ext cx="221214" cy="297646"/>
              </a:xfrm>
              <a:prstGeom prst="rect">
                <a:avLst/>
              </a:prstGeom>
              <a:blipFill>
                <a:blip r:embed="rId1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5859DC-B8CA-D9B7-8B1B-F8D76D041336}"/>
                  </a:ext>
                </a:extLst>
              </p:cNvPr>
              <p:cNvSpPr txBox="1"/>
              <p:nvPr/>
            </p:nvSpPr>
            <p:spPr>
              <a:xfrm>
                <a:off x="4260072" y="343023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5859DC-B8CA-D9B7-8B1B-F8D76D041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72" y="3430230"/>
                <a:ext cx="221214" cy="297646"/>
              </a:xfrm>
              <a:prstGeom prst="rect">
                <a:avLst/>
              </a:prstGeom>
              <a:blipFill>
                <a:blip r:embed="rId1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B458FC65-2AE7-6D2B-5C6E-E05F013351E5}"/>
              </a:ext>
            </a:extLst>
          </p:cNvPr>
          <p:cNvSpPr/>
          <p:nvPr/>
        </p:nvSpPr>
        <p:spPr bwMode="auto">
          <a:xfrm rot="5400000">
            <a:off x="2851773" y="206366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E51D36-CDDA-DB5F-2F8D-261343CB1851}"/>
              </a:ext>
            </a:extLst>
          </p:cNvPr>
          <p:cNvCxnSpPr>
            <a:cxnSpLocks/>
          </p:cNvCxnSpPr>
          <p:nvPr/>
        </p:nvCxnSpPr>
        <p:spPr bwMode="auto">
          <a:xfrm>
            <a:off x="2881884" y="3962400"/>
            <a:ext cx="34144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7AD941B-6B95-AEBD-013F-9C2117595FAF}"/>
              </a:ext>
            </a:extLst>
          </p:cNvPr>
          <p:cNvGrpSpPr/>
          <p:nvPr/>
        </p:nvGrpSpPr>
        <p:grpSpPr>
          <a:xfrm>
            <a:off x="4430486" y="1524000"/>
            <a:ext cx="2006600" cy="474178"/>
            <a:chOff x="4430486" y="1524000"/>
            <a:chExt cx="2006600" cy="47417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246C607-224F-77AB-AA0E-7C6106B8810D}"/>
                </a:ext>
              </a:extLst>
            </p:cNvPr>
            <p:cNvSpPr txBox="1"/>
            <p:nvPr/>
          </p:nvSpPr>
          <p:spPr>
            <a:xfrm>
              <a:off x="4430486" y="1532743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5</a:t>
              </a:r>
              <a:endParaRPr lang="zh-CN" altLang="en-US" sz="2400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17258A9-E346-449D-27E4-891240237147}"/>
                </a:ext>
              </a:extLst>
            </p:cNvPr>
            <p:cNvGrpSpPr/>
            <p:nvPr/>
          </p:nvGrpSpPr>
          <p:grpSpPr>
            <a:xfrm>
              <a:off x="4652136" y="1524000"/>
              <a:ext cx="1784950" cy="474178"/>
              <a:chOff x="4652136" y="1524000"/>
              <a:chExt cx="1784950" cy="474178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797E1EA-8FE0-C233-4E6C-8F32A88F7918}"/>
                  </a:ext>
                </a:extLst>
              </p:cNvPr>
              <p:cNvSpPr txBox="1"/>
              <p:nvPr/>
            </p:nvSpPr>
            <p:spPr>
              <a:xfrm>
                <a:off x="4883993" y="153651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6</a:t>
                </a:r>
                <a:endParaRPr lang="zh-CN" altLang="en-US" sz="2400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C62E924-6A7D-F627-F1D5-24F78C11C443}"/>
                  </a:ext>
                </a:extLst>
              </p:cNvPr>
              <p:cNvSpPr txBox="1"/>
              <p:nvPr/>
            </p:nvSpPr>
            <p:spPr>
              <a:xfrm>
                <a:off x="5350200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7</a:t>
                </a:r>
                <a:endParaRPr lang="zh-CN" altLang="en-US" sz="24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EA5DF99-4BD4-026C-BC42-3E553B65B943}"/>
                  </a:ext>
                </a:extLst>
              </p:cNvPr>
              <p:cNvSpPr txBox="1"/>
              <p:nvPr/>
            </p:nvSpPr>
            <p:spPr>
              <a:xfrm>
                <a:off x="5751286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8</a:t>
                </a:r>
                <a:endParaRPr lang="zh-CN" altLang="en-US" sz="24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A02C051-936B-22AA-1CA7-0F70494799DA}"/>
                  </a:ext>
                </a:extLst>
              </p:cNvPr>
              <p:cNvSpPr/>
              <p:nvPr/>
            </p:nvSpPr>
            <p:spPr bwMode="auto">
              <a:xfrm>
                <a:off x="4652136" y="1524000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8358386-BC44-C9DF-A59A-BA9811A156BB}"/>
              </a:ext>
            </a:extLst>
          </p:cNvPr>
          <p:cNvGrpSpPr/>
          <p:nvPr/>
        </p:nvGrpSpPr>
        <p:grpSpPr>
          <a:xfrm>
            <a:off x="4634485" y="2019437"/>
            <a:ext cx="1624800" cy="1698092"/>
            <a:chOff x="4634485" y="2019437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FBBBD24-6F76-5914-368F-09A8783548BF}"/>
                    </a:ext>
                  </a:extLst>
                </p:cNvPr>
                <p:cNvSpPr txBox="1"/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CFBBBD24-6F76-5914-368F-09A8783548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blipFill>
                  <a:blip r:embed="rId18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1901A2B-72F4-0E9E-9DE1-67D87B1F9DC0}"/>
                    </a:ext>
                  </a:extLst>
                </p:cNvPr>
                <p:cNvSpPr txBox="1"/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1901A2B-72F4-0E9E-9DE1-67D87B1F9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blipFill>
                  <a:blip r:embed="rId19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3C1410F-C64A-19A2-D7B3-C78FFE847529}"/>
                    </a:ext>
                  </a:extLst>
                </p:cNvPr>
                <p:cNvSpPr txBox="1"/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3C1410F-C64A-19A2-D7B3-C78FFE8475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blipFill>
                  <a:blip r:embed="rId1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854A9B9E-8021-3795-0121-D35E5C1CFD83}"/>
                    </a:ext>
                  </a:extLst>
                </p:cNvPr>
                <p:cNvSpPr txBox="1"/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854A9B9E-8021-3795-0121-D35E5C1CFD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blipFill>
                  <a:blip r:embed="rId20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E6ABE01-0092-48F2-8039-B8294EC0BC37}"/>
                    </a:ext>
                  </a:extLst>
                </p:cNvPr>
                <p:cNvSpPr txBox="1"/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E6ABE01-0092-48F2-8039-B8294EC0BC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blipFill>
                  <a:blip r:embed="rId2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ECE96BF-C589-3AD4-827E-B8877CACB11A}"/>
                    </a:ext>
                  </a:extLst>
                </p:cNvPr>
                <p:cNvSpPr txBox="1"/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ECE96BF-C589-3AD4-827E-B8877CACB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blipFill>
                  <a:blip r:embed="rId22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CDDD2A-EF70-18F3-6E52-2FC0A3EB7242}"/>
                    </a:ext>
                  </a:extLst>
                </p:cNvPr>
                <p:cNvSpPr txBox="1"/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CCDDD2A-EF70-18F3-6E52-2FC0A3EB7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blipFill>
                  <a:blip r:embed="rId2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7833A89-7CFD-1A70-F526-5C1354F25A31}"/>
                    </a:ext>
                  </a:extLst>
                </p:cNvPr>
                <p:cNvSpPr txBox="1"/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7833A89-7CFD-1A70-F526-5C1354F25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blipFill>
                  <a:blip r:embed="rId24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50878D9-DF62-14DA-ABD4-2BB47624340C}"/>
                    </a:ext>
                  </a:extLst>
                </p:cNvPr>
                <p:cNvSpPr txBox="1"/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450878D9-DF62-14DA-ABD4-2BB476243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blipFill>
                  <a:blip r:embed="rId25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6435EFD-E770-E6D3-4C7C-006ADA84FDCB}"/>
                    </a:ext>
                  </a:extLst>
                </p:cNvPr>
                <p:cNvSpPr txBox="1"/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6435EFD-E770-E6D3-4C7C-006ADA84FD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blipFill>
                  <a:blip r:embed="rId2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9DFDB93-3611-3EC0-E39C-EABC8AB01C4B}"/>
                    </a:ext>
                  </a:extLst>
                </p:cNvPr>
                <p:cNvSpPr txBox="1"/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9DFDB93-3611-3EC0-E39C-EABC8AB01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blipFill>
                  <a:blip r:embed="rId27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26E54C5-8B0E-5DFD-2718-F0C8BE5C9068}"/>
                    </a:ext>
                  </a:extLst>
                </p:cNvPr>
                <p:cNvSpPr txBox="1"/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26E54C5-8B0E-5DFD-2718-F0C8BE5C9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blipFill>
                  <a:blip r:embed="rId28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83D6D13-2D8F-B88E-2618-86523B48758A}"/>
                    </a:ext>
                  </a:extLst>
                </p:cNvPr>
                <p:cNvSpPr txBox="1"/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83D6D13-2D8F-B88E-2618-86523B4875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blipFill>
                  <a:blip r:embed="rId2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75459BF-B865-85B1-82F4-B0AC7A0D6944}"/>
                    </a:ext>
                  </a:extLst>
                </p:cNvPr>
                <p:cNvSpPr txBox="1"/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B75459BF-B865-85B1-82F4-B0AC7A0D69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blipFill>
                  <a:blip r:embed="rId1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951A462-C6ED-3931-34D9-9BA72BDE6560}"/>
                    </a:ext>
                  </a:extLst>
                </p:cNvPr>
                <p:cNvSpPr txBox="1"/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951A462-C6ED-3931-34D9-9BA72BDE65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blipFill>
                  <a:blip r:embed="rId30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7B5D237-3986-3348-374C-3CC9BD64201C}"/>
                    </a:ext>
                  </a:extLst>
                </p:cNvPr>
                <p:cNvSpPr txBox="1"/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7B5D237-3986-3348-374C-3CC9BD6420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blipFill>
                  <a:blip r:embed="rId3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B69961A-6D3A-B4CF-6EAA-1384881E4752}"/>
                </a:ext>
              </a:extLst>
            </p:cNvPr>
            <p:cNvSpPr/>
            <p:nvPr/>
          </p:nvSpPr>
          <p:spPr bwMode="auto">
            <a:xfrm rot="5400000">
              <a:off x="4604373" y="2049549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55F30F4-F7BD-82F4-8C37-89076CA1B314}"/>
              </a:ext>
            </a:extLst>
          </p:cNvPr>
          <p:cNvCxnSpPr/>
          <p:nvPr/>
        </p:nvCxnSpPr>
        <p:spPr bwMode="auto">
          <a:xfrm>
            <a:off x="4634484" y="3839813"/>
            <a:ext cx="166182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0A97A5FC-5B73-9E5D-1B66-478F4AE67939}"/>
              </a:ext>
            </a:extLst>
          </p:cNvPr>
          <p:cNvSpPr txBox="1"/>
          <p:nvPr/>
        </p:nvSpPr>
        <p:spPr>
          <a:xfrm>
            <a:off x="1715439" y="4034559"/>
            <a:ext cx="68598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Once all the</a:t>
            </a:r>
            <a:r>
              <a:rPr lang="zh-CN" altLang="en-US" sz="2400" dirty="0"/>
              <a:t> </a:t>
            </a:r>
            <a:r>
              <a:rPr lang="en-US" altLang="zh-CN" sz="2400" dirty="0"/>
              <a:t>threads complete</a:t>
            </a:r>
            <a:r>
              <a:rPr lang="zh-CN" altLang="en-US" sz="2400" dirty="0"/>
              <a:t> </a:t>
            </a:r>
            <a:r>
              <a:rPr lang="en-US" altLang="zh-CN" sz="2400" dirty="0"/>
              <a:t>computing the</a:t>
            </a:r>
            <a:r>
              <a:rPr lang="zh-CN" altLang="en-US" sz="2400" dirty="0"/>
              <a:t> </a:t>
            </a:r>
            <a:r>
              <a:rPr lang="en-US" altLang="zh-CN" sz="2400" dirty="0"/>
              <a:t>current</a:t>
            </a:r>
            <a:r>
              <a:rPr lang="zh-CN" altLang="en-US" sz="2400" dirty="0"/>
              <a:t> </a:t>
            </a:r>
            <a:r>
              <a:rPr lang="en-US" altLang="zh-CN" sz="2400" dirty="0"/>
              <a:t>tile, we move to the next training data</a:t>
            </a:r>
          </a:p>
          <a:p>
            <a:pPr algn="ctr"/>
            <a:r>
              <a:rPr lang="zh-CN" altLang="en-US" sz="2400" dirty="0"/>
              <a:t>当所有线程都完成当前分块计算之后，</a:t>
            </a:r>
            <a:endParaRPr lang="en-US" altLang="zh-CN" sz="2400" dirty="0"/>
          </a:p>
          <a:p>
            <a:pPr algn="ctr"/>
            <a:r>
              <a:rPr lang="zh-CN" altLang="en-US" sz="2400" dirty="0"/>
              <a:t>我们转向下一个分块</a:t>
            </a:r>
          </a:p>
        </p:txBody>
      </p:sp>
    </p:spTree>
    <p:extLst>
      <p:ext uri="{BB962C8B-B14F-4D97-AF65-F5344CB8AC3E}">
        <p14:creationId xmlns:p14="http://schemas.microsoft.com/office/powerpoint/2010/main" val="27860184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B33EE-9D59-3750-9DAE-9296FBADD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6F867-F851-8191-D073-EE9AC27C5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GPU Implementation Example</a:t>
            </a:r>
            <a:br>
              <a:rPr lang="en-US" altLang="zh-CN" dirty="0"/>
            </a:br>
            <a:r>
              <a:rPr lang="zh-CN" altLang="en-US" dirty="0"/>
              <a:t>一个</a:t>
            </a:r>
            <a:r>
              <a:rPr lang="en-US" altLang="zh-CN" dirty="0"/>
              <a:t>GPU</a:t>
            </a:r>
            <a:r>
              <a:rPr lang="zh-CN" altLang="en-US" dirty="0"/>
              <a:t>实现的例子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52339C1-2187-0A87-3194-AFEEDAEFD4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72AFF0D-1A35-B1C3-2B5F-E6EBD00294EE}"/>
              </a:ext>
            </a:extLst>
          </p:cNvPr>
          <p:cNvGrpSpPr/>
          <p:nvPr/>
        </p:nvGrpSpPr>
        <p:grpSpPr>
          <a:xfrm>
            <a:off x="2235200" y="2057400"/>
            <a:ext cx="705886" cy="1748134"/>
            <a:chOff x="1992086" y="2046626"/>
            <a:chExt cx="705886" cy="1748134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BC7305E-AF90-1F0C-5E56-4426861EB62D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760C8C8-84CD-CD64-1285-CB3116C4F0EA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8CD2005-8B71-2EFB-2A05-9ABFB1769C51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7CB89339-B4AB-0B37-A40A-44D3C6D2C4C5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C472F68B-649A-18DC-15B3-D294FBD0C16B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1A5BFD1-3FEA-F412-D7FA-01DACF80A975}"/>
              </a:ext>
            </a:extLst>
          </p:cNvPr>
          <p:cNvGrpSpPr/>
          <p:nvPr/>
        </p:nvGrpSpPr>
        <p:grpSpPr>
          <a:xfrm>
            <a:off x="2677886" y="1538117"/>
            <a:ext cx="2006600" cy="474178"/>
            <a:chOff x="2677886" y="1538117"/>
            <a:chExt cx="2006600" cy="4741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F7993E3-4DB4-06D6-DFFB-9E2E987D7BB8}"/>
                </a:ext>
              </a:extLst>
            </p:cNvPr>
            <p:cNvSpPr txBox="1"/>
            <p:nvPr/>
          </p:nvSpPr>
          <p:spPr>
            <a:xfrm>
              <a:off x="3998686" y="154686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4</a:t>
              </a:r>
              <a:endParaRPr lang="zh-CN" altLang="en-US" sz="24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530157B-EC35-E63E-812A-787A1C9D5102}"/>
                </a:ext>
              </a:extLst>
            </p:cNvPr>
            <p:cNvGrpSpPr/>
            <p:nvPr/>
          </p:nvGrpSpPr>
          <p:grpSpPr>
            <a:xfrm>
              <a:off x="2677886" y="1538117"/>
              <a:ext cx="1803399" cy="474178"/>
              <a:chOff x="2677886" y="1538117"/>
              <a:chExt cx="1803399" cy="47417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BDF08CA-18D2-C395-974B-F2977EC63386}"/>
                  </a:ext>
                </a:extLst>
              </p:cNvPr>
              <p:cNvSpPr txBox="1"/>
              <p:nvPr/>
            </p:nvSpPr>
            <p:spPr>
              <a:xfrm>
                <a:off x="2677886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0005D1-DD50-8159-563F-A90B2F678D52}"/>
                  </a:ext>
                </a:extLst>
              </p:cNvPr>
              <p:cNvSpPr txBox="1"/>
              <p:nvPr/>
            </p:nvSpPr>
            <p:spPr>
              <a:xfrm>
                <a:off x="3131393" y="155063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033685-04CB-5C69-2B7F-FD67111DB992}"/>
                  </a:ext>
                </a:extLst>
              </p:cNvPr>
              <p:cNvSpPr txBox="1"/>
              <p:nvPr/>
            </p:nvSpPr>
            <p:spPr>
              <a:xfrm>
                <a:off x="3597600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8B6974D-8FB7-F397-2E1D-05B3DB6AE2EB}"/>
                  </a:ext>
                </a:extLst>
              </p:cNvPr>
              <p:cNvSpPr/>
              <p:nvPr/>
            </p:nvSpPr>
            <p:spPr bwMode="auto">
              <a:xfrm>
                <a:off x="2899536" y="1538117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E9CACE-E641-6CA8-784A-CABFCA63F01B}"/>
                  </a:ext>
                </a:extLst>
              </p:cNvPr>
              <p:cNvSpPr txBox="1"/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E9CACE-E641-6CA8-784A-CABFCA63F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BCAA9E-AEBA-4800-6ECA-16429B932293}"/>
                  </a:ext>
                </a:extLst>
              </p:cNvPr>
              <p:cNvSpPr txBox="1"/>
              <p:nvPr/>
            </p:nvSpPr>
            <p:spPr>
              <a:xfrm>
                <a:off x="3363686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1BCAA9E-AEBA-4800-6ECA-16429B932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686" y="2137428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1767CF-8624-8635-AD08-C2780AE27452}"/>
                  </a:ext>
                </a:extLst>
              </p:cNvPr>
              <p:cNvSpPr txBox="1"/>
              <p:nvPr/>
            </p:nvSpPr>
            <p:spPr>
              <a:xfrm>
                <a:off x="3829893" y="213365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1767CF-8624-8635-AD08-C2780AE274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893" y="2133658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B06C68-CB63-9BFB-E245-76F0B2F5F5EC}"/>
                  </a:ext>
                </a:extLst>
              </p:cNvPr>
              <p:cNvSpPr txBox="1"/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CB06C68-CB63-9BFB-E245-76F0B2F5F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AE85D65-E756-AB1E-0E17-9E9798697D7D}"/>
                  </a:ext>
                </a:extLst>
              </p:cNvPr>
              <p:cNvSpPr txBox="1"/>
              <p:nvPr/>
            </p:nvSpPr>
            <p:spPr>
              <a:xfrm>
                <a:off x="3372693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AE85D65-E756-AB1E-0E17-9E9798697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693" y="2581511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F1E50A-E601-9B6C-E14B-D620AA1F2BEB}"/>
                  </a:ext>
                </a:extLst>
              </p:cNvPr>
              <p:cNvSpPr txBox="1"/>
              <p:nvPr/>
            </p:nvSpPr>
            <p:spPr>
              <a:xfrm>
                <a:off x="3838900" y="25777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F1E50A-E601-9B6C-E14B-D620AA1F2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900" y="2577741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54D362F-D24A-A39C-FBAC-1749D3E1E573}"/>
                  </a:ext>
                </a:extLst>
              </p:cNvPr>
              <p:cNvSpPr txBox="1"/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54D362F-D24A-A39C-FBAC-1749D3E1E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DF3542-7180-BB4D-E2B3-D6A78CAE2471}"/>
                  </a:ext>
                </a:extLst>
              </p:cNvPr>
              <p:cNvSpPr txBox="1"/>
              <p:nvPr/>
            </p:nvSpPr>
            <p:spPr>
              <a:xfrm>
                <a:off x="3380079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DF3542-7180-BB4D-E2B3-D6A78CAE2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079" y="3013311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1F991F-6276-1ABB-D16B-E3EC040F4811}"/>
                  </a:ext>
                </a:extLst>
              </p:cNvPr>
              <p:cNvSpPr txBox="1"/>
              <p:nvPr/>
            </p:nvSpPr>
            <p:spPr>
              <a:xfrm>
                <a:off x="3846286" y="30095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1F991F-6276-1ABB-D16B-E3EC040F4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286" y="3009541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DB027E-21B2-D347-B3DF-1CD71E25564A}"/>
                  </a:ext>
                </a:extLst>
              </p:cNvPr>
              <p:cNvSpPr txBox="1"/>
              <p:nvPr/>
            </p:nvSpPr>
            <p:spPr>
              <a:xfrm>
                <a:off x="4230979" y="213365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5DB027E-21B2-D347-B3DF-1CD71E255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79" y="2133658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09B276-EA01-56D0-A5C5-4B18B6AA4DDC}"/>
                  </a:ext>
                </a:extLst>
              </p:cNvPr>
              <p:cNvSpPr txBox="1"/>
              <p:nvPr/>
            </p:nvSpPr>
            <p:spPr>
              <a:xfrm>
                <a:off x="4239986" y="25777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B09B276-EA01-56D0-A5C5-4B18B6AA4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986" y="2577741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6F433D-6E83-6867-02CA-8E46B38D1433}"/>
                  </a:ext>
                </a:extLst>
              </p:cNvPr>
              <p:cNvSpPr txBox="1"/>
              <p:nvPr/>
            </p:nvSpPr>
            <p:spPr>
              <a:xfrm>
                <a:off x="4247372" y="30095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A6F433D-6E83-6867-02CA-8E46B38D1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372" y="3009541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8AFA610-820F-0B5C-3530-E04E99C7C7FE}"/>
                  </a:ext>
                </a:extLst>
              </p:cNvPr>
              <p:cNvSpPr txBox="1"/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8AFA610-820F-0B5C-3530-E04E99C7C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blipFill>
                <a:blip r:embed="rId14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071FC5-2CA7-A7EB-91A0-E7D314305DB5}"/>
                  </a:ext>
                </a:extLst>
              </p:cNvPr>
              <p:cNvSpPr txBox="1"/>
              <p:nvPr/>
            </p:nvSpPr>
            <p:spPr>
              <a:xfrm>
                <a:off x="3392779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9071FC5-2CA7-A7EB-91A0-E7D314305D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779" y="3434000"/>
                <a:ext cx="221214" cy="297646"/>
              </a:xfrm>
              <a:prstGeom prst="rect">
                <a:avLst/>
              </a:prstGeom>
              <a:blipFill>
                <a:blip r:embed="rId1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0DEE7C-8FFC-25EB-F372-BB9CAEC35E54}"/>
                  </a:ext>
                </a:extLst>
              </p:cNvPr>
              <p:cNvSpPr txBox="1"/>
              <p:nvPr/>
            </p:nvSpPr>
            <p:spPr>
              <a:xfrm>
                <a:off x="3858986" y="343023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0DEE7C-8FFC-25EB-F372-BB9CAEC35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986" y="3430230"/>
                <a:ext cx="221214" cy="297646"/>
              </a:xfrm>
              <a:prstGeom prst="rect">
                <a:avLst/>
              </a:prstGeom>
              <a:blipFill>
                <a:blip r:embed="rId1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A59174-0A64-909A-05D7-454054EFE632}"/>
                  </a:ext>
                </a:extLst>
              </p:cNvPr>
              <p:cNvSpPr txBox="1"/>
              <p:nvPr/>
            </p:nvSpPr>
            <p:spPr>
              <a:xfrm>
                <a:off x="4260072" y="343023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6A59174-0A64-909A-05D7-454054EFE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72" y="3430230"/>
                <a:ext cx="221214" cy="297646"/>
              </a:xfrm>
              <a:prstGeom prst="rect">
                <a:avLst/>
              </a:prstGeom>
              <a:blipFill>
                <a:blip r:embed="rId1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5F9FFE81-ADE1-7D32-9890-D927C3906BBC}"/>
              </a:ext>
            </a:extLst>
          </p:cNvPr>
          <p:cNvSpPr/>
          <p:nvPr/>
        </p:nvSpPr>
        <p:spPr bwMode="auto">
          <a:xfrm rot="5400000">
            <a:off x="2851773" y="206366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3BBF67-65F0-064A-A92C-6D1CE82967DA}"/>
              </a:ext>
            </a:extLst>
          </p:cNvPr>
          <p:cNvCxnSpPr>
            <a:cxnSpLocks/>
          </p:cNvCxnSpPr>
          <p:nvPr/>
        </p:nvCxnSpPr>
        <p:spPr bwMode="auto">
          <a:xfrm>
            <a:off x="2881884" y="3962400"/>
            <a:ext cx="56934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214B7E-02A0-1354-AC86-97318A983D3B}"/>
              </a:ext>
            </a:extLst>
          </p:cNvPr>
          <p:cNvGrpSpPr/>
          <p:nvPr/>
        </p:nvGrpSpPr>
        <p:grpSpPr>
          <a:xfrm>
            <a:off x="4430486" y="1524000"/>
            <a:ext cx="2006600" cy="474178"/>
            <a:chOff x="4430486" y="1524000"/>
            <a:chExt cx="2006600" cy="47417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9934558-1A2D-2A49-5A29-A149115C9C1F}"/>
                </a:ext>
              </a:extLst>
            </p:cNvPr>
            <p:cNvSpPr txBox="1"/>
            <p:nvPr/>
          </p:nvSpPr>
          <p:spPr>
            <a:xfrm>
              <a:off x="4430486" y="1532743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5</a:t>
              </a:r>
              <a:endParaRPr lang="zh-CN" altLang="en-US" sz="2400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641B684-46A0-5089-5009-FE77F68DB0E9}"/>
                </a:ext>
              </a:extLst>
            </p:cNvPr>
            <p:cNvGrpSpPr/>
            <p:nvPr/>
          </p:nvGrpSpPr>
          <p:grpSpPr>
            <a:xfrm>
              <a:off x="4652136" y="1524000"/>
              <a:ext cx="1784950" cy="474178"/>
              <a:chOff x="4652136" y="1524000"/>
              <a:chExt cx="1784950" cy="474178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79781F-05AD-0A2A-FE59-DB16509A5467}"/>
                  </a:ext>
                </a:extLst>
              </p:cNvPr>
              <p:cNvSpPr txBox="1"/>
              <p:nvPr/>
            </p:nvSpPr>
            <p:spPr>
              <a:xfrm>
                <a:off x="4883993" y="153651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6</a:t>
                </a:r>
                <a:endParaRPr lang="zh-CN" altLang="en-US" sz="2400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698D69-2E3D-5F41-6503-631EAB5009BD}"/>
                  </a:ext>
                </a:extLst>
              </p:cNvPr>
              <p:cNvSpPr txBox="1"/>
              <p:nvPr/>
            </p:nvSpPr>
            <p:spPr>
              <a:xfrm>
                <a:off x="5350200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7</a:t>
                </a:r>
                <a:endParaRPr lang="zh-CN" altLang="en-US" sz="24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2A745FC-BEA9-13E5-2989-773DC12DBC28}"/>
                  </a:ext>
                </a:extLst>
              </p:cNvPr>
              <p:cNvSpPr txBox="1"/>
              <p:nvPr/>
            </p:nvSpPr>
            <p:spPr>
              <a:xfrm>
                <a:off x="5751286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8</a:t>
                </a:r>
                <a:endParaRPr lang="zh-CN" altLang="en-US" sz="24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00F10508-140D-35EE-E869-7005ABC35EBB}"/>
                  </a:ext>
                </a:extLst>
              </p:cNvPr>
              <p:cNvSpPr/>
              <p:nvPr/>
            </p:nvSpPr>
            <p:spPr bwMode="auto">
              <a:xfrm>
                <a:off x="4652136" y="1524000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CF144B-FC02-C32C-0930-943F5255D82C}"/>
              </a:ext>
            </a:extLst>
          </p:cNvPr>
          <p:cNvGrpSpPr/>
          <p:nvPr/>
        </p:nvGrpSpPr>
        <p:grpSpPr>
          <a:xfrm>
            <a:off x="4634485" y="2019437"/>
            <a:ext cx="1624800" cy="1698092"/>
            <a:chOff x="4634485" y="2019437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8802D33-0831-FCA8-3941-4D6E1C60CB5C}"/>
                    </a:ext>
                  </a:extLst>
                </p:cNvPr>
                <p:cNvSpPr txBox="1"/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8802D33-0831-FCA8-3941-4D6E1C60CB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blipFill>
                  <a:blip r:embed="rId18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C4327EB-7A29-53BD-DDA8-BC64F586B0B1}"/>
                    </a:ext>
                  </a:extLst>
                </p:cNvPr>
                <p:cNvSpPr txBox="1"/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C4327EB-7A29-53BD-DDA8-BC64F586B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blipFill>
                  <a:blip r:embed="rId19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53BEB0C-DAD0-3A13-4168-D22BA17C0AE3}"/>
                    </a:ext>
                  </a:extLst>
                </p:cNvPr>
                <p:cNvSpPr txBox="1"/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053BEB0C-DAD0-3A13-4168-D22BA17C0A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blipFill>
                  <a:blip r:embed="rId1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6382DDB-7C88-C180-FF7E-03E80858932C}"/>
                    </a:ext>
                  </a:extLst>
                </p:cNvPr>
                <p:cNvSpPr txBox="1"/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6382DDB-7C88-C180-FF7E-03E808589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blipFill>
                  <a:blip r:embed="rId20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155F202-E4DC-5FCF-E90F-5C592EAF255D}"/>
                    </a:ext>
                  </a:extLst>
                </p:cNvPr>
                <p:cNvSpPr txBox="1"/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A155F202-E4DC-5FCF-E90F-5C592EAF2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blipFill>
                  <a:blip r:embed="rId2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2B61E4B-A4B2-9997-BE21-1B8B955FCDD2}"/>
                    </a:ext>
                  </a:extLst>
                </p:cNvPr>
                <p:cNvSpPr txBox="1"/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82B61E4B-A4B2-9997-BE21-1B8B955FC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blipFill>
                  <a:blip r:embed="rId22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3967446-F8DF-8383-4771-F971785E76C6}"/>
                    </a:ext>
                  </a:extLst>
                </p:cNvPr>
                <p:cNvSpPr txBox="1"/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3967446-F8DF-8383-4771-F971785E76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blipFill>
                  <a:blip r:embed="rId2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3707191-D202-35EE-B5A7-AFD1E186485F}"/>
                    </a:ext>
                  </a:extLst>
                </p:cNvPr>
                <p:cNvSpPr txBox="1"/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F3707191-D202-35EE-B5A7-AFD1E1864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blipFill>
                  <a:blip r:embed="rId24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3B44104-D220-F5C4-7D8A-8EE571975342}"/>
                    </a:ext>
                  </a:extLst>
                </p:cNvPr>
                <p:cNvSpPr txBox="1"/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3B44104-D220-F5C4-7D8A-8EE5719753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blipFill>
                  <a:blip r:embed="rId25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AE551A0-B102-9C64-BDC1-274348E86508}"/>
                    </a:ext>
                  </a:extLst>
                </p:cNvPr>
                <p:cNvSpPr txBox="1"/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AE551A0-B102-9C64-BDC1-274348E86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blipFill>
                  <a:blip r:embed="rId2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E843078-1396-F0FF-C538-20C775956C2C}"/>
                    </a:ext>
                  </a:extLst>
                </p:cNvPr>
                <p:cNvSpPr txBox="1"/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E843078-1396-F0FF-C538-20C775956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blipFill>
                  <a:blip r:embed="rId27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11F7123-264A-7931-0837-2EA122F67A65}"/>
                    </a:ext>
                  </a:extLst>
                </p:cNvPr>
                <p:cNvSpPr txBox="1"/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11F7123-264A-7931-0837-2EA122F67A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blipFill>
                  <a:blip r:embed="rId28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09110B2-91BD-C79A-DA8F-3541AE22064E}"/>
                    </a:ext>
                  </a:extLst>
                </p:cNvPr>
                <p:cNvSpPr txBox="1"/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09110B2-91BD-C79A-DA8F-3541AE2206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blipFill>
                  <a:blip r:embed="rId2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2D872DF-71A5-EDCD-718D-7D786A26E89F}"/>
                    </a:ext>
                  </a:extLst>
                </p:cNvPr>
                <p:cNvSpPr txBox="1"/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2D872DF-71A5-EDCD-718D-7D786A26E8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blipFill>
                  <a:blip r:embed="rId1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1992CEA-D8E6-C836-FF1E-0F6148A9739B}"/>
                    </a:ext>
                  </a:extLst>
                </p:cNvPr>
                <p:cNvSpPr txBox="1"/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1992CEA-D8E6-C836-FF1E-0F6148A973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blipFill>
                  <a:blip r:embed="rId30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1258873-0A15-0947-2AF6-2C820DDD8772}"/>
                    </a:ext>
                  </a:extLst>
                </p:cNvPr>
                <p:cNvSpPr txBox="1"/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21258873-0A15-0947-2AF6-2C820DDD87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blipFill>
                  <a:blip r:embed="rId3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21104036-8550-708A-F65C-E11FFB2C0D54}"/>
                </a:ext>
              </a:extLst>
            </p:cNvPr>
            <p:cNvSpPr/>
            <p:nvPr/>
          </p:nvSpPr>
          <p:spPr bwMode="auto">
            <a:xfrm rot="5400000">
              <a:off x="4604373" y="2049549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D9E5BBF3-CFD8-53A3-9731-80333CB5DEB6}"/>
              </a:ext>
            </a:extLst>
          </p:cNvPr>
          <p:cNvSpPr txBox="1"/>
          <p:nvPr/>
        </p:nvSpPr>
        <p:spPr>
          <a:xfrm>
            <a:off x="1715439" y="4034559"/>
            <a:ext cx="6859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So we loop over all the training tiles</a:t>
            </a:r>
          </a:p>
          <a:p>
            <a:pPr algn="ctr"/>
            <a:r>
              <a:rPr lang="zh-CN" altLang="en-US" sz="2400" dirty="0"/>
              <a:t>就这样我们遍历所有的训练分块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CEA227-9E56-2C71-58AF-8B783B913C30}"/>
              </a:ext>
            </a:extLst>
          </p:cNvPr>
          <p:cNvSpPr txBox="1"/>
          <p:nvPr/>
        </p:nvSpPr>
        <p:spPr>
          <a:xfrm rot="5400000">
            <a:off x="7155624" y="165989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B4072B-3BEA-B7A9-CB4B-BB5D902C4C39}"/>
              </a:ext>
            </a:extLst>
          </p:cNvPr>
          <p:cNvSpPr txBox="1"/>
          <p:nvPr/>
        </p:nvSpPr>
        <p:spPr>
          <a:xfrm rot="5400000">
            <a:off x="7155624" y="2814565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67815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476A-464D-545F-E143-0EC95014E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8970C-9C8E-A6F6-53E3-5F54A215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GPU Implementation Example</a:t>
            </a:r>
            <a:br>
              <a:rPr lang="en-US" altLang="zh-CN" dirty="0"/>
            </a:br>
            <a:r>
              <a:rPr lang="zh-CN" altLang="en-US" dirty="0"/>
              <a:t>一个</a:t>
            </a:r>
            <a:r>
              <a:rPr lang="en-US" altLang="zh-CN" dirty="0"/>
              <a:t>GPU</a:t>
            </a:r>
            <a:r>
              <a:rPr lang="zh-CN" altLang="en-US" dirty="0"/>
              <a:t>实现的例子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9D0BBE3-1396-5B49-0096-CEF0FB2423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8D301D-BC12-5CA9-3A44-1619FF105EA6}"/>
              </a:ext>
            </a:extLst>
          </p:cNvPr>
          <p:cNvGrpSpPr/>
          <p:nvPr/>
        </p:nvGrpSpPr>
        <p:grpSpPr>
          <a:xfrm>
            <a:off x="2677886" y="1538117"/>
            <a:ext cx="2006600" cy="474178"/>
            <a:chOff x="2677886" y="1538117"/>
            <a:chExt cx="2006600" cy="4741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07F95B2-E3A0-EBDD-49C4-6F202ED40DE7}"/>
                </a:ext>
              </a:extLst>
            </p:cNvPr>
            <p:cNvSpPr txBox="1"/>
            <p:nvPr/>
          </p:nvSpPr>
          <p:spPr>
            <a:xfrm>
              <a:off x="3998686" y="154686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4</a:t>
              </a:r>
              <a:endParaRPr lang="zh-CN" altLang="en-US" sz="24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76ABCAB-73C5-68EB-3BFA-1AC77140FF5C}"/>
                </a:ext>
              </a:extLst>
            </p:cNvPr>
            <p:cNvGrpSpPr/>
            <p:nvPr/>
          </p:nvGrpSpPr>
          <p:grpSpPr>
            <a:xfrm>
              <a:off x="2677886" y="1538117"/>
              <a:ext cx="1803399" cy="474178"/>
              <a:chOff x="2677886" y="1538117"/>
              <a:chExt cx="1803399" cy="47417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0F2BC3-29EE-C669-7AF8-74AB7CA5E9A8}"/>
                  </a:ext>
                </a:extLst>
              </p:cNvPr>
              <p:cNvSpPr txBox="1"/>
              <p:nvPr/>
            </p:nvSpPr>
            <p:spPr>
              <a:xfrm>
                <a:off x="2677886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2C7C43-5151-0CE8-AEB9-826172A5559F}"/>
                  </a:ext>
                </a:extLst>
              </p:cNvPr>
              <p:cNvSpPr txBox="1"/>
              <p:nvPr/>
            </p:nvSpPr>
            <p:spPr>
              <a:xfrm>
                <a:off x="3131393" y="155063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440DD8-B183-CD74-CF8F-3DD37BB5B1FE}"/>
                  </a:ext>
                </a:extLst>
              </p:cNvPr>
              <p:cNvSpPr txBox="1"/>
              <p:nvPr/>
            </p:nvSpPr>
            <p:spPr>
              <a:xfrm>
                <a:off x="3597600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9315847-CC8A-0BBD-75CE-93856E2ACB7B}"/>
                  </a:ext>
                </a:extLst>
              </p:cNvPr>
              <p:cNvSpPr/>
              <p:nvPr/>
            </p:nvSpPr>
            <p:spPr bwMode="auto">
              <a:xfrm>
                <a:off x="2899536" y="1538117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6453BD-D8CE-B933-DB2B-59FDB5F7FE8D}"/>
                  </a:ext>
                </a:extLst>
              </p:cNvPr>
              <p:cNvSpPr txBox="1"/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66453BD-D8CE-B933-DB2B-59FDB5F7FE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23527F-45AD-78D5-BE49-F6441270410F}"/>
                  </a:ext>
                </a:extLst>
              </p:cNvPr>
              <p:cNvSpPr txBox="1"/>
              <p:nvPr/>
            </p:nvSpPr>
            <p:spPr>
              <a:xfrm>
                <a:off x="3363686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323527F-45AD-78D5-BE49-F64412704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686" y="2137428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21B790-B63F-A05C-6E45-822A8951E603}"/>
                  </a:ext>
                </a:extLst>
              </p:cNvPr>
              <p:cNvSpPr txBox="1"/>
              <p:nvPr/>
            </p:nvSpPr>
            <p:spPr>
              <a:xfrm>
                <a:off x="3829893" y="213365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21B790-B63F-A05C-6E45-822A8951E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893" y="2133658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B97492-63B3-AE63-AB05-6A6EF4B3278F}"/>
                  </a:ext>
                </a:extLst>
              </p:cNvPr>
              <p:cNvSpPr txBox="1"/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6B97492-63B3-AE63-AB05-6A6EF4B32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DBDAD5-7662-3951-C435-48BC45CF547C}"/>
                  </a:ext>
                </a:extLst>
              </p:cNvPr>
              <p:cNvSpPr txBox="1"/>
              <p:nvPr/>
            </p:nvSpPr>
            <p:spPr>
              <a:xfrm>
                <a:off x="3372693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DBDAD5-7662-3951-C435-48BC45CF5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693" y="2581511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ECB48F-DD15-B563-1009-61D17BF9C048}"/>
                  </a:ext>
                </a:extLst>
              </p:cNvPr>
              <p:cNvSpPr txBox="1"/>
              <p:nvPr/>
            </p:nvSpPr>
            <p:spPr>
              <a:xfrm>
                <a:off x="3838900" y="25777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ECB48F-DD15-B563-1009-61D17BF9C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900" y="2577741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D687D26-86D0-1A4D-263E-0F4030333036}"/>
                  </a:ext>
                </a:extLst>
              </p:cNvPr>
              <p:cNvSpPr txBox="1"/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D687D26-86D0-1A4D-263E-0F40303330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26DD3F-414C-56EF-C0DB-8FE81A1EFE2C}"/>
                  </a:ext>
                </a:extLst>
              </p:cNvPr>
              <p:cNvSpPr txBox="1"/>
              <p:nvPr/>
            </p:nvSpPr>
            <p:spPr>
              <a:xfrm>
                <a:off x="3380079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D26DD3F-414C-56EF-C0DB-8FE81A1EF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079" y="3013311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2298A8-B905-CBDB-EDD8-632D096484F6}"/>
                  </a:ext>
                </a:extLst>
              </p:cNvPr>
              <p:cNvSpPr txBox="1"/>
              <p:nvPr/>
            </p:nvSpPr>
            <p:spPr>
              <a:xfrm>
                <a:off x="3846286" y="30095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2298A8-B905-CBDB-EDD8-632D09648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286" y="3009541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0FCD29C-24EC-695C-2547-4985AD3CA36F}"/>
                  </a:ext>
                </a:extLst>
              </p:cNvPr>
              <p:cNvSpPr txBox="1"/>
              <p:nvPr/>
            </p:nvSpPr>
            <p:spPr>
              <a:xfrm>
                <a:off x="4230979" y="213365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0FCD29C-24EC-695C-2547-4985AD3CA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79" y="2133658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8214A07-1C9F-36B8-C961-317A68ED3F10}"/>
                  </a:ext>
                </a:extLst>
              </p:cNvPr>
              <p:cNvSpPr txBox="1"/>
              <p:nvPr/>
            </p:nvSpPr>
            <p:spPr>
              <a:xfrm>
                <a:off x="4239986" y="25777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8214A07-1C9F-36B8-C961-317A68ED3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986" y="2577741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66D73AA-1CF4-81A5-FF4F-11AEF8329FD0}"/>
                  </a:ext>
                </a:extLst>
              </p:cNvPr>
              <p:cNvSpPr txBox="1"/>
              <p:nvPr/>
            </p:nvSpPr>
            <p:spPr>
              <a:xfrm>
                <a:off x="4247372" y="30095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66D73AA-1CF4-81A5-FF4F-11AEF8329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372" y="3009541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11A741-255A-465E-FB99-88174AB0BFF4}"/>
                  </a:ext>
                </a:extLst>
              </p:cNvPr>
              <p:cNvSpPr txBox="1"/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11A741-255A-465E-FB99-88174AB0B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blipFill>
                <a:blip r:embed="rId14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5B3DC3-D3FB-26D7-88BE-53CF1FBC8016}"/>
                  </a:ext>
                </a:extLst>
              </p:cNvPr>
              <p:cNvSpPr txBox="1"/>
              <p:nvPr/>
            </p:nvSpPr>
            <p:spPr>
              <a:xfrm>
                <a:off x="3392779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C5B3DC3-D3FB-26D7-88BE-53CF1FBC8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779" y="3434000"/>
                <a:ext cx="221214" cy="297646"/>
              </a:xfrm>
              <a:prstGeom prst="rect">
                <a:avLst/>
              </a:prstGeom>
              <a:blipFill>
                <a:blip r:embed="rId1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F1176A-9E7D-EA44-D82D-57ED047E2ED4}"/>
                  </a:ext>
                </a:extLst>
              </p:cNvPr>
              <p:cNvSpPr txBox="1"/>
              <p:nvPr/>
            </p:nvSpPr>
            <p:spPr>
              <a:xfrm>
                <a:off x="3858986" y="343023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FF1176A-9E7D-EA44-D82D-57ED047E2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986" y="3430230"/>
                <a:ext cx="221214" cy="297646"/>
              </a:xfrm>
              <a:prstGeom prst="rect">
                <a:avLst/>
              </a:prstGeom>
              <a:blipFill>
                <a:blip r:embed="rId1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08FD79F-04F9-99AA-27E8-F5DAE6A3016C}"/>
                  </a:ext>
                </a:extLst>
              </p:cNvPr>
              <p:cNvSpPr txBox="1"/>
              <p:nvPr/>
            </p:nvSpPr>
            <p:spPr>
              <a:xfrm>
                <a:off x="4260072" y="343023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08FD79F-04F9-99AA-27E8-F5DAE6A30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72" y="3430230"/>
                <a:ext cx="221214" cy="297646"/>
              </a:xfrm>
              <a:prstGeom prst="rect">
                <a:avLst/>
              </a:prstGeom>
              <a:blipFill>
                <a:blip r:embed="rId1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5692B1C8-87DC-1ECB-E128-64E422B3595A}"/>
              </a:ext>
            </a:extLst>
          </p:cNvPr>
          <p:cNvSpPr/>
          <p:nvPr/>
        </p:nvSpPr>
        <p:spPr bwMode="auto">
          <a:xfrm rot="5400000">
            <a:off x="2851773" y="206366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4D851FE-2D42-0CAA-EC6B-0913C9C21C9C}"/>
              </a:ext>
            </a:extLst>
          </p:cNvPr>
          <p:cNvGrpSpPr/>
          <p:nvPr/>
        </p:nvGrpSpPr>
        <p:grpSpPr>
          <a:xfrm>
            <a:off x="4430486" y="1524000"/>
            <a:ext cx="2006600" cy="474178"/>
            <a:chOff x="4430486" y="1524000"/>
            <a:chExt cx="2006600" cy="47417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C652853-DAFC-02A8-CBBC-52ABF0298DB4}"/>
                </a:ext>
              </a:extLst>
            </p:cNvPr>
            <p:cNvSpPr txBox="1"/>
            <p:nvPr/>
          </p:nvSpPr>
          <p:spPr>
            <a:xfrm>
              <a:off x="4430486" y="1532743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5</a:t>
              </a:r>
              <a:endParaRPr lang="zh-CN" altLang="en-US" sz="2400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5DBC878-CC92-1BDD-2C0E-5B7AC843058A}"/>
                </a:ext>
              </a:extLst>
            </p:cNvPr>
            <p:cNvGrpSpPr/>
            <p:nvPr/>
          </p:nvGrpSpPr>
          <p:grpSpPr>
            <a:xfrm>
              <a:off x="4652136" y="1524000"/>
              <a:ext cx="1784950" cy="474178"/>
              <a:chOff x="4652136" y="1524000"/>
              <a:chExt cx="1784950" cy="474178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293A2F1-9FE3-821F-756A-CB1F4F9C33F0}"/>
                  </a:ext>
                </a:extLst>
              </p:cNvPr>
              <p:cNvSpPr txBox="1"/>
              <p:nvPr/>
            </p:nvSpPr>
            <p:spPr>
              <a:xfrm>
                <a:off x="4883993" y="153651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6</a:t>
                </a:r>
                <a:endParaRPr lang="zh-CN" altLang="en-US" sz="2400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7EC16D1-DBD4-F055-9D4B-4D475180838B}"/>
                  </a:ext>
                </a:extLst>
              </p:cNvPr>
              <p:cNvSpPr txBox="1"/>
              <p:nvPr/>
            </p:nvSpPr>
            <p:spPr>
              <a:xfrm>
                <a:off x="5350200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7</a:t>
                </a:r>
                <a:endParaRPr lang="zh-CN" altLang="en-US" sz="24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AEAC031-23AC-520F-A967-85F3ED66F366}"/>
                  </a:ext>
                </a:extLst>
              </p:cNvPr>
              <p:cNvSpPr txBox="1"/>
              <p:nvPr/>
            </p:nvSpPr>
            <p:spPr>
              <a:xfrm>
                <a:off x="5751286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8</a:t>
                </a:r>
                <a:endParaRPr lang="zh-CN" altLang="en-US" sz="24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EF643B2-667D-882D-AA15-94066988825F}"/>
                  </a:ext>
                </a:extLst>
              </p:cNvPr>
              <p:cNvSpPr/>
              <p:nvPr/>
            </p:nvSpPr>
            <p:spPr bwMode="auto">
              <a:xfrm>
                <a:off x="4652136" y="1524000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DC74E56-E567-AE3C-F548-C6963461BB6F}"/>
              </a:ext>
            </a:extLst>
          </p:cNvPr>
          <p:cNvGrpSpPr/>
          <p:nvPr/>
        </p:nvGrpSpPr>
        <p:grpSpPr>
          <a:xfrm>
            <a:off x="4634485" y="2019437"/>
            <a:ext cx="1624800" cy="1698092"/>
            <a:chOff x="4634485" y="2019437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63FA917-5FF4-8EA9-271F-C26043301F6C}"/>
                    </a:ext>
                  </a:extLst>
                </p:cNvPr>
                <p:cNvSpPr txBox="1"/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63FA917-5FF4-8EA9-271F-C26043301F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blipFill>
                  <a:blip r:embed="rId18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0B35EE6-F3A2-87A3-76EC-F6A6BCD7C66B}"/>
                    </a:ext>
                  </a:extLst>
                </p:cNvPr>
                <p:cNvSpPr txBox="1"/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F0B35EE6-F3A2-87A3-76EC-F6A6BCD7C6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blipFill>
                  <a:blip r:embed="rId19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B01180B-CEA7-4F38-4EF6-42672CAA3A27}"/>
                    </a:ext>
                  </a:extLst>
                </p:cNvPr>
                <p:cNvSpPr txBox="1"/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B01180B-CEA7-4F38-4EF6-42672CAA3A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blipFill>
                  <a:blip r:embed="rId1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C886AFA-C2D3-9372-255D-F26870883475}"/>
                    </a:ext>
                  </a:extLst>
                </p:cNvPr>
                <p:cNvSpPr txBox="1"/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DC886AFA-C2D3-9372-255D-F268708834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blipFill>
                  <a:blip r:embed="rId20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56C4A4D-4F04-10A4-FD08-0B8494CD1AC3}"/>
                    </a:ext>
                  </a:extLst>
                </p:cNvPr>
                <p:cNvSpPr txBox="1"/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56C4A4D-4F04-10A4-FD08-0B8494CD1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blipFill>
                  <a:blip r:embed="rId2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77395CA-899C-7A35-0688-33617A26CE8A}"/>
                    </a:ext>
                  </a:extLst>
                </p:cNvPr>
                <p:cNvSpPr txBox="1"/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A77395CA-899C-7A35-0688-33617A26C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blipFill>
                  <a:blip r:embed="rId22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EFB2C50-A033-9257-6F51-C2296AA11137}"/>
                    </a:ext>
                  </a:extLst>
                </p:cNvPr>
                <p:cNvSpPr txBox="1"/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EFB2C50-A033-9257-6F51-C2296AA111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blipFill>
                  <a:blip r:embed="rId2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59B3B799-8EF9-82EA-64B0-32C9EB14BDE5}"/>
                    </a:ext>
                  </a:extLst>
                </p:cNvPr>
                <p:cNvSpPr txBox="1"/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59B3B799-8EF9-82EA-64B0-32C9EB14B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blipFill>
                  <a:blip r:embed="rId24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C037464-D8CB-3FFF-1571-D9F3198527CA}"/>
                    </a:ext>
                  </a:extLst>
                </p:cNvPr>
                <p:cNvSpPr txBox="1"/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C037464-D8CB-3FFF-1571-D9F319852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blipFill>
                  <a:blip r:embed="rId25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4AC22AD-7C19-65D9-3E77-22EAB5D1B97B}"/>
                    </a:ext>
                  </a:extLst>
                </p:cNvPr>
                <p:cNvSpPr txBox="1"/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4AC22AD-7C19-65D9-3E77-22EAB5D1B9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blipFill>
                  <a:blip r:embed="rId2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D8A77B5-C86A-81E5-1F64-E0B998B73C98}"/>
                    </a:ext>
                  </a:extLst>
                </p:cNvPr>
                <p:cNvSpPr txBox="1"/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D8A77B5-C86A-81E5-1F64-E0B998B73C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blipFill>
                  <a:blip r:embed="rId27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C064DA1-8512-F612-8B4A-E33DA6C18863}"/>
                    </a:ext>
                  </a:extLst>
                </p:cNvPr>
                <p:cNvSpPr txBox="1"/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2C064DA1-8512-F612-8B4A-E33DA6C188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blipFill>
                  <a:blip r:embed="rId28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DC4015D-6ED7-FBF0-0DD6-4051F460E4CB}"/>
                    </a:ext>
                  </a:extLst>
                </p:cNvPr>
                <p:cNvSpPr txBox="1"/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DC4015D-6ED7-FBF0-0DD6-4051F460E4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blipFill>
                  <a:blip r:embed="rId2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FDAA109-343A-28FE-F14D-A4CFBC0D20FB}"/>
                    </a:ext>
                  </a:extLst>
                </p:cNvPr>
                <p:cNvSpPr txBox="1"/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FDAA109-343A-28FE-F14D-A4CFBC0D2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blipFill>
                  <a:blip r:embed="rId1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F8BE363-A029-C28C-7975-B737FB3A6D3A}"/>
                    </a:ext>
                  </a:extLst>
                </p:cNvPr>
                <p:cNvSpPr txBox="1"/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7F8BE363-A029-C28C-7975-B737FB3A6D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blipFill>
                  <a:blip r:embed="rId30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36F1CE70-A9B4-50B4-030E-DD9379CEF11A}"/>
                    </a:ext>
                  </a:extLst>
                </p:cNvPr>
                <p:cNvSpPr txBox="1"/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36F1CE70-A9B4-50B4-030E-DD9379CEF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blipFill>
                  <a:blip r:embed="rId3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CB6D58F-F3F4-340A-CCD6-9E156DE299C7}"/>
                </a:ext>
              </a:extLst>
            </p:cNvPr>
            <p:cNvSpPr/>
            <p:nvPr/>
          </p:nvSpPr>
          <p:spPr bwMode="auto">
            <a:xfrm rot="5400000">
              <a:off x="4604373" y="2049549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6CBBC38-22EF-0ABF-1B74-820455994946}"/>
              </a:ext>
            </a:extLst>
          </p:cNvPr>
          <p:cNvSpPr txBox="1"/>
          <p:nvPr/>
        </p:nvSpPr>
        <p:spPr>
          <a:xfrm rot="5400000">
            <a:off x="7155624" y="165989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5E09BB-4C88-6C69-00E0-ED760D6FD2A2}"/>
              </a:ext>
            </a:extLst>
          </p:cNvPr>
          <p:cNvSpPr txBox="1"/>
          <p:nvPr/>
        </p:nvSpPr>
        <p:spPr>
          <a:xfrm rot="5400000">
            <a:off x="7155624" y="2814565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5B9942-26DA-633B-C42D-0BAEFBB1A547}"/>
              </a:ext>
            </a:extLst>
          </p:cNvPr>
          <p:cNvGrpSpPr/>
          <p:nvPr/>
        </p:nvGrpSpPr>
        <p:grpSpPr>
          <a:xfrm>
            <a:off x="2233256" y="3767521"/>
            <a:ext cx="705886" cy="1748134"/>
            <a:chOff x="2006598" y="3767521"/>
            <a:chExt cx="705886" cy="174813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E10F210-64E0-A7E9-87CB-8D733BD084EC}"/>
                </a:ext>
              </a:extLst>
            </p:cNvPr>
            <p:cNvSpPr txBox="1"/>
            <p:nvPr/>
          </p:nvSpPr>
          <p:spPr>
            <a:xfrm>
              <a:off x="2006598" y="377793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E</a:t>
              </a:r>
              <a:endParaRPr lang="zh-CN" altLang="en-US" sz="2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ED39C573-F85F-3BCA-0CDA-9AB8AF641186}"/>
                </a:ext>
              </a:extLst>
            </p:cNvPr>
            <p:cNvSpPr txBox="1"/>
            <p:nvPr/>
          </p:nvSpPr>
          <p:spPr>
            <a:xfrm>
              <a:off x="2006598" y="416340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F</a:t>
              </a:r>
              <a:endParaRPr lang="zh-CN" altLang="en-US" sz="2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62FD2D0-7DDF-20B3-1E5F-74ADB3615858}"/>
                </a:ext>
              </a:extLst>
            </p:cNvPr>
            <p:cNvSpPr txBox="1"/>
            <p:nvPr/>
          </p:nvSpPr>
          <p:spPr>
            <a:xfrm>
              <a:off x="2013984" y="463330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G</a:t>
              </a:r>
              <a:endParaRPr lang="zh-CN" altLang="en-US" sz="24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0C57FA9-C938-58B5-3A8B-7AAD9D2995B4}"/>
                </a:ext>
              </a:extLst>
            </p:cNvPr>
            <p:cNvSpPr txBox="1"/>
            <p:nvPr/>
          </p:nvSpPr>
          <p:spPr>
            <a:xfrm>
              <a:off x="2026684" y="505399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H</a:t>
              </a:r>
              <a:endParaRPr lang="zh-CN" altLang="en-US" sz="24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88B5D6C-35BB-9FAB-D2BD-C582A156DD32}"/>
                </a:ext>
              </a:extLst>
            </p:cNvPr>
            <p:cNvSpPr/>
            <p:nvPr/>
          </p:nvSpPr>
          <p:spPr bwMode="auto">
            <a:xfrm rot="5400000">
              <a:off x="1528397" y="4360971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7F18C2A-A8F6-24B2-4A37-1621E30C7F37}"/>
              </a:ext>
            </a:extLst>
          </p:cNvPr>
          <p:cNvGrpSpPr/>
          <p:nvPr/>
        </p:nvGrpSpPr>
        <p:grpSpPr>
          <a:xfrm>
            <a:off x="2896397" y="3754449"/>
            <a:ext cx="1624800" cy="1698092"/>
            <a:chOff x="2896397" y="3754449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23B2290-53C9-8E94-3AD0-5D875CDFDDA6}"/>
                    </a:ext>
                  </a:extLst>
                </p:cNvPr>
                <p:cNvSpPr txBox="1"/>
                <p:nvPr/>
              </p:nvSpPr>
              <p:spPr>
                <a:xfrm>
                  <a:off x="2924691" y="385832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B23B2290-53C9-8E94-3AD0-5D875CDFDD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4691" y="3858323"/>
                  <a:ext cx="221214" cy="297646"/>
                </a:xfrm>
                <a:prstGeom prst="rect">
                  <a:avLst/>
                </a:prstGeom>
                <a:blipFill>
                  <a:blip r:embed="rId3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C4567D3-74B1-C51C-06D5-6E067724836B}"/>
                    </a:ext>
                  </a:extLst>
                </p:cNvPr>
                <p:cNvSpPr txBox="1"/>
                <p:nvPr/>
              </p:nvSpPr>
              <p:spPr>
                <a:xfrm>
                  <a:off x="3378198" y="385832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C4567D3-74B1-C51C-06D5-6E06772483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8198" y="3858323"/>
                  <a:ext cx="221214" cy="297646"/>
                </a:xfrm>
                <a:prstGeom prst="rect">
                  <a:avLst/>
                </a:prstGeom>
                <a:blipFill>
                  <a:blip r:embed="rId3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2D058B6-6DD0-81D9-A10C-450F8969E611}"/>
                    </a:ext>
                  </a:extLst>
                </p:cNvPr>
                <p:cNvSpPr txBox="1"/>
                <p:nvPr/>
              </p:nvSpPr>
              <p:spPr>
                <a:xfrm>
                  <a:off x="3844405" y="385455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2D058B6-6DD0-81D9-A10C-450F8969E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4405" y="3854553"/>
                  <a:ext cx="221214" cy="297646"/>
                </a:xfrm>
                <a:prstGeom prst="rect">
                  <a:avLst/>
                </a:prstGeom>
                <a:blipFill>
                  <a:blip r:embed="rId34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BE3F629-8E21-FA95-1956-2DC5CA2CABE9}"/>
                    </a:ext>
                  </a:extLst>
                </p:cNvPr>
                <p:cNvSpPr txBox="1"/>
                <p:nvPr/>
              </p:nvSpPr>
              <p:spPr>
                <a:xfrm>
                  <a:off x="2933698" y="43024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4BE3F629-8E21-FA95-1956-2DC5CA2CAB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698" y="4302406"/>
                  <a:ext cx="221214" cy="297646"/>
                </a:xfrm>
                <a:prstGeom prst="rect">
                  <a:avLst/>
                </a:prstGeom>
                <a:blipFill>
                  <a:blip r:embed="rId35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67EC202-3AEB-444D-E90B-22C9FC77F4B8}"/>
                    </a:ext>
                  </a:extLst>
                </p:cNvPr>
                <p:cNvSpPr txBox="1"/>
                <p:nvPr/>
              </p:nvSpPr>
              <p:spPr>
                <a:xfrm>
                  <a:off x="3387205" y="43024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67EC202-3AEB-444D-E90B-22C9FC77F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205" y="4302406"/>
                  <a:ext cx="221214" cy="297646"/>
                </a:xfrm>
                <a:prstGeom prst="rect">
                  <a:avLst/>
                </a:prstGeom>
                <a:blipFill>
                  <a:blip r:embed="rId3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F73CC47-D13F-8528-850C-2FAB3E3A3945}"/>
                    </a:ext>
                  </a:extLst>
                </p:cNvPr>
                <p:cNvSpPr txBox="1"/>
                <p:nvPr/>
              </p:nvSpPr>
              <p:spPr>
                <a:xfrm>
                  <a:off x="3853412" y="42986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F73CC47-D13F-8528-850C-2FAB3E3A39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412" y="4298636"/>
                  <a:ext cx="221214" cy="297646"/>
                </a:xfrm>
                <a:prstGeom prst="rect">
                  <a:avLst/>
                </a:prstGeom>
                <a:blipFill>
                  <a:blip r:embed="rId3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B9DCD5D-0EAD-0785-379D-00121C930943}"/>
                    </a:ext>
                  </a:extLst>
                </p:cNvPr>
                <p:cNvSpPr txBox="1"/>
                <p:nvPr/>
              </p:nvSpPr>
              <p:spPr>
                <a:xfrm>
                  <a:off x="2941084" y="473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B9DCD5D-0EAD-0785-379D-00121C930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1084" y="4734206"/>
                  <a:ext cx="221214" cy="297646"/>
                </a:xfrm>
                <a:prstGeom prst="rect">
                  <a:avLst/>
                </a:prstGeom>
                <a:blipFill>
                  <a:blip r:embed="rId38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CA4CF3F6-0021-DD98-86B3-C860571E0481}"/>
                    </a:ext>
                  </a:extLst>
                </p:cNvPr>
                <p:cNvSpPr txBox="1"/>
                <p:nvPr/>
              </p:nvSpPr>
              <p:spPr>
                <a:xfrm>
                  <a:off x="3394591" y="473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CA4CF3F6-0021-DD98-86B3-C860571E04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4591" y="4734206"/>
                  <a:ext cx="221214" cy="297646"/>
                </a:xfrm>
                <a:prstGeom prst="rect">
                  <a:avLst/>
                </a:prstGeom>
                <a:blipFill>
                  <a:blip r:embed="rId39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A73ED79-F2B4-7DD0-5593-9E904872F8F7}"/>
                    </a:ext>
                  </a:extLst>
                </p:cNvPr>
                <p:cNvSpPr txBox="1"/>
                <p:nvPr/>
              </p:nvSpPr>
              <p:spPr>
                <a:xfrm>
                  <a:off x="3860798" y="473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5A73ED79-F2B4-7DD0-5593-9E904872F8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0798" y="4730436"/>
                  <a:ext cx="221214" cy="297646"/>
                </a:xfrm>
                <a:prstGeom prst="rect">
                  <a:avLst/>
                </a:prstGeom>
                <a:blipFill>
                  <a:blip r:embed="rId40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D76A0D1-0793-B834-C3CE-15A16F377630}"/>
                    </a:ext>
                  </a:extLst>
                </p:cNvPr>
                <p:cNvSpPr txBox="1"/>
                <p:nvPr/>
              </p:nvSpPr>
              <p:spPr>
                <a:xfrm>
                  <a:off x="4245491" y="385455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9D76A0D1-0793-B834-C3CE-15A16F3776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5491" y="3854553"/>
                  <a:ext cx="221214" cy="297646"/>
                </a:xfrm>
                <a:prstGeom prst="rect">
                  <a:avLst/>
                </a:prstGeom>
                <a:blipFill>
                  <a:blip r:embed="rId4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2B43A2C-AC01-BD64-1160-C5E5431F7D2E}"/>
                    </a:ext>
                  </a:extLst>
                </p:cNvPr>
                <p:cNvSpPr txBox="1"/>
                <p:nvPr/>
              </p:nvSpPr>
              <p:spPr>
                <a:xfrm>
                  <a:off x="4254498" y="42986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72B43A2C-AC01-BD64-1160-C5E5431F7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498" y="4298636"/>
                  <a:ext cx="221214" cy="297646"/>
                </a:xfrm>
                <a:prstGeom prst="rect">
                  <a:avLst/>
                </a:prstGeom>
                <a:blipFill>
                  <a:blip r:embed="rId4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3BFC09B3-8818-6A84-F5DC-6DD9EAAB0CFD}"/>
                    </a:ext>
                  </a:extLst>
                </p:cNvPr>
                <p:cNvSpPr txBox="1"/>
                <p:nvPr/>
              </p:nvSpPr>
              <p:spPr>
                <a:xfrm>
                  <a:off x="4261884" y="473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3BFC09B3-8818-6A84-F5DC-6DD9EAAB0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1884" y="4730436"/>
                  <a:ext cx="221214" cy="297646"/>
                </a:xfrm>
                <a:prstGeom prst="rect">
                  <a:avLst/>
                </a:prstGeom>
                <a:blipFill>
                  <a:blip r:embed="rId4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22C7312-F8E8-305C-90F6-318E5DF92085}"/>
                    </a:ext>
                  </a:extLst>
                </p:cNvPr>
                <p:cNvSpPr txBox="1"/>
                <p:nvPr/>
              </p:nvSpPr>
              <p:spPr>
                <a:xfrm>
                  <a:off x="2953784" y="515489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522C7312-F8E8-305C-90F6-318E5DF920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3784" y="5154895"/>
                  <a:ext cx="221214" cy="297646"/>
                </a:xfrm>
                <a:prstGeom prst="rect">
                  <a:avLst/>
                </a:prstGeom>
                <a:blipFill>
                  <a:blip r:embed="rId44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99B50C1-691A-FA9E-1811-2CB01E9BBEA7}"/>
                    </a:ext>
                  </a:extLst>
                </p:cNvPr>
                <p:cNvSpPr txBox="1"/>
                <p:nvPr/>
              </p:nvSpPr>
              <p:spPr>
                <a:xfrm>
                  <a:off x="3407291" y="515489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99B50C1-691A-FA9E-1811-2CB01E9BB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7291" y="5154895"/>
                  <a:ext cx="221214" cy="297646"/>
                </a:xfrm>
                <a:prstGeom prst="rect">
                  <a:avLst/>
                </a:prstGeom>
                <a:blipFill>
                  <a:blip r:embed="rId45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654C406-76CC-FA79-AD11-FA37750D1EEA}"/>
                    </a:ext>
                  </a:extLst>
                </p:cNvPr>
                <p:cNvSpPr txBox="1"/>
                <p:nvPr/>
              </p:nvSpPr>
              <p:spPr>
                <a:xfrm>
                  <a:off x="3873498" y="515112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654C406-76CC-FA79-AD11-FA37750D1E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3498" y="5151125"/>
                  <a:ext cx="221214" cy="297646"/>
                </a:xfrm>
                <a:prstGeom prst="rect">
                  <a:avLst/>
                </a:prstGeom>
                <a:blipFill>
                  <a:blip r:embed="rId46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8D69BFE-D62D-BEEB-B084-DD929D491887}"/>
                    </a:ext>
                  </a:extLst>
                </p:cNvPr>
                <p:cNvSpPr txBox="1"/>
                <p:nvPr/>
              </p:nvSpPr>
              <p:spPr>
                <a:xfrm>
                  <a:off x="4274584" y="515112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A8D69BFE-D62D-BEEB-B084-DD929D4918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4584" y="5151125"/>
                  <a:ext cx="221214" cy="297646"/>
                </a:xfrm>
                <a:prstGeom prst="rect">
                  <a:avLst/>
                </a:prstGeom>
                <a:blipFill>
                  <a:blip r:embed="rId4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7D70E1C6-6894-28B3-9009-1104F8E63DF8}"/>
                </a:ext>
              </a:extLst>
            </p:cNvPr>
            <p:cNvSpPr/>
            <p:nvPr/>
          </p:nvSpPr>
          <p:spPr bwMode="auto">
            <a:xfrm rot="5400000">
              <a:off x="2866285" y="3784561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8732A50-0AC6-291C-59C9-675D772A5A7B}"/>
              </a:ext>
            </a:extLst>
          </p:cNvPr>
          <p:cNvGrpSpPr/>
          <p:nvPr/>
        </p:nvGrpSpPr>
        <p:grpSpPr>
          <a:xfrm>
            <a:off x="4648997" y="3740332"/>
            <a:ext cx="1624800" cy="1698092"/>
            <a:chOff x="4648997" y="3740332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FA7C67C-69A7-C460-7FEA-ED8178E96B20}"/>
                    </a:ext>
                  </a:extLst>
                </p:cNvPr>
                <p:cNvSpPr txBox="1"/>
                <p:nvPr/>
              </p:nvSpPr>
              <p:spPr>
                <a:xfrm>
                  <a:off x="4677291" y="384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FA7C67C-69A7-C460-7FEA-ED8178E96B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7291" y="3844206"/>
                  <a:ext cx="221214" cy="297646"/>
                </a:xfrm>
                <a:prstGeom prst="rect">
                  <a:avLst/>
                </a:prstGeom>
                <a:blipFill>
                  <a:blip r:embed="rId48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B03F36EE-F701-C479-2D31-3F6C41DE2EC4}"/>
                    </a:ext>
                  </a:extLst>
                </p:cNvPr>
                <p:cNvSpPr txBox="1"/>
                <p:nvPr/>
              </p:nvSpPr>
              <p:spPr>
                <a:xfrm>
                  <a:off x="5130798" y="384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B03F36EE-F701-C479-2D31-3F6C41DE2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798" y="3844206"/>
                  <a:ext cx="221214" cy="297646"/>
                </a:xfrm>
                <a:prstGeom prst="rect">
                  <a:avLst/>
                </a:prstGeom>
                <a:blipFill>
                  <a:blip r:embed="rId49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1F8C6A09-2646-D3B0-D7FA-81E7B07BD1B3}"/>
                    </a:ext>
                  </a:extLst>
                </p:cNvPr>
                <p:cNvSpPr txBox="1"/>
                <p:nvPr/>
              </p:nvSpPr>
              <p:spPr>
                <a:xfrm>
                  <a:off x="5597005" y="384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1F8C6A09-2646-D3B0-D7FA-81E7B07BD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7005" y="3840436"/>
                  <a:ext cx="221214" cy="297646"/>
                </a:xfrm>
                <a:prstGeom prst="rect">
                  <a:avLst/>
                </a:prstGeom>
                <a:blipFill>
                  <a:blip r:embed="rId50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35D5154-47AC-CAB9-9F1A-267FE2435921}"/>
                    </a:ext>
                  </a:extLst>
                </p:cNvPr>
                <p:cNvSpPr txBox="1"/>
                <p:nvPr/>
              </p:nvSpPr>
              <p:spPr>
                <a:xfrm>
                  <a:off x="4686298" y="42882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35D5154-47AC-CAB9-9F1A-267FE2435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298" y="4288289"/>
                  <a:ext cx="221214" cy="297646"/>
                </a:xfrm>
                <a:prstGeom prst="rect">
                  <a:avLst/>
                </a:prstGeom>
                <a:blipFill>
                  <a:blip r:embed="rId51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A1E7963-3EC5-53A1-D253-96D5D9250C9D}"/>
                    </a:ext>
                  </a:extLst>
                </p:cNvPr>
                <p:cNvSpPr txBox="1"/>
                <p:nvPr/>
              </p:nvSpPr>
              <p:spPr>
                <a:xfrm>
                  <a:off x="5139805" y="42882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A1E7963-3EC5-53A1-D253-96D5D9250C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9805" y="4288289"/>
                  <a:ext cx="221214" cy="297646"/>
                </a:xfrm>
                <a:prstGeom prst="rect">
                  <a:avLst/>
                </a:prstGeom>
                <a:blipFill>
                  <a:blip r:embed="rId52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1A064F18-CB62-03A2-79A0-45E7AA5308CA}"/>
                    </a:ext>
                  </a:extLst>
                </p:cNvPr>
                <p:cNvSpPr txBox="1"/>
                <p:nvPr/>
              </p:nvSpPr>
              <p:spPr>
                <a:xfrm>
                  <a:off x="5606012" y="42845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1A064F18-CB62-03A2-79A0-45E7AA5308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6012" y="4284519"/>
                  <a:ext cx="221214" cy="297646"/>
                </a:xfrm>
                <a:prstGeom prst="rect">
                  <a:avLst/>
                </a:prstGeom>
                <a:blipFill>
                  <a:blip r:embed="rId5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F760081-C1A7-6DAD-3F10-56EE66FEE6C8}"/>
                    </a:ext>
                  </a:extLst>
                </p:cNvPr>
                <p:cNvSpPr txBox="1"/>
                <p:nvPr/>
              </p:nvSpPr>
              <p:spPr>
                <a:xfrm>
                  <a:off x="4693684" y="47200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DF760081-C1A7-6DAD-3F10-56EE66FEE6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3684" y="4720089"/>
                  <a:ext cx="221214" cy="297646"/>
                </a:xfrm>
                <a:prstGeom prst="rect">
                  <a:avLst/>
                </a:prstGeom>
                <a:blipFill>
                  <a:blip r:embed="rId54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5FEDC030-DF3B-0B2F-A8CF-C3DEC6881C8B}"/>
                    </a:ext>
                  </a:extLst>
                </p:cNvPr>
                <p:cNvSpPr txBox="1"/>
                <p:nvPr/>
              </p:nvSpPr>
              <p:spPr>
                <a:xfrm>
                  <a:off x="5147191" y="47200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5FEDC030-DF3B-0B2F-A8CF-C3DEC6881C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7191" y="4720089"/>
                  <a:ext cx="221214" cy="297646"/>
                </a:xfrm>
                <a:prstGeom prst="rect">
                  <a:avLst/>
                </a:prstGeom>
                <a:blipFill>
                  <a:blip r:embed="rId55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5EDAD3C-DDD3-FDEE-1D46-13A800DA2FF2}"/>
                    </a:ext>
                  </a:extLst>
                </p:cNvPr>
                <p:cNvSpPr txBox="1"/>
                <p:nvPr/>
              </p:nvSpPr>
              <p:spPr>
                <a:xfrm>
                  <a:off x="5613398" y="47163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A5EDAD3C-DDD3-FDEE-1D46-13A800DA2F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398" y="4716319"/>
                  <a:ext cx="221214" cy="297646"/>
                </a:xfrm>
                <a:prstGeom prst="rect">
                  <a:avLst/>
                </a:prstGeom>
                <a:blipFill>
                  <a:blip r:embed="rId5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5A3682D-1383-E6E5-4079-C7954CD3B698}"/>
                    </a:ext>
                  </a:extLst>
                </p:cNvPr>
                <p:cNvSpPr txBox="1"/>
                <p:nvPr/>
              </p:nvSpPr>
              <p:spPr>
                <a:xfrm>
                  <a:off x="5998091" y="384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5A3682D-1383-E6E5-4079-C7954CD3B6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091" y="3840436"/>
                  <a:ext cx="221214" cy="297646"/>
                </a:xfrm>
                <a:prstGeom prst="rect">
                  <a:avLst/>
                </a:prstGeom>
                <a:blipFill>
                  <a:blip r:embed="rId5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30268BE7-5280-173A-BFDA-29279EFD873D}"/>
                    </a:ext>
                  </a:extLst>
                </p:cNvPr>
                <p:cNvSpPr txBox="1"/>
                <p:nvPr/>
              </p:nvSpPr>
              <p:spPr>
                <a:xfrm>
                  <a:off x="6007098" y="42845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30268BE7-5280-173A-BFDA-29279EFD8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7098" y="4284519"/>
                  <a:ext cx="221214" cy="297646"/>
                </a:xfrm>
                <a:prstGeom prst="rect">
                  <a:avLst/>
                </a:prstGeom>
                <a:blipFill>
                  <a:blip r:embed="rId58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086CE599-FCC5-4F5E-38E3-73A0C6DF6AED}"/>
                    </a:ext>
                  </a:extLst>
                </p:cNvPr>
                <p:cNvSpPr txBox="1"/>
                <p:nvPr/>
              </p:nvSpPr>
              <p:spPr>
                <a:xfrm>
                  <a:off x="6014484" y="47163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086CE599-FCC5-4F5E-38E3-73A0C6DF6A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4484" y="4716319"/>
                  <a:ext cx="221214" cy="297646"/>
                </a:xfrm>
                <a:prstGeom prst="rect">
                  <a:avLst/>
                </a:prstGeom>
                <a:blipFill>
                  <a:blip r:embed="rId5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A78C674-AE6C-43BF-8A7E-154B313BAC26}"/>
                    </a:ext>
                  </a:extLst>
                </p:cNvPr>
                <p:cNvSpPr txBox="1"/>
                <p:nvPr/>
              </p:nvSpPr>
              <p:spPr>
                <a:xfrm>
                  <a:off x="4706384" y="514077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3A78C674-AE6C-43BF-8A7E-154B313BAC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6384" y="5140778"/>
                  <a:ext cx="221214" cy="297646"/>
                </a:xfrm>
                <a:prstGeom prst="rect">
                  <a:avLst/>
                </a:prstGeom>
                <a:blipFill>
                  <a:blip r:embed="rId60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CBFAC31-C1B4-4F69-70E4-FEA853D91A64}"/>
                    </a:ext>
                  </a:extLst>
                </p:cNvPr>
                <p:cNvSpPr txBox="1"/>
                <p:nvPr/>
              </p:nvSpPr>
              <p:spPr>
                <a:xfrm>
                  <a:off x="5159891" y="514077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CBFAC31-C1B4-4F69-70E4-FEA853D91A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9891" y="5140778"/>
                  <a:ext cx="221214" cy="297646"/>
                </a:xfrm>
                <a:prstGeom prst="rect">
                  <a:avLst/>
                </a:prstGeom>
                <a:blipFill>
                  <a:blip r:embed="rId4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9B3E06C-2217-3D1B-3A7A-AC587D4D3E82}"/>
                    </a:ext>
                  </a:extLst>
                </p:cNvPr>
                <p:cNvSpPr txBox="1"/>
                <p:nvPr/>
              </p:nvSpPr>
              <p:spPr>
                <a:xfrm>
                  <a:off x="5626098" y="513700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9B3E06C-2217-3D1B-3A7A-AC587D4D3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6098" y="5137008"/>
                  <a:ext cx="221214" cy="297646"/>
                </a:xfrm>
                <a:prstGeom prst="rect">
                  <a:avLst/>
                </a:prstGeom>
                <a:blipFill>
                  <a:blip r:embed="rId6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E3C5F46F-F934-2C31-EBB8-A0B348924F73}"/>
                    </a:ext>
                  </a:extLst>
                </p:cNvPr>
                <p:cNvSpPr txBox="1"/>
                <p:nvPr/>
              </p:nvSpPr>
              <p:spPr>
                <a:xfrm>
                  <a:off x="6027184" y="513700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E3C5F46F-F934-2C31-EBB8-A0B348924F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7184" y="5137008"/>
                  <a:ext cx="221214" cy="297646"/>
                </a:xfrm>
                <a:prstGeom prst="rect">
                  <a:avLst/>
                </a:prstGeom>
                <a:blipFill>
                  <a:blip r:embed="rId6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D2D7105D-439D-A688-9AC5-A89F09FC76B1}"/>
                </a:ext>
              </a:extLst>
            </p:cNvPr>
            <p:cNvSpPr/>
            <p:nvPr/>
          </p:nvSpPr>
          <p:spPr bwMode="auto">
            <a:xfrm rot="5400000">
              <a:off x="4618885" y="3770444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D67AA0B8-3A11-E6BC-634D-F78CDA640EB1}"/>
              </a:ext>
            </a:extLst>
          </p:cNvPr>
          <p:cNvSpPr txBox="1"/>
          <p:nvPr/>
        </p:nvSpPr>
        <p:spPr>
          <a:xfrm rot="5400000">
            <a:off x="7170136" y="453546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F38E58D-A9C2-6772-3002-D6D6F3DAB421}"/>
              </a:ext>
            </a:extLst>
          </p:cNvPr>
          <p:cNvSpPr txBox="1"/>
          <p:nvPr/>
        </p:nvSpPr>
        <p:spPr>
          <a:xfrm rot="10800000">
            <a:off x="2310405" y="5627478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4B0719B-ED1F-673A-5F87-250A0FCAFAE4}"/>
              </a:ext>
            </a:extLst>
          </p:cNvPr>
          <p:cNvSpPr txBox="1"/>
          <p:nvPr/>
        </p:nvSpPr>
        <p:spPr>
          <a:xfrm rot="10800000">
            <a:off x="3495228" y="561983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DE16A0B-D0B7-0054-0117-1149E0C02086}"/>
              </a:ext>
            </a:extLst>
          </p:cNvPr>
          <p:cNvSpPr txBox="1"/>
          <p:nvPr/>
        </p:nvSpPr>
        <p:spPr>
          <a:xfrm rot="10800000">
            <a:off x="5247828" y="561424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59C54C0-1560-C744-E194-0A4CD073C4C9}"/>
              </a:ext>
            </a:extLst>
          </p:cNvPr>
          <p:cNvSpPr txBox="1"/>
          <p:nvPr/>
        </p:nvSpPr>
        <p:spPr>
          <a:xfrm rot="10800000">
            <a:off x="7102028" y="5580379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17F6982-A0E4-E6B3-232C-D9BAFC7C7E7F}"/>
              </a:ext>
            </a:extLst>
          </p:cNvPr>
          <p:cNvGrpSpPr/>
          <p:nvPr/>
        </p:nvGrpSpPr>
        <p:grpSpPr>
          <a:xfrm>
            <a:off x="2235200" y="2057400"/>
            <a:ext cx="705886" cy="1748134"/>
            <a:chOff x="1992086" y="2046626"/>
            <a:chExt cx="705886" cy="1748134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5EA8BE2-13F9-704A-6410-BD4305C00E92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70E32085-C70B-0768-6DF7-134F4C129B34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E0AFAF5-1343-E41E-7AFB-3BF50F9E9CBE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E6D93CC8-C9AA-2720-3B2F-B602A8C2D8E4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545CC11-3A36-37F4-8A22-FC96EE778791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D5A26DB6-2EC4-139B-29B2-3CBAFD5FFBDD}"/>
              </a:ext>
            </a:extLst>
          </p:cNvPr>
          <p:cNvSpPr txBox="1"/>
          <p:nvPr/>
        </p:nvSpPr>
        <p:spPr>
          <a:xfrm>
            <a:off x="-68919" y="3776008"/>
            <a:ext cx="24637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Other thread groups for other test tiles </a:t>
            </a:r>
          </a:p>
          <a:p>
            <a:pPr algn="ctr"/>
            <a:r>
              <a:rPr lang="zh-CN" altLang="en-US" sz="2400" dirty="0"/>
              <a:t>其他线程分组用于其他测试分块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418775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DB0E7-C2DC-027C-F620-6C8F6000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69D5D-3FA6-A0A0-7FCF-1BB84825E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 GPU Implementation Example</a:t>
            </a:r>
            <a:br>
              <a:rPr lang="en-US" altLang="zh-CN" dirty="0"/>
            </a:br>
            <a:r>
              <a:rPr lang="zh-CN" altLang="en-US" dirty="0"/>
              <a:t>一个</a:t>
            </a:r>
            <a:r>
              <a:rPr lang="en-US" altLang="zh-CN" dirty="0"/>
              <a:t>GPU</a:t>
            </a:r>
            <a:r>
              <a:rPr lang="zh-CN" altLang="en-US" dirty="0"/>
              <a:t>实现的例子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D8D9E33-FF12-BC3A-E36C-5767CE1828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FAC9A7-DDE3-5C37-D780-50A8957A3B1D}"/>
              </a:ext>
            </a:extLst>
          </p:cNvPr>
          <p:cNvGrpSpPr/>
          <p:nvPr/>
        </p:nvGrpSpPr>
        <p:grpSpPr>
          <a:xfrm>
            <a:off x="2677886" y="1538117"/>
            <a:ext cx="2006600" cy="474178"/>
            <a:chOff x="2677886" y="1538117"/>
            <a:chExt cx="2006600" cy="4741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779766B-35A0-E004-46F8-989042A420DC}"/>
                </a:ext>
              </a:extLst>
            </p:cNvPr>
            <p:cNvSpPr txBox="1"/>
            <p:nvPr/>
          </p:nvSpPr>
          <p:spPr>
            <a:xfrm>
              <a:off x="3998686" y="154686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4</a:t>
              </a:r>
              <a:endParaRPr lang="zh-CN" altLang="en-US" sz="24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AC75C96-10A0-29C9-1DB8-F463C53D2ECD}"/>
                </a:ext>
              </a:extLst>
            </p:cNvPr>
            <p:cNvGrpSpPr/>
            <p:nvPr/>
          </p:nvGrpSpPr>
          <p:grpSpPr>
            <a:xfrm>
              <a:off x="2677886" y="1538117"/>
              <a:ext cx="1803399" cy="474178"/>
              <a:chOff x="2677886" y="1538117"/>
              <a:chExt cx="1803399" cy="47417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3E59FE-1A03-B309-B78F-304AADF6716F}"/>
                  </a:ext>
                </a:extLst>
              </p:cNvPr>
              <p:cNvSpPr txBox="1"/>
              <p:nvPr/>
            </p:nvSpPr>
            <p:spPr>
              <a:xfrm>
                <a:off x="2677886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FF83E5-670D-DDE1-2206-C9ACEA2943B6}"/>
                  </a:ext>
                </a:extLst>
              </p:cNvPr>
              <p:cNvSpPr txBox="1"/>
              <p:nvPr/>
            </p:nvSpPr>
            <p:spPr>
              <a:xfrm>
                <a:off x="3131393" y="155063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4E1AFA1-C8CE-F206-0E2C-C6D0B4C0FD98}"/>
                  </a:ext>
                </a:extLst>
              </p:cNvPr>
              <p:cNvSpPr txBox="1"/>
              <p:nvPr/>
            </p:nvSpPr>
            <p:spPr>
              <a:xfrm>
                <a:off x="3597600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EC0803A-1B13-4688-2D1B-1A3F95F51692}"/>
                  </a:ext>
                </a:extLst>
              </p:cNvPr>
              <p:cNvSpPr/>
              <p:nvPr/>
            </p:nvSpPr>
            <p:spPr bwMode="auto">
              <a:xfrm>
                <a:off x="2899536" y="1538117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3A33BC2-7E33-C0FC-2520-80318FFAB25F}"/>
                  </a:ext>
                </a:extLst>
              </p:cNvPr>
              <p:cNvSpPr txBox="1"/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3A33BC2-7E33-C0FC-2520-80318FFAB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179" y="2137428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F80B25-4808-91C1-912D-64DD77C98F95}"/>
                  </a:ext>
                </a:extLst>
              </p:cNvPr>
              <p:cNvSpPr txBox="1"/>
              <p:nvPr/>
            </p:nvSpPr>
            <p:spPr>
              <a:xfrm>
                <a:off x="3363686" y="213742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F80B25-4808-91C1-912D-64DD77C98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3686" y="2137428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EDEF95-157C-2616-7D77-B083F01850FC}"/>
                  </a:ext>
                </a:extLst>
              </p:cNvPr>
              <p:cNvSpPr txBox="1"/>
              <p:nvPr/>
            </p:nvSpPr>
            <p:spPr>
              <a:xfrm>
                <a:off x="3829893" y="213365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EDEF95-157C-2616-7D77-B083F0185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893" y="2133658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5135" t="-12245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31922E-285D-11EB-2C5A-DB3E4A5A0D44}"/>
                  </a:ext>
                </a:extLst>
              </p:cNvPr>
              <p:cNvSpPr txBox="1"/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31922E-285D-11EB-2C5A-DB3E4A5A0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186" y="2581511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875757-3482-751B-C947-BC7E193DFDA6}"/>
                  </a:ext>
                </a:extLst>
              </p:cNvPr>
              <p:cNvSpPr txBox="1"/>
              <p:nvPr/>
            </p:nvSpPr>
            <p:spPr>
              <a:xfrm>
                <a:off x="3372693" y="25815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B875757-3482-751B-C947-BC7E193DF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693" y="2581511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A89815-67A3-6735-4D75-69793448CD7A}"/>
                  </a:ext>
                </a:extLst>
              </p:cNvPr>
              <p:cNvSpPr txBox="1"/>
              <p:nvPr/>
            </p:nvSpPr>
            <p:spPr>
              <a:xfrm>
                <a:off x="3838900" y="25777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CA89815-67A3-6735-4D75-69793448CD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900" y="2577741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83F09C-3B19-5B2E-B476-9DB5BC8F8FD0}"/>
                  </a:ext>
                </a:extLst>
              </p:cNvPr>
              <p:cNvSpPr txBox="1"/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C83F09C-3B19-5B2E-B476-9DB5BC8F8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572" y="3013311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B2623E-AA72-5034-B468-B5FEBA628374}"/>
                  </a:ext>
                </a:extLst>
              </p:cNvPr>
              <p:cNvSpPr txBox="1"/>
              <p:nvPr/>
            </p:nvSpPr>
            <p:spPr>
              <a:xfrm>
                <a:off x="3380079" y="301331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B2623E-AA72-5034-B468-B5FEBA628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0079" y="3013311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D2F9AD-8B25-ABBD-18B3-5BC66D20F15D}"/>
                  </a:ext>
                </a:extLst>
              </p:cNvPr>
              <p:cNvSpPr txBox="1"/>
              <p:nvPr/>
            </p:nvSpPr>
            <p:spPr>
              <a:xfrm>
                <a:off x="3846286" y="30095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D2F9AD-8B25-ABBD-18B3-5BC66D20F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286" y="3009541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9821CAB-B959-0BAB-7FA4-E812B89A9CC3}"/>
                  </a:ext>
                </a:extLst>
              </p:cNvPr>
              <p:cNvSpPr txBox="1"/>
              <p:nvPr/>
            </p:nvSpPr>
            <p:spPr>
              <a:xfrm>
                <a:off x="4230979" y="2133658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9821CAB-B959-0BAB-7FA4-E812B89A9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979" y="2133658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DA82D0-F33F-BC87-0713-9E86A2324376}"/>
                  </a:ext>
                </a:extLst>
              </p:cNvPr>
              <p:cNvSpPr txBox="1"/>
              <p:nvPr/>
            </p:nvSpPr>
            <p:spPr>
              <a:xfrm>
                <a:off x="4239986" y="25777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1DA82D0-F33F-BC87-0713-9E86A2324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986" y="2577741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4218814-06FD-A496-77BB-4FF9A41971AE}"/>
                  </a:ext>
                </a:extLst>
              </p:cNvPr>
              <p:cNvSpPr txBox="1"/>
              <p:nvPr/>
            </p:nvSpPr>
            <p:spPr>
              <a:xfrm>
                <a:off x="4247372" y="3009541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4218814-06FD-A496-77BB-4FF9A4197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372" y="3009541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25F8BA-EA0E-DF71-D76E-9D22F88F840B}"/>
                  </a:ext>
                </a:extLst>
              </p:cNvPr>
              <p:cNvSpPr txBox="1"/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425F8BA-EA0E-DF71-D76E-9D22F88F8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272" y="3434000"/>
                <a:ext cx="221214" cy="297646"/>
              </a:xfrm>
              <a:prstGeom prst="rect">
                <a:avLst/>
              </a:prstGeom>
              <a:blipFill>
                <a:blip r:embed="rId14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777431-431C-0503-744D-5A1F1E203B9A}"/>
                  </a:ext>
                </a:extLst>
              </p:cNvPr>
              <p:cNvSpPr txBox="1"/>
              <p:nvPr/>
            </p:nvSpPr>
            <p:spPr>
              <a:xfrm>
                <a:off x="3392779" y="343400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777431-431C-0503-744D-5A1F1E203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779" y="3434000"/>
                <a:ext cx="221214" cy="297646"/>
              </a:xfrm>
              <a:prstGeom prst="rect">
                <a:avLst/>
              </a:prstGeom>
              <a:blipFill>
                <a:blip r:embed="rId15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C60FA3-4604-231E-4BC0-5D216AE314F7}"/>
                  </a:ext>
                </a:extLst>
              </p:cNvPr>
              <p:cNvSpPr txBox="1"/>
              <p:nvPr/>
            </p:nvSpPr>
            <p:spPr>
              <a:xfrm>
                <a:off x="3858986" y="343023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AC60FA3-4604-231E-4BC0-5D216AE31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8986" y="3430230"/>
                <a:ext cx="221214" cy="297646"/>
              </a:xfrm>
              <a:prstGeom prst="rect">
                <a:avLst/>
              </a:prstGeom>
              <a:blipFill>
                <a:blip r:embed="rId1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7B710A-4F3E-76ED-7499-975641CB72DE}"/>
                  </a:ext>
                </a:extLst>
              </p:cNvPr>
              <p:cNvSpPr txBox="1"/>
              <p:nvPr/>
            </p:nvSpPr>
            <p:spPr>
              <a:xfrm>
                <a:off x="4260072" y="3430230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7B710A-4F3E-76ED-7499-975641CB7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072" y="3430230"/>
                <a:ext cx="221214" cy="297646"/>
              </a:xfrm>
              <a:prstGeom prst="rect">
                <a:avLst/>
              </a:prstGeom>
              <a:blipFill>
                <a:blip r:embed="rId17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703F1D1F-1416-5A41-9B5B-64229E1162E2}"/>
              </a:ext>
            </a:extLst>
          </p:cNvPr>
          <p:cNvSpPr/>
          <p:nvPr/>
        </p:nvSpPr>
        <p:spPr bwMode="auto">
          <a:xfrm rot="5400000">
            <a:off x="2851773" y="2063666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F6DF6A0-82B3-ED7B-1D0E-4DC93C644848}"/>
              </a:ext>
            </a:extLst>
          </p:cNvPr>
          <p:cNvGrpSpPr/>
          <p:nvPr/>
        </p:nvGrpSpPr>
        <p:grpSpPr>
          <a:xfrm>
            <a:off x="4430486" y="1524000"/>
            <a:ext cx="2006600" cy="474178"/>
            <a:chOff x="4430486" y="1524000"/>
            <a:chExt cx="2006600" cy="47417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9037254-A581-B915-21E3-81C123D152D8}"/>
                </a:ext>
              </a:extLst>
            </p:cNvPr>
            <p:cNvSpPr txBox="1"/>
            <p:nvPr/>
          </p:nvSpPr>
          <p:spPr>
            <a:xfrm>
              <a:off x="4430486" y="1532743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5</a:t>
              </a:r>
              <a:endParaRPr lang="zh-CN" altLang="en-US" sz="2400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2B0201-375C-A035-3733-C0DFCDB50199}"/>
                </a:ext>
              </a:extLst>
            </p:cNvPr>
            <p:cNvGrpSpPr/>
            <p:nvPr/>
          </p:nvGrpSpPr>
          <p:grpSpPr>
            <a:xfrm>
              <a:off x="4652136" y="1524000"/>
              <a:ext cx="1784950" cy="474178"/>
              <a:chOff x="4652136" y="1524000"/>
              <a:chExt cx="1784950" cy="474178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C8ED06A-D762-32F1-6BFF-200D262D9462}"/>
                  </a:ext>
                </a:extLst>
              </p:cNvPr>
              <p:cNvSpPr txBox="1"/>
              <p:nvPr/>
            </p:nvSpPr>
            <p:spPr>
              <a:xfrm>
                <a:off x="4883993" y="153651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6</a:t>
                </a:r>
                <a:endParaRPr lang="zh-CN" altLang="en-US" sz="2400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812849D-7490-ADEC-DEB2-CDDAF44A80A3}"/>
                  </a:ext>
                </a:extLst>
              </p:cNvPr>
              <p:cNvSpPr txBox="1"/>
              <p:nvPr/>
            </p:nvSpPr>
            <p:spPr>
              <a:xfrm>
                <a:off x="5350200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7</a:t>
                </a:r>
                <a:endParaRPr lang="zh-CN" altLang="en-US" sz="24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142B861-DEC5-64F2-3F79-4BC3ABEE80E8}"/>
                  </a:ext>
                </a:extLst>
              </p:cNvPr>
              <p:cNvSpPr txBox="1"/>
              <p:nvPr/>
            </p:nvSpPr>
            <p:spPr>
              <a:xfrm>
                <a:off x="5751286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8</a:t>
                </a:r>
                <a:endParaRPr lang="zh-CN" altLang="en-US" sz="24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AEDC53E-20F2-6491-541D-8F07B1E21F5A}"/>
                  </a:ext>
                </a:extLst>
              </p:cNvPr>
              <p:cNvSpPr/>
              <p:nvPr/>
            </p:nvSpPr>
            <p:spPr bwMode="auto">
              <a:xfrm>
                <a:off x="4652136" y="1524000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7DA69E5-0761-4A43-5FD3-5726421172A1}"/>
              </a:ext>
            </a:extLst>
          </p:cNvPr>
          <p:cNvGrpSpPr/>
          <p:nvPr/>
        </p:nvGrpSpPr>
        <p:grpSpPr>
          <a:xfrm>
            <a:off x="4634485" y="2019437"/>
            <a:ext cx="1624800" cy="1698092"/>
            <a:chOff x="4634485" y="2019437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7DE4731-83C7-0702-C87E-81D32ECA2327}"/>
                    </a:ext>
                  </a:extLst>
                </p:cNvPr>
                <p:cNvSpPr txBox="1"/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7DE4731-83C7-0702-C87E-81D32ECA23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blipFill>
                  <a:blip r:embed="rId18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6B7944E-2605-EB38-3E50-DFC779075E40}"/>
                    </a:ext>
                  </a:extLst>
                </p:cNvPr>
                <p:cNvSpPr txBox="1"/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6B7944E-2605-EB38-3E50-DFC779075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blipFill>
                  <a:blip r:embed="rId19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09BC113-B884-F4C8-B0E6-E7D210C37FE5}"/>
                    </a:ext>
                  </a:extLst>
                </p:cNvPr>
                <p:cNvSpPr txBox="1"/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09BC113-B884-F4C8-B0E6-E7D210C37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blipFill>
                  <a:blip r:embed="rId1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82296882-AC14-1A76-CC1A-CBA8AA16F2D4}"/>
                    </a:ext>
                  </a:extLst>
                </p:cNvPr>
                <p:cNvSpPr txBox="1"/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82296882-AC14-1A76-CC1A-CBA8AA16F2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blipFill>
                  <a:blip r:embed="rId20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5B679B0-E622-CB98-12FD-D6CAF2FC070A}"/>
                    </a:ext>
                  </a:extLst>
                </p:cNvPr>
                <p:cNvSpPr txBox="1"/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5B679B0-E622-CB98-12FD-D6CAF2FC0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blipFill>
                  <a:blip r:embed="rId2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667144B-5189-B051-D0FB-5FD10509814F}"/>
                    </a:ext>
                  </a:extLst>
                </p:cNvPr>
                <p:cNvSpPr txBox="1"/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667144B-5189-B051-D0FB-5FD105098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blipFill>
                  <a:blip r:embed="rId22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BCB9440-B498-6942-F28B-17254EE5FAF6}"/>
                    </a:ext>
                  </a:extLst>
                </p:cNvPr>
                <p:cNvSpPr txBox="1"/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BCB9440-B498-6942-F28B-17254EE5F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blipFill>
                  <a:blip r:embed="rId2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017005A-E4E0-9349-4213-F347ABF4EC0A}"/>
                    </a:ext>
                  </a:extLst>
                </p:cNvPr>
                <p:cNvSpPr txBox="1"/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017005A-E4E0-9349-4213-F347ABF4EC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blipFill>
                  <a:blip r:embed="rId24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69D45C7-5DE3-E792-DBEA-0C7B11A63C62}"/>
                    </a:ext>
                  </a:extLst>
                </p:cNvPr>
                <p:cNvSpPr txBox="1"/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69D45C7-5DE3-E792-DBEA-0C7B11A63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blipFill>
                  <a:blip r:embed="rId25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9548932-028F-4FF8-150F-57C4B11F58B3}"/>
                    </a:ext>
                  </a:extLst>
                </p:cNvPr>
                <p:cNvSpPr txBox="1"/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9548932-028F-4FF8-150F-57C4B11F5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blipFill>
                  <a:blip r:embed="rId2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8658DD9-B7ED-FB9F-A5E2-C340341C9DB1}"/>
                    </a:ext>
                  </a:extLst>
                </p:cNvPr>
                <p:cNvSpPr txBox="1"/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8658DD9-B7ED-FB9F-A5E2-C340341C9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blipFill>
                  <a:blip r:embed="rId27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5BB6A46-24A0-E370-B603-335394A7953A}"/>
                    </a:ext>
                  </a:extLst>
                </p:cNvPr>
                <p:cNvSpPr txBox="1"/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5BB6A46-24A0-E370-B603-335394A79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blipFill>
                  <a:blip r:embed="rId28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89FEB53-F2CD-27B0-03D0-267D316C180B}"/>
                    </a:ext>
                  </a:extLst>
                </p:cNvPr>
                <p:cNvSpPr txBox="1"/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89FEB53-F2CD-27B0-03D0-267D316C1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blipFill>
                  <a:blip r:embed="rId2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B6207BF-4C40-A6EC-5DB8-808AECB5B348}"/>
                    </a:ext>
                  </a:extLst>
                </p:cNvPr>
                <p:cNvSpPr txBox="1"/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B6207BF-4C40-A6EC-5DB8-808AECB5B3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blipFill>
                  <a:blip r:embed="rId1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C37F594-1DD0-52D8-8083-46979F231B38}"/>
                    </a:ext>
                  </a:extLst>
                </p:cNvPr>
                <p:cNvSpPr txBox="1"/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C37F594-1DD0-52D8-8083-46979F231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blipFill>
                  <a:blip r:embed="rId30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967A8A9-951F-3E02-D769-8FCA6490DB4B}"/>
                    </a:ext>
                  </a:extLst>
                </p:cNvPr>
                <p:cNvSpPr txBox="1"/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967A8A9-951F-3E02-D769-8FCA6490DB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blipFill>
                  <a:blip r:embed="rId3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1CEB1F6-E3BF-2EA3-6D6A-0A8E4185414D}"/>
                </a:ext>
              </a:extLst>
            </p:cNvPr>
            <p:cNvSpPr/>
            <p:nvPr/>
          </p:nvSpPr>
          <p:spPr bwMode="auto">
            <a:xfrm rot="5400000">
              <a:off x="4604373" y="2049549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8040D35-D709-C1C9-C133-305FFE27A96A}"/>
              </a:ext>
            </a:extLst>
          </p:cNvPr>
          <p:cNvSpPr txBox="1"/>
          <p:nvPr/>
        </p:nvSpPr>
        <p:spPr>
          <a:xfrm rot="5400000">
            <a:off x="7155624" y="165989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59F603-B022-7E9D-B616-CBB9360AD6CF}"/>
              </a:ext>
            </a:extLst>
          </p:cNvPr>
          <p:cNvSpPr txBox="1"/>
          <p:nvPr/>
        </p:nvSpPr>
        <p:spPr>
          <a:xfrm rot="5400000">
            <a:off x="7155624" y="2814565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29D95C-A7A8-DFE8-C7E3-2D11657C6161}"/>
              </a:ext>
            </a:extLst>
          </p:cNvPr>
          <p:cNvGrpSpPr/>
          <p:nvPr/>
        </p:nvGrpSpPr>
        <p:grpSpPr>
          <a:xfrm>
            <a:off x="2233256" y="3767521"/>
            <a:ext cx="705886" cy="1748134"/>
            <a:chOff x="2006598" y="3767521"/>
            <a:chExt cx="705886" cy="174813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7CEB005-B5F1-59E4-EEBB-0145BB5AC5BF}"/>
                </a:ext>
              </a:extLst>
            </p:cNvPr>
            <p:cNvSpPr txBox="1"/>
            <p:nvPr/>
          </p:nvSpPr>
          <p:spPr>
            <a:xfrm>
              <a:off x="2006598" y="377793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E</a:t>
              </a:r>
              <a:endParaRPr lang="zh-CN" altLang="en-US" sz="2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EA2B4F8-85C6-A087-4B72-6EFFE740B5F3}"/>
                </a:ext>
              </a:extLst>
            </p:cNvPr>
            <p:cNvSpPr txBox="1"/>
            <p:nvPr/>
          </p:nvSpPr>
          <p:spPr>
            <a:xfrm>
              <a:off x="2006598" y="416340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F</a:t>
              </a:r>
              <a:endParaRPr lang="zh-CN" altLang="en-US" sz="2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23B20C9-63CA-24BD-2DB4-9D2FD4D1070D}"/>
                </a:ext>
              </a:extLst>
            </p:cNvPr>
            <p:cNvSpPr txBox="1"/>
            <p:nvPr/>
          </p:nvSpPr>
          <p:spPr>
            <a:xfrm>
              <a:off x="2013984" y="463330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G</a:t>
              </a:r>
              <a:endParaRPr lang="zh-CN" altLang="en-US" sz="24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7A2E4C0-4CB5-02CE-4A0C-FAC0385C0843}"/>
                </a:ext>
              </a:extLst>
            </p:cNvPr>
            <p:cNvSpPr txBox="1"/>
            <p:nvPr/>
          </p:nvSpPr>
          <p:spPr>
            <a:xfrm>
              <a:off x="2026684" y="505399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H</a:t>
              </a:r>
              <a:endParaRPr lang="zh-CN" altLang="en-US" sz="24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B6399DC-90F9-5C76-822A-F16DD5DD992D}"/>
                </a:ext>
              </a:extLst>
            </p:cNvPr>
            <p:cNvSpPr/>
            <p:nvPr/>
          </p:nvSpPr>
          <p:spPr bwMode="auto">
            <a:xfrm rot="5400000">
              <a:off x="1528397" y="4360971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232E6F8-EB2B-9275-04F5-319D605A3B3F}"/>
              </a:ext>
            </a:extLst>
          </p:cNvPr>
          <p:cNvGrpSpPr/>
          <p:nvPr/>
        </p:nvGrpSpPr>
        <p:grpSpPr>
          <a:xfrm>
            <a:off x="2896397" y="3754449"/>
            <a:ext cx="1624800" cy="1698092"/>
            <a:chOff x="2896397" y="3754449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AD6F95A-8B04-CA2C-64F3-2C0B1226AAFD}"/>
                    </a:ext>
                  </a:extLst>
                </p:cNvPr>
                <p:cNvSpPr txBox="1"/>
                <p:nvPr/>
              </p:nvSpPr>
              <p:spPr>
                <a:xfrm>
                  <a:off x="2924691" y="385832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AD6F95A-8B04-CA2C-64F3-2C0B1226AA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4691" y="3858323"/>
                  <a:ext cx="221214" cy="297646"/>
                </a:xfrm>
                <a:prstGeom prst="rect">
                  <a:avLst/>
                </a:prstGeom>
                <a:blipFill>
                  <a:blip r:embed="rId3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D3045CA-BDD4-31A0-19FB-1E8A5B7AE1CE}"/>
                    </a:ext>
                  </a:extLst>
                </p:cNvPr>
                <p:cNvSpPr txBox="1"/>
                <p:nvPr/>
              </p:nvSpPr>
              <p:spPr>
                <a:xfrm>
                  <a:off x="3378198" y="385832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D3045CA-BDD4-31A0-19FB-1E8A5B7AE1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8198" y="3858323"/>
                  <a:ext cx="221214" cy="297646"/>
                </a:xfrm>
                <a:prstGeom prst="rect">
                  <a:avLst/>
                </a:prstGeom>
                <a:blipFill>
                  <a:blip r:embed="rId3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8485C2B2-B453-1EB9-CAF9-915D2E973870}"/>
                    </a:ext>
                  </a:extLst>
                </p:cNvPr>
                <p:cNvSpPr txBox="1"/>
                <p:nvPr/>
              </p:nvSpPr>
              <p:spPr>
                <a:xfrm>
                  <a:off x="3844405" y="385455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8485C2B2-B453-1EB9-CAF9-915D2E9738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4405" y="3854553"/>
                  <a:ext cx="221214" cy="297646"/>
                </a:xfrm>
                <a:prstGeom prst="rect">
                  <a:avLst/>
                </a:prstGeom>
                <a:blipFill>
                  <a:blip r:embed="rId34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77D9026-3F5C-18A0-C929-005AA7388436}"/>
                    </a:ext>
                  </a:extLst>
                </p:cNvPr>
                <p:cNvSpPr txBox="1"/>
                <p:nvPr/>
              </p:nvSpPr>
              <p:spPr>
                <a:xfrm>
                  <a:off x="2933698" y="43024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77D9026-3F5C-18A0-C929-005AA7388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698" y="4302406"/>
                  <a:ext cx="221214" cy="297646"/>
                </a:xfrm>
                <a:prstGeom prst="rect">
                  <a:avLst/>
                </a:prstGeom>
                <a:blipFill>
                  <a:blip r:embed="rId35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7620616-1C07-10EF-F3DD-D5998102DF5D}"/>
                    </a:ext>
                  </a:extLst>
                </p:cNvPr>
                <p:cNvSpPr txBox="1"/>
                <p:nvPr/>
              </p:nvSpPr>
              <p:spPr>
                <a:xfrm>
                  <a:off x="3387205" y="43024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7620616-1C07-10EF-F3DD-D5998102D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205" y="4302406"/>
                  <a:ext cx="221214" cy="297646"/>
                </a:xfrm>
                <a:prstGeom prst="rect">
                  <a:avLst/>
                </a:prstGeom>
                <a:blipFill>
                  <a:blip r:embed="rId3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A7FE79E-A3D1-7359-5242-C365DEFDEF38}"/>
                    </a:ext>
                  </a:extLst>
                </p:cNvPr>
                <p:cNvSpPr txBox="1"/>
                <p:nvPr/>
              </p:nvSpPr>
              <p:spPr>
                <a:xfrm>
                  <a:off x="3853412" y="42986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A7FE79E-A3D1-7359-5242-C365DEFDE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412" y="4298636"/>
                  <a:ext cx="221214" cy="297646"/>
                </a:xfrm>
                <a:prstGeom prst="rect">
                  <a:avLst/>
                </a:prstGeom>
                <a:blipFill>
                  <a:blip r:embed="rId3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7A06415-9B74-BAD6-ABFD-C668D73B85CE}"/>
                    </a:ext>
                  </a:extLst>
                </p:cNvPr>
                <p:cNvSpPr txBox="1"/>
                <p:nvPr/>
              </p:nvSpPr>
              <p:spPr>
                <a:xfrm>
                  <a:off x="2941084" y="473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7A06415-9B74-BAD6-ABFD-C668D73B85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1084" y="4734206"/>
                  <a:ext cx="221214" cy="297646"/>
                </a:xfrm>
                <a:prstGeom prst="rect">
                  <a:avLst/>
                </a:prstGeom>
                <a:blipFill>
                  <a:blip r:embed="rId38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06870CF-8A59-CF0B-30B3-4F1070B3CFD4}"/>
                    </a:ext>
                  </a:extLst>
                </p:cNvPr>
                <p:cNvSpPr txBox="1"/>
                <p:nvPr/>
              </p:nvSpPr>
              <p:spPr>
                <a:xfrm>
                  <a:off x="3394591" y="473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06870CF-8A59-CF0B-30B3-4F1070B3C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4591" y="4734206"/>
                  <a:ext cx="221214" cy="297646"/>
                </a:xfrm>
                <a:prstGeom prst="rect">
                  <a:avLst/>
                </a:prstGeom>
                <a:blipFill>
                  <a:blip r:embed="rId39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B6CEFC5-72B3-D22E-1C33-E5D5334820D4}"/>
                    </a:ext>
                  </a:extLst>
                </p:cNvPr>
                <p:cNvSpPr txBox="1"/>
                <p:nvPr/>
              </p:nvSpPr>
              <p:spPr>
                <a:xfrm>
                  <a:off x="3860798" y="473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B6CEFC5-72B3-D22E-1C33-E5D533482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0798" y="4730436"/>
                  <a:ext cx="221214" cy="297646"/>
                </a:xfrm>
                <a:prstGeom prst="rect">
                  <a:avLst/>
                </a:prstGeom>
                <a:blipFill>
                  <a:blip r:embed="rId40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1739C905-861E-65E3-C1C9-0107D01D5461}"/>
                    </a:ext>
                  </a:extLst>
                </p:cNvPr>
                <p:cNvSpPr txBox="1"/>
                <p:nvPr/>
              </p:nvSpPr>
              <p:spPr>
                <a:xfrm>
                  <a:off x="4245491" y="385455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1739C905-861E-65E3-C1C9-0107D01D54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5491" y="3854553"/>
                  <a:ext cx="221214" cy="297646"/>
                </a:xfrm>
                <a:prstGeom prst="rect">
                  <a:avLst/>
                </a:prstGeom>
                <a:blipFill>
                  <a:blip r:embed="rId4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DC3FC44-3EF6-E9BE-D3A4-E5076205D5A0}"/>
                    </a:ext>
                  </a:extLst>
                </p:cNvPr>
                <p:cNvSpPr txBox="1"/>
                <p:nvPr/>
              </p:nvSpPr>
              <p:spPr>
                <a:xfrm>
                  <a:off x="4254498" y="42986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DC3FC44-3EF6-E9BE-D3A4-E5076205D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498" y="4298636"/>
                  <a:ext cx="221214" cy="297646"/>
                </a:xfrm>
                <a:prstGeom prst="rect">
                  <a:avLst/>
                </a:prstGeom>
                <a:blipFill>
                  <a:blip r:embed="rId4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DA4E5AB-F80C-C14D-4418-F2EA742B1A13}"/>
                    </a:ext>
                  </a:extLst>
                </p:cNvPr>
                <p:cNvSpPr txBox="1"/>
                <p:nvPr/>
              </p:nvSpPr>
              <p:spPr>
                <a:xfrm>
                  <a:off x="4261884" y="473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DA4E5AB-F80C-C14D-4418-F2EA742B1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1884" y="4730436"/>
                  <a:ext cx="221214" cy="297646"/>
                </a:xfrm>
                <a:prstGeom prst="rect">
                  <a:avLst/>
                </a:prstGeom>
                <a:blipFill>
                  <a:blip r:embed="rId4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F18E6BEF-7259-E205-3446-CD355696DA43}"/>
                    </a:ext>
                  </a:extLst>
                </p:cNvPr>
                <p:cNvSpPr txBox="1"/>
                <p:nvPr/>
              </p:nvSpPr>
              <p:spPr>
                <a:xfrm>
                  <a:off x="2953784" y="515489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F18E6BEF-7259-E205-3446-CD355696D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3784" y="5154895"/>
                  <a:ext cx="221214" cy="297646"/>
                </a:xfrm>
                <a:prstGeom prst="rect">
                  <a:avLst/>
                </a:prstGeom>
                <a:blipFill>
                  <a:blip r:embed="rId44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9AAEBEEB-A965-5A49-B18C-CBA7E2D93FF1}"/>
                    </a:ext>
                  </a:extLst>
                </p:cNvPr>
                <p:cNvSpPr txBox="1"/>
                <p:nvPr/>
              </p:nvSpPr>
              <p:spPr>
                <a:xfrm>
                  <a:off x="3407291" y="515489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9AAEBEEB-A965-5A49-B18C-CBA7E2D93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7291" y="5154895"/>
                  <a:ext cx="221214" cy="297646"/>
                </a:xfrm>
                <a:prstGeom prst="rect">
                  <a:avLst/>
                </a:prstGeom>
                <a:blipFill>
                  <a:blip r:embed="rId45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2CBD5DBD-6FC1-DBE6-22AE-866E4FCA03C1}"/>
                    </a:ext>
                  </a:extLst>
                </p:cNvPr>
                <p:cNvSpPr txBox="1"/>
                <p:nvPr/>
              </p:nvSpPr>
              <p:spPr>
                <a:xfrm>
                  <a:off x="3873498" y="515112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2CBD5DBD-6FC1-DBE6-22AE-866E4FCA0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3498" y="5151125"/>
                  <a:ext cx="221214" cy="297646"/>
                </a:xfrm>
                <a:prstGeom prst="rect">
                  <a:avLst/>
                </a:prstGeom>
                <a:blipFill>
                  <a:blip r:embed="rId46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C11149F9-BD25-FC51-4175-5FC4329E3D43}"/>
                    </a:ext>
                  </a:extLst>
                </p:cNvPr>
                <p:cNvSpPr txBox="1"/>
                <p:nvPr/>
              </p:nvSpPr>
              <p:spPr>
                <a:xfrm>
                  <a:off x="4274584" y="515112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C11149F9-BD25-FC51-4175-5FC4329E3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4584" y="5151125"/>
                  <a:ext cx="221214" cy="297646"/>
                </a:xfrm>
                <a:prstGeom prst="rect">
                  <a:avLst/>
                </a:prstGeom>
                <a:blipFill>
                  <a:blip r:embed="rId4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29BF047-F757-0831-1F72-DA7A07C2B0DF}"/>
                </a:ext>
              </a:extLst>
            </p:cNvPr>
            <p:cNvSpPr/>
            <p:nvPr/>
          </p:nvSpPr>
          <p:spPr bwMode="auto">
            <a:xfrm rot="5400000">
              <a:off x="2866285" y="3784561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00B7632-C597-17F5-4998-AFC096C9D022}"/>
              </a:ext>
            </a:extLst>
          </p:cNvPr>
          <p:cNvGrpSpPr/>
          <p:nvPr/>
        </p:nvGrpSpPr>
        <p:grpSpPr>
          <a:xfrm>
            <a:off x="4648997" y="3740332"/>
            <a:ext cx="1624800" cy="1698092"/>
            <a:chOff x="4648997" y="3740332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F8EB40D8-486B-51AB-FCD5-5078BF086AC9}"/>
                    </a:ext>
                  </a:extLst>
                </p:cNvPr>
                <p:cNvSpPr txBox="1"/>
                <p:nvPr/>
              </p:nvSpPr>
              <p:spPr>
                <a:xfrm>
                  <a:off x="4677291" y="384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F8EB40D8-486B-51AB-FCD5-5078BF086A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7291" y="3844206"/>
                  <a:ext cx="221214" cy="297646"/>
                </a:xfrm>
                <a:prstGeom prst="rect">
                  <a:avLst/>
                </a:prstGeom>
                <a:blipFill>
                  <a:blip r:embed="rId48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487CEB6-F812-7952-BC49-AEE6B2A95236}"/>
                    </a:ext>
                  </a:extLst>
                </p:cNvPr>
                <p:cNvSpPr txBox="1"/>
                <p:nvPr/>
              </p:nvSpPr>
              <p:spPr>
                <a:xfrm>
                  <a:off x="5130798" y="384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487CEB6-F812-7952-BC49-AEE6B2A95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798" y="3844206"/>
                  <a:ext cx="221214" cy="297646"/>
                </a:xfrm>
                <a:prstGeom prst="rect">
                  <a:avLst/>
                </a:prstGeom>
                <a:blipFill>
                  <a:blip r:embed="rId49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EA2868ED-6EEB-4266-E245-AA093FC954E2}"/>
                    </a:ext>
                  </a:extLst>
                </p:cNvPr>
                <p:cNvSpPr txBox="1"/>
                <p:nvPr/>
              </p:nvSpPr>
              <p:spPr>
                <a:xfrm>
                  <a:off x="5597005" y="384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EA2868ED-6EEB-4266-E245-AA093FC954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7005" y="3840436"/>
                  <a:ext cx="221214" cy="297646"/>
                </a:xfrm>
                <a:prstGeom prst="rect">
                  <a:avLst/>
                </a:prstGeom>
                <a:blipFill>
                  <a:blip r:embed="rId50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B9B7D8F1-CCFE-54D3-1611-28ECEA17D425}"/>
                    </a:ext>
                  </a:extLst>
                </p:cNvPr>
                <p:cNvSpPr txBox="1"/>
                <p:nvPr/>
              </p:nvSpPr>
              <p:spPr>
                <a:xfrm>
                  <a:off x="4686298" y="42882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B9B7D8F1-CCFE-54D3-1611-28ECEA17D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298" y="4288289"/>
                  <a:ext cx="221214" cy="297646"/>
                </a:xfrm>
                <a:prstGeom prst="rect">
                  <a:avLst/>
                </a:prstGeom>
                <a:blipFill>
                  <a:blip r:embed="rId51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D41B4DF-C58B-6F3C-B40D-B8AA73E7DDEF}"/>
                    </a:ext>
                  </a:extLst>
                </p:cNvPr>
                <p:cNvSpPr txBox="1"/>
                <p:nvPr/>
              </p:nvSpPr>
              <p:spPr>
                <a:xfrm>
                  <a:off x="5139805" y="42882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D41B4DF-C58B-6F3C-B40D-B8AA73E7D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9805" y="4288289"/>
                  <a:ext cx="221214" cy="297646"/>
                </a:xfrm>
                <a:prstGeom prst="rect">
                  <a:avLst/>
                </a:prstGeom>
                <a:blipFill>
                  <a:blip r:embed="rId52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96A1C440-1806-D98D-0AF6-ED5C36D6260F}"/>
                    </a:ext>
                  </a:extLst>
                </p:cNvPr>
                <p:cNvSpPr txBox="1"/>
                <p:nvPr/>
              </p:nvSpPr>
              <p:spPr>
                <a:xfrm>
                  <a:off x="5606012" y="42845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96A1C440-1806-D98D-0AF6-ED5C36D62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6012" y="4284519"/>
                  <a:ext cx="221214" cy="297646"/>
                </a:xfrm>
                <a:prstGeom prst="rect">
                  <a:avLst/>
                </a:prstGeom>
                <a:blipFill>
                  <a:blip r:embed="rId5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44B7F954-4376-7C6D-C9BB-67D0121DFF11}"/>
                    </a:ext>
                  </a:extLst>
                </p:cNvPr>
                <p:cNvSpPr txBox="1"/>
                <p:nvPr/>
              </p:nvSpPr>
              <p:spPr>
                <a:xfrm>
                  <a:off x="4693684" y="47200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44B7F954-4376-7C6D-C9BB-67D0121DFF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3684" y="4720089"/>
                  <a:ext cx="221214" cy="297646"/>
                </a:xfrm>
                <a:prstGeom prst="rect">
                  <a:avLst/>
                </a:prstGeom>
                <a:blipFill>
                  <a:blip r:embed="rId54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6C489BA-A84F-8F5E-6E6D-4A5D9C798819}"/>
                    </a:ext>
                  </a:extLst>
                </p:cNvPr>
                <p:cNvSpPr txBox="1"/>
                <p:nvPr/>
              </p:nvSpPr>
              <p:spPr>
                <a:xfrm>
                  <a:off x="5147191" y="47200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6C489BA-A84F-8F5E-6E6D-4A5D9C798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7191" y="4720089"/>
                  <a:ext cx="221214" cy="297646"/>
                </a:xfrm>
                <a:prstGeom prst="rect">
                  <a:avLst/>
                </a:prstGeom>
                <a:blipFill>
                  <a:blip r:embed="rId55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0C8A9CE-ACC9-52A2-B6F7-E2C5A8401CD6}"/>
                    </a:ext>
                  </a:extLst>
                </p:cNvPr>
                <p:cNvSpPr txBox="1"/>
                <p:nvPr/>
              </p:nvSpPr>
              <p:spPr>
                <a:xfrm>
                  <a:off x="5613398" y="47163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0C8A9CE-ACC9-52A2-B6F7-E2C5A8401C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398" y="4716319"/>
                  <a:ext cx="221214" cy="297646"/>
                </a:xfrm>
                <a:prstGeom prst="rect">
                  <a:avLst/>
                </a:prstGeom>
                <a:blipFill>
                  <a:blip r:embed="rId56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0FA7009-1DEE-07F6-B146-58834D42F4A5}"/>
                    </a:ext>
                  </a:extLst>
                </p:cNvPr>
                <p:cNvSpPr txBox="1"/>
                <p:nvPr/>
              </p:nvSpPr>
              <p:spPr>
                <a:xfrm>
                  <a:off x="5998091" y="384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0FA7009-1DEE-07F6-B146-58834D42F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091" y="3840436"/>
                  <a:ext cx="221214" cy="297646"/>
                </a:xfrm>
                <a:prstGeom prst="rect">
                  <a:avLst/>
                </a:prstGeom>
                <a:blipFill>
                  <a:blip r:embed="rId5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39F5938-FD84-282C-3BAF-098765A98BFF}"/>
                    </a:ext>
                  </a:extLst>
                </p:cNvPr>
                <p:cNvSpPr txBox="1"/>
                <p:nvPr/>
              </p:nvSpPr>
              <p:spPr>
                <a:xfrm>
                  <a:off x="6007098" y="42845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39F5938-FD84-282C-3BAF-098765A98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7098" y="4284519"/>
                  <a:ext cx="221214" cy="297646"/>
                </a:xfrm>
                <a:prstGeom prst="rect">
                  <a:avLst/>
                </a:prstGeom>
                <a:blipFill>
                  <a:blip r:embed="rId58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768E570E-5503-6820-45DE-F86D1181B391}"/>
                    </a:ext>
                  </a:extLst>
                </p:cNvPr>
                <p:cNvSpPr txBox="1"/>
                <p:nvPr/>
              </p:nvSpPr>
              <p:spPr>
                <a:xfrm>
                  <a:off x="6014484" y="47163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768E570E-5503-6820-45DE-F86D1181B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4484" y="4716319"/>
                  <a:ext cx="221214" cy="297646"/>
                </a:xfrm>
                <a:prstGeom prst="rect">
                  <a:avLst/>
                </a:prstGeom>
                <a:blipFill>
                  <a:blip r:embed="rId5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0C663A3F-1226-6245-EBE5-3B050F78D5FA}"/>
                    </a:ext>
                  </a:extLst>
                </p:cNvPr>
                <p:cNvSpPr txBox="1"/>
                <p:nvPr/>
              </p:nvSpPr>
              <p:spPr>
                <a:xfrm>
                  <a:off x="4706384" y="514077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0C663A3F-1226-6245-EBE5-3B050F78D5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6384" y="5140778"/>
                  <a:ext cx="221214" cy="297646"/>
                </a:xfrm>
                <a:prstGeom prst="rect">
                  <a:avLst/>
                </a:prstGeom>
                <a:blipFill>
                  <a:blip r:embed="rId60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BE15326-94AB-CE9E-1ACA-8D3B216AFF35}"/>
                    </a:ext>
                  </a:extLst>
                </p:cNvPr>
                <p:cNvSpPr txBox="1"/>
                <p:nvPr/>
              </p:nvSpPr>
              <p:spPr>
                <a:xfrm>
                  <a:off x="5159891" y="514077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BE15326-94AB-CE9E-1ACA-8D3B216AF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9891" y="5140778"/>
                  <a:ext cx="221214" cy="297646"/>
                </a:xfrm>
                <a:prstGeom prst="rect">
                  <a:avLst/>
                </a:prstGeom>
                <a:blipFill>
                  <a:blip r:embed="rId41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6B3CF95-FE0E-812F-627F-58C0D0B9FC5E}"/>
                    </a:ext>
                  </a:extLst>
                </p:cNvPr>
                <p:cNvSpPr txBox="1"/>
                <p:nvPr/>
              </p:nvSpPr>
              <p:spPr>
                <a:xfrm>
                  <a:off x="5626098" y="513700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6B3CF95-FE0E-812F-627F-58C0D0B9FC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6098" y="5137008"/>
                  <a:ext cx="221214" cy="297646"/>
                </a:xfrm>
                <a:prstGeom prst="rect">
                  <a:avLst/>
                </a:prstGeom>
                <a:blipFill>
                  <a:blip r:embed="rId6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A909CEC-5B6F-A1A1-D4EE-31D410E7043B}"/>
                    </a:ext>
                  </a:extLst>
                </p:cNvPr>
                <p:cNvSpPr txBox="1"/>
                <p:nvPr/>
              </p:nvSpPr>
              <p:spPr>
                <a:xfrm>
                  <a:off x="6027184" y="513700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A909CEC-5B6F-A1A1-D4EE-31D410E70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7184" y="5137008"/>
                  <a:ext cx="221214" cy="297646"/>
                </a:xfrm>
                <a:prstGeom prst="rect">
                  <a:avLst/>
                </a:prstGeom>
                <a:blipFill>
                  <a:blip r:embed="rId6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434B1B20-01A9-E1CA-E3A3-494F8913E83C}"/>
                </a:ext>
              </a:extLst>
            </p:cNvPr>
            <p:cNvSpPr/>
            <p:nvPr/>
          </p:nvSpPr>
          <p:spPr bwMode="auto">
            <a:xfrm rot="5400000">
              <a:off x="4618885" y="3770444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A705C854-F408-7E54-DDD0-4EA6D8FFB58B}"/>
              </a:ext>
            </a:extLst>
          </p:cNvPr>
          <p:cNvSpPr txBox="1"/>
          <p:nvPr/>
        </p:nvSpPr>
        <p:spPr>
          <a:xfrm rot="5400000">
            <a:off x="7170136" y="453546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345E5AE-0D0A-6DB6-8B27-E42F13ACB550}"/>
              </a:ext>
            </a:extLst>
          </p:cNvPr>
          <p:cNvSpPr txBox="1"/>
          <p:nvPr/>
        </p:nvSpPr>
        <p:spPr>
          <a:xfrm rot="10800000">
            <a:off x="2310405" y="5627478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B20C5CD-AD17-EC00-5BF4-98C3B6FBCFFC}"/>
              </a:ext>
            </a:extLst>
          </p:cNvPr>
          <p:cNvSpPr txBox="1"/>
          <p:nvPr/>
        </p:nvSpPr>
        <p:spPr>
          <a:xfrm rot="10800000">
            <a:off x="3495228" y="561983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791011F-4EA5-0C01-6D17-61CB31B865BB}"/>
              </a:ext>
            </a:extLst>
          </p:cNvPr>
          <p:cNvSpPr txBox="1"/>
          <p:nvPr/>
        </p:nvSpPr>
        <p:spPr>
          <a:xfrm rot="10800000">
            <a:off x="5247828" y="561424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CF357D2-7396-570D-3185-2595B0397EB1}"/>
              </a:ext>
            </a:extLst>
          </p:cNvPr>
          <p:cNvSpPr txBox="1"/>
          <p:nvPr/>
        </p:nvSpPr>
        <p:spPr>
          <a:xfrm rot="10800000">
            <a:off x="7102028" y="5580379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0E696D7-50D6-D866-771F-220EDF933D46}"/>
              </a:ext>
            </a:extLst>
          </p:cNvPr>
          <p:cNvGrpSpPr/>
          <p:nvPr/>
        </p:nvGrpSpPr>
        <p:grpSpPr>
          <a:xfrm>
            <a:off x="2235200" y="2057400"/>
            <a:ext cx="705886" cy="1748134"/>
            <a:chOff x="1992086" y="2046626"/>
            <a:chExt cx="705886" cy="1748134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3DC5DA3-618C-54F8-CE03-FDD1697A6280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C34AB7C-5304-60DB-0849-2D8FEA177CC9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78EC71FC-43AF-C5DA-AB6F-CB7B35BD21E7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70C2B18D-CCBF-C0EA-CA4E-ECA3FAEE1617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FB5CF2C-BCA6-000B-DAB3-46B90B8EB4C0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955F56CD-AD58-5FE6-60DC-A59E918A7323}"/>
              </a:ext>
            </a:extLst>
          </p:cNvPr>
          <p:cNvSpPr txBox="1"/>
          <p:nvPr/>
        </p:nvSpPr>
        <p:spPr>
          <a:xfrm>
            <a:off x="-68919" y="3776008"/>
            <a:ext cx="24637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To maximize usages of compute units</a:t>
            </a:r>
          </a:p>
          <a:p>
            <a:pPr algn="ctr"/>
            <a:r>
              <a:rPr lang="zh-CN" altLang="en-US" sz="2400" dirty="0"/>
              <a:t>以充分使用多个计算单元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3005905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ECF72-FE0C-B409-D410-651064E42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20778-020C-FB00-1FC5-DB886EC13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One More Thing  </a:t>
            </a:r>
            <a:r>
              <a:rPr lang="zh-CN" altLang="en-US" dirty="0"/>
              <a:t>还有一点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8F792EF-CF6B-416C-172A-F95E7EE12F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9960F3C-B2CA-4DD1-F428-0715F2B88BCB}"/>
              </a:ext>
            </a:extLst>
          </p:cNvPr>
          <p:cNvGrpSpPr/>
          <p:nvPr/>
        </p:nvGrpSpPr>
        <p:grpSpPr>
          <a:xfrm>
            <a:off x="597030" y="1737462"/>
            <a:ext cx="2006600" cy="474178"/>
            <a:chOff x="2677886" y="1538117"/>
            <a:chExt cx="2006600" cy="47417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B222793-7FCA-001D-8248-FA30B1AB27F0}"/>
                </a:ext>
              </a:extLst>
            </p:cNvPr>
            <p:cNvSpPr txBox="1"/>
            <p:nvPr/>
          </p:nvSpPr>
          <p:spPr>
            <a:xfrm>
              <a:off x="3998686" y="154686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4</a:t>
              </a:r>
              <a:endParaRPr lang="zh-CN" altLang="en-US" sz="2400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058CFC-3231-C71C-EFAF-C256060E2F26}"/>
                </a:ext>
              </a:extLst>
            </p:cNvPr>
            <p:cNvGrpSpPr/>
            <p:nvPr/>
          </p:nvGrpSpPr>
          <p:grpSpPr>
            <a:xfrm>
              <a:off x="2677886" y="1538117"/>
              <a:ext cx="1803399" cy="474178"/>
              <a:chOff x="2677886" y="1538117"/>
              <a:chExt cx="1803399" cy="474178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91A15ED-FA49-FDBF-3373-D043566CD700}"/>
                  </a:ext>
                </a:extLst>
              </p:cNvPr>
              <p:cNvSpPr txBox="1"/>
              <p:nvPr/>
            </p:nvSpPr>
            <p:spPr>
              <a:xfrm>
                <a:off x="2677886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1</a:t>
                </a:r>
                <a:endParaRPr lang="zh-CN" altLang="en-US" sz="2400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B3BF8E-FA17-9473-BE6A-63600147DCED}"/>
                  </a:ext>
                </a:extLst>
              </p:cNvPr>
              <p:cNvSpPr txBox="1"/>
              <p:nvPr/>
            </p:nvSpPr>
            <p:spPr>
              <a:xfrm>
                <a:off x="3131393" y="155063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2</a:t>
                </a:r>
                <a:endParaRPr lang="zh-CN" altLang="en-US" sz="2400" dirty="0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F3DC32F-992E-EB04-A252-A7F2FA6FD407}"/>
                  </a:ext>
                </a:extLst>
              </p:cNvPr>
              <p:cNvSpPr txBox="1"/>
              <p:nvPr/>
            </p:nvSpPr>
            <p:spPr>
              <a:xfrm>
                <a:off x="3597600" y="1546860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3</a:t>
                </a:r>
                <a:endParaRPr lang="zh-CN" altLang="en-US" sz="2400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AA54636-0B4B-E244-284B-4454455C1113}"/>
                  </a:ext>
                </a:extLst>
              </p:cNvPr>
              <p:cNvSpPr/>
              <p:nvPr/>
            </p:nvSpPr>
            <p:spPr bwMode="auto">
              <a:xfrm>
                <a:off x="2899536" y="1538117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064E87-4C38-5B82-0398-95F3E4D5C9B7}"/>
                  </a:ext>
                </a:extLst>
              </p:cNvPr>
              <p:cNvSpPr txBox="1"/>
              <p:nvPr/>
            </p:nvSpPr>
            <p:spPr>
              <a:xfrm>
                <a:off x="829323" y="233677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064E87-4C38-5B82-0398-95F3E4D5C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323" y="2336773"/>
                <a:ext cx="221214" cy="297646"/>
              </a:xfrm>
              <a:prstGeom prst="rect">
                <a:avLst/>
              </a:prstGeom>
              <a:blipFill>
                <a:blip r:embed="rId2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C21BA2-1828-9475-A6C7-AF26B9673428}"/>
                  </a:ext>
                </a:extLst>
              </p:cNvPr>
              <p:cNvSpPr txBox="1"/>
              <p:nvPr/>
            </p:nvSpPr>
            <p:spPr>
              <a:xfrm>
                <a:off x="1282830" y="233677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CC21BA2-1828-9475-A6C7-AF26B9673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830" y="2336773"/>
                <a:ext cx="221214" cy="297646"/>
              </a:xfrm>
              <a:prstGeom prst="rect">
                <a:avLst/>
              </a:prstGeom>
              <a:blipFill>
                <a:blip r:embed="rId3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F2436B-A92B-8AEA-D996-1440C568CD1B}"/>
                  </a:ext>
                </a:extLst>
              </p:cNvPr>
              <p:cNvSpPr txBox="1"/>
              <p:nvPr/>
            </p:nvSpPr>
            <p:spPr>
              <a:xfrm>
                <a:off x="1749037" y="233300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F2436B-A92B-8AEA-D996-1440C568C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037" y="2333003"/>
                <a:ext cx="221214" cy="297646"/>
              </a:xfrm>
              <a:prstGeom prst="rect">
                <a:avLst/>
              </a:prstGeom>
              <a:blipFill>
                <a:blip r:embed="rId4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95057D-CA32-45FF-FAC8-68A2A83C7292}"/>
                  </a:ext>
                </a:extLst>
              </p:cNvPr>
              <p:cNvSpPr txBox="1"/>
              <p:nvPr/>
            </p:nvSpPr>
            <p:spPr>
              <a:xfrm>
                <a:off x="838330" y="278085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95057D-CA32-45FF-FAC8-68A2A83C7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30" y="2780856"/>
                <a:ext cx="221214" cy="297646"/>
              </a:xfrm>
              <a:prstGeom prst="rect">
                <a:avLst/>
              </a:prstGeom>
              <a:blipFill>
                <a:blip r:embed="rId5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ADA341-940E-CAA9-AD87-5FCDDFFCE366}"/>
                  </a:ext>
                </a:extLst>
              </p:cNvPr>
              <p:cNvSpPr txBox="1"/>
              <p:nvPr/>
            </p:nvSpPr>
            <p:spPr>
              <a:xfrm>
                <a:off x="1291837" y="278085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4ADA341-940E-CAA9-AD87-5FCDDFFCE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837" y="2780856"/>
                <a:ext cx="221214" cy="297646"/>
              </a:xfrm>
              <a:prstGeom prst="rect">
                <a:avLst/>
              </a:prstGeom>
              <a:blipFill>
                <a:blip r:embed="rId6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0E2997-E502-5004-E7FA-0B3A4B0197BE}"/>
                  </a:ext>
                </a:extLst>
              </p:cNvPr>
              <p:cNvSpPr txBox="1"/>
              <p:nvPr/>
            </p:nvSpPr>
            <p:spPr>
              <a:xfrm>
                <a:off x="1758044" y="277708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0E2997-E502-5004-E7FA-0B3A4B019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044" y="2777086"/>
                <a:ext cx="221214" cy="297646"/>
              </a:xfrm>
              <a:prstGeom prst="rect">
                <a:avLst/>
              </a:prstGeom>
              <a:blipFill>
                <a:blip r:embed="rId7"/>
                <a:stretch>
                  <a:fillRect l="-35135" t="-12500" r="-3513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4C4C05-ADDF-CCC8-8C4D-32CB7C5ABB56}"/>
                  </a:ext>
                </a:extLst>
              </p:cNvPr>
              <p:cNvSpPr txBox="1"/>
              <p:nvPr/>
            </p:nvSpPr>
            <p:spPr>
              <a:xfrm>
                <a:off x="845716" y="321265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44C4C05-ADDF-CCC8-8C4D-32CB7C5AB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16" y="3212656"/>
                <a:ext cx="221214" cy="297646"/>
              </a:xfrm>
              <a:prstGeom prst="rect">
                <a:avLst/>
              </a:prstGeom>
              <a:blipFill>
                <a:blip r:embed="rId8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8D0882-DC74-EF5B-5B53-3A449687090C}"/>
                  </a:ext>
                </a:extLst>
              </p:cNvPr>
              <p:cNvSpPr txBox="1"/>
              <p:nvPr/>
            </p:nvSpPr>
            <p:spPr>
              <a:xfrm>
                <a:off x="1299223" y="321265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28D0882-DC74-EF5B-5B53-3A4496870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223" y="3212656"/>
                <a:ext cx="221214" cy="297646"/>
              </a:xfrm>
              <a:prstGeom prst="rect">
                <a:avLst/>
              </a:prstGeom>
              <a:blipFill>
                <a:blip r:embed="rId9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6D1DAF-A3C1-6797-6B7F-4DBCD4A8CAE0}"/>
                  </a:ext>
                </a:extLst>
              </p:cNvPr>
              <p:cNvSpPr txBox="1"/>
              <p:nvPr/>
            </p:nvSpPr>
            <p:spPr>
              <a:xfrm>
                <a:off x="1765430" y="320888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06D1DAF-A3C1-6797-6B7F-4DBCD4A8C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430" y="3208886"/>
                <a:ext cx="221214" cy="297646"/>
              </a:xfrm>
              <a:prstGeom prst="rect">
                <a:avLst/>
              </a:prstGeom>
              <a:blipFill>
                <a:blip r:embed="rId10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6EC471-AB83-0CAD-3798-37B583AED543}"/>
                  </a:ext>
                </a:extLst>
              </p:cNvPr>
              <p:cNvSpPr txBox="1"/>
              <p:nvPr/>
            </p:nvSpPr>
            <p:spPr>
              <a:xfrm>
                <a:off x="2150123" y="2333003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86EC471-AB83-0CAD-3798-37B583AED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23" y="2333003"/>
                <a:ext cx="221214" cy="297646"/>
              </a:xfrm>
              <a:prstGeom prst="rect">
                <a:avLst/>
              </a:prstGeom>
              <a:blipFill>
                <a:blip r:embed="rId11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9FFE28-D163-6CCC-6FB2-904561FE73FE}"/>
                  </a:ext>
                </a:extLst>
              </p:cNvPr>
              <p:cNvSpPr txBox="1"/>
              <p:nvPr/>
            </p:nvSpPr>
            <p:spPr>
              <a:xfrm>
                <a:off x="2159130" y="277708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79FFE28-D163-6CCC-6FB2-904561FE7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130" y="2777086"/>
                <a:ext cx="221214" cy="297646"/>
              </a:xfrm>
              <a:prstGeom prst="rect">
                <a:avLst/>
              </a:prstGeom>
              <a:blipFill>
                <a:blip r:embed="rId12"/>
                <a:stretch>
                  <a:fillRect l="-36111" t="-12500" r="-3888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A03556-EB8A-F07F-E7E6-600BBA79C7B7}"/>
                  </a:ext>
                </a:extLst>
              </p:cNvPr>
              <p:cNvSpPr txBox="1"/>
              <p:nvPr/>
            </p:nvSpPr>
            <p:spPr>
              <a:xfrm>
                <a:off x="2166516" y="3208886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5A03556-EB8A-F07F-E7E6-600BBA79C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516" y="3208886"/>
                <a:ext cx="221214" cy="297646"/>
              </a:xfrm>
              <a:prstGeom prst="rect">
                <a:avLst/>
              </a:prstGeom>
              <a:blipFill>
                <a:blip r:embed="rId13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6986C8-BCFE-DE24-F7E2-3B9C1355463A}"/>
                  </a:ext>
                </a:extLst>
              </p:cNvPr>
              <p:cNvSpPr txBox="1"/>
              <p:nvPr/>
            </p:nvSpPr>
            <p:spPr>
              <a:xfrm>
                <a:off x="858416" y="363334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6986C8-BCFE-DE24-F7E2-3B9C13554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416" y="3633345"/>
                <a:ext cx="221214" cy="297646"/>
              </a:xfrm>
              <a:prstGeom prst="rect">
                <a:avLst/>
              </a:prstGeom>
              <a:blipFill>
                <a:blip r:embed="rId14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35BC190-8BF9-4EAA-7B9D-BE1B523C52D4}"/>
                  </a:ext>
                </a:extLst>
              </p:cNvPr>
              <p:cNvSpPr txBox="1"/>
              <p:nvPr/>
            </p:nvSpPr>
            <p:spPr>
              <a:xfrm>
                <a:off x="1311923" y="363334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35BC190-8BF9-4EAA-7B9D-BE1B523C5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923" y="3633345"/>
                <a:ext cx="221214" cy="297646"/>
              </a:xfrm>
              <a:prstGeom prst="rect">
                <a:avLst/>
              </a:prstGeom>
              <a:blipFill>
                <a:blip r:embed="rId15"/>
                <a:stretch>
                  <a:fillRect l="-36111" t="-12245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E9032B6-B9CF-65B7-B8B5-EFBB81CAAF89}"/>
                  </a:ext>
                </a:extLst>
              </p:cNvPr>
              <p:cNvSpPr txBox="1"/>
              <p:nvPr/>
            </p:nvSpPr>
            <p:spPr>
              <a:xfrm>
                <a:off x="1778130" y="362957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E9032B6-B9CF-65B7-B8B5-EFBB81CAA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8130" y="3629575"/>
                <a:ext cx="221214" cy="297646"/>
              </a:xfrm>
              <a:prstGeom prst="rect">
                <a:avLst/>
              </a:prstGeom>
              <a:blipFill>
                <a:blip r:embed="rId16"/>
                <a:stretch>
                  <a:fillRect l="-36111" t="-10204" r="-38889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2EFE02-4831-CECB-F1FC-EF4BF93ED94F}"/>
                  </a:ext>
                </a:extLst>
              </p:cNvPr>
              <p:cNvSpPr txBox="1"/>
              <p:nvPr/>
            </p:nvSpPr>
            <p:spPr>
              <a:xfrm>
                <a:off x="2179216" y="3629575"/>
                <a:ext cx="221214" cy="2976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2EFE02-4831-CECB-F1FC-EF4BF93ED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216" y="3629575"/>
                <a:ext cx="221214" cy="297646"/>
              </a:xfrm>
              <a:prstGeom prst="rect">
                <a:avLst/>
              </a:prstGeom>
              <a:blipFill>
                <a:blip r:embed="rId17"/>
                <a:stretch>
                  <a:fillRect l="-35135" t="-10204" r="-35135" b="-22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2C7762D4-C919-0EBE-464A-B48585D8C60C}"/>
              </a:ext>
            </a:extLst>
          </p:cNvPr>
          <p:cNvSpPr/>
          <p:nvPr/>
        </p:nvSpPr>
        <p:spPr bwMode="auto">
          <a:xfrm rot="5400000">
            <a:off x="770917" y="2263011"/>
            <a:ext cx="1685023" cy="16248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5F9104-3528-9492-CD11-7C84C3A659FB}"/>
              </a:ext>
            </a:extLst>
          </p:cNvPr>
          <p:cNvGrpSpPr/>
          <p:nvPr/>
        </p:nvGrpSpPr>
        <p:grpSpPr>
          <a:xfrm>
            <a:off x="2349630" y="1723345"/>
            <a:ext cx="2006600" cy="474178"/>
            <a:chOff x="4430486" y="1524000"/>
            <a:chExt cx="2006600" cy="474178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833ECFE-9534-7761-9FD2-8934B0BB675E}"/>
                </a:ext>
              </a:extLst>
            </p:cNvPr>
            <p:cNvSpPr txBox="1"/>
            <p:nvPr/>
          </p:nvSpPr>
          <p:spPr>
            <a:xfrm>
              <a:off x="4430486" y="1532743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5</a:t>
              </a:r>
              <a:endParaRPr lang="zh-CN" altLang="en-US" sz="2400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07A5E8A-C8B6-FD18-259F-4A96FA94410C}"/>
                </a:ext>
              </a:extLst>
            </p:cNvPr>
            <p:cNvGrpSpPr/>
            <p:nvPr/>
          </p:nvGrpSpPr>
          <p:grpSpPr>
            <a:xfrm>
              <a:off x="4652136" y="1524000"/>
              <a:ext cx="1784950" cy="474178"/>
              <a:chOff x="4652136" y="1524000"/>
              <a:chExt cx="1784950" cy="474178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89B763B-0BB0-B71E-B309-EDA11BB2DF95}"/>
                  </a:ext>
                </a:extLst>
              </p:cNvPr>
              <p:cNvSpPr txBox="1"/>
              <p:nvPr/>
            </p:nvSpPr>
            <p:spPr>
              <a:xfrm>
                <a:off x="4883993" y="153651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6</a:t>
                </a:r>
                <a:endParaRPr lang="zh-CN" altLang="en-US" sz="2400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D5DC931-F8D6-933D-03FF-DE26AEE06D56}"/>
                  </a:ext>
                </a:extLst>
              </p:cNvPr>
              <p:cNvSpPr txBox="1"/>
              <p:nvPr/>
            </p:nvSpPr>
            <p:spPr>
              <a:xfrm>
                <a:off x="5350200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7</a:t>
                </a:r>
                <a:endParaRPr lang="zh-CN" altLang="en-US" sz="24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8F7FA1-DE34-5BD8-6338-AAFF800378D3}"/>
                  </a:ext>
                </a:extLst>
              </p:cNvPr>
              <p:cNvSpPr txBox="1"/>
              <p:nvPr/>
            </p:nvSpPr>
            <p:spPr>
              <a:xfrm>
                <a:off x="5751286" y="1532743"/>
                <a:ext cx="6858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8</a:t>
                </a:r>
                <a:endParaRPr lang="zh-CN" altLang="en-US" sz="2400" dirty="0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2D5E31C6-A937-D482-74E1-F0D44264AC73}"/>
                  </a:ext>
                </a:extLst>
              </p:cNvPr>
              <p:cNvSpPr/>
              <p:nvPr/>
            </p:nvSpPr>
            <p:spPr bwMode="auto">
              <a:xfrm>
                <a:off x="4652136" y="1524000"/>
                <a:ext cx="1581749" cy="449104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806D110-B89B-2888-A18E-5DBE23679951}"/>
              </a:ext>
            </a:extLst>
          </p:cNvPr>
          <p:cNvGrpSpPr/>
          <p:nvPr/>
        </p:nvGrpSpPr>
        <p:grpSpPr>
          <a:xfrm>
            <a:off x="2553629" y="2218782"/>
            <a:ext cx="1624800" cy="1698092"/>
            <a:chOff x="4634485" y="2019437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E0108EB-36AB-BEE1-D788-A8FB89EF93D2}"/>
                    </a:ext>
                  </a:extLst>
                </p:cNvPr>
                <p:cNvSpPr txBox="1"/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47DE4731-83C7-0702-C87E-81D32ECA23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2779" y="2123311"/>
                  <a:ext cx="221214" cy="297646"/>
                </a:xfrm>
                <a:prstGeom prst="rect">
                  <a:avLst/>
                </a:prstGeom>
                <a:blipFill>
                  <a:blip r:embed="rId18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62CD60D-0A97-63E5-226D-4DD99B8BA1E9}"/>
                    </a:ext>
                  </a:extLst>
                </p:cNvPr>
                <p:cNvSpPr txBox="1"/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6B7944E-2605-EB38-3E50-DFC779075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6286" y="2123311"/>
                  <a:ext cx="221214" cy="297646"/>
                </a:xfrm>
                <a:prstGeom prst="rect">
                  <a:avLst/>
                </a:prstGeom>
                <a:blipFill>
                  <a:blip r:embed="rId19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8A0B283-3B66-8A25-A92B-AC4AD7980E78}"/>
                    </a:ext>
                  </a:extLst>
                </p:cNvPr>
                <p:cNvSpPr txBox="1"/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A09BC113-B884-F4C8-B0E6-E7D210C37F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2493" y="2119541"/>
                  <a:ext cx="221214" cy="297646"/>
                </a:xfrm>
                <a:prstGeom prst="rect">
                  <a:avLst/>
                </a:prstGeom>
                <a:blipFill>
                  <a:blip r:embed="rId20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0407962-F7C7-DAE9-A797-283FCA08A795}"/>
                    </a:ext>
                  </a:extLst>
                </p:cNvPr>
                <p:cNvSpPr txBox="1"/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82296882-AC14-1A76-CC1A-CBA8AA16F2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1786" y="2567394"/>
                  <a:ext cx="221214" cy="297646"/>
                </a:xfrm>
                <a:prstGeom prst="rect">
                  <a:avLst/>
                </a:prstGeom>
                <a:blipFill>
                  <a:blip r:embed="rId21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95F67F9-C53F-5601-3305-EF81E847A6AB}"/>
                    </a:ext>
                  </a:extLst>
                </p:cNvPr>
                <p:cNvSpPr txBox="1"/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5B679B0-E622-CB98-12FD-D6CAF2FC07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25293" y="2567394"/>
                  <a:ext cx="221214" cy="297646"/>
                </a:xfrm>
                <a:prstGeom prst="rect">
                  <a:avLst/>
                </a:prstGeom>
                <a:blipFill>
                  <a:blip r:embed="rId2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49F3D60-EB36-FADC-F95B-F34BCD1EFD9A}"/>
                    </a:ext>
                  </a:extLst>
                </p:cNvPr>
                <p:cNvSpPr txBox="1"/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667144B-5189-B051-D0FB-5FD105098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500" y="2563624"/>
                  <a:ext cx="221214" cy="297646"/>
                </a:xfrm>
                <a:prstGeom prst="rect">
                  <a:avLst/>
                </a:prstGeom>
                <a:blipFill>
                  <a:blip r:embed="rId23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573FF73-A3E7-66D6-F570-4D8FD58171AD}"/>
                    </a:ext>
                  </a:extLst>
                </p:cNvPr>
                <p:cNvSpPr txBox="1"/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BCB9440-B498-6942-F28B-17254EE5F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9172" y="2999194"/>
                  <a:ext cx="221214" cy="297646"/>
                </a:xfrm>
                <a:prstGeom prst="rect">
                  <a:avLst/>
                </a:prstGeom>
                <a:blipFill>
                  <a:blip r:embed="rId24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BA46878D-7917-23F6-E263-B754A65DB610}"/>
                    </a:ext>
                  </a:extLst>
                </p:cNvPr>
                <p:cNvSpPr txBox="1"/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E017005A-E4E0-9349-4213-F347ABF4EC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2679" y="2999194"/>
                  <a:ext cx="221214" cy="297646"/>
                </a:xfrm>
                <a:prstGeom prst="rect">
                  <a:avLst/>
                </a:prstGeom>
                <a:blipFill>
                  <a:blip r:embed="rId25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05CCF517-29E6-CC43-3026-FB5DBEB83307}"/>
                    </a:ext>
                  </a:extLst>
                </p:cNvPr>
                <p:cNvSpPr txBox="1"/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69D45C7-5DE3-E792-DBEA-0C7B11A63C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8886" y="2995424"/>
                  <a:ext cx="221214" cy="297646"/>
                </a:xfrm>
                <a:prstGeom prst="rect">
                  <a:avLst/>
                </a:prstGeom>
                <a:blipFill>
                  <a:blip r:embed="rId26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B00F86C9-53F8-8BD7-E467-59F2B199DBDC}"/>
                    </a:ext>
                  </a:extLst>
                </p:cNvPr>
                <p:cNvSpPr txBox="1"/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99548932-028F-4FF8-150F-57C4B11F5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579" y="2119541"/>
                  <a:ext cx="221214" cy="297646"/>
                </a:xfrm>
                <a:prstGeom prst="rect">
                  <a:avLst/>
                </a:prstGeom>
                <a:blipFill>
                  <a:blip r:embed="rId27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BE8D5DF-70D8-C206-A810-15FEC1A6DA5A}"/>
                    </a:ext>
                  </a:extLst>
                </p:cNvPr>
                <p:cNvSpPr txBox="1"/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8658DD9-B7ED-FB9F-A5E2-C340341C9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2586" y="2563624"/>
                  <a:ext cx="221214" cy="297646"/>
                </a:xfrm>
                <a:prstGeom prst="rect">
                  <a:avLst/>
                </a:prstGeom>
                <a:blipFill>
                  <a:blip r:embed="rId28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92C00E7-8C72-D337-E607-817EE5C40AEB}"/>
                    </a:ext>
                  </a:extLst>
                </p:cNvPr>
                <p:cNvSpPr txBox="1"/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5BB6A46-24A0-E370-B603-335394A79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9972" y="2995424"/>
                  <a:ext cx="221214" cy="297646"/>
                </a:xfrm>
                <a:prstGeom prst="rect">
                  <a:avLst/>
                </a:prstGeom>
                <a:blipFill>
                  <a:blip r:embed="rId29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0BA5E402-820B-B563-3ED3-BD392373911E}"/>
                    </a:ext>
                  </a:extLst>
                </p:cNvPr>
                <p:cNvSpPr txBox="1"/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89FEB53-F2CD-27B0-03D0-267D316C18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872" y="3419883"/>
                  <a:ext cx="221214" cy="297646"/>
                </a:xfrm>
                <a:prstGeom prst="rect">
                  <a:avLst/>
                </a:prstGeom>
                <a:blipFill>
                  <a:blip r:embed="rId30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760E563-8AA5-C123-D9B7-F69DBB9CC65D}"/>
                    </a:ext>
                  </a:extLst>
                </p:cNvPr>
                <p:cNvSpPr txBox="1"/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B6207BF-4C40-A6EC-5DB8-808AECB5B3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5379" y="3419883"/>
                  <a:ext cx="221214" cy="297646"/>
                </a:xfrm>
                <a:prstGeom prst="rect">
                  <a:avLst/>
                </a:prstGeom>
                <a:blipFill>
                  <a:blip r:embed="rId3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943BEF05-7D65-B83E-7128-8DD0D577B734}"/>
                    </a:ext>
                  </a:extLst>
                </p:cNvPr>
                <p:cNvSpPr txBox="1"/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FC37F594-1DD0-52D8-8083-46979F231B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1586" y="3416113"/>
                  <a:ext cx="221214" cy="297646"/>
                </a:xfrm>
                <a:prstGeom prst="rect">
                  <a:avLst/>
                </a:prstGeom>
                <a:blipFill>
                  <a:blip r:embed="rId32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4A56F256-8C7D-BED1-91B8-7CF71C7DB0C1}"/>
                    </a:ext>
                  </a:extLst>
                </p:cNvPr>
                <p:cNvSpPr txBox="1"/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967A8A9-951F-3E02-D769-8FCA6490DB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2672" y="3416113"/>
                  <a:ext cx="221214" cy="297646"/>
                </a:xfrm>
                <a:prstGeom prst="rect">
                  <a:avLst/>
                </a:prstGeom>
                <a:blipFill>
                  <a:blip r:embed="rId33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A774EDD-B86C-6C4C-CFCC-89CA3FA9F1BC}"/>
                </a:ext>
              </a:extLst>
            </p:cNvPr>
            <p:cNvSpPr/>
            <p:nvPr/>
          </p:nvSpPr>
          <p:spPr bwMode="auto">
            <a:xfrm rot="5400000">
              <a:off x="4604373" y="2049549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970B28-61E7-26E5-CAC6-BCFA87687908}"/>
              </a:ext>
            </a:extLst>
          </p:cNvPr>
          <p:cNvGrpSpPr/>
          <p:nvPr/>
        </p:nvGrpSpPr>
        <p:grpSpPr>
          <a:xfrm>
            <a:off x="152400" y="3966866"/>
            <a:ext cx="705886" cy="1748134"/>
            <a:chOff x="2006598" y="3767521"/>
            <a:chExt cx="705886" cy="1748134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CAC4786-1AA4-D6CA-DCE9-3F3A84A3D9B4}"/>
                </a:ext>
              </a:extLst>
            </p:cNvPr>
            <p:cNvSpPr txBox="1"/>
            <p:nvPr/>
          </p:nvSpPr>
          <p:spPr>
            <a:xfrm>
              <a:off x="2006598" y="377793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E</a:t>
              </a:r>
              <a:endParaRPr lang="zh-CN" altLang="en-US" sz="24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CEBF003-633E-658D-7A0E-B880626BCA97}"/>
                </a:ext>
              </a:extLst>
            </p:cNvPr>
            <p:cNvSpPr txBox="1"/>
            <p:nvPr/>
          </p:nvSpPr>
          <p:spPr>
            <a:xfrm>
              <a:off x="2006598" y="416340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F</a:t>
              </a:r>
              <a:endParaRPr lang="zh-CN" altLang="en-US" sz="24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2644C9D-7DF1-07BC-BD80-96A82F7C0456}"/>
                </a:ext>
              </a:extLst>
            </p:cNvPr>
            <p:cNvSpPr txBox="1"/>
            <p:nvPr/>
          </p:nvSpPr>
          <p:spPr>
            <a:xfrm>
              <a:off x="2013984" y="463330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G</a:t>
              </a:r>
              <a:endParaRPr lang="zh-CN" altLang="en-US" sz="24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2D6ACB8-A8D1-267F-F363-1B2A5A4A09F3}"/>
                </a:ext>
              </a:extLst>
            </p:cNvPr>
            <p:cNvSpPr txBox="1"/>
            <p:nvPr/>
          </p:nvSpPr>
          <p:spPr>
            <a:xfrm>
              <a:off x="2026684" y="5053990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H</a:t>
              </a:r>
              <a:endParaRPr lang="zh-CN" altLang="en-US" sz="24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04BE5C0-6945-C349-909D-080631574780}"/>
                </a:ext>
              </a:extLst>
            </p:cNvPr>
            <p:cNvSpPr/>
            <p:nvPr/>
          </p:nvSpPr>
          <p:spPr bwMode="auto">
            <a:xfrm rot="5400000">
              <a:off x="1528397" y="4360971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C7955BB-99F4-F6F1-70D4-A09DFBC94442}"/>
              </a:ext>
            </a:extLst>
          </p:cNvPr>
          <p:cNvGrpSpPr/>
          <p:nvPr/>
        </p:nvGrpSpPr>
        <p:grpSpPr>
          <a:xfrm>
            <a:off x="815541" y="3953794"/>
            <a:ext cx="1624800" cy="1698092"/>
            <a:chOff x="2896397" y="3754449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F4E6326-00D2-4861-F8E4-1FFA7432A3E3}"/>
                    </a:ext>
                  </a:extLst>
                </p:cNvPr>
                <p:cNvSpPr txBox="1"/>
                <p:nvPr/>
              </p:nvSpPr>
              <p:spPr>
                <a:xfrm>
                  <a:off x="2924691" y="385832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AD6F95A-8B04-CA2C-64F3-2C0B1226AA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4691" y="3858323"/>
                  <a:ext cx="221214" cy="297646"/>
                </a:xfrm>
                <a:prstGeom prst="rect">
                  <a:avLst/>
                </a:prstGeom>
                <a:blipFill>
                  <a:blip r:embed="rId34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556FC12-044B-1E03-9528-B74B11A0CF2B}"/>
                    </a:ext>
                  </a:extLst>
                </p:cNvPr>
                <p:cNvSpPr txBox="1"/>
                <p:nvPr/>
              </p:nvSpPr>
              <p:spPr>
                <a:xfrm>
                  <a:off x="3378198" y="385832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DD3045CA-BDD4-31A0-19FB-1E8A5B7AE1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8198" y="3858323"/>
                  <a:ext cx="221214" cy="297646"/>
                </a:xfrm>
                <a:prstGeom prst="rect">
                  <a:avLst/>
                </a:prstGeom>
                <a:blipFill>
                  <a:blip r:embed="rId35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CF420AB-1665-DE1A-38FF-E5ED4BCB60BA}"/>
                    </a:ext>
                  </a:extLst>
                </p:cNvPr>
                <p:cNvSpPr txBox="1"/>
                <p:nvPr/>
              </p:nvSpPr>
              <p:spPr>
                <a:xfrm>
                  <a:off x="3844405" y="385455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8485C2B2-B453-1EB9-CAF9-915D2E9738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4405" y="3854553"/>
                  <a:ext cx="221214" cy="297646"/>
                </a:xfrm>
                <a:prstGeom prst="rect">
                  <a:avLst/>
                </a:prstGeom>
                <a:blipFill>
                  <a:blip r:embed="rId36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0D3CE45-696F-1424-66C2-7A0C9649571D}"/>
                    </a:ext>
                  </a:extLst>
                </p:cNvPr>
                <p:cNvSpPr txBox="1"/>
                <p:nvPr/>
              </p:nvSpPr>
              <p:spPr>
                <a:xfrm>
                  <a:off x="2933698" y="43024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677D9026-3F5C-18A0-C929-005AA73884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698" y="4302406"/>
                  <a:ext cx="221214" cy="297646"/>
                </a:xfrm>
                <a:prstGeom prst="rect">
                  <a:avLst/>
                </a:prstGeom>
                <a:blipFill>
                  <a:blip r:embed="rId37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A2019651-978A-220F-5C73-BF009F58018D}"/>
                    </a:ext>
                  </a:extLst>
                </p:cNvPr>
                <p:cNvSpPr txBox="1"/>
                <p:nvPr/>
              </p:nvSpPr>
              <p:spPr>
                <a:xfrm>
                  <a:off x="3387205" y="43024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77620616-1C07-10EF-F3DD-D5998102D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7205" y="4302406"/>
                  <a:ext cx="221214" cy="297646"/>
                </a:xfrm>
                <a:prstGeom prst="rect">
                  <a:avLst/>
                </a:prstGeom>
                <a:blipFill>
                  <a:blip r:embed="rId38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08FEE4E2-2078-9302-7016-9F173D14B8FF}"/>
                    </a:ext>
                  </a:extLst>
                </p:cNvPr>
                <p:cNvSpPr txBox="1"/>
                <p:nvPr/>
              </p:nvSpPr>
              <p:spPr>
                <a:xfrm>
                  <a:off x="3853412" y="42986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BA7FE79E-A3D1-7359-5242-C365DEFDE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412" y="4298636"/>
                  <a:ext cx="221214" cy="297646"/>
                </a:xfrm>
                <a:prstGeom prst="rect">
                  <a:avLst/>
                </a:prstGeom>
                <a:blipFill>
                  <a:blip r:embed="rId3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4FF0BD94-724B-EA5A-593E-1E17504CADD6}"/>
                    </a:ext>
                  </a:extLst>
                </p:cNvPr>
                <p:cNvSpPr txBox="1"/>
                <p:nvPr/>
              </p:nvSpPr>
              <p:spPr>
                <a:xfrm>
                  <a:off x="2941084" y="473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A7A06415-9B74-BAD6-ABFD-C668D73B85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1084" y="4734206"/>
                  <a:ext cx="221214" cy="297646"/>
                </a:xfrm>
                <a:prstGeom prst="rect">
                  <a:avLst/>
                </a:prstGeom>
                <a:blipFill>
                  <a:blip r:embed="rId40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C815B6B-7B23-62D0-2C0B-8362B30C2AD8}"/>
                    </a:ext>
                  </a:extLst>
                </p:cNvPr>
                <p:cNvSpPr txBox="1"/>
                <p:nvPr/>
              </p:nvSpPr>
              <p:spPr>
                <a:xfrm>
                  <a:off x="3394591" y="473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506870CF-8A59-CF0B-30B3-4F1070B3CF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4591" y="4734206"/>
                  <a:ext cx="221214" cy="297646"/>
                </a:xfrm>
                <a:prstGeom prst="rect">
                  <a:avLst/>
                </a:prstGeom>
                <a:blipFill>
                  <a:blip r:embed="rId41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0ED0CAEA-51FA-F5ED-C734-ED343B9A86ED}"/>
                    </a:ext>
                  </a:extLst>
                </p:cNvPr>
                <p:cNvSpPr txBox="1"/>
                <p:nvPr/>
              </p:nvSpPr>
              <p:spPr>
                <a:xfrm>
                  <a:off x="3860798" y="473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4B6CEFC5-72B3-D22E-1C33-E5D533482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0798" y="4730436"/>
                  <a:ext cx="221214" cy="297646"/>
                </a:xfrm>
                <a:prstGeom prst="rect">
                  <a:avLst/>
                </a:prstGeom>
                <a:blipFill>
                  <a:blip r:embed="rId42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30C2AB7-9109-10D2-8334-4A37963337FC}"/>
                    </a:ext>
                  </a:extLst>
                </p:cNvPr>
                <p:cNvSpPr txBox="1"/>
                <p:nvPr/>
              </p:nvSpPr>
              <p:spPr>
                <a:xfrm>
                  <a:off x="4245491" y="3854553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1739C905-861E-65E3-C1C9-0107D01D54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5491" y="3854553"/>
                  <a:ext cx="221214" cy="297646"/>
                </a:xfrm>
                <a:prstGeom prst="rect">
                  <a:avLst/>
                </a:prstGeom>
                <a:blipFill>
                  <a:blip r:embed="rId43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F80886E0-BEA4-BA90-2C7A-C4CCDA99DFCC}"/>
                    </a:ext>
                  </a:extLst>
                </p:cNvPr>
                <p:cNvSpPr txBox="1"/>
                <p:nvPr/>
              </p:nvSpPr>
              <p:spPr>
                <a:xfrm>
                  <a:off x="4254498" y="42986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8DC3FC44-3EF6-E9BE-D3A4-E5076205D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498" y="4298636"/>
                  <a:ext cx="221214" cy="297646"/>
                </a:xfrm>
                <a:prstGeom prst="rect">
                  <a:avLst/>
                </a:prstGeom>
                <a:blipFill>
                  <a:blip r:embed="rId44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831510BF-F1DE-836A-88CD-36FFF3E569D7}"/>
                    </a:ext>
                  </a:extLst>
                </p:cNvPr>
                <p:cNvSpPr txBox="1"/>
                <p:nvPr/>
              </p:nvSpPr>
              <p:spPr>
                <a:xfrm>
                  <a:off x="4261884" y="473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DA4E5AB-F80C-C14D-4418-F2EA742B1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61884" y="4730436"/>
                  <a:ext cx="221214" cy="297646"/>
                </a:xfrm>
                <a:prstGeom prst="rect">
                  <a:avLst/>
                </a:prstGeom>
                <a:blipFill>
                  <a:blip r:embed="rId45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B3DD2D10-2EB5-5655-2BED-EF9A1ED20B51}"/>
                    </a:ext>
                  </a:extLst>
                </p:cNvPr>
                <p:cNvSpPr txBox="1"/>
                <p:nvPr/>
              </p:nvSpPr>
              <p:spPr>
                <a:xfrm>
                  <a:off x="2953784" y="515489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F18E6BEF-7259-E205-3446-CD355696DA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3784" y="5154895"/>
                  <a:ext cx="221214" cy="297646"/>
                </a:xfrm>
                <a:prstGeom prst="rect">
                  <a:avLst/>
                </a:prstGeom>
                <a:blipFill>
                  <a:blip r:embed="rId46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B6E95DDC-F730-8977-76F8-DC178294F9E4}"/>
                    </a:ext>
                  </a:extLst>
                </p:cNvPr>
                <p:cNvSpPr txBox="1"/>
                <p:nvPr/>
              </p:nvSpPr>
              <p:spPr>
                <a:xfrm>
                  <a:off x="3407291" y="515489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9AAEBEEB-A965-5A49-B18C-CBA7E2D93F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7291" y="5154895"/>
                  <a:ext cx="221214" cy="297646"/>
                </a:xfrm>
                <a:prstGeom prst="rect">
                  <a:avLst/>
                </a:prstGeom>
                <a:blipFill>
                  <a:blip r:embed="rId47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4F2F189-566D-345E-5D7C-25C78B618372}"/>
                    </a:ext>
                  </a:extLst>
                </p:cNvPr>
                <p:cNvSpPr txBox="1"/>
                <p:nvPr/>
              </p:nvSpPr>
              <p:spPr>
                <a:xfrm>
                  <a:off x="3873498" y="515112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2CBD5DBD-6FC1-DBE6-22AE-866E4FCA03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3498" y="5151125"/>
                  <a:ext cx="221214" cy="297646"/>
                </a:xfrm>
                <a:prstGeom prst="rect">
                  <a:avLst/>
                </a:prstGeom>
                <a:blipFill>
                  <a:blip r:embed="rId48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472A407F-AB94-ABB0-36F3-97347311FC1B}"/>
                    </a:ext>
                  </a:extLst>
                </p:cNvPr>
                <p:cNvSpPr txBox="1"/>
                <p:nvPr/>
              </p:nvSpPr>
              <p:spPr>
                <a:xfrm>
                  <a:off x="4274584" y="5151125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C11149F9-BD25-FC51-4175-5FC4329E3D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4584" y="5151125"/>
                  <a:ext cx="221214" cy="297646"/>
                </a:xfrm>
                <a:prstGeom prst="rect">
                  <a:avLst/>
                </a:prstGeom>
                <a:blipFill>
                  <a:blip r:embed="rId4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3731705F-BC6F-6FE3-8D44-273FA8CBDD81}"/>
                </a:ext>
              </a:extLst>
            </p:cNvPr>
            <p:cNvSpPr/>
            <p:nvPr/>
          </p:nvSpPr>
          <p:spPr bwMode="auto">
            <a:xfrm rot="5400000">
              <a:off x="2866285" y="3784561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376AD5B-FEBF-5DC8-4E4A-D239176606C4}"/>
              </a:ext>
            </a:extLst>
          </p:cNvPr>
          <p:cNvGrpSpPr/>
          <p:nvPr/>
        </p:nvGrpSpPr>
        <p:grpSpPr>
          <a:xfrm>
            <a:off x="2568141" y="3939677"/>
            <a:ext cx="1624800" cy="1698092"/>
            <a:chOff x="4648997" y="3740332"/>
            <a:chExt cx="1624800" cy="16980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3EFFC8DF-97BD-6F0F-66EE-39F3DAA2B5FF}"/>
                    </a:ext>
                  </a:extLst>
                </p:cNvPr>
                <p:cNvSpPr txBox="1"/>
                <p:nvPr/>
              </p:nvSpPr>
              <p:spPr>
                <a:xfrm>
                  <a:off x="4677291" y="384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F8EB40D8-486B-51AB-FCD5-5078BF086A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7291" y="3844206"/>
                  <a:ext cx="221214" cy="297646"/>
                </a:xfrm>
                <a:prstGeom prst="rect">
                  <a:avLst/>
                </a:prstGeom>
                <a:blipFill>
                  <a:blip r:embed="rId50"/>
                  <a:stretch>
                    <a:fillRect l="-35135" t="-12500" r="-35135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9A527683-A43A-14E2-77CD-FCAB18F7B687}"/>
                    </a:ext>
                  </a:extLst>
                </p:cNvPr>
                <p:cNvSpPr txBox="1"/>
                <p:nvPr/>
              </p:nvSpPr>
              <p:spPr>
                <a:xfrm>
                  <a:off x="5130798" y="384420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E487CEB6-F812-7952-BC49-AEE6B2A952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0798" y="3844206"/>
                  <a:ext cx="221214" cy="297646"/>
                </a:xfrm>
                <a:prstGeom prst="rect">
                  <a:avLst/>
                </a:prstGeom>
                <a:blipFill>
                  <a:blip r:embed="rId51"/>
                  <a:stretch>
                    <a:fillRect l="-36111" t="-12500" r="-3888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803FB573-0B76-21F2-D7D8-937160BD8F03}"/>
                    </a:ext>
                  </a:extLst>
                </p:cNvPr>
                <p:cNvSpPr txBox="1"/>
                <p:nvPr/>
              </p:nvSpPr>
              <p:spPr>
                <a:xfrm>
                  <a:off x="5597005" y="384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EA2868ED-6EEB-4266-E245-AA093FC954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7005" y="3840436"/>
                  <a:ext cx="221214" cy="297646"/>
                </a:xfrm>
                <a:prstGeom prst="rect">
                  <a:avLst/>
                </a:prstGeom>
                <a:blipFill>
                  <a:blip r:embed="rId52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C52376EB-BDB6-0700-AE8D-3BE06511447B}"/>
                    </a:ext>
                  </a:extLst>
                </p:cNvPr>
                <p:cNvSpPr txBox="1"/>
                <p:nvPr/>
              </p:nvSpPr>
              <p:spPr>
                <a:xfrm>
                  <a:off x="4686298" y="42882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B9B7D8F1-CCFE-54D3-1611-28ECEA17D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6298" y="4288289"/>
                  <a:ext cx="221214" cy="297646"/>
                </a:xfrm>
                <a:prstGeom prst="rect">
                  <a:avLst/>
                </a:prstGeom>
                <a:blipFill>
                  <a:blip r:embed="rId53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FFBDD0B-21D6-9EDB-0D02-749AB4CE3A36}"/>
                    </a:ext>
                  </a:extLst>
                </p:cNvPr>
                <p:cNvSpPr txBox="1"/>
                <p:nvPr/>
              </p:nvSpPr>
              <p:spPr>
                <a:xfrm>
                  <a:off x="5139805" y="42882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D41B4DF-C58B-6F3C-B40D-B8AA73E7DD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39805" y="4288289"/>
                  <a:ext cx="221214" cy="297646"/>
                </a:xfrm>
                <a:prstGeom prst="rect">
                  <a:avLst/>
                </a:prstGeom>
                <a:blipFill>
                  <a:blip r:embed="rId54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AAD5C6B8-1612-FA91-C928-AAACD0CD2AC5}"/>
                    </a:ext>
                  </a:extLst>
                </p:cNvPr>
                <p:cNvSpPr txBox="1"/>
                <p:nvPr/>
              </p:nvSpPr>
              <p:spPr>
                <a:xfrm>
                  <a:off x="5606012" y="42845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96A1C440-1806-D98D-0AF6-ED5C36D62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6012" y="4284519"/>
                  <a:ext cx="221214" cy="297646"/>
                </a:xfrm>
                <a:prstGeom prst="rect">
                  <a:avLst/>
                </a:prstGeom>
                <a:blipFill>
                  <a:blip r:embed="rId55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915DF7AB-C0ED-70C5-B796-93769458DAC6}"/>
                    </a:ext>
                  </a:extLst>
                </p:cNvPr>
                <p:cNvSpPr txBox="1"/>
                <p:nvPr/>
              </p:nvSpPr>
              <p:spPr>
                <a:xfrm>
                  <a:off x="4693684" y="47200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44B7F954-4376-7C6D-C9BB-67D0121DFF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3684" y="4720089"/>
                  <a:ext cx="221214" cy="297646"/>
                </a:xfrm>
                <a:prstGeom prst="rect">
                  <a:avLst/>
                </a:prstGeom>
                <a:blipFill>
                  <a:blip r:embed="rId56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4154E807-35FB-3FA4-777D-F3F1D3092262}"/>
                    </a:ext>
                  </a:extLst>
                </p:cNvPr>
                <p:cNvSpPr txBox="1"/>
                <p:nvPr/>
              </p:nvSpPr>
              <p:spPr>
                <a:xfrm>
                  <a:off x="5147191" y="472008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6C489BA-A84F-8F5E-6E6D-4A5D9C798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7191" y="4720089"/>
                  <a:ext cx="221214" cy="297646"/>
                </a:xfrm>
                <a:prstGeom prst="rect">
                  <a:avLst/>
                </a:prstGeom>
                <a:blipFill>
                  <a:blip r:embed="rId57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A7D867F-F1A3-D33C-B404-802B79782209}"/>
                    </a:ext>
                  </a:extLst>
                </p:cNvPr>
                <p:cNvSpPr txBox="1"/>
                <p:nvPr/>
              </p:nvSpPr>
              <p:spPr>
                <a:xfrm>
                  <a:off x="5613398" y="47163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0C8A9CE-ACC9-52A2-B6F7-E2C5A8401C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398" y="4716319"/>
                  <a:ext cx="221214" cy="297646"/>
                </a:xfrm>
                <a:prstGeom prst="rect">
                  <a:avLst/>
                </a:prstGeom>
                <a:blipFill>
                  <a:blip r:embed="rId58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76299FE0-AA95-8D51-59E5-72DDAA3B3780}"/>
                    </a:ext>
                  </a:extLst>
                </p:cNvPr>
                <p:cNvSpPr txBox="1"/>
                <p:nvPr/>
              </p:nvSpPr>
              <p:spPr>
                <a:xfrm>
                  <a:off x="5998091" y="3840436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0FA7009-1DEE-07F6-B146-58834D42F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8091" y="3840436"/>
                  <a:ext cx="221214" cy="297646"/>
                </a:xfrm>
                <a:prstGeom prst="rect">
                  <a:avLst/>
                </a:prstGeom>
                <a:blipFill>
                  <a:blip r:embed="rId59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20F6A65E-A012-3330-79E7-5BAD9D4E6A47}"/>
                    </a:ext>
                  </a:extLst>
                </p:cNvPr>
                <p:cNvSpPr txBox="1"/>
                <p:nvPr/>
              </p:nvSpPr>
              <p:spPr>
                <a:xfrm>
                  <a:off x="6007098" y="42845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939F5938-FD84-282C-3BAF-098765A98B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7098" y="4284519"/>
                  <a:ext cx="221214" cy="297646"/>
                </a:xfrm>
                <a:prstGeom prst="rect">
                  <a:avLst/>
                </a:prstGeom>
                <a:blipFill>
                  <a:blip r:embed="rId60"/>
                  <a:stretch>
                    <a:fillRect l="-35135" t="-12245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511D9296-DA2D-B81E-82D4-F2C8F3AD151D}"/>
                    </a:ext>
                  </a:extLst>
                </p:cNvPr>
                <p:cNvSpPr txBox="1"/>
                <p:nvPr/>
              </p:nvSpPr>
              <p:spPr>
                <a:xfrm>
                  <a:off x="6014484" y="4716319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768E570E-5503-6820-45DE-F86D1181B3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4484" y="4716319"/>
                  <a:ext cx="221214" cy="297646"/>
                </a:xfrm>
                <a:prstGeom prst="rect">
                  <a:avLst/>
                </a:prstGeom>
                <a:blipFill>
                  <a:blip r:embed="rId61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FAB89B05-17F1-AA7F-C12B-9A46B6F6B2B2}"/>
                    </a:ext>
                  </a:extLst>
                </p:cNvPr>
                <p:cNvSpPr txBox="1"/>
                <p:nvPr/>
              </p:nvSpPr>
              <p:spPr>
                <a:xfrm>
                  <a:off x="4706384" y="514077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0C663A3F-1226-6245-EBE5-3B050F78D5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6384" y="5140778"/>
                  <a:ext cx="221214" cy="297646"/>
                </a:xfrm>
                <a:prstGeom prst="rect">
                  <a:avLst/>
                </a:prstGeom>
                <a:blipFill>
                  <a:blip r:embed="rId62"/>
                  <a:stretch>
                    <a:fillRect l="-36111" t="-10204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99A2635F-2B20-B7D6-6C4C-8ED2253CF9F7}"/>
                    </a:ext>
                  </a:extLst>
                </p:cNvPr>
                <p:cNvSpPr txBox="1"/>
                <p:nvPr/>
              </p:nvSpPr>
              <p:spPr>
                <a:xfrm>
                  <a:off x="5159891" y="514077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8BE15326-94AB-CE9E-1ACA-8D3B216AFF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59891" y="5140778"/>
                  <a:ext cx="221214" cy="297646"/>
                </a:xfrm>
                <a:prstGeom prst="rect">
                  <a:avLst/>
                </a:prstGeom>
                <a:blipFill>
                  <a:blip r:embed="rId43"/>
                  <a:stretch>
                    <a:fillRect l="-35135" t="-10204" r="-35135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0E60C35-D4E6-6570-6B77-EC405A82083B}"/>
                    </a:ext>
                  </a:extLst>
                </p:cNvPr>
                <p:cNvSpPr txBox="1"/>
                <p:nvPr/>
              </p:nvSpPr>
              <p:spPr>
                <a:xfrm>
                  <a:off x="5626098" y="513700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36B3CF95-FE0E-812F-627F-58C0D0B9FC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6098" y="5137008"/>
                  <a:ext cx="221214" cy="297646"/>
                </a:xfrm>
                <a:prstGeom prst="rect">
                  <a:avLst/>
                </a:prstGeom>
                <a:blipFill>
                  <a:blip r:embed="rId63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AF37D9ED-5AE6-1F35-A805-E0F3233C1475}"/>
                    </a:ext>
                  </a:extLst>
                </p:cNvPr>
                <p:cNvSpPr txBox="1"/>
                <p:nvPr/>
              </p:nvSpPr>
              <p:spPr>
                <a:xfrm>
                  <a:off x="6027184" y="5137008"/>
                  <a:ext cx="221214" cy="2976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8A909CEC-5B6F-A1A1-D4EE-31D410E70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7184" y="5137008"/>
                  <a:ext cx="221214" cy="297646"/>
                </a:xfrm>
                <a:prstGeom prst="rect">
                  <a:avLst/>
                </a:prstGeom>
                <a:blipFill>
                  <a:blip r:embed="rId64"/>
                  <a:stretch>
                    <a:fillRect l="-36111" t="-12245" r="-38889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0CBDCEF-8375-6F78-BDB5-2DCDDABB7A3E}"/>
                </a:ext>
              </a:extLst>
            </p:cNvPr>
            <p:cNvSpPr/>
            <p:nvPr/>
          </p:nvSpPr>
          <p:spPr bwMode="auto">
            <a:xfrm rot="5400000">
              <a:off x="4618885" y="3770444"/>
              <a:ext cx="1685023" cy="162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F2214C0-2F29-4E66-11F1-80B3D1874A73}"/>
              </a:ext>
            </a:extLst>
          </p:cNvPr>
          <p:cNvGrpSpPr/>
          <p:nvPr/>
        </p:nvGrpSpPr>
        <p:grpSpPr>
          <a:xfrm>
            <a:off x="154344" y="2256745"/>
            <a:ext cx="705886" cy="1748134"/>
            <a:chOff x="1992086" y="2046626"/>
            <a:chExt cx="705886" cy="1748134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51C2CAB-8A94-76C7-D884-EDA45A883E58}"/>
                </a:ext>
              </a:extLst>
            </p:cNvPr>
            <p:cNvSpPr txBox="1"/>
            <p:nvPr/>
          </p:nvSpPr>
          <p:spPr>
            <a:xfrm>
              <a:off x="1992086" y="2057041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A</a:t>
              </a:r>
              <a:endParaRPr lang="zh-CN" altLang="en-US" sz="2400" dirty="0"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8DC5DFC-CE53-77DA-9DE2-302D854F3F63}"/>
                </a:ext>
              </a:extLst>
            </p:cNvPr>
            <p:cNvSpPr txBox="1"/>
            <p:nvPr/>
          </p:nvSpPr>
          <p:spPr>
            <a:xfrm>
              <a:off x="1992086" y="24425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B</a:t>
              </a:r>
              <a:endParaRPr lang="zh-CN" altLang="en-US" sz="2400" dirty="0"/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FB75104-0CA4-D66E-FB13-00E12B839AB6}"/>
                </a:ext>
              </a:extLst>
            </p:cNvPr>
            <p:cNvSpPr txBox="1"/>
            <p:nvPr/>
          </p:nvSpPr>
          <p:spPr>
            <a:xfrm>
              <a:off x="1999472" y="2912406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C</a:t>
              </a:r>
              <a:endParaRPr lang="zh-CN" altLang="en-US" sz="24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C7A2AE7-05CA-93B4-E8E1-161F7C7A2916}"/>
                </a:ext>
              </a:extLst>
            </p:cNvPr>
            <p:cNvSpPr txBox="1"/>
            <p:nvPr/>
          </p:nvSpPr>
          <p:spPr>
            <a:xfrm>
              <a:off x="2012172" y="3333095"/>
              <a:ext cx="68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/>
                <a:t>D</a:t>
              </a:r>
              <a:endParaRPr lang="zh-CN" altLang="en-US" sz="2400" dirty="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5CDDA9EE-7434-9F88-5C9F-9FB3496C68D2}"/>
                </a:ext>
              </a:extLst>
            </p:cNvPr>
            <p:cNvSpPr/>
            <p:nvPr/>
          </p:nvSpPr>
          <p:spPr bwMode="auto">
            <a:xfrm rot="5400000">
              <a:off x="1513885" y="2640076"/>
              <a:ext cx="1681252" cy="494351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D7FC8D6-6300-DEE7-2D94-DF95A5AA8EF2}"/>
              </a:ext>
            </a:extLst>
          </p:cNvPr>
          <p:cNvCxnSpPr>
            <a:cxnSpLocks/>
          </p:cNvCxnSpPr>
          <p:nvPr/>
        </p:nvCxnSpPr>
        <p:spPr bwMode="auto">
          <a:xfrm flipV="1">
            <a:off x="829323" y="3922960"/>
            <a:ext cx="3454305" cy="1629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130A04C-AB71-6600-9C20-9BC1205156CB}"/>
              </a:ext>
            </a:extLst>
          </p:cNvPr>
          <p:cNvCxnSpPr>
            <a:cxnSpLocks/>
          </p:cNvCxnSpPr>
          <p:nvPr/>
        </p:nvCxnSpPr>
        <p:spPr bwMode="auto">
          <a:xfrm flipV="1">
            <a:off x="793007" y="5684524"/>
            <a:ext cx="3490621" cy="92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7CD52261-5B4C-B1C1-C360-9AB52B35046D}"/>
              </a:ext>
            </a:extLst>
          </p:cNvPr>
          <p:cNvSpPr txBox="1"/>
          <p:nvPr/>
        </p:nvSpPr>
        <p:spPr>
          <a:xfrm>
            <a:off x="5196181" y="1823364"/>
            <a:ext cx="39478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If those thread groups progress in similar cadence over training tiles </a:t>
            </a:r>
          </a:p>
          <a:p>
            <a:pPr algn="ctr"/>
            <a:r>
              <a:rPr lang="zh-CN" altLang="en-US" sz="2400" dirty="0"/>
              <a:t>如果这些线程分组在训练分块上的进度相似</a:t>
            </a:r>
            <a:endParaRPr lang="en-US" altLang="zh-CN" sz="2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FFDD25C-EECD-642D-3B6A-981075E28EF4}"/>
              </a:ext>
            </a:extLst>
          </p:cNvPr>
          <p:cNvSpPr txBox="1"/>
          <p:nvPr/>
        </p:nvSpPr>
        <p:spPr>
          <a:xfrm>
            <a:off x="5196180" y="3933844"/>
            <a:ext cx="39478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then we’ve a good chance of reusing training data in the global cache</a:t>
            </a:r>
          </a:p>
          <a:p>
            <a:pPr algn="ctr"/>
            <a:r>
              <a:rPr lang="zh-CN" altLang="en-US" sz="2400" dirty="0"/>
              <a:t>那么我们有很好的机会在全局缓存中重用训练数据</a:t>
            </a:r>
            <a:endParaRPr lang="en-US" altLang="zh-CN" sz="2400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8C9D3B8-5506-3058-BD30-362206215E2C}"/>
              </a:ext>
            </a:extLst>
          </p:cNvPr>
          <p:cNvSpPr txBox="1"/>
          <p:nvPr/>
        </p:nvSpPr>
        <p:spPr>
          <a:xfrm rot="5400000">
            <a:off x="4232294" y="203665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F8DD67D-4056-FD23-7131-BD957859C7B9}"/>
              </a:ext>
            </a:extLst>
          </p:cNvPr>
          <p:cNvSpPr txBox="1"/>
          <p:nvPr/>
        </p:nvSpPr>
        <p:spPr>
          <a:xfrm rot="5400000">
            <a:off x="4232294" y="3191325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904BF54-E0D6-C759-59E1-AAAFD48CEADF}"/>
              </a:ext>
            </a:extLst>
          </p:cNvPr>
          <p:cNvSpPr txBox="1"/>
          <p:nvPr/>
        </p:nvSpPr>
        <p:spPr>
          <a:xfrm rot="5400000">
            <a:off x="4246806" y="4912220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0EDFCED-BBF5-4605-5EAE-39FC0DCE75C4}"/>
              </a:ext>
            </a:extLst>
          </p:cNvPr>
          <p:cNvSpPr txBox="1"/>
          <p:nvPr/>
        </p:nvSpPr>
        <p:spPr>
          <a:xfrm rot="10800000">
            <a:off x="319221" y="5756689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56CDC2C-2F2F-CD29-6023-BB6AE4D27941}"/>
              </a:ext>
            </a:extLst>
          </p:cNvPr>
          <p:cNvSpPr txBox="1"/>
          <p:nvPr/>
        </p:nvSpPr>
        <p:spPr>
          <a:xfrm rot="10800000">
            <a:off x="1504044" y="574904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9F4BBDA-A094-25E7-9BD7-2DC90D2CBF45}"/>
              </a:ext>
            </a:extLst>
          </p:cNvPr>
          <p:cNvSpPr txBox="1"/>
          <p:nvPr/>
        </p:nvSpPr>
        <p:spPr>
          <a:xfrm rot="10800000">
            <a:off x="3256644" y="5743457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5153220-72DB-7D5B-C28E-63C8BD91D02D}"/>
              </a:ext>
            </a:extLst>
          </p:cNvPr>
          <p:cNvSpPr txBox="1"/>
          <p:nvPr/>
        </p:nvSpPr>
        <p:spPr>
          <a:xfrm rot="10800000">
            <a:off x="4169196" y="5720101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FF8922FB-CCCA-EDA7-8AD5-43406E2807DE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040" y="6086702"/>
            <a:ext cx="3490621" cy="929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837258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BCA02-8DD8-F59C-B690-EC9EF12F1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D3796-BA15-7A68-398E-98E98E34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7.2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7.2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BA52C6-D0E8-80B5-A694-EFAD4B458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7C7A8E-E6BE-D09B-7A35-D8D8BAA53AFC}"/>
              </a:ext>
            </a:extLst>
          </p:cNvPr>
          <p:cNvSpPr txBox="1"/>
          <p:nvPr/>
        </p:nvSpPr>
        <p:spPr>
          <a:xfrm>
            <a:off x="675481" y="1668959"/>
            <a:ext cx="7793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Handwritten ZIP code recognition on GPU</a:t>
            </a:r>
          </a:p>
          <a:p>
            <a:pPr algn="ctr"/>
            <a:r>
              <a:rPr lang="zh-CN" altLang="en-US" sz="2200" dirty="0"/>
              <a:t>实践时刻：用</a:t>
            </a:r>
            <a:r>
              <a:rPr lang="en-US" altLang="zh-CN" sz="2200" dirty="0"/>
              <a:t>GPU</a:t>
            </a:r>
            <a:r>
              <a:rPr lang="zh-CN" altLang="en-US" sz="2200" dirty="0"/>
              <a:t>进行手写邮政编码识别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3C2E51-67FD-0B83-1C3A-045D360D8D21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Check the performance</a:t>
            </a:r>
          </a:p>
          <a:p>
            <a:pPr algn="ctr"/>
            <a:r>
              <a:rPr lang="zh-CN" altLang="en-US" sz="2200" dirty="0"/>
              <a:t>看看性能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7EAA39-AE8D-748C-6A47-B403733576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915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AAF61-2333-E306-FF17-C6520E5B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BED82-4D00-667A-9455-1A4B0FFB8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Beyond the Accelerator Itself</a:t>
            </a:r>
            <a:br>
              <a:rPr lang="en-US" altLang="zh-CN" dirty="0"/>
            </a:br>
            <a:r>
              <a:rPr lang="zh-CN" altLang="en-US" dirty="0"/>
              <a:t>超越加速器自身之外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1BB7012-BAA6-FED4-9B18-8DD7A64870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E4B3B8-D5E7-A182-B16A-621E779A26AD}"/>
              </a:ext>
            </a:extLst>
          </p:cNvPr>
          <p:cNvSpPr txBox="1"/>
          <p:nvPr/>
        </p:nvSpPr>
        <p:spPr>
          <a:xfrm>
            <a:off x="533400" y="17526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The GPU is fast at executing the compute tasks</a:t>
            </a:r>
          </a:p>
          <a:p>
            <a:pPr algn="ctr"/>
            <a:r>
              <a:rPr lang="zh-CN" altLang="en-US" sz="2400" dirty="0"/>
              <a:t>这</a:t>
            </a:r>
            <a:r>
              <a:rPr lang="en-US" altLang="zh-CN" sz="2400" dirty="0"/>
              <a:t>GPU</a:t>
            </a:r>
            <a:r>
              <a:rPr lang="zh-CN" altLang="en-US" sz="2400" dirty="0"/>
              <a:t>完成这些计算挺快的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CE3C6-A2EB-4059-367D-C48EC2947D6E}"/>
              </a:ext>
            </a:extLst>
          </p:cNvPr>
          <p:cNvSpPr txBox="1"/>
          <p:nvPr/>
        </p:nvSpPr>
        <p:spPr>
          <a:xfrm>
            <a:off x="533400" y="2926140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But real world workloads are complex &amp; require the host’s collaboration, e.g., data preparation</a:t>
            </a:r>
          </a:p>
          <a:p>
            <a:pPr algn="ctr"/>
            <a:r>
              <a:rPr lang="zh-CN" altLang="en-US" sz="2400" dirty="0"/>
              <a:t>然而真实世界的工作复杂是复杂的，需要主控端的协作，例如，数据预处理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83C258-C4BA-A414-C9B6-96DD997C7424}"/>
              </a:ext>
            </a:extLst>
          </p:cNvPr>
          <p:cNvSpPr txBox="1"/>
          <p:nvPr/>
        </p:nvSpPr>
        <p:spPr>
          <a:xfrm>
            <a:off x="533400" y="48840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Let’s make the example a little bit more complicated</a:t>
            </a:r>
          </a:p>
          <a:p>
            <a:pPr algn="ctr"/>
            <a:r>
              <a:rPr lang="zh-CN" altLang="en-US" sz="2400" dirty="0"/>
              <a:t>让我们把这个例子变得更复杂一些</a:t>
            </a:r>
          </a:p>
        </p:txBody>
      </p:sp>
    </p:spTree>
    <p:extLst>
      <p:ext uri="{BB962C8B-B14F-4D97-AF65-F5344CB8AC3E}">
        <p14:creationId xmlns:p14="http://schemas.microsoft.com/office/powerpoint/2010/main" val="125998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D708-18A8-BD77-8540-4B42546EB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49C57-7CB6-D6A3-6C67-DAD1655B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7.3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7.3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90C0C3-B2E6-4DC8-B008-970FEE8A3A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7A1B61-E1D4-9565-6185-9DDE05D6348B}"/>
              </a:ext>
            </a:extLst>
          </p:cNvPr>
          <p:cNvSpPr txBox="1"/>
          <p:nvPr/>
        </p:nvSpPr>
        <p:spPr>
          <a:xfrm>
            <a:off x="486331" y="1636353"/>
            <a:ext cx="8171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Multi-batch handwritten ZIP code recognition</a:t>
            </a:r>
          </a:p>
          <a:p>
            <a:pPr algn="ctr"/>
            <a:r>
              <a:rPr lang="zh-CN" altLang="en-US" sz="2200" dirty="0"/>
              <a:t>实践时刻：多批次手写邮政编码识别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0C26B2-CB37-4C9B-4A7A-2D5398807327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Check the total time &amp; time spent in different phases</a:t>
            </a:r>
          </a:p>
          <a:p>
            <a:pPr algn="ctr"/>
            <a:r>
              <a:rPr lang="zh-CN" altLang="en-US" sz="2200" dirty="0"/>
              <a:t>看看总时间和在各个阶段中耗费的时间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3352F-62B3-2303-E830-3FDA5ECA89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4223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B79EB-3F33-F068-756B-BF238B9E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D4F7-3D44-4DAD-AC7B-F9A0C648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Picture  </a:t>
            </a:r>
            <a:r>
              <a:rPr lang="zh-CN" altLang="en-US" dirty="0"/>
              <a:t>这个图景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2EFF40-7532-D1BD-2411-02BC436275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9AADD9-7758-E309-312F-C2BE635343BA}"/>
              </a:ext>
            </a:extLst>
          </p:cNvPr>
          <p:cNvSpPr txBox="1"/>
          <p:nvPr/>
        </p:nvSpPr>
        <p:spPr>
          <a:xfrm>
            <a:off x="-32657" y="2514600"/>
            <a:ext cx="1288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Host</a:t>
            </a:r>
          </a:p>
          <a:p>
            <a:pPr algn="ctr"/>
            <a:r>
              <a:rPr lang="zh-CN" altLang="en-US" sz="2400" dirty="0"/>
              <a:t>主控端</a:t>
            </a:r>
            <a:endParaRPr lang="en-US" altLang="zh-C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F800D1-B7B5-5FBE-4EC5-D0E77B1347E9}"/>
              </a:ext>
            </a:extLst>
          </p:cNvPr>
          <p:cNvSpPr txBox="1"/>
          <p:nvPr/>
        </p:nvSpPr>
        <p:spPr>
          <a:xfrm>
            <a:off x="-32658" y="3727526"/>
            <a:ext cx="128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GPU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7E830D-0445-6CBE-CEF5-BE6402700235}"/>
              </a:ext>
            </a:extLst>
          </p:cNvPr>
          <p:cNvSpPr/>
          <p:nvPr/>
        </p:nvSpPr>
        <p:spPr bwMode="auto">
          <a:xfrm>
            <a:off x="1155019" y="2765218"/>
            <a:ext cx="153622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9296EC-AAFD-D411-3CE3-C0C11360374B}"/>
              </a:ext>
            </a:extLst>
          </p:cNvPr>
          <p:cNvSpPr txBox="1"/>
          <p:nvPr/>
        </p:nvSpPr>
        <p:spPr>
          <a:xfrm>
            <a:off x="806491" y="1523733"/>
            <a:ext cx="22210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Prepare data</a:t>
            </a:r>
          </a:p>
          <a:p>
            <a:pPr algn="ctr"/>
            <a:r>
              <a:rPr lang="zh-CN" altLang="en-US" sz="2400" dirty="0"/>
              <a:t>准备数据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455347-845F-7FEC-D3F4-DB651D2A2227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 bwMode="auto">
          <a:xfrm>
            <a:off x="1917020" y="2354730"/>
            <a:ext cx="6112" cy="4104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E785ACB1-1A7E-C124-6325-A98A6BD25671}"/>
              </a:ext>
            </a:extLst>
          </p:cNvPr>
          <p:cNvSpPr/>
          <p:nvPr/>
        </p:nvSpPr>
        <p:spPr bwMode="auto">
          <a:xfrm>
            <a:off x="2688772" y="2765218"/>
            <a:ext cx="76200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A8DC8F5-6D61-04C2-055A-FD792A8715A1}"/>
              </a:ext>
            </a:extLst>
          </p:cNvPr>
          <p:cNvCxnSpPr>
            <a:cxnSpLocks/>
            <a:stCxn id="25" idx="1"/>
            <a:endCxn id="18" idx="0"/>
          </p:cNvCxnSpPr>
          <p:nvPr/>
        </p:nvCxnSpPr>
        <p:spPr bwMode="auto">
          <a:xfrm flipH="1">
            <a:off x="2726872" y="1939232"/>
            <a:ext cx="854527" cy="8259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ABBD91C-5CF3-5FE3-6B6A-8FCEA6E97339}"/>
              </a:ext>
            </a:extLst>
          </p:cNvPr>
          <p:cNvSpPr txBox="1"/>
          <p:nvPr/>
        </p:nvSpPr>
        <p:spPr>
          <a:xfrm>
            <a:off x="3581399" y="1523733"/>
            <a:ext cx="2101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Submit tasks</a:t>
            </a:r>
          </a:p>
          <a:p>
            <a:pPr algn="ctr"/>
            <a:r>
              <a:rPr lang="zh-CN" altLang="en-US" sz="2400" dirty="0"/>
              <a:t>提交任务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C5EAB6-7515-77E8-29AB-9690C24A223C}"/>
              </a:ext>
            </a:extLst>
          </p:cNvPr>
          <p:cNvSpPr/>
          <p:nvPr/>
        </p:nvSpPr>
        <p:spPr bwMode="auto">
          <a:xfrm>
            <a:off x="1155020" y="3788479"/>
            <a:ext cx="1609952" cy="3151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8CF601-78FA-A9D5-32D6-99610F72173B}"/>
              </a:ext>
            </a:extLst>
          </p:cNvPr>
          <p:cNvCxnSpPr>
            <a:cxnSpLocks/>
            <a:stCxn id="30" idx="0"/>
            <a:endCxn id="28" idx="2"/>
          </p:cNvCxnSpPr>
          <p:nvPr/>
        </p:nvCxnSpPr>
        <p:spPr bwMode="auto">
          <a:xfrm flipV="1">
            <a:off x="1959996" y="4103670"/>
            <a:ext cx="0" cy="5463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838397A-E53E-CDC2-76EA-E58B987A005C}"/>
              </a:ext>
            </a:extLst>
          </p:cNvPr>
          <p:cNvSpPr txBox="1"/>
          <p:nvPr/>
        </p:nvSpPr>
        <p:spPr>
          <a:xfrm>
            <a:off x="909431" y="4650009"/>
            <a:ext cx="2101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Idle  </a:t>
            </a:r>
            <a:r>
              <a:rPr lang="zh-CN" altLang="en-US" sz="2400" dirty="0"/>
              <a:t>闲置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2B69A2-4AFF-F8E4-502E-7E10BA403657}"/>
              </a:ext>
            </a:extLst>
          </p:cNvPr>
          <p:cNvSpPr/>
          <p:nvPr/>
        </p:nvSpPr>
        <p:spPr bwMode="auto">
          <a:xfrm>
            <a:off x="2764972" y="3788231"/>
            <a:ext cx="1536225" cy="315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682B27B-DEC3-39B0-B1E5-BC1D120F8A5E}"/>
              </a:ext>
            </a:extLst>
          </p:cNvPr>
          <p:cNvCxnSpPr>
            <a:cxnSpLocks/>
            <a:stCxn id="38" idx="0"/>
            <a:endCxn id="36" idx="2"/>
          </p:cNvCxnSpPr>
          <p:nvPr/>
        </p:nvCxnSpPr>
        <p:spPr bwMode="auto">
          <a:xfrm flipH="1" flipV="1">
            <a:off x="3533085" y="4103670"/>
            <a:ext cx="2595" cy="10850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D4CFC22-F04B-9C75-3695-54643648A473}"/>
              </a:ext>
            </a:extLst>
          </p:cNvPr>
          <p:cNvSpPr txBox="1"/>
          <p:nvPr/>
        </p:nvSpPr>
        <p:spPr>
          <a:xfrm>
            <a:off x="144780" y="5188728"/>
            <a:ext cx="678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Copy input, classification &amp; copy output</a:t>
            </a:r>
          </a:p>
          <a:p>
            <a:pPr algn="ctr"/>
            <a:r>
              <a:rPr lang="zh-CN" altLang="en-US" sz="2400" dirty="0"/>
              <a:t>传输输入、分类并传输输出</a:t>
            </a:r>
          </a:p>
        </p:txBody>
      </p:sp>
    </p:spTree>
    <p:extLst>
      <p:ext uri="{BB962C8B-B14F-4D97-AF65-F5344CB8AC3E}">
        <p14:creationId xmlns:p14="http://schemas.microsoft.com/office/powerpoint/2010/main" val="17238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4" grpId="0"/>
      <p:bldP spid="14" grpId="1"/>
      <p:bldP spid="18" grpId="0" animBg="1"/>
      <p:bldP spid="25" grpId="0"/>
      <p:bldP spid="25" grpId="1"/>
      <p:bldP spid="28" grpId="0" animBg="1"/>
      <p:bldP spid="30" grpId="0"/>
      <p:bldP spid="30" grpId="1"/>
      <p:bldP spid="36" grpId="0" animBg="1"/>
      <p:bldP spid="3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EE0A9-8C2B-E19B-4D2E-3EFDC2CD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B5C78-F5DB-3274-94D6-47914363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Picture  </a:t>
            </a:r>
            <a:r>
              <a:rPr lang="zh-CN" altLang="en-US" dirty="0"/>
              <a:t>这个图景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D50D54E-10C8-8738-854A-5D0E05418E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06951-82E7-8A31-ED97-10B3D0422B05}"/>
              </a:ext>
            </a:extLst>
          </p:cNvPr>
          <p:cNvSpPr txBox="1"/>
          <p:nvPr/>
        </p:nvSpPr>
        <p:spPr>
          <a:xfrm>
            <a:off x="-32657" y="2514600"/>
            <a:ext cx="1288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Host</a:t>
            </a:r>
          </a:p>
          <a:p>
            <a:pPr algn="ctr"/>
            <a:r>
              <a:rPr lang="zh-CN" altLang="en-US" sz="2400" dirty="0"/>
              <a:t>主控端</a:t>
            </a:r>
            <a:endParaRPr lang="en-US" altLang="zh-C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85CFCC-C955-D6BF-A2A9-C25CECBE460B}"/>
              </a:ext>
            </a:extLst>
          </p:cNvPr>
          <p:cNvSpPr txBox="1"/>
          <p:nvPr/>
        </p:nvSpPr>
        <p:spPr>
          <a:xfrm>
            <a:off x="-32658" y="3727526"/>
            <a:ext cx="128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GPU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CF64CC-79E9-E7DF-4086-90EF20967E22}"/>
              </a:ext>
            </a:extLst>
          </p:cNvPr>
          <p:cNvSpPr/>
          <p:nvPr/>
        </p:nvSpPr>
        <p:spPr bwMode="auto">
          <a:xfrm>
            <a:off x="1155019" y="2765218"/>
            <a:ext cx="153622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6B30BE-E450-F8C4-C501-B3F2C0362FF3}"/>
              </a:ext>
            </a:extLst>
          </p:cNvPr>
          <p:cNvSpPr txBox="1"/>
          <p:nvPr/>
        </p:nvSpPr>
        <p:spPr>
          <a:xfrm>
            <a:off x="958906" y="1500946"/>
            <a:ext cx="51371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Wait for completion (almost idle)</a:t>
            </a:r>
          </a:p>
          <a:p>
            <a:pPr algn="ctr"/>
            <a:r>
              <a:rPr lang="zh-CN" altLang="en-US" sz="2400" dirty="0"/>
              <a:t>等待完成（近乎于闲置）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F1D0C0-F981-AE71-35E2-91678A9F40C6}"/>
              </a:ext>
            </a:extLst>
          </p:cNvPr>
          <p:cNvCxnSpPr>
            <a:cxnSpLocks/>
            <a:stCxn id="14" idx="2"/>
            <a:endCxn id="4" idx="0"/>
          </p:cNvCxnSpPr>
          <p:nvPr/>
        </p:nvCxnSpPr>
        <p:spPr bwMode="auto">
          <a:xfrm>
            <a:off x="3527461" y="2331943"/>
            <a:ext cx="4536" cy="4303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4A97897-9D01-F058-EBCC-F02976B5C86A}"/>
              </a:ext>
            </a:extLst>
          </p:cNvPr>
          <p:cNvSpPr/>
          <p:nvPr/>
        </p:nvSpPr>
        <p:spPr bwMode="auto">
          <a:xfrm>
            <a:off x="2688772" y="2765218"/>
            <a:ext cx="76200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1FA200-74AE-9D4F-9C19-DBD55DD09B2B}"/>
              </a:ext>
            </a:extLst>
          </p:cNvPr>
          <p:cNvSpPr/>
          <p:nvPr/>
        </p:nvSpPr>
        <p:spPr bwMode="auto">
          <a:xfrm>
            <a:off x="1155020" y="3788479"/>
            <a:ext cx="1609952" cy="3151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BE283D-05CD-B230-05CA-E25789FBC82D}"/>
              </a:ext>
            </a:extLst>
          </p:cNvPr>
          <p:cNvSpPr/>
          <p:nvPr/>
        </p:nvSpPr>
        <p:spPr bwMode="auto">
          <a:xfrm>
            <a:off x="2764972" y="3788231"/>
            <a:ext cx="1536225" cy="315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EF9130-E6C5-0AE3-BF05-7A280ACE5F09}"/>
              </a:ext>
            </a:extLst>
          </p:cNvPr>
          <p:cNvSpPr/>
          <p:nvPr/>
        </p:nvSpPr>
        <p:spPr bwMode="auto">
          <a:xfrm>
            <a:off x="2763884" y="2762342"/>
            <a:ext cx="1536225" cy="3151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C899EB-2BAC-B166-30EB-27F91A69463D}"/>
              </a:ext>
            </a:extLst>
          </p:cNvPr>
          <p:cNvSpPr/>
          <p:nvPr/>
        </p:nvSpPr>
        <p:spPr bwMode="auto">
          <a:xfrm>
            <a:off x="4305072" y="2761555"/>
            <a:ext cx="153622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89C1C4-DB43-E725-C39A-E085E00B3424}"/>
              </a:ext>
            </a:extLst>
          </p:cNvPr>
          <p:cNvSpPr/>
          <p:nvPr/>
        </p:nvSpPr>
        <p:spPr bwMode="auto">
          <a:xfrm>
            <a:off x="5838825" y="2761555"/>
            <a:ext cx="76200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63FBE1-C6AF-18BF-FE85-29554BB9DDFE}"/>
              </a:ext>
            </a:extLst>
          </p:cNvPr>
          <p:cNvSpPr/>
          <p:nvPr/>
        </p:nvSpPr>
        <p:spPr bwMode="auto">
          <a:xfrm>
            <a:off x="4302385" y="3787204"/>
            <a:ext cx="1609952" cy="3151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98D508-4EA9-2F73-A6C5-B8BE63F501C9}"/>
              </a:ext>
            </a:extLst>
          </p:cNvPr>
          <p:cNvSpPr/>
          <p:nvPr/>
        </p:nvSpPr>
        <p:spPr bwMode="auto">
          <a:xfrm>
            <a:off x="5912325" y="3788139"/>
            <a:ext cx="1536225" cy="315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0676A5-3F0C-744A-9AF9-8FD31E81B5F4}"/>
              </a:ext>
            </a:extLst>
          </p:cNvPr>
          <p:cNvSpPr/>
          <p:nvPr/>
        </p:nvSpPr>
        <p:spPr bwMode="auto">
          <a:xfrm>
            <a:off x="5911237" y="2762250"/>
            <a:ext cx="1536225" cy="3151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692DF1-83F3-FB19-EF64-258BA71A3DA4}"/>
              </a:ext>
            </a:extLst>
          </p:cNvPr>
          <p:cNvSpPr txBox="1"/>
          <p:nvPr/>
        </p:nvSpPr>
        <p:spPr>
          <a:xfrm rot="5400000">
            <a:off x="7684399" y="284955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ABFD28-D1C7-2DB4-13EB-9F2304F4E887}"/>
              </a:ext>
            </a:extLst>
          </p:cNvPr>
          <p:cNvSpPr txBox="1"/>
          <p:nvPr/>
        </p:nvSpPr>
        <p:spPr>
          <a:xfrm rot="5400000">
            <a:off x="7684399" y="386942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86D7E7D-333D-5589-2AC3-50A7A89C034E}"/>
              </a:ext>
            </a:extLst>
          </p:cNvPr>
          <p:cNvSpPr txBox="1"/>
          <p:nvPr/>
        </p:nvSpPr>
        <p:spPr>
          <a:xfrm>
            <a:off x="533400" y="45720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Many idle periods; not efficient</a:t>
            </a:r>
          </a:p>
          <a:p>
            <a:pPr algn="ctr"/>
            <a:r>
              <a:rPr lang="zh-CN" altLang="en-US" sz="2400" dirty="0"/>
              <a:t>很多闲置时段；并不高效</a:t>
            </a:r>
          </a:p>
        </p:txBody>
      </p:sp>
    </p:spTree>
    <p:extLst>
      <p:ext uri="{BB962C8B-B14F-4D97-AF65-F5344CB8AC3E}">
        <p14:creationId xmlns:p14="http://schemas.microsoft.com/office/powerpoint/2010/main" val="386933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 animBg="1"/>
      <p:bldP spid="19" grpId="0" animBg="1"/>
      <p:bldP spid="22" grpId="0" animBg="1"/>
      <p:bldP spid="24" grpId="0" animBg="1"/>
      <p:bldP spid="27" grpId="0" animBg="1"/>
      <p:bldP spid="31" grpId="0"/>
      <p:bldP spid="32" grpId="0"/>
      <p:bldP spid="3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50965-B0D7-C87D-DE1B-67731C66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11CC-FF66-E154-FB38-E2F026A53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Picture  </a:t>
            </a:r>
            <a:r>
              <a:rPr lang="zh-CN" altLang="en-US" dirty="0"/>
              <a:t>这个图景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2AD79B7-568C-0F8E-3FD3-550D225B15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1DC236-9795-6A94-0D03-06BF3B165EA7}"/>
              </a:ext>
            </a:extLst>
          </p:cNvPr>
          <p:cNvSpPr txBox="1"/>
          <p:nvPr/>
        </p:nvSpPr>
        <p:spPr>
          <a:xfrm>
            <a:off x="-32657" y="2514600"/>
            <a:ext cx="1288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Host</a:t>
            </a:r>
          </a:p>
          <a:p>
            <a:pPr algn="ctr"/>
            <a:r>
              <a:rPr lang="zh-CN" altLang="en-US" sz="2400" dirty="0"/>
              <a:t>主控端</a:t>
            </a:r>
            <a:endParaRPr lang="en-US" altLang="zh-C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6F4A3-0E29-E12A-BE13-F096F299F34B}"/>
              </a:ext>
            </a:extLst>
          </p:cNvPr>
          <p:cNvSpPr txBox="1"/>
          <p:nvPr/>
        </p:nvSpPr>
        <p:spPr>
          <a:xfrm>
            <a:off x="-32658" y="3727526"/>
            <a:ext cx="128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GPU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53E37D-415F-D71F-A158-20C1D474A203}"/>
              </a:ext>
            </a:extLst>
          </p:cNvPr>
          <p:cNvSpPr/>
          <p:nvPr/>
        </p:nvSpPr>
        <p:spPr bwMode="auto">
          <a:xfrm>
            <a:off x="1155019" y="2765218"/>
            <a:ext cx="153622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150B72-352C-9453-FB74-0D9437A1C7B8}"/>
              </a:ext>
            </a:extLst>
          </p:cNvPr>
          <p:cNvSpPr/>
          <p:nvPr/>
        </p:nvSpPr>
        <p:spPr bwMode="auto">
          <a:xfrm>
            <a:off x="2688772" y="2765218"/>
            <a:ext cx="76200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CE8F66-8AFB-4A24-F70A-9F08DF33CEE9}"/>
              </a:ext>
            </a:extLst>
          </p:cNvPr>
          <p:cNvSpPr/>
          <p:nvPr/>
        </p:nvSpPr>
        <p:spPr bwMode="auto">
          <a:xfrm>
            <a:off x="1155020" y="3788479"/>
            <a:ext cx="1609952" cy="3151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15F15C-7262-8BB4-5864-1C6B088890C3}"/>
              </a:ext>
            </a:extLst>
          </p:cNvPr>
          <p:cNvSpPr/>
          <p:nvPr/>
        </p:nvSpPr>
        <p:spPr bwMode="auto">
          <a:xfrm>
            <a:off x="2764972" y="3788231"/>
            <a:ext cx="1536225" cy="315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4A5460-8413-0724-B742-613A5647B42E}"/>
              </a:ext>
            </a:extLst>
          </p:cNvPr>
          <p:cNvSpPr/>
          <p:nvPr/>
        </p:nvSpPr>
        <p:spPr bwMode="auto">
          <a:xfrm>
            <a:off x="2763884" y="2762342"/>
            <a:ext cx="1536225" cy="3151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1FBA96-9052-FF01-0637-2340AA970DBB}"/>
              </a:ext>
            </a:extLst>
          </p:cNvPr>
          <p:cNvSpPr/>
          <p:nvPr/>
        </p:nvSpPr>
        <p:spPr bwMode="auto">
          <a:xfrm>
            <a:off x="4305072" y="2761555"/>
            <a:ext cx="153622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430772-A62D-B2D9-2BBE-34364E9D0FC6}"/>
              </a:ext>
            </a:extLst>
          </p:cNvPr>
          <p:cNvSpPr/>
          <p:nvPr/>
        </p:nvSpPr>
        <p:spPr bwMode="auto">
          <a:xfrm>
            <a:off x="5838825" y="2761555"/>
            <a:ext cx="76200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FEB7F3-F0A4-3594-550B-E2FA0B2A3487}"/>
              </a:ext>
            </a:extLst>
          </p:cNvPr>
          <p:cNvSpPr/>
          <p:nvPr/>
        </p:nvSpPr>
        <p:spPr bwMode="auto">
          <a:xfrm>
            <a:off x="4302385" y="3787204"/>
            <a:ext cx="1609952" cy="3151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D34D4F-32B2-F0D5-7349-6C85ACA76A94}"/>
              </a:ext>
            </a:extLst>
          </p:cNvPr>
          <p:cNvSpPr/>
          <p:nvPr/>
        </p:nvSpPr>
        <p:spPr bwMode="auto">
          <a:xfrm>
            <a:off x="5912325" y="3788139"/>
            <a:ext cx="1536225" cy="31543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FD954C5-1FE8-16E7-9D99-50CC15FCB638}"/>
              </a:ext>
            </a:extLst>
          </p:cNvPr>
          <p:cNvSpPr/>
          <p:nvPr/>
        </p:nvSpPr>
        <p:spPr bwMode="auto">
          <a:xfrm>
            <a:off x="5911237" y="2762250"/>
            <a:ext cx="1536225" cy="3151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1E7D2B-5E6B-EA44-9A50-8159107E6274}"/>
              </a:ext>
            </a:extLst>
          </p:cNvPr>
          <p:cNvSpPr txBox="1"/>
          <p:nvPr/>
        </p:nvSpPr>
        <p:spPr>
          <a:xfrm rot="5400000">
            <a:off x="7684399" y="284955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497DB1-ED68-A94D-BE3B-86E45A036C1E}"/>
              </a:ext>
            </a:extLst>
          </p:cNvPr>
          <p:cNvSpPr txBox="1"/>
          <p:nvPr/>
        </p:nvSpPr>
        <p:spPr>
          <a:xfrm rot="5400000">
            <a:off x="7684399" y="386942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74F2EA-E591-8E35-E98D-2862E5898AB9}"/>
              </a:ext>
            </a:extLst>
          </p:cNvPr>
          <p:cNvSpPr txBox="1"/>
          <p:nvPr/>
        </p:nvSpPr>
        <p:spPr>
          <a:xfrm>
            <a:off x="533400" y="45720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Can we improve it?</a:t>
            </a:r>
          </a:p>
          <a:p>
            <a:pPr algn="ctr"/>
            <a:r>
              <a:rPr lang="zh-CN" altLang="en-US" sz="2400" dirty="0"/>
              <a:t>有什么办法改它？</a:t>
            </a:r>
          </a:p>
        </p:txBody>
      </p:sp>
    </p:spTree>
    <p:extLst>
      <p:ext uri="{BB962C8B-B14F-4D97-AF65-F5344CB8AC3E}">
        <p14:creationId xmlns:p14="http://schemas.microsoft.com/office/powerpoint/2010/main" val="29564212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8FD38-2CBB-D26F-8A6A-F0040093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BF49F-D34C-FA70-CFD6-DF7C88B1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7.4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7.4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2B2216-591B-5A8A-F92F-13DAA3D2D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A65D23-9901-7B2D-A390-DB473197F6A9}"/>
              </a:ext>
            </a:extLst>
          </p:cNvPr>
          <p:cNvSpPr txBox="1"/>
          <p:nvPr/>
        </p:nvSpPr>
        <p:spPr>
          <a:xfrm>
            <a:off x="486331" y="1636353"/>
            <a:ext cx="81713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Pipeline the execution</a:t>
            </a:r>
          </a:p>
          <a:p>
            <a:pPr algn="ctr"/>
            <a:r>
              <a:rPr lang="zh-CN" altLang="en-US" sz="2200" dirty="0"/>
              <a:t>实践时刻：流水化执行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E44C1-F9B1-A4F1-03E4-3E16071A4475}"/>
              </a:ext>
            </a:extLst>
          </p:cNvPr>
          <p:cNvSpPr txBox="1"/>
          <p:nvPr/>
        </p:nvSpPr>
        <p:spPr>
          <a:xfrm>
            <a:off x="266700" y="5170265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Check the total time &amp; timespan from checkpoints</a:t>
            </a:r>
          </a:p>
          <a:p>
            <a:pPr algn="ctr"/>
            <a:r>
              <a:rPr lang="zh-CN" altLang="en-US" sz="2200" dirty="0"/>
              <a:t>看看总时间和来自各检查点的时间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175E1-870B-400F-A5A6-964573CB78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258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814B3-4787-07D2-3BB2-FDE8F3E24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68BD-DD46-2E2F-A0DC-F814D4E93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 on a Certain System  </a:t>
            </a:r>
            <a:br>
              <a:rPr lang="en-US" altLang="zh-CN" dirty="0"/>
            </a:br>
            <a:r>
              <a:rPr lang="zh-CN" altLang="en-US" dirty="0"/>
              <a:t>一个系统上的流水线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3D31236-0995-25A2-BAE5-2A6B25F405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76808C-2B7E-CC34-2371-C0BAC8FD1DB7}"/>
              </a:ext>
            </a:extLst>
          </p:cNvPr>
          <p:cNvSpPr txBox="1"/>
          <p:nvPr/>
        </p:nvSpPr>
        <p:spPr>
          <a:xfrm>
            <a:off x="-32657" y="2514600"/>
            <a:ext cx="1288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Host</a:t>
            </a:r>
          </a:p>
          <a:p>
            <a:pPr algn="ctr"/>
            <a:r>
              <a:rPr lang="zh-CN" altLang="en-US" sz="2400" dirty="0"/>
              <a:t>主控端</a:t>
            </a:r>
            <a:endParaRPr lang="en-US" altLang="zh-C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40705-84A6-BC6D-65A5-1EB57DAC01A1}"/>
              </a:ext>
            </a:extLst>
          </p:cNvPr>
          <p:cNvSpPr txBox="1"/>
          <p:nvPr/>
        </p:nvSpPr>
        <p:spPr>
          <a:xfrm>
            <a:off x="-32658" y="3727526"/>
            <a:ext cx="1288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GPU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964F82-9519-1BFB-D64E-8DC26C6B4B97}"/>
              </a:ext>
            </a:extLst>
          </p:cNvPr>
          <p:cNvSpPr/>
          <p:nvPr/>
        </p:nvSpPr>
        <p:spPr bwMode="auto">
          <a:xfrm>
            <a:off x="1155019" y="2765218"/>
            <a:ext cx="153622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D49583-EA5E-1949-0FF4-91C3CA7FDE58}"/>
              </a:ext>
            </a:extLst>
          </p:cNvPr>
          <p:cNvSpPr/>
          <p:nvPr/>
        </p:nvSpPr>
        <p:spPr bwMode="auto">
          <a:xfrm>
            <a:off x="2688772" y="2765218"/>
            <a:ext cx="76200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8824349-8FFD-079D-3C14-C9215036B52F}"/>
              </a:ext>
            </a:extLst>
          </p:cNvPr>
          <p:cNvSpPr/>
          <p:nvPr/>
        </p:nvSpPr>
        <p:spPr bwMode="auto">
          <a:xfrm>
            <a:off x="1155020" y="3788479"/>
            <a:ext cx="1609952" cy="315191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2B30ED-0BE7-BF3C-52D2-DB993533F7B3}"/>
              </a:ext>
            </a:extLst>
          </p:cNvPr>
          <p:cNvSpPr/>
          <p:nvPr/>
        </p:nvSpPr>
        <p:spPr bwMode="auto">
          <a:xfrm>
            <a:off x="2764972" y="3788232"/>
            <a:ext cx="1288119" cy="3141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3249F1-CE29-5CB2-785B-516F0BEF3F8C}"/>
              </a:ext>
            </a:extLst>
          </p:cNvPr>
          <p:cNvSpPr/>
          <p:nvPr/>
        </p:nvSpPr>
        <p:spPr bwMode="auto">
          <a:xfrm>
            <a:off x="2771775" y="2761555"/>
            <a:ext cx="153622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9B359D-3FF9-BBB9-2352-F93328CA5EDA}"/>
              </a:ext>
            </a:extLst>
          </p:cNvPr>
          <p:cNvSpPr/>
          <p:nvPr/>
        </p:nvSpPr>
        <p:spPr bwMode="auto">
          <a:xfrm>
            <a:off x="4305528" y="2761555"/>
            <a:ext cx="76200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CAA6E6-6CE2-8E17-9C66-B0614B31DA5C}"/>
              </a:ext>
            </a:extLst>
          </p:cNvPr>
          <p:cNvSpPr/>
          <p:nvPr/>
        </p:nvSpPr>
        <p:spPr bwMode="auto">
          <a:xfrm>
            <a:off x="4053091" y="3787984"/>
            <a:ext cx="323009" cy="3133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8BD540-008E-0F7E-DE20-7463435A44FA}"/>
              </a:ext>
            </a:extLst>
          </p:cNvPr>
          <p:cNvSpPr txBox="1"/>
          <p:nvPr/>
        </p:nvSpPr>
        <p:spPr>
          <a:xfrm rot="5400000">
            <a:off x="7684399" y="284955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0FE2EE-166C-E8AF-F254-A1DE63D7C8E4}"/>
              </a:ext>
            </a:extLst>
          </p:cNvPr>
          <p:cNvSpPr txBox="1"/>
          <p:nvPr/>
        </p:nvSpPr>
        <p:spPr>
          <a:xfrm rot="5400000">
            <a:off x="7684399" y="3869426"/>
            <a:ext cx="461665" cy="28566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32077F-CFA6-C074-1983-E45C7A863686}"/>
              </a:ext>
            </a:extLst>
          </p:cNvPr>
          <p:cNvSpPr/>
          <p:nvPr/>
        </p:nvSpPr>
        <p:spPr bwMode="auto">
          <a:xfrm>
            <a:off x="4376100" y="3787984"/>
            <a:ext cx="1288119" cy="3141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261C89-6E2C-04B9-B6FB-921B5AB42825}"/>
              </a:ext>
            </a:extLst>
          </p:cNvPr>
          <p:cNvSpPr/>
          <p:nvPr/>
        </p:nvSpPr>
        <p:spPr bwMode="auto">
          <a:xfrm>
            <a:off x="4382903" y="2761307"/>
            <a:ext cx="153622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4AB356-0BEE-E793-183C-CD58BE03B37D}"/>
              </a:ext>
            </a:extLst>
          </p:cNvPr>
          <p:cNvSpPr/>
          <p:nvPr/>
        </p:nvSpPr>
        <p:spPr bwMode="auto">
          <a:xfrm>
            <a:off x="5916656" y="2761307"/>
            <a:ext cx="76200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C867BC-FEFE-D358-5FEF-527AC1E25D08}"/>
              </a:ext>
            </a:extLst>
          </p:cNvPr>
          <p:cNvSpPr/>
          <p:nvPr/>
        </p:nvSpPr>
        <p:spPr bwMode="auto">
          <a:xfrm>
            <a:off x="5664219" y="3787736"/>
            <a:ext cx="323009" cy="3133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6905AE8-4F17-15EF-C275-8ACD4E2DD2BE}"/>
              </a:ext>
            </a:extLst>
          </p:cNvPr>
          <p:cNvSpPr/>
          <p:nvPr/>
        </p:nvSpPr>
        <p:spPr bwMode="auto">
          <a:xfrm>
            <a:off x="5987228" y="3787736"/>
            <a:ext cx="1288119" cy="3141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09AC2E-A7CD-EE4D-7B06-FCEE76D604D2}"/>
              </a:ext>
            </a:extLst>
          </p:cNvPr>
          <p:cNvSpPr/>
          <p:nvPr/>
        </p:nvSpPr>
        <p:spPr bwMode="auto">
          <a:xfrm>
            <a:off x="5994031" y="2761059"/>
            <a:ext cx="1536225" cy="315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BB70E5D-3DAF-C7DC-7874-C64BE6193222}"/>
              </a:ext>
            </a:extLst>
          </p:cNvPr>
          <p:cNvSpPr/>
          <p:nvPr/>
        </p:nvSpPr>
        <p:spPr bwMode="auto">
          <a:xfrm>
            <a:off x="7527784" y="2761059"/>
            <a:ext cx="76200" cy="3151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8FD4F5-295C-DE0D-2E25-9F0696468361}"/>
              </a:ext>
            </a:extLst>
          </p:cNvPr>
          <p:cNvSpPr/>
          <p:nvPr/>
        </p:nvSpPr>
        <p:spPr bwMode="auto">
          <a:xfrm>
            <a:off x="7275347" y="3787488"/>
            <a:ext cx="323009" cy="31338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6DE5CFA-4654-23A2-77B1-7070DF212EB8}"/>
              </a:ext>
            </a:extLst>
          </p:cNvPr>
          <p:cNvSpPr txBox="1"/>
          <p:nvPr/>
        </p:nvSpPr>
        <p:spPr>
          <a:xfrm>
            <a:off x="533400" y="4572000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Efficiency improved a lot</a:t>
            </a:r>
          </a:p>
          <a:p>
            <a:pPr algn="ctr"/>
            <a:r>
              <a:rPr lang="zh-CN" altLang="en-US" sz="2400" dirty="0"/>
              <a:t>效率提升了很多</a:t>
            </a:r>
          </a:p>
        </p:txBody>
      </p:sp>
    </p:spTree>
    <p:extLst>
      <p:ext uri="{BB962C8B-B14F-4D97-AF65-F5344CB8AC3E}">
        <p14:creationId xmlns:p14="http://schemas.microsoft.com/office/powerpoint/2010/main" val="368572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animBg="1"/>
      <p:bldP spid="28" grpId="0" animBg="1"/>
      <p:bldP spid="36" grpId="0" animBg="1"/>
      <p:bldP spid="16" grpId="0" animBg="1"/>
      <p:bldP spid="19" grpId="0" animBg="1"/>
      <p:bldP spid="22" grpId="0" animBg="1"/>
      <p:bldP spid="31" grpId="0"/>
      <p:bldP spid="32" grpId="0"/>
      <p:bldP spid="25" grpId="0" animBg="1"/>
      <p:bldP spid="26" grpId="0" animBg="1"/>
      <p:bldP spid="29" grpId="0" animBg="1"/>
      <p:bldP spid="30" grpId="0" animBg="1"/>
      <p:bldP spid="34" grpId="0" animBg="1"/>
      <p:bldP spid="35" grpId="0" animBg="1"/>
      <p:bldP spid="37" grpId="0" animBg="1"/>
      <p:bldP spid="38" grpId="0" animBg="1"/>
      <p:bldP spid="3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BA95E-192C-0490-0757-8617CEA6C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8431E-15BA-0F29-35F2-0A62C282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 Accelerators  AI</a:t>
            </a:r>
            <a:r>
              <a:rPr lang="zh-CN" altLang="en-US" dirty="0"/>
              <a:t>加速器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3B01E82-62BD-E443-D7E3-269F0167A6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2F36F7-9F16-3D52-CE88-C2E227C52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Many AI Accelerators  </a:t>
            </a:r>
            <a:r>
              <a:rPr lang="zh-CN" altLang="en-US" dirty="0"/>
              <a:t>很多</a:t>
            </a:r>
            <a:r>
              <a:rPr lang="en-US" altLang="zh-CN" dirty="0"/>
              <a:t>AI</a:t>
            </a:r>
            <a:r>
              <a:rPr lang="zh-CN" altLang="en-US" dirty="0"/>
              <a:t>加速器</a:t>
            </a:r>
            <a:endParaRPr lang="en-US" altLang="zh-CN" dirty="0"/>
          </a:p>
          <a:p>
            <a:pPr lvl="1"/>
            <a:r>
              <a:rPr lang="en-US" altLang="zh-CN" dirty="0"/>
              <a:t>GPU as one of them  GPU</a:t>
            </a:r>
            <a:r>
              <a:rPr lang="zh-CN" altLang="en-US" dirty="0"/>
              <a:t>只是其中之一</a:t>
            </a:r>
            <a:endParaRPr lang="en-US" altLang="zh-CN" dirty="0"/>
          </a:p>
          <a:p>
            <a:pPr lvl="1"/>
            <a:r>
              <a:rPr lang="en-US" altLang="zh-CN" dirty="0"/>
              <a:t>One more example: Google’s Tensor Processing Unit (TPU)  </a:t>
            </a:r>
            <a:r>
              <a:rPr lang="zh-CN" altLang="en-US" dirty="0"/>
              <a:t>另一例：</a:t>
            </a:r>
            <a:r>
              <a:rPr lang="en-US" altLang="zh-CN" dirty="0"/>
              <a:t>Google</a:t>
            </a:r>
            <a:r>
              <a:rPr lang="zh-CN" altLang="en-US" dirty="0"/>
              <a:t>的张量处理器</a:t>
            </a:r>
            <a:r>
              <a:rPr lang="en-US" altLang="zh-CN" dirty="0"/>
              <a:t>(TPU)</a:t>
            </a:r>
          </a:p>
          <a:p>
            <a:r>
              <a:rPr lang="en-US" altLang="zh-CN" dirty="0"/>
              <a:t>Some Commonalities  </a:t>
            </a:r>
            <a:r>
              <a:rPr lang="zh-CN" altLang="en-US" dirty="0"/>
              <a:t>一些共通之处</a:t>
            </a:r>
            <a:endParaRPr lang="en-US" altLang="zh-CN" dirty="0"/>
          </a:p>
          <a:p>
            <a:pPr lvl="1"/>
            <a:r>
              <a:rPr lang="en-US" altLang="zh-CN" dirty="0"/>
              <a:t>High parallelism  </a:t>
            </a:r>
            <a:r>
              <a:rPr lang="zh-CN" altLang="en-US" dirty="0"/>
              <a:t>高并行度</a:t>
            </a:r>
            <a:endParaRPr lang="en-US" altLang="zh-CN" dirty="0"/>
          </a:p>
          <a:p>
            <a:pPr lvl="1"/>
            <a:r>
              <a:rPr lang="en-US" altLang="zh-CN" dirty="0"/>
              <a:t>Software managed cache  </a:t>
            </a:r>
            <a:r>
              <a:rPr lang="zh-CN" altLang="en-US" dirty="0"/>
              <a:t>软件管理缓存</a:t>
            </a:r>
            <a:endParaRPr lang="en-US" altLang="zh-CN" dirty="0"/>
          </a:p>
          <a:p>
            <a:pPr lvl="1"/>
            <a:r>
              <a:rPr lang="en-US" altLang="zh-CN" dirty="0"/>
              <a:t>Asynchronous execution  </a:t>
            </a:r>
            <a:r>
              <a:rPr lang="zh-CN" altLang="en-US" dirty="0"/>
              <a:t>异步执行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1282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8EF31-6923-7EBC-5F41-9CC898FE0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202E-7E8D-1E55-1C05-34992EF8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Many Offloading Patterns</a:t>
            </a:r>
            <a:br>
              <a:rPr lang="en-US" altLang="zh-CN" dirty="0"/>
            </a:br>
            <a:r>
              <a:rPr lang="zh-CN" altLang="en-US" dirty="0"/>
              <a:t>很多分担模式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A0A6582-6887-712D-CBA1-6197F7FE1B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ECDA4-332A-77A9-A4BC-86FB924E0D55}"/>
              </a:ext>
            </a:extLst>
          </p:cNvPr>
          <p:cNvSpPr txBox="1"/>
          <p:nvPr/>
        </p:nvSpPr>
        <p:spPr>
          <a:xfrm>
            <a:off x="381000" y="1759803"/>
            <a:ext cx="838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GPUs &amp; AI accelerators provide high-throughput computing for math-intensive tasks</a:t>
            </a:r>
          </a:p>
          <a:p>
            <a:pPr algn="ctr"/>
            <a:r>
              <a:rPr lang="en-US" altLang="zh-CN" sz="2400" dirty="0"/>
              <a:t>GPU</a:t>
            </a:r>
            <a:r>
              <a:rPr lang="zh-CN" altLang="en-US" sz="2400" dirty="0"/>
              <a:t>和其他</a:t>
            </a:r>
            <a:r>
              <a:rPr lang="en-US" altLang="zh-CN" sz="2400" dirty="0"/>
              <a:t>AI</a:t>
            </a:r>
            <a:r>
              <a:rPr lang="zh-CN" altLang="en-US" sz="2400" dirty="0"/>
              <a:t>加速器为数学密集的任务提供了高吞吐的计算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B71DA-F0B3-9D54-A687-B6E92B9A33EE}"/>
              </a:ext>
            </a:extLst>
          </p:cNvPr>
          <p:cNvSpPr txBox="1"/>
          <p:nvPr/>
        </p:nvSpPr>
        <p:spPr>
          <a:xfrm>
            <a:off x="533400" y="34362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But there’re a variety of other offloading patterns</a:t>
            </a:r>
          </a:p>
          <a:p>
            <a:pPr algn="ctr"/>
            <a:r>
              <a:rPr lang="zh-CN" altLang="en-US" sz="2400" dirty="0"/>
              <a:t>然而还有很多其他的分担模式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9AAB6-DAFF-C363-95EB-32D91B077C97}"/>
              </a:ext>
            </a:extLst>
          </p:cNvPr>
          <p:cNvSpPr txBox="1"/>
          <p:nvPr/>
        </p:nvSpPr>
        <p:spPr>
          <a:xfrm>
            <a:off x="685800" y="4743271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We’ll briefly talk about some of the patterns</a:t>
            </a:r>
          </a:p>
          <a:p>
            <a:pPr algn="ctr"/>
            <a:r>
              <a:rPr lang="zh-CN" altLang="en-US" sz="2400" dirty="0"/>
              <a:t>我们简要地说一下其中的一些模式</a:t>
            </a:r>
          </a:p>
        </p:txBody>
      </p:sp>
    </p:spTree>
    <p:extLst>
      <p:ext uri="{BB962C8B-B14F-4D97-AF65-F5344CB8AC3E}">
        <p14:creationId xmlns:p14="http://schemas.microsoft.com/office/powerpoint/2010/main" val="285448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D7267-12D7-73F4-AD64-E986C380F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F52BB-D063-26B7-DE25-9DD388057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Divide-and-Conquer</a:t>
            </a:r>
            <a:br>
              <a:rPr lang="en-US" altLang="zh-CN" dirty="0"/>
            </a:br>
            <a:r>
              <a:rPr lang="zh-CN" altLang="en-US" dirty="0"/>
              <a:t>回忆分而治之</a:t>
            </a:r>
            <a:endParaRPr lang="zh-CN" alt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752519-BB50-95AE-E459-E2CD9F16E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91" y="4272176"/>
            <a:ext cx="1391797" cy="600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9B2291-6C44-19E4-BE54-C22B71FB7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591" y="4272176"/>
            <a:ext cx="1391797" cy="6001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C8D5F5-F0A2-FCD8-364D-EE9C3E869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297" y="4272175"/>
            <a:ext cx="1391797" cy="6001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CEE286A-180B-1FD7-08F1-CDBCA6221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003" y="4272175"/>
            <a:ext cx="1391797" cy="60015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3913901-49EC-568E-B1D8-7F4C0D388F9A}"/>
              </a:ext>
            </a:extLst>
          </p:cNvPr>
          <p:cNvSpPr txBox="1"/>
          <p:nvPr/>
        </p:nvSpPr>
        <p:spPr>
          <a:xfrm>
            <a:off x="2305087" y="5756255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Many servers  </a:t>
            </a:r>
            <a:r>
              <a:rPr lang="zh-CN" altLang="en-US" sz="2400" dirty="0"/>
              <a:t>很多服务器</a:t>
            </a:r>
            <a:endParaRPr lang="en-US" altLang="zh-CN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F0E809-8E23-A65E-67D4-1C5DD77F5AA2}"/>
              </a:ext>
            </a:extLst>
          </p:cNvPr>
          <p:cNvSpPr txBox="1"/>
          <p:nvPr/>
        </p:nvSpPr>
        <p:spPr>
          <a:xfrm>
            <a:off x="2391384" y="1669702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 large job  </a:t>
            </a:r>
            <a:r>
              <a:rPr lang="zh-CN" altLang="en-US" sz="2400" dirty="0"/>
              <a:t>一个大型作业</a:t>
            </a:r>
            <a:endParaRPr lang="en-US" altLang="zh-CN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7F096F-C27B-D747-23BA-459C9DBD4B11}"/>
              </a:ext>
            </a:extLst>
          </p:cNvPr>
          <p:cNvSpPr txBox="1"/>
          <p:nvPr/>
        </p:nvSpPr>
        <p:spPr>
          <a:xfrm>
            <a:off x="834685" y="297180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1 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11E566-319D-E106-B13E-C9FE6B02A458}"/>
              </a:ext>
            </a:extLst>
          </p:cNvPr>
          <p:cNvSpPr txBox="1"/>
          <p:nvPr/>
        </p:nvSpPr>
        <p:spPr>
          <a:xfrm>
            <a:off x="2701139" y="298704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2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A8E421-A62C-4685-305E-F934D6BD3338}"/>
              </a:ext>
            </a:extLst>
          </p:cNvPr>
          <p:cNvSpPr txBox="1"/>
          <p:nvPr/>
        </p:nvSpPr>
        <p:spPr>
          <a:xfrm>
            <a:off x="6434047" y="297180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4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2BC83C-ED58-9665-C40F-C4A7A0C7E916}"/>
              </a:ext>
            </a:extLst>
          </p:cNvPr>
          <p:cNvSpPr txBox="1"/>
          <p:nvPr/>
        </p:nvSpPr>
        <p:spPr>
          <a:xfrm>
            <a:off x="4567593" y="298704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3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DB8787C-9F05-7F18-A7E3-11538359D4AA}"/>
              </a:ext>
            </a:extLst>
          </p:cNvPr>
          <p:cNvCxnSpPr>
            <a:stCxn id="23" idx="2"/>
            <a:endCxn id="25" idx="0"/>
          </p:cNvCxnSpPr>
          <p:nvPr/>
        </p:nvCxnSpPr>
        <p:spPr bwMode="auto">
          <a:xfrm flipH="1">
            <a:off x="1613035" y="2131367"/>
            <a:ext cx="3045262" cy="8404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CC8802C-74E5-797A-DFA4-912FC90A416F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 bwMode="auto">
          <a:xfrm flipH="1">
            <a:off x="3479489" y="2131367"/>
            <a:ext cx="1178808" cy="8556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74E875-623A-ADC4-9796-CF3FAAA9A8E4}"/>
              </a:ext>
            </a:extLst>
          </p:cNvPr>
          <p:cNvCxnSpPr>
            <a:cxnSpLocks/>
            <a:stCxn id="23" idx="2"/>
            <a:endCxn id="31" idx="0"/>
          </p:cNvCxnSpPr>
          <p:nvPr/>
        </p:nvCxnSpPr>
        <p:spPr bwMode="auto">
          <a:xfrm>
            <a:off x="4658297" y="2131367"/>
            <a:ext cx="687646" cy="8556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33EBCAC-6584-41FB-BFF8-AE0992C4959D}"/>
              </a:ext>
            </a:extLst>
          </p:cNvPr>
          <p:cNvCxnSpPr>
            <a:cxnSpLocks/>
            <a:stCxn id="23" idx="2"/>
            <a:endCxn id="29" idx="0"/>
          </p:cNvCxnSpPr>
          <p:nvPr/>
        </p:nvCxnSpPr>
        <p:spPr bwMode="auto">
          <a:xfrm>
            <a:off x="4658297" y="2131367"/>
            <a:ext cx="2554100" cy="8404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477DE0DC-5092-5947-C386-83EFBC04C15A}"/>
              </a:ext>
            </a:extLst>
          </p:cNvPr>
          <p:cNvSpPr txBox="1"/>
          <p:nvPr/>
        </p:nvSpPr>
        <p:spPr>
          <a:xfrm>
            <a:off x="2391384" y="2371665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Decompose  </a:t>
            </a:r>
            <a:r>
              <a:rPr lang="zh-CN" altLang="en-US" sz="2400" dirty="0"/>
              <a:t>分解</a:t>
            </a:r>
            <a:endParaRPr lang="en-US" altLang="zh-CN" sz="2400" dirty="0"/>
          </a:p>
        </p:txBody>
      </p:sp>
      <p:sp>
        <p:nvSpPr>
          <p:cNvPr id="46" name="Arrow: Curved Left 45">
            <a:extLst>
              <a:ext uri="{FF2B5EF4-FFF2-40B4-BE49-F238E27FC236}">
                <a16:creationId xmlns:a16="http://schemas.microsoft.com/office/drawing/2014/main" id="{F243FEAF-B184-3FB1-AAB2-2046D7EB19C8}"/>
              </a:ext>
            </a:extLst>
          </p:cNvPr>
          <p:cNvSpPr/>
          <p:nvPr/>
        </p:nvSpPr>
        <p:spPr bwMode="auto">
          <a:xfrm>
            <a:off x="1512234" y="4341168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8" name="Arrow: Curved Left 47">
            <a:extLst>
              <a:ext uri="{FF2B5EF4-FFF2-40B4-BE49-F238E27FC236}">
                <a16:creationId xmlns:a16="http://schemas.microsoft.com/office/drawing/2014/main" id="{FBD42FA8-979C-419D-4528-0D2D7E4F0271}"/>
              </a:ext>
            </a:extLst>
          </p:cNvPr>
          <p:cNvSpPr/>
          <p:nvPr/>
        </p:nvSpPr>
        <p:spPr bwMode="auto">
          <a:xfrm>
            <a:off x="3385292" y="4326181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0" name="Arrow: Curved Left 49">
            <a:extLst>
              <a:ext uri="{FF2B5EF4-FFF2-40B4-BE49-F238E27FC236}">
                <a16:creationId xmlns:a16="http://schemas.microsoft.com/office/drawing/2014/main" id="{02A32B87-7A3C-CB67-6AB0-8B6E6CC42220}"/>
              </a:ext>
            </a:extLst>
          </p:cNvPr>
          <p:cNvSpPr/>
          <p:nvPr/>
        </p:nvSpPr>
        <p:spPr bwMode="auto">
          <a:xfrm>
            <a:off x="5354195" y="4369669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2" name="Arrow: Curved Left 51">
            <a:extLst>
              <a:ext uri="{FF2B5EF4-FFF2-40B4-BE49-F238E27FC236}">
                <a16:creationId xmlns:a16="http://schemas.microsoft.com/office/drawing/2014/main" id="{84951437-B024-9CE2-04E2-AE0AA70FA7F3}"/>
              </a:ext>
            </a:extLst>
          </p:cNvPr>
          <p:cNvSpPr/>
          <p:nvPr/>
        </p:nvSpPr>
        <p:spPr bwMode="auto">
          <a:xfrm>
            <a:off x="7212396" y="4385163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D205058-DDB0-8890-FFBA-858108F03280}"/>
              </a:ext>
            </a:extLst>
          </p:cNvPr>
          <p:cNvSpPr txBox="1"/>
          <p:nvPr/>
        </p:nvSpPr>
        <p:spPr>
          <a:xfrm>
            <a:off x="2305087" y="3800564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Compute  </a:t>
            </a:r>
            <a:r>
              <a:rPr lang="zh-CN" altLang="en-US" sz="2400" dirty="0"/>
              <a:t>计算</a:t>
            </a:r>
            <a:endParaRPr lang="en-US" altLang="zh-CN" sz="2400" dirty="0"/>
          </a:p>
        </p:txBody>
      </p:sp>
      <p:sp>
        <p:nvSpPr>
          <p:cNvPr id="55" name="Arrow: Left-Right 54">
            <a:extLst>
              <a:ext uri="{FF2B5EF4-FFF2-40B4-BE49-F238E27FC236}">
                <a16:creationId xmlns:a16="http://schemas.microsoft.com/office/drawing/2014/main" id="{3AEF8B49-B6E4-24B6-D498-C97B37B1A9AA}"/>
              </a:ext>
            </a:extLst>
          </p:cNvPr>
          <p:cNvSpPr/>
          <p:nvPr/>
        </p:nvSpPr>
        <p:spPr bwMode="auto">
          <a:xfrm>
            <a:off x="1804199" y="4341168"/>
            <a:ext cx="5408198" cy="307538"/>
          </a:xfrm>
          <a:prstGeom prst="leftRightArrow">
            <a:avLst/>
          </a:prstGeom>
          <a:solidFill>
            <a:schemeClr val="accent1">
              <a:alpha val="5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EA7B4D2-4402-AC9B-0E14-B040C2F42A97}"/>
              </a:ext>
            </a:extLst>
          </p:cNvPr>
          <p:cNvSpPr txBox="1"/>
          <p:nvPr/>
        </p:nvSpPr>
        <p:spPr>
          <a:xfrm>
            <a:off x="1339875" y="4839563"/>
            <a:ext cx="64554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Synchronization &amp; data exchange  </a:t>
            </a:r>
          </a:p>
          <a:p>
            <a:pPr algn="ctr"/>
            <a:r>
              <a:rPr lang="zh-CN" altLang="en-US" sz="2400" dirty="0"/>
              <a:t>同步与数据交换</a:t>
            </a:r>
            <a:endParaRPr lang="en-US" altLang="zh-CN" sz="24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7C02E2-CA31-F278-EF78-C89B0C9AA4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591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5" grpId="0"/>
      <p:bldP spid="27" grpId="0"/>
      <p:bldP spid="29" grpId="0"/>
      <p:bldP spid="31" grpId="0"/>
      <p:bldP spid="44" grpId="0"/>
      <p:bldP spid="44" grpId="1"/>
      <p:bldP spid="46" grpId="0" animBg="1"/>
      <p:bldP spid="48" grpId="0" animBg="1"/>
      <p:bldP spid="50" grpId="0" animBg="1"/>
      <p:bldP spid="52" grpId="0" animBg="1"/>
      <p:bldP spid="54" grpId="0"/>
      <p:bldP spid="55" grpId="0" animBg="1"/>
      <p:bldP spid="5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1F7DA-701B-70E7-9241-549B9F261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3C1DF-B7FB-ECFC-2293-11ABABC1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Divide-and-Conquer</a:t>
            </a:r>
            <a:br>
              <a:rPr lang="en-US" altLang="zh-CN" dirty="0"/>
            </a:br>
            <a:r>
              <a:rPr lang="zh-CN" altLang="en-US" dirty="0"/>
              <a:t>回忆分而治之</a:t>
            </a:r>
            <a:endParaRPr lang="zh-CN" alt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44F4BA-63B9-4683-56E0-1CCC877DB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91" y="4272176"/>
            <a:ext cx="1391797" cy="6001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675D17A-2ABD-F48A-C81F-FBB2D7F56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591" y="4272176"/>
            <a:ext cx="1391797" cy="6001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61DED7-5245-B60B-5079-E2B60C702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297" y="4272175"/>
            <a:ext cx="1391797" cy="6001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27DD298-67C7-8DAF-30D4-75B367640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003" y="4272175"/>
            <a:ext cx="1391797" cy="60015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B3AE4DE-BCB1-F3B3-3012-E0664F1902C4}"/>
              </a:ext>
            </a:extLst>
          </p:cNvPr>
          <p:cNvSpPr txBox="1"/>
          <p:nvPr/>
        </p:nvSpPr>
        <p:spPr>
          <a:xfrm>
            <a:off x="2391384" y="1669702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A large job  </a:t>
            </a:r>
            <a:r>
              <a:rPr lang="zh-CN" altLang="en-US" sz="2400" dirty="0"/>
              <a:t>一个大型作业</a:t>
            </a:r>
            <a:endParaRPr lang="en-US" altLang="zh-CN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1D7109-0731-FC46-8210-A7162BEDCCF4}"/>
              </a:ext>
            </a:extLst>
          </p:cNvPr>
          <p:cNvSpPr txBox="1"/>
          <p:nvPr/>
        </p:nvSpPr>
        <p:spPr>
          <a:xfrm>
            <a:off x="834685" y="297180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1 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D518EC-77BE-FD8D-DBB7-ACD3B3D8F762}"/>
              </a:ext>
            </a:extLst>
          </p:cNvPr>
          <p:cNvSpPr txBox="1"/>
          <p:nvPr/>
        </p:nvSpPr>
        <p:spPr>
          <a:xfrm>
            <a:off x="2701139" y="298704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2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1A437C-7C56-BE9F-BEEA-A83BC9EC934B}"/>
              </a:ext>
            </a:extLst>
          </p:cNvPr>
          <p:cNvSpPr txBox="1"/>
          <p:nvPr/>
        </p:nvSpPr>
        <p:spPr>
          <a:xfrm>
            <a:off x="6434047" y="297180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4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16E08E3-E884-1860-20AC-52B11D12B7D9}"/>
              </a:ext>
            </a:extLst>
          </p:cNvPr>
          <p:cNvSpPr txBox="1"/>
          <p:nvPr/>
        </p:nvSpPr>
        <p:spPr>
          <a:xfrm>
            <a:off x="4567593" y="2987040"/>
            <a:ext cx="15566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Task 3 </a:t>
            </a:r>
          </a:p>
          <a:p>
            <a:pPr algn="ctr"/>
            <a:r>
              <a:rPr lang="zh-CN" altLang="en-US" sz="2400" dirty="0"/>
              <a:t>任务</a:t>
            </a:r>
            <a:r>
              <a:rPr lang="en-US" altLang="zh-CN" sz="2400" dirty="0"/>
              <a:t>3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B6B74E-2045-9081-65B3-BC87C4F54E4F}"/>
              </a:ext>
            </a:extLst>
          </p:cNvPr>
          <p:cNvCxnSpPr>
            <a:stCxn id="23" idx="2"/>
            <a:endCxn id="25" idx="0"/>
          </p:cNvCxnSpPr>
          <p:nvPr/>
        </p:nvCxnSpPr>
        <p:spPr bwMode="auto">
          <a:xfrm flipH="1">
            <a:off x="1613035" y="2131367"/>
            <a:ext cx="3045262" cy="8404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FC466BF-3C13-99A8-5CA3-AA60A8EDACFC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 bwMode="auto">
          <a:xfrm flipH="1">
            <a:off x="3479489" y="2131367"/>
            <a:ext cx="1178808" cy="8556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D04CCAD-5209-A64C-24B5-13009F867E45}"/>
              </a:ext>
            </a:extLst>
          </p:cNvPr>
          <p:cNvCxnSpPr>
            <a:cxnSpLocks/>
            <a:stCxn id="23" idx="2"/>
            <a:endCxn id="31" idx="0"/>
          </p:cNvCxnSpPr>
          <p:nvPr/>
        </p:nvCxnSpPr>
        <p:spPr bwMode="auto">
          <a:xfrm>
            <a:off x="4658297" y="2131367"/>
            <a:ext cx="687646" cy="8556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15F6DA8-F2EC-47CD-DA94-DEE59EB4153B}"/>
              </a:ext>
            </a:extLst>
          </p:cNvPr>
          <p:cNvCxnSpPr>
            <a:cxnSpLocks/>
            <a:stCxn id="23" idx="2"/>
            <a:endCxn id="29" idx="0"/>
          </p:cNvCxnSpPr>
          <p:nvPr/>
        </p:nvCxnSpPr>
        <p:spPr bwMode="auto">
          <a:xfrm>
            <a:off x="4658297" y="2131367"/>
            <a:ext cx="2554100" cy="8404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A1DD6B3-6603-FB93-1DA4-28FD69A8B8B9}"/>
              </a:ext>
            </a:extLst>
          </p:cNvPr>
          <p:cNvSpPr txBox="1"/>
          <p:nvPr/>
        </p:nvSpPr>
        <p:spPr>
          <a:xfrm>
            <a:off x="2391384" y="2371665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Decompose  </a:t>
            </a:r>
            <a:r>
              <a:rPr lang="zh-CN" altLang="en-US" sz="2400" dirty="0"/>
              <a:t>分解</a:t>
            </a:r>
            <a:endParaRPr lang="en-US" altLang="zh-CN" sz="2400" dirty="0"/>
          </a:p>
        </p:txBody>
      </p:sp>
      <p:sp>
        <p:nvSpPr>
          <p:cNvPr id="46" name="Arrow: Curved Left 45">
            <a:extLst>
              <a:ext uri="{FF2B5EF4-FFF2-40B4-BE49-F238E27FC236}">
                <a16:creationId xmlns:a16="http://schemas.microsoft.com/office/drawing/2014/main" id="{52F70DA1-4FC2-0986-840D-DA1488F6DCF6}"/>
              </a:ext>
            </a:extLst>
          </p:cNvPr>
          <p:cNvSpPr/>
          <p:nvPr/>
        </p:nvSpPr>
        <p:spPr bwMode="auto">
          <a:xfrm>
            <a:off x="1512234" y="4341168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8" name="Arrow: Curved Left 47">
            <a:extLst>
              <a:ext uri="{FF2B5EF4-FFF2-40B4-BE49-F238E27FC236}">
                <a16:creationId xmlns:a16="http://schemas.microsoft.com/office/drawing/2014/main" id="{1EF58A60-D3DC-B55E-8DB8-77D620705D8A}"/>
              </a:ext>
            </a:extLst>
          </p:cNvPr>
          <p:cNvSpPr/>
          <p:nvPr/>
        </p:nvSpPr>
        <p:spPr bwMode="auto">
          <a:xfrm>
            <a:off x="3385292" y="4326181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0" name="Arrow: Curved Left 49">
            <a:extLst>
              <a:ext uri="{FF2B5EF4-FFF2-40B4-BE49-F238E27FC236}">
                <a16:creationId xmlns:a16="http://schemas.microsoft.com/office/drawing/2014/main" id="{29D38FF6-C4CC-F59A-EEEA-0ABCDADD3BD9}"/>
              </a:ext>
            </a:extLst>
          </p:cNvPr>
          <p:cNvSpPr/>
          <p:nvPr/>
        </p:nvSpPr>
        <p:spPr bwMode="auto">
          <a:xfrm>
            <a:off x="5354195" y="4369669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2" name="Arrow: Curved Left 51">
            <a:extLst>
              <a:ext uri="{FF2B5EF4-FFF2-40B4-BE49-F238E27FC236}">
                <a16:creationId xmlns:a16="http://schemas.microsoft.com/office/drawing/2014/main" id="{77CB40DB-138D-D1CE-49E7-8938A25B49BB}"/>
              </a:ext>
            </a:extLst>
          </p:cNvPr>
          <p:cNvSpPr/>
          <p:nvPr/>
        </p:nvSpPr>
        <p:spPr bwMode="auto">
          <a:xfrm>
            <a:off x="7212396" y="4385163"/>
            <a:ext cx="291965" cy="304800"/>
          </a:xfrm>
          <a:prstGeom prst="curvedLeftArrow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FF7DEF9-8910-537B-19FB-0C3F8C8C26E1}"/>
              </a:ext>
            </a:extLst>
          </p:cNvPr>
          <p:cNvSpPr txBox="1"/>
          <p:nvPr/>
        </p:nvSpPr>
        <p:spPr>
          <a:xfrm>
            <a:off x="2305087" y="3800564"/>
            <a:ext cx="4533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Compute  </a:t>
            </a:r>
            <a:r>
              <a:rPr lang="zh-CN" altLang="en-US" sz="2400" dirty="0"/>
              <a:t>计算</a:t>
            </a:r>
            <a:endParaRPr lang="en-US" altLang="zh-CN" sz="2400" dirty="0"/>
          </a:p>
        </p:txBody>
      </p:sp>
      <p:sp>
        <p:nvSpPr>
          <p:cNvPr id="55" name="Arrow: Left-Right 54">
            <a:extLst>
              <a:ext uri="{FF2B5EF4-FFF2-40B4-BE49-F238E27FC236}">
                <a16:creationId xmlns:a16="http://schemas.microsoft.com/office/drawing/2014/main" id="{45118CB8-6BB7-20A5-E98C-EAB335B9C8B3}"/>
              </a:ext>
            </a:extLst>
          </p:cNvPr>
          <p:cNvSpPr/>
          <p:nvPr/>
        </p:nvSpPr>
        <p:spPr bwMode="auto">
          <a:xfrm>
            <a:off x="1804199" y="4341168"/>
            <a:ext cx="5408198" cy="307538"/>
          </a:xfrm>
          <a:prstGeom prst="leftRightArrow">
            <a:avLst/>
          </a:prstGeom>
          <a:solidFill>
            <a:schemeClr val="accent1">
              <a:alpha val="51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F204E5-ADFD-E446-1428-2873AE75E2D5}"/>
              </a:ext>
            </a:extLst>
          </p:cNvPr>
          <p:cNvSpPr txBox="1"/>
          <p:nvPr/>
        </p:nvSpPr>
        <p:spPr>
          <a:xfrm>
            <a:off x="1339875" y="4839563"/>
            <a:ext cx="64554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Data exchange here usually involves a reduction operation, e.g., sum, max</a:t>
            </a:r>
          </a:p>
          <a:p>
            <a:pPr algn="ctr"/>
            <a:r>
              <a:rPr lang="zh-CN" altLang="en-US" sz="2400" dirty="0"/>
              <a:t>这里的数据交换常需要一个归约操作，</a:t>
            </a:r>
            <a:endParaRPr lang="en-US" altLang="zh-CN" sz="2400" dirty="0"/>
          </a:p>
          <a:p>
            <a:pPr algn="ctr"/>
            <a:r>
              <a:rPr lang="zh-CN" altLang="en-US" sz="2400" dirty="0"/>
              <a:t>例如求和、取最大值</a:t>
            </a:r>
            <a:endParaRPr lang="en-US" altLang="zh-CN" sz="2400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593A30-5BE5-8137-C96C-86C6DA9162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7180" y="6324600"/>
            <a:ext cx="854964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2184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F225-585D-2EB5-81AE-76942DD7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F394-8C21-6715-9A8C-8AEE0DCE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In-Network Computing</a:t>
            </a:r>
            <a:br>
              <a:rPr lang="en-US" altLang="zh-CN" dirty="0"/>
            </a:br>
            <a:r>
              <a:rPr lang="zh-CN" altLang="en-US" dirty="0"/>
              <a:t>网络内计算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A3F413B-1595-2627-3A72-7DB867E1F9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3A4AA13-BB38-9424-3955-CEBF0369F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Network Switches  </a:t>
            </a:r>
            <a:r>
              <a:rPr lang="zh-CN" altLang="en-US" dirty="0"/>
              <a:t>网络交换机</a:t>
            </a:r>
            <a:endParaRPr lang="en-US" altLang="zh-CN" dirty="0"/>
          </a:p>
          <a:p>
            <a:pPr lvl="1"/>
            <a:r>
              <a:rPr lang="en-US" altLang="zh-CN" dirty="0"/>
              <a:t>Required for data exchange across servers  </a:t>
            </a:r>
            <a:r>
              <a:rPr lang="zh-CN" altLang="en-US" dirty="0"/>
              <a:t>跨服务器数据交换所必须</a:t>
            </a:r>
            <a:endParaRPr lang="en-US" altLang="zh-CN" dirty="0"/>
          </a:p>
          <a:p>
            <a:r>
              <a:rPr lang="en-US" altLang="zh-CN" dirty="0"/>
              <a:t>In-Network Computing  </a:t>
            </a:r>
            <a:r>
              <a:rPr lang="zh-CN" altLang="en-US" dirty="0"/>
              <a:t>网络内计算</a:t>
            </a:r>
            <a:endParaRPr lang="en-US" altLang="zh-CN" dirty="0"/>
          </a:p>
          <a:p>
            <a:pPr lvl="1"/>
            <a:r>
              <a:rPr lang="en-US" altLang="zh-CN" dirty="0"/>
              <a:t>Reduction operation happens in the switches, not in the servers  </a:t>
            </a:r>
            <a:br>
              <a:rPr lang="en-US" altLang="zh-CN" dirty="0"/>
            </a:br>
            <a:r>
              <a:rPr lang="zh-CN" altLang="en-US" dirty="0"/>
              <a:t>归约操作由交换机处理，并非由服务器处理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67838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F9056-8B0D-E7CC-22BF-EF4C33F8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87CE-3AB2-0C28-993A-B6938364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Data-Intensive Computing</a:t>
            </a:r>
            <a:br>
              <a:rPr lang="en-US" altLang="zh-CN" dirty="0"/>
            </a:br>
            <a:r>
              <a:rPr lang="zh-CN" altLang="en-US" dirty="0"/>
              <a:t>数据密集计算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3A29D01-793E-0D00-3AC0-EA40FC4AA6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128E8E-6AE2-5D92-1796-EC7D09BFD001}"/>
              </a:ext>
            </a:extLst>
          </p:cNvPr>
          <p:cNvSpPr txBox="1"/>
          <p:nvPr/>
        </p:nvSpPr>
        <p:spPr>
          <a:xfrm>
            <a:off x="152400" y="1524000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Example: nearest neighbor classification of</a:t>
            </a:r>
          </a:p>
          <a:p>
            <a:pPr algn="ctr"/>
            <a:r>
              <a:rPr lang="en-US" altLang="zh-CN" sz="2400" dirty="0"/>
              <a:t>only 1 test sample </a:t>
            </a:r>
            <a:r>
              <a:rPr lang="en-US" altLang="zh-CN" sz="2400" dirty="0" err="1"/>
              <a:t>w.r.t.</a:t>
            </a:r>
            <a:r>
              <a:rPr lang="en-US" altLang="zh-CN" sz="2400" dirty="0"/>
              <a:t> 10,000 training samples</a:t>
            </a:r>
          </a:p>
          <a:p>
            <a:pPr algn="ctr"/>
            <a:r>
              <a:rPr lang="zh-CN" altLang="en-US" sz="2400" dirty="0"/>
              <a:t>例子：对一条测试数据进行有</a:t>
            </a:r>
            <a:r>
              <a:rPr lang="en-US" altLang="zh-CN" sz="2400" dirty="0"/>
              <a:t>10,000</a:t>
            </a:r>
            <a:r>
              <a:rPr lang="zh-CN" altLang="en-US" sz="2400" dirty="0"/>
              <a:t>条训练数据的最近邻分类</a:t>
            </a:r>
            <a:endParaRPr lang="en-US" altLang="zh-CN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BE0162-365A-3727-1C73-4DBBDF18E22A}"/>
              </a:ext>
            </a:extLst>
          </p:cNvPr>
          <p:cNvSpPr/>
          <p:nvPr/>
        </p:nvSpPr>
        <p:spPr>
          <a:xfrm>
            <a:off x="979715" y="3585939"/>
            <a:ext cx="1752600" cy="10954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100D1A"/>
                </a:solidFill>
              </a:rPr>
              <a:t>Processor </a:t>
            </a:r>
          </a:p>
          <a:p>
            <a:pPr algn="ctr"/>
            <a:r>
              <a:rPr lang="zh-CN" altLang="en-US" sz="2000" dirty="0">
                <a:solidFill>
                  <a:srgbClr val="100D1A"/>
                </a:solidFill>
              </a:rPr>
              <a:t>处理器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5F6D82-6095-E0EF-B3CB-4DAFC153FF3B}"/>
              </a:ext>
            </a:extLst>
          </p:cNvPr>
          <p:cNvSpPr/>
          <p:nvPr/>
        </p:nvSpPr>
        <p:spPr>
          <a:xfrm>
            <a:off x="6411685" y="3585939"/>
            <a:ext cx="1752600" cy="109546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100D1A"/>
                </a:solidFill>
              </a:rPr>
              <a:t>Memory </a:t>
            </a:r>
          </a:p>
          <a:p>
            <a:pPr algn="ctr"/>
            <a:r>
              <a:rPr lang="zh-CN" altLang="en-US" sz="2000" dirty="0">
                <a:solidFill>
                  <a:srgbClr val="100D1A"/>
                </a:solidFill>
              </a:rPr>
              <a:t>内存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F53CCB4-C89D-2AD4-39A6-3ACF349C1A77}"/>
              </a:ext>
            </a:extLst>
          </p:cNvPr>
          <p:cNvSpPr/>
          <p:nvPr/>
        </p:nvSpPr>
        <p:spPr bwMode="auto">
          <a:xfrm rot="10800000">
            <a:off x="2819400" y="3905071"/>
            <a:ext cx="3352800" cy="4572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B99E72-2A0C-83E7-3CE2-724025B0DBDB}"/>
              </a:ext>
            </a:extLst>
          </p:cNvPr>
          <p:cNvSpPr txBox="1"/>
          <p:nvPr/>
        </p:nvSpPr>
        <p:spPr>
          <a:xfrm>
            <a:off x="674914" y="3013501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Transfer 10,000 x sample size</a:t>
            </a:r>
          </a:p>
          <a:p>
            <a:pPr algn="ctr"/>
            <a:r>
              <a:rPr lang="zh-CN" altLang="en-US" sz="2400" dirty="0"/>
              <a:t>传送</a:t>
            </a:r>
            <a:r>
              <a:rPr lang="en-US" altLang="zh-CN" sz="2400" dirty="0"/>
              <a:t>10,000 x </a:t>
            </a:r>
            <a:r>
              <a:rPr lang="zh-CN" altLang="en-US" sz="2400" dirty="0"/>
              <a:t>数据大小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47071E-D2F9-BD9A-1AB0-99FFA36988DF}"/>
              </a:ext>
            </a:extLst>
          </p:cNvPr>
          <p:cNvSpPr txBox="1"/>
          <p:nvPr/>
        </p:nvSpPr>
        <p:spPr>
          <a:xfrm>
            <a:off x="533400" y="483834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Limited by memory bandwidth w/o data reuse</a:t>
            </a:r>
          </a:p>
          <a:p>
            <a:pPr algn="ctr"/>
            <a:r>
              <a:rPr lang="zh-CN" altLang="en-US" sz="2400" dirty="0"/>
              <a:t>受限于内存带宽，而且没有数据重用</a:t>
            </a:r>
          </a:p>
        </p:txBody>
      </p:sp>
    </p:spTree>
    <p:extLst>
      <p:ext uri="{BB962C8B-B14F-4D97-AF65-F5344CB8AC3E}">
        <p14:creationId xmlns:p14="http://schemas.microsoft.com/office/powerpoint/2010/main" val="1308115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13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F3705-6610-DE2C-AE0F-E003C4F34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36B81-1AD0-1EF4-6CCA-097098801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Processing-in-Memory</a:t>
            </a:r>
            <a:br>
              <a:rPr lang="en-US" altLang="zh-CN" dirty="0"/>
            </a:br>
            <a:r>
              <a:rPr lang="zh-CN" altLang="en-US" dirty="0"/>
              <a:t>存内计算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9CC7676-8423-AA4E-6555-8D398BF8AE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B3CB64-B416-E86F-F933-49D9DBB9A3D3}"/>
              </a:ext>
            </a:extLst>
          </p:cNvPr>
          <p:cNvSpPr txBox="1"/>
          <p:nvPr/>
        </p:nvSpPr>
        <p:spPr>
          <a:xfrm>
            <a:off x="152400" y="1524000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Imagine the memory having some </a:t>
            </a:r>
            <a:br>
              <a:rPr lang="en-US" altLang="zh-CN" sz="2400" dirty="0"/>
            </a:br>
            <a:r>
              <a:rPr lang="en-US" altLang="zh-CN" sz="2400" dirty="0"/>
              <a:t>specific compute capability, e.g., computing distance</a:t>
            </a:r>
          </a:p>
          <a:p>
            <a:pPr algn="ctr"/>
            <a:r>
              <a:rPr lang="zh-CN" altLang="en-US" sz="2400" dirty="0"/>
              <a:t>想象一下内存具备某些特殊计算能力，例如距离计算</a:t>
            </a:r>
            <a:endParaRPr lang="en-US" altLang="zh-CN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1CD2CA-583A-4954-B050-38ECADCDFB51}"/>
              </a:ext>
            </a:extLst>
          </p:cNvPr>
          <p:cNvSpPr/>
          <p:nvPr/>
        </p:nvSpPr>
        <p:spPr>
          <a:xfrm>
            <a:off x="979715" y="3585939"/>
            <a:ext cx="1752600" cy="10954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100D1A"/>
                </a:solidFill>
              </a:rPr>
              <a:t>Processor </a:t>
            </a:r>
          </a:p>
          <a:p>
            <a:pPr algn="ctr"/>
            <a:r>
              <a:rPr lang="zh-CN" altLang="en-US" sz="2000" dirty="0">
                <a:solidFill>
                  <a:srgbClr val="100D1A"/>
                </a:solidFill>
              </a:rPr>
              <a:t>处理器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847316-8DC9-1CBE-9BBD-A7796B148C59}"/>
              </a:ext>
            </a:extLst>
          </p:cNvPr>
          <p:cNvSpPr/>
          <p:nvPr/>
        </p:nvSpPr>
        <p:spPr>
          <a:xfrm>
            <a:off x="6411685" y="3585939"/>
            <a:ext cx="1752600" cy="1095465"/>
          </a:xfrm>
          <a:prstGeom prst="rect">
            <a:avLst/>
          </a:prstGeom>
          <a:noFill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100D1A"/>
                </a:solidFill>
              </a:rPr>
              <a:t>Memory </a:t>
            </a:r>
          </a:p>
          <a:p>
            <a:pPr algn="ctr"/>
            <a:r>
              <a:rPr lang="zh-CN" altLang="en-US" sz="2000" dirty="0">
                <a:solidFill>
                  <a:srgbClr val="100D1A"/>
                </a:solidFill>
              </a:rPr>
              <a:t>内存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297197A-0E98-7D95-3DD2-D753024CDD8D}"/>
              </a:ext>
            </a:extLst>
          </p:cNvPr>
          <p:cNvSpPr/>
          <p:nvPr/>
        </p:nvSpPr>
        <p:spPr bwMode="auto">
          <a:xfrm>
            <a:off x="2906486" y="3910871"/>
            <a:ext cx="3352800" cy="4572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5D4053-E2DC-674A-ECC7-C36671622C3F}"/>
              </a:ext>
            </a:extLst>
          </p:cNvPr>
          <p:cNvSpPr txBox="1"/>
          <p:nvPr/>
        </p:nvSpPr>
        <p:spPr>
          <a:xfrm>
            <a:off x="685800" y="2700169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Transfer the test sample only, 1 x sample size</a:t>
            </a:r>
          </a:p>
          <a:p>
            <a:pPr algn="ctr"/>
            <a:r>
              <a:rPr lang="zh-CN" altLang="en-US" sz="2400" dirty="0"/>
              <a:t>仅传送测试数据，</a:t>
            </a:r>
            <a:r>
              <a:rPr lang="en-US" altLang="zh-CN" sz="2400" dirty="0"/>
              <a:t>1 x </a:t>
            </a:r>
            <a:r>
              <a:rPr lang="zh-CN" altLang="en-US" sz="2400" dirty="0"/>
              <a:t>数据大小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10ED55-88DC-C082-0EDB-2EF1CFF36977}"/>
              </a:ext>
            </a:extLst>
          </p:cNvPr>
          <p:cNvSpPr/>
          <p:nvPr/>
        </p:nvSpPr>
        <p:spPr>
          <a:xfrm>
            <a:off x="6411686" y="3581400"/>
            <a:ext cx="1752600" cy="10954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100D1A"/>
                </a:solidFill>
              </a:rPr>
              <a:t>Memory </a:t>
            </a:r>
          </a:p>
          <a:p>
            <a:pPr algn="ctr"/>
            <a:r>
              <a:rPr lang="zh-CN" altLang="en-US" sz="2000" dirty="0">
                <a:solidFill>
                  <a:srgbClr val="100D1A"/>
                </a:solidFill>
              </a:rPr>
              <a:t>内存</a:t>
            </a:r>
            <a:endParaRPr lang="en-US" sz="2000" dirty="0">
              <a:solidFill>
                <a:srgbClr val="100D1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5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38719-177E-493B-A8FC-8FB6DA94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9A0F-E60C-A61D-7868-DB737EF8F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Processing-in-Memory</a:t>
            </a:r>
            <a:br>
              <a:rPr lang="en-US" altLang="zh-CN" dirty="0"/>
            </a:br>
            <a:r>
              <a:rPr lang="zh-CN" altLang="en-US" dirty="0"/>
              <a:t>存内计算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EBACE45-1CAC-A0D6-EF2F-91DB32AB0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C110A-2E5D-2A3A-9B9A-BFDA5CAFA8FA}"/>
              </a:ext>
            </a:extLst>
          </p:cNvPr>
          <p:cNvSpPr txBox="1"/>
          <p:nvPr/>
        </p:nvSpPr>
        <p:spPr>
          <a:xfrm>
            <a:off x="152400" y="1524000"/>
            <a:ext cx="883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Imagine the memory having some </a:t>
            </a:r>
            <a:br>
              <a:rPr lang="en-US" altLang="zh-CN" sz="2400" dirty="0"/>
            </a:br>
            <a:r>
              <a:rPr lang="en-US" altLang="zh-CN" sz="2400" dirty="0"/>
              <a:t>specific compute capability, e.g., computing distance</a:t>
            </a:r>
          </a:p>
          <a:p>
            <a:pPr algn="ctr"/>
            <a:r>
              <a:rPr lang="zh-CN" altLang="en-US" sz="2400" dirty="0"/>
              <a:t>想象一下内存具备某些特殊计算能力，例如距离计算</a:t>
            </a:r>
            <a:endParaRPr lang="en-US" altLang="zh-CN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304F1-79C8-7CF3-5E79-9DABF8DE5B25}"/>
              </a:ext>
            </a:extLst>
          </p:cNvPr>
          <p:cNvSpPr/>
          <p:nvPr/>
        </p:nvSpPr>
        <p:spPr>
          <a:xfrm>
            <a:off x="979715" y="3585939"/>
            <a:ext cx="1752600" cy="10954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100D1A"/>
                </a:solidFill>
              </a:rPr>
              <a:t>Processor </a:t>
            </a:r>
          </a:p>
          <a:p>
            <a:pPr algn="ctr"/>
            <a:r>
              <a:rPr lang="zh-CN" altLang="en-US" sz="2000" dirty="0">
                <a:solidFill>
                  <a:srgbClr val="100D1A"/>
                </a:solidFill>
              </a:rPr>
              <a:t>处理器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86E9AC-C7D1-3EBE-4706-BBEB5C79A486}"/>
              </a:ext>
            </a:extLst>
          </p:cNvPr>
          <p:cNvSpPr/>
          <p:nvPr/>
        </p:nvSpPr>
        <p:spPr>
          <a:xfrm>
            <a:off x="6411685" y="3585939"/>
            <a:ext cx="1752600" cy="10954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100D1A"/>
                </a:solidFill>
              </a:rPr>
              <a:t>Memory </a:t>
            </a:r>
          </a:p>
          <a:p>
            <a:pPr algn="ctr"/>
            <a:r>
              <a:rPr lang="zh-CN" altLang="en-US" sz="2000" dirty="0">
                <a:solidFill>
                  <a:srgbClr val="100D1A"/>
                </a:solidFill>
              </a:rPr>
              <a:t>内存</a:t>
            </a:r>
            <a:endParaRPr lang="en-US" sz="2000" dirty="0">
              <a:solidFill>
                <a:srgbClr val="100D1A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84340B5-55E7-C174-1254-94F678DC67C9}"/>
              </a:ext>
            </a:extLst>
          </p:cNvPr>
          <p:cNvSpPr/>
          <p:nvPr/>
        </p:nvSpPr>
        <p:spPr bwMode="auto">
          <a:xfrm rot="10800000">
            <a:off x="2906486" y="3910871"/>
            <a:ext cx="3352800" cy="4572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186A07-C8F9-3A3B-F50F-3CC1EBF469EB}"/>
              </a:ext>
            </a:extLst>
          </p:cNvPr>
          <p:cNvSpPr txBox="1"/>
          <p:nvPr/>
        </p:nvSpPr>
        <p:spPr>
          <a:xfrm>
            <a:off x="685800" y="3055203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Return the 10,000 distances</a:t>
            </a:r>
          </a:p>
          <a:p>
            <a:pPr algn="ctr"/>
            <a:r>
              <a:rPr lang="zh-CN" altLang="en-US" sz="2400" dirty="0"/>
              <a:t>传回</a:t>
            </a:r>
            <a:r>
              <a:rPr lang="en-US" altLang="zh-CN" sz="2400" dirty="0"/>
              <a:t>10,000</a:t>
            </a:r>
            <a:r>
              <a:rPr lang="zh-CN" altLang="en-US" sz="2400" dirty="0"/>
              <a:t>个距离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C1FC02-5089-0336-76B4-560E7747A275}"/>
              </a:ext>
            </a:extLst>
          </p:cNvPr>
          <p:cNvSpPr txBox="1"/>
          <p:nvPr/>
        </p:nvSpPr>
        <p:spPr>
          <a:xfrm>
            <a:off x="533400" y="4838343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Data transfer volume greatly reduced</a:t>
            </a:r>
          </a:p>
          <a:p>
            <a:pPr algn="ctr"/>
            <a:r>
              <a:rPr lang="en-US" altLang="zh-CN" sz="2400" dirty="0"/>
              <a:t> over the limited bandwidth</a:t>
            </a:r>
          </a:p>
          <a:p>
            <a:pPr algn="ctr"/>
            <a:r>
              <a:rPr lang="zh-CN" altLang="en-US" sz="2400" dirty="0"/>
              <a:t>在受限的带宽上传输的数据量大幅下降</a:t>
            </a:r>
          </a:p>
        </p:txBody>
      </p:sp>
    </p:spTree>
    <p:extLst>
      <p:ext uri="{BB962C8B-B14F-4D97-AF65-F5344CB8AC3E}">
        <p14:creationId xmlns:p14="http://schemas.microsoft.com/office/powerpoint/2010/main" val="2278926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CD409-FB0B-9830-741A-6E1F9AC99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CFCE-96DD-EC19-50BE-4A5DACBD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Close-to-Life Example  </a:t>
            </a:r>
            <a:br>
              <a:rPr lang="en-US" altLang="zh-CN" dirty="0"/>
            </a:br>
            <a:r>
              <a:rPr lang="zh-CN" altLang="en-US" dirty="0"/>
              <a:t>贴近生活的例子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5B7ADAA-9F55-0999-CC22-A8C5A428EE0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/>
              <a:t>工作负载分担</a:t>
            </a:r>
            <a:endParaRPr lang="en-US" altLang="zh-C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F78BA4-8F11-0977-3AC3-C75FFD269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800600"/>
          </a:xfrm>
        </p:spPr>
        <p:txBody>
          <a:bodyPr>
            <a:normAutofit/>
          </a:bodyPr>
          <a:lstStyle/>
          <a:p>
            <a:r>
              <a:rPr lang="en-US" altLang="zh-CN" dirty="0"/>
              <a:t>Music Playback on Smartphone  </a:t>
            </a:r>
            <a:br>
              <a:rPr lang="en-US" altLang="zh-CN" dirty="0"/>
            </a:br>
            <a:r>
              <a:rPr lang="zh-CN" altLang="en-US" dirty="0"/>
              <a:t>手机上的音乐播放</a:t>
            </a:r>
            <a:endParaRPr lang="en-US" altLang="zh-CN" dirty="0"/>
          </a:p>
          <a:p>
            <a:pPr lvl="1"/>
            <a:r>
              <a:rPr lang="en-US" altLang="zh-CN" dirty="0"/>
              <a:t>Offloaded to digital signal processors</a:t>
            </a:r>
            <a:br>
              <a:rPr lang="en-US" altLang="zh-CN" dirty="0"/>
            </a:br>
            <a:r>
              <a:rPr lang="zh-CN" altLang="en-US" dirty="0"/>
              <a:t>由数字信号处理器分担</a:t>
            </a:r>
            <a:endParaRPr lang="en-US" altLang="zh-CN" dirty="0"/>
          </a:p>
          <a:p>
            <a:pPr lvl="1"/>
            <a:r>
              <a:rPr lang="en-US" altLang="zh-CN" dirty="0"/>
              <a:t>Not handled by CPU  </a:t>
            </a:r>
            <a:r>
              <a:rPr lang="zh-CN" altLang="en-US" dirty="0"/>
              <a:t>并非由</a:t>
            </a:r>
            <a:r>
              <a:rPr lang="en-US" altLang="zh-CN" dirty="0"/>
              <a:t>CPU</a:t>
            </a:r>
            <a:r>
              <a:rPr lang="zh-CN" altLang="en-US" dirty="0"/>
              <a:t>处理</a:t>
            </a:r>
            <a:endParaRPr lang="en-US" altLang="zh-CN" dirty="0"/>
          </a:p>
          <a:p>
            <a:r>
              <a:rPr lang="en-US" altLang="zh-CN" dirty="0"/>
              <a:t>Advantages  </a:t>
            </a:r>
            <a:r>
              <a:rPr lang="zh-CN" altLang="en-US" dirty="0"/>
              <a:t>优势</a:t>
            </a:r>
            <a:endParaRPr lang="en-US" altLang="zh-CN" dirty="0"/>
          </a:p>
          <a:p>
            <a:pPr lvl="1"/>
            <a:r>
              <a:rPr lang="en-US" altLang="zh-CN" dirty="0"/>
              <a:t>Far lower power draw  </a:t>
            </a:r>
            <a:r>
              <a:rPr lang="zh-CN" altLang="en-US" dirty="0"/>
              <a:t>耗电非常少</a:t>
            </a:r>
            <a:endParaRPr lang="en-US" altLang="zh-CN" dirty="0"/>
          </a:p>
          <a:p>
            <a:pPr lvl="1"/>
            <a:r>
              <a:rPr lang="en-US" altLang="zh-CN" dirty="0"/>
              <a:t>Workable w/ CPU in sleep mode  </a:t>
            </a:r>
            <a:br>
              <a:rPr lang="en-US" altLang="zh-CN" dirty="0"/>
            </a:br>
            <a:r>
              <a:rPr lang="zh-CN" altLang="en-US" dirty="0"/>
              <a:t>在</a:t>
            </a:r>
            <a:r>
              <a:rPr lang="en-US" altLang="zh-CN" dirty="0"/>
              <a:t>CPU</a:t>
            </a:r>
            <a:r>
              <a:rPr lang="zh-CN" altLang="en-US" dirty="0"/>
              <a:t>处于低功耗睡眠模式时依然可用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2751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1E672-7FAB-62E1-BAB4-EBC38B0E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FEC1-6784-C694-A862-2D5CFC296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Accelerators &amp; Offloading</a:t>
            </a:r>
            <a:br>
              <a:rPr lang="en-US" altLang="zh-CN" dirty="0"/>
            </a:br>
            <a:r>
              <a:rPr lang="zh-CN" altLang="en-US" dirty="0"/>
              <a:t>加速器和分担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BBFF127-7D9D-501F-D770-F9816CF14F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324600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How Computing Works - Modern Paradigms of Architecture &amp; System: 7. Workload Offloading</a:t>
            </a:r>
          </a:p>
          <a:p>
            <a:pPr>
              <a:defRPr/>
            </a:pPr>
            <a:r>
              <a:rPr lang="zh-CN" altLang="en-US" dirty="0"/>
              <a:t>计算如何运作 </a:t>
            </a:r>
            <a:r>
              <a:rPr lang="en-US" altLang="zh-CN" dirty="0"/>
              <a:t>– </a:t>
            </a:r>
            <a:r>
              <a:rPr lang="zh-CN" altLang="en-US" dirty="0"/>
              <a:t>架构与系统的现代范式： </a:t>
            </a:r>
            <a:r>
              <a:rPr lang="en-US" altLang="zh-CN" dirty="0"/>
              <a:t>7. </a:t>
            </a:r>
            <a:r>
              <a:rPr lang="zh-CN" altLang="en-US" dirty="0"/>
              <a:t>工作负载分担</a:t>
            </a:r>
            <a:endParaRPr lang="en-US" altLang="zh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0A840A-AA37-D3C5-2B62-BB1AD66FF11D}"/>
              </a:ext>
            </a:extLst>
          </p:cNvPr>
          <p:cNvSpPr txBox="1"/>
          <p:nvPr/>
        </p:nvSpPr>
        <p:spPr>
          <a:xfrm>
            <a:off x="400050" y="1600200"/>
            <a:ext cx="83439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Computing is diverging, </a:t>
            </a:r>
            <a:r>
              <a:rPr lang="en-US" altLang="zh-CN" sz="2400" dirty="0"/>
              <a:t>w/</a:t>
            </a:r>
            <a:r>
              <a:rPr lang="en-US" sz="2400" dirty="0"/>
              <a:t> many </a:t>
            </a:r>
          </a:p>
          <a:p>
            <a:pPr algn="ctr"/>
            <a:r>
              <a:rPr lang="en-US" sz="2400" dirty="0"/>
              <a:t>segments seeing decent demand</a:t>
            </a:r>
            <a:r>
              <a:rPr lang="en-US" altLang="zh-CN" sz="2400" dirty="0"/>
              <a:t> </a:t>
            </a:r>
          </a:p>
          <a:p>
            <a:pPr algn="ctr"/>
            <a:r>
              <a:rPr lang="zh-CN" altLang="en-US" sz="2400" dirty="0"/>
              <a:t>计算正变得多样化，其中很多都有相当的需求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CD213C-4D53-ED5E-431C-FAFCE8E366E4}"/>
              </a:ext>
            </a:extLst>
          </p:cNvPr>
          <p:cNvSpPr txBox="1"/>
          <p:nvPr/>
        </p:nvSpPr>
        <p:spPr>
          <a:xfrm>
            <a:off x="533400" y="3356401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It’s an age of accelerators &amp; workload offloading …</a:t>
            </a:r>
          </a:p>
          <a:p>
            <a:pPr algn="ctr"/>
            <a:r>
              <a:rPr lang="zh-CN" altLang="en-US" sz="2400" dirty="0"/>
              <a:t>这是加速器和工作负载分担的时代</a:t>
            </a:r>
            <a:r>
              <a:rPr lang="en-US" altLang="zh-CN" sz="2400" dirty="0"/>
              <a:t>……</a:t>
            </a:r>
            <a:endParaRPr lang="zh-CN" alt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70942-4811-87D3-FC0B-4EFB4A21EEF9}"/>
              </a:ext>
            </a:extLst>
          </p:cNvPr>
          <p:cNvSpPr txBox="1"/>
          <p:nvPr/>
        </p:nvSpPr>
        <p:spPr>
          <a:xfrm>
            <a:off x="685800" y="4743271"/>
            <a:ext cx="807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&amp; an age of wisdom for computing efficiency</a:t>
            </a:r>
          </a:p>
          <a:p>
            <a:pPr algn="ctr"/>
            <a:r>
              <a:rPr lang="zh-CN" altLang="en-US" sz="2400" dirty="0"/>
              <a:t>也是一个追求计算效率的智慧的时代</a:t>
            </a:r>
          </a:p>
        </p:txBody>
      </p:sp>
    </p:spTree>
    <p:extLst>
      <p:ext uri="{BB962C8B-B14F-4D97-AF65-F5344CB8AC3E}">
        <p14:creationId xmlns:p14="http://schemas.microsoft.com/office/powerpoint/2010/main" val="377587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40B1A4C5819246B9BFCCBA066F3ABE" ma:contentTypeVersion="19" ma:contentTypeDescription="Create a new document." ma:contentTypeScope="" ma:versionID="9692fad3877e1ae90f51e4baed900726">
  <xsd:schema xmlns:xsd="http://www.w3.org/2001/XMLSchema" xmlns:xs="http://www.w3.org/2001/XMLSchema" xmlns:p="http://schemas.microsoft.com/office/2006/metadata/properties" xmlns:ns3="96e2f25c-537a-4a0c-91fb-0331a5612536" xmlns:ns4="f66673be-3b20-4ac8-ba7c-00310aa8f626" targetNamespace="http://schemas.microsoft.com/office/2006/metadata/properties" ma:root="true" ma:fieldsID="a4d7b83b6d623c2308b23cc2086510ce" ns3:_="" ns4:_="">
    <xsd:import namespace="96e2f25c-537a-4a0c-91fb-0331a5612536"/>
    <xsd:import namespace="f66673be-3b20-4ac8-ba7c-00310aa8f62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e2f25c-537a-4a0c-91fb-0331a56125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6673be-3b20-4ac8-ba7c-00310aa8f6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6e2f25c-537a-4a0c-91fb-0331a5612536" xsi:nil="true"/>
  </documentManagement>
</p:properties>
</file>

<file path=customXml/itemProps1.xml><?xml version="1.0" encoding="utf-8"?>
<ds:datastoreItem xmlns:ds="http://schemas.openxmlformats.org/officeDocument/2006/customXml" ds:itemID="{AF88747F-F311-4A49-9509-54EE6A6EEA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6e2f25c-537a-4a0c-91fb-0331a5612536"/>
    <ds:schemaRef ds:uri="f66673be-3b20-4ac8-ba7c-00310aa8f6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A29639-2C97-4587-B7DD-B53C30F641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FA058F-C745-49C3-B04F-664AB4EC0AC0}">
  <ds:schemaRefs>
    <ds:schemaRef ds:uri="http://www.w3.org/XML/1998/namespace"/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96e2f25c-537a-4a0c-91fb-0331a5612536"/>
    <ds:schemaRef ds:uri="http://schemas.openxmlformats.org/package/2006/metadata/core-properties"/>
    <ds:schemaRef ds:uri="f66673be-3b20-4ac8-ba7c-00310aa8f626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19932</TotalTime>
  <Words>5819</Words>
  <Application>Microsoft Office PowerPoint</Application>
  <PresentationFormat>On-screen Show (4:3)</PresentationFormat>
  <Paragraphs>1003</Paragraphs>
  <Slides>52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1" baseType="lpstr">
      <vt:lpstr>ＭＳ Ｐゴシック</vt:lpstr>
      <vt:lpstr>SimSun</vt:lpstr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How Computing Works -  Modern Paradigms of Architecture &amp; System 7. Workload Offloading</vt:lpstr>
      <vt:lpstr>Beyond CPU  CPU之外</vt:lpstr>
      <vt:lpstr>Graphics Processing Unit (GPU) 图形处理器(GPU)</vt:lpstr>
      <vt:lpstr>Demand of AI Accelerators   AI加速器的需求</vt:lpstr>
      <vt:lpstr>Accelerator  加速器</vt:lpstr>
      <vt:lpstr>Workload Offloading   工作负载分担</vt:lpstr>
      <vt:lpstr>GPU as the Example  以GPU为例</vt:lpstr>
      <vt:lpstr>GPU Architecture  GPU架构</vt:lpstr>
      <vt:lpstr>GPU Architecture  GPU架构</vt:lpstr>
      <vt:lpstr>GPU Architecture  GPU架构</vt:lpstr>
      <vt:lpstr>GPU Architecture  GPU架构</vt:lpstr>
      <vt:lpstr>GPU Architecture  GPU架构</vt:lpstr>
      <vt:lpstr>GPU Architecture  GPU架构</vt:lpstr>
      <vt:lpstr>GPU Architecture  GPU架构</vt:lpstr>
      <vt:lpstr>GPU for Compute   用于计算的GPU</vt:lpstr>
      <vt:lpstr>Offloading to GPU   由GPU分担负载 (1)</vt:lpstr>
      <vt:lpstr>Offloading to GPU   由GPU分担负载 (2)</vt:lpstr>
      <vt:lpstr>Practice 7.1  实践7.1</vt:lpstr>
      <vt:lpstr>How Do You Feel?  感觉如何？</vt:lpstr>
      <vt:lpstr>Recall Tiling for Nearest Neighbor  回忆最近邻分块 </vt:lpstr>
      <vt:lpstr>Local ‘Cache’ in Compute Units 计算单元中的局部“缓存” (1)</vt:lpstr>
      <vt:lpstr>Local ‘Cache’ in Compute Units 计算单元中的局部“缓存” (2)</vt:lpstr>
      <vt:lpstr>A GPU Implementation Example 一个GPU实现的例子</vt:lpstr>
      <vt:lpstr>A GPU Implementation Example 一个GPU实现的例子</vt:lpstr>
      <vt:lpstr>A GPU Implementation Example 一个GPU实现的例子</vt:lpstr>
      <vt:lpstr>A GPU Implementation Example 一个GPU实现的例子</vt:lpstr>
      <vt:lpstr>A GPU Implementation Example 一个GPU实现的例子</vt:lpstr>
      <vt:lpstr>A GPU Implementation Example 一个GPU实现的例子</vt:lpstr>
      <vt:lpstr>A GPU Implementation Example 一个GPU实现的例子</vt:lpstr>
      <vt:lpstr>A GPU Implementation Example 一个GPU实现的例子</vt:lpstr>
      <vt:lpstr>A GPU Implementation Example 一个GPU实现的例子</vt:lpstr>
      <vt:lpstr>A GPU Implementation Example 一个GPU实现的例子</vt:lpstr>
      <vt:lpstr>One More Thing  还有一点</vt:lpstr>
      <vt:lpstr>Practice 7.2  实践7.2</vt:lpstr>
      <vt:lpstr>Beyond the Accelerator Itself 超越加速器自身之外</vt:lpstr>
      <vt:lpstr>Practice 7.3  实践7.3</vt:lpstr>
      <vt:lpstr>The Picture  这个图景</vt:lpstr>
      <vt:lpstr>The Picture  这个图景</vt:lpstr>
      <vt:lpstr>The Picture  这个图景</vt:lpstr>
      <vt:lpstr>Practice 7.4  实践7.4</vt:lpstr>
      <vt:lpstr>Pipeline on a Certain System   一个系统上的流水线</vt:lpstr>
      <vt:lpstr>AI Accelerators  AI加速器</vt:lpstr>
      <vt:lpstr>Many Offloading Patterns 很多分担模式</vt:lpstr>
      <vt:lpstr>Recall Divide-and-Conquer 回忆分而治之</vt:lpstr>
      <vt:lpstr>Recall Divide-and-Conquer 回忆分而治之</vt:lpstr>
      <vt:lpstr>In-Network Computing 网络内计算</vt:lpstr>
      <vt:lpstr>Data-Intensive Computing 数据密集计算</vt:lpstr>
      <vt:lpstr>Processing-in-Memory 存内计算</vt:lpstr>
      <vt:lpstr>Processing-in-Memory 存内计算</vt:lpstr>
      <vt:lpstr>Close-to-Life Example   贴近生活的例子</vt:lpstr>
      <vt:lpstr>Accelerators &amp; Offloading 加速器和分担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1049</cp:revision>
  <dcterms:created xsi:type="dcterms:W3CDTF">2003-03-13T01:36:43Z</dcterms:created>
  <dcterms:modified xsi:type="dcterms:W3CDTF">2026-10-25T07:28:02Z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0x0101007C40B1A4C5819246B9BFCCBA066F3ABE</vt:lpwstr>
  </property>
</Properties>
</file>