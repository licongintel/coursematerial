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30" r:id="rId3"/>
    <p:sldId id="432" r:id="rId4"/>
    <p:sldId id="433" r:id="rId5"/>
    <p:sldId id="438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4" d="100"/>
          <a:sy n="64" d="100"/>
        </p:scale>
        <p:origin x="1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2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6399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600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980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1st Idea</a:t>
            </a:r>
            <a:r>
              <a:rPr lang="zh-CN" altLang="en-US" dirty="0">
                <a:ea typeface="ＭＳ Ｐゴシック" panose="020B0600070205080204" pitchFamily="34" charset="-128"/>
              </a:rPr>
              <a:t>  第一个想法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831" y="1597937"/>
            <a:ext cx="899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What will you do if you have no idea on a multiple-choice question?</a:t>
            </a:r>
          </a:p>
          <a:p>
            <a:pPr algn="ctr"/>
            <a:r>
              <a:rPr lang="zh-CN" altLang="en-US" sz="2200" dirty="0"/>
              <a:t>当你遇到一道不会做的选择题时，你会怎么办？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370B52-6884-4C71-ADA5-81FFDAFBC2CB}"/>
              </a:ext>
            </a:extLst>
          </p:cNvPr>
          <p:cNvSpPr txBox="1"/>
          <p:nvPr/>
        </p:nvSpPr>
        <p:spPr>
          <a:xfrm>
            <a:off x="381000" y="398871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B903FB-C0D1-4602-BB6E-966CE51D15B6}"/>
              </a:ext>
            </a:extLst>
          </p:cNvPr>
          <p:cNvSpPr txBox="1"/>
          <p:nvPr/>
        </p:nvSpPr>
        <p:spPr>
          <a:xfrm>
            <a:off x="76200" y="2438742"/>
            <a:ext cx="899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‘roteLearner.py’, change the following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roteLearner.py</a:t>
            </a:r>
            <a:r>
              <a:rPr lang="zh-CN" altLang="en-US" sz="2200" dirty="0"/>
              <a:t>”中，作以下改动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D60574B-3EF0-4B9F-B4DD-A54B1DF4F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301241"/>
            <a:ext cx="1600338" cy="411516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F08E25-D719-4A11-8FEB-45A10C5AB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592" y="3293621"/>
            <a:ext cx="1478408" cy="426756"/>
          </a:xfrm>
          <a:prstGeom prst="rect">
            <a:avLst/>
          </a:prstGeom>
          <a:ln>
            <a:solidFill>
              <a:srgbClr val="00B050"/>
            </a:solidFill>
          </a:ln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6B5B25-F273-43AC-98C8-595FEE6F3981}"/>
              </a:ext>
            </a:extLst>
          </p:cNvPr>
          <p:cNvCxnSpPr>
            <a:stCxn id="34" idx="3"/>
            <a:endCxn id="36" idx="1"/>
          </p:cNvCxnSpPr>
          <p:nvPr/>
        </p:nvCxnSpPr>
        <p:spPr bwMode="auto">
          <a:xfrm>
            <a:off x="3276738" y="3506999"/>
            <a:ext cx="248385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1022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9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Reduce Complexity </a:t>
            </a:r>
            <a:r>
              <a:rPr lang="zh-CN" altLang="en-US" dirty="0">
                <a:ea typeface="ＭＳ Ｐゴシック" panose="020B0600070205080204" pitchFamily="34" charset="-128"/>
              </a:rPr>
              <a:t>降低</a:t>
            </a:r>
            <a:r>
              <a:rPr lang="zh-CN" altLang="en-US" dirty="0">
                <a:latin typeface="Comic Sans MS" panose="030F0702030302020204" pitchFamily="66" charset="0"/>
                <a:ea typeface="ＭＳ Ｐゴシック" panose="020B0600070205080204" pitchFamily="34" charset="-128"/>
              </a:rPr>
              <a:t>复</a:t>
            </a:r>
            <a:r>
              <a:rPr lang="zh-CN" altLang="en-US" dirty="0">
                <a:ea typeface="ＭＳ Ｐゴシック" panose="020B0600070205080204" pitchFamily="34" charset="-128"/>
              </a:rPr>
              <a:t>杂度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71500" y="1600200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256 values in [-1,1], infinite unique inputs </a:t>
            </a:r>
          </a:p>
          <a:p>
            <a:pPr algn="ctr"/>
            <a:r>
              <a:rPr lang="en-US" altLang="zh-CN" sz="2200" dirty="0"/>
              <a:t>256</a:t>
            </a:r>
            <a:r>
              <a:rPr lang="zh-CN" altLang="en-US" sz="2200" dirty="0"/>
              <a:t>个</a:t>
            </a:r>
            <a:r>
              <a:rPr lang="en-US" altLang="zh-CN" sz="2200" dirty="0"/>
              <a:t>[-1,1]</a:t>
            </a:r>
            <a:r>
              <a:rPr lang="zh-CN" altLang="en-US" sz="2200" dirty="0"/>
              <a:t>区间内的值，无限种不同的输入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505BB-3592-4EC6-97BE-76499707260A}"/>
              </a:ext>
            </a:extLst>
          </p:cNvPr>
          <p:cNvSpPr txBox="1"/>
          <p:nvPr/>
        </p:nvSpPr>
        <p:spPr>
          <a:xfrm>
            <a:off x="723900" y="3901082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More likely to get a match</a:t>
            </a:r>
          </a:p>
          <a:p>
            <a:pPr algn="ctr"/>
            <a:r>
              <a:rPr lang="zh-CN" altLang="en-US" sz="2200" dirty="0"/>
              <a:t>更可能匹配上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3CDE1-E64E-4217-B6CC-F5417AEFE1F3}"/>
              </a:ext>
            </a:extLst>
          </p:cNvPr>
          <p:cNvSpPr txBox="1"/>
          <p:nvPr/>
        </p:nvSpPr>
        <p:spPr>
          <a:xfrm>
            <a:off x="723900" y="2750641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Convert to 64 values in {-1,1}, 2</a:t>
            </a:r>
            <a:r>
              <a:rPr lang="en-US" altLang="zh-CN" sz="2200" baseline="30000" dirty="0"/>
              <a:t>64</a:t>
            </a:r>
            <a:r>
              <a:rPr lang="en-US" altLang="zh-CN" sz="2200" dirty="0"/>
              <a:t> unique inputs </a:t>
            </a:r>
          </a:p>
          <a:p>
            <a:pPr algn="ctr"/>
            <a:r>
              <a:rPr lang="zh-CN" altLang="en-US" sz="2200" dirty="0"/>
              <a:t>转换成</a:t>
            </a:r>
            <a:r>
              <a:rPr lang="en-US" altLang="zh-CN" sz="2200" dirty="0"/>
              <a:t>64</a:t>
            </a:r>
            <a:r>
              <a:rPr lang="zh-CN" altLang="en-US" sz="2200" dirty="0"/>
              <a:t>个</a:t>
            </a:r>
            <a:r>
              <a:rPr lang="en-US" altLang="zh-CN" sz="2200" dirty="0"/>
              <a:t>-1</a:t>
            </a:r>
            <a:r>
              <a:rPr lang="zh-CN" altLang="en-US" sz="2200" dirty="0"/>
              <a:t>或</a:t>
            </a:r>
            <a:r>
              <a:rPr lang="en-US" altLang="zh-CN" sz="2200" dirty="0"/>
              <a:t>1</a:t>
            </a:r>
            <a:r>
              <a:rPr lang="zh-CN" altLang="en-US" sz="2200" dirty="0"/>
              <a:t>，</a:t>
            </a:r>
            <a:r>
              <a:rPr lang="en-US" altLang="zh-CN" sz="2200" dirty="0"/>
              <a:t>2</a:t>
            </a:r>
            <a:r>
              <a:rPr lang="en-US" altLang="zh-CN" sz="2200" baseline="30000" dirty="0"/>
              <a:t>64</a:t>
            </a:r>
            <a:r>
              <a:rPr lang="zh-CN" altLang="en-US" sz="2200" dirty="0"/>
              <a:t>种不同的输入</a:t>
            </a:r>
          </a:p>
        </p:txBody>
      </p:sp>
    </p:spTree>
    <p:extLst>
      <p:ext uri="{BB962C8B-B14F-4D97-AF65-F5344CB8AC3E}">
        <p14:creationId xmlns:p14="http://schemas.microsoft.com/office/powerpoint/2010/main" val="121209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76DF63-E007-4579-AF9A-AC2987AC8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99114"/>
            <a:ext cx="7239628" cy="28348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2x2 -&gt; 1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512EA-5179-4800-A7C3-43A8999349A3}"/>
              </a:ext>
            </a:extLst>
          </p:cNvPr>
          <p:cNvSpPr txBox="1"/>
          <p:nvPr/>
        </p:nvSpPr>
        <p:spPr>
          <a:xfrm>
            <a:off x="114300" y="167020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class ‘</a:t>
            </a:r>
            <a:r>
              <a:rPr lang="en-US" altLang="zh-CN" sz="2200" dirty="0" err="1"/>
              <a:t>USPSData</a:t>
            </a:r>
            <a:r>
              <a:rPr lang="en-US" altLang="zh-CN" sz="2200" dirty="0"/>
              <a:t>’, add a member function to do so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 err="1"/>
              <a:t>USPSData</a:t>
            </a:r>
            <a:r>
              <a:rPr lang="zh-CN" altLang="en-US" sz="2200" dirty="0"/>
              <a:t>”类型中，加一个成员函数来完成</a:t>
            </a:r>
            <a:endParaRPr lang="en-US" altLang="zh-CN" sz="2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4F99EE-C536-4127-ADE0-0744201CB82A}"/>
              </a:ext>
            </a:extLst>
          </p:cNvPr>
          <p:cNvGrpSpPr/>
          <p:nvPr/>
        </p:nvGrpSpPr>
        <p:grpSpPr>
          <a:xfrm>
            <a:off x="2362201" y="3505200"/>
            <a:ext cx="5562599" cy="2943790"/>
            <a:chOff x="1975804" y="3798749"/>
            <a:chExt cx="5425439" cy="294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267F8-FE91-49FF-BEDC-7F4AB89FCE50}"/>
                </a:ext>
              </a:extLst>
            </p:cNvPr>
            <p:cNvSpPr txBox="1"/>
            <p:nvPr/>
          </p:nvSpPr>
          <p:spPr>
            <a:xfrm>
              <a:off x="3812223" y="5973098"/>
              <a:ext cx="175260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4 in 1</a:t>
              </a:r>
            </a:p>
            <a:p>
              <a:pPr algn="ctr"/>
              <a:r>
                <a:rPr lang="zh-CN" altLang="en-US" sz="2200" dirty="0"/>
                <a:t>四合一</a:t>
              </a:r>
              <a:endParaRPr lang="en-US" altLang="zh-CN" sz="22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B5E500B-827C-4E5F-ABA5-690D721DBFEB}"/>
                </a:ext>
              </a:extLst>
            </p:cNvPr>
            <p:cNvSpPr/>
            <p:nvPr/>
          </p:nvSpPr>
          <p:spPr bwMode="auto">
            <a:xfrm>
              <a:off x="1975804" y="3798749"/>
              <a:ext cx="5425439" cy="15240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7A42169-F7FC-4A6B-A730-352DD57B2841}"/>
                </a:ext>
              </a:extLst>
            </p:cNvPr>
            <p:cNvCxnSpPr>
              <a:cxnSpLocks/>
              <a:stCxn id="20" idx="0"/>
              <a:endCxn id="21" idx="2"/>
            </p:cNvCxnSpPr>
            <p:nvPr/>
          </p:nvCxnSpPr>
          <p:spPr bwMode="auto">
            <a:xfrm flipV="1">
              <a:off x="4688524" y="5322749"/>
              <a:ext cx="0" cy="65034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21422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[-1,1] -&gt; {-1,1}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512EA-5179-4800-A7C3-43A8999349A3}"/>
              </a:ext>
            </a:extLst>
          </p:cNvPr>
          <p:cNvSpPr txBox="1"/>
          <p:nvPr/>
        </p:nvSpPr>
        <p:spPr>
          <a:xfrm>
            <a:off x="114300" y="167020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another member function to quantify  </a:t>
            </a:r>
          </a:p>
          <a:p>
            <a:pPr algn="ctr"/>
            <a:r>
              <a:rPr lang="zh-CN" altLang="en-US" sz="2200" dirty="0"/>
              <a:t>再加一个成员函数来量化</a:t>
            </a:r>
            <a:endParaRPr lang="en-US" altLang="zh-C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A75EE-99C4-4D32-A8C3-0BD9D9A8F537}"/>
              </a:ext>
            </a:extLst>
          </p:cNvPr>
          <p:cNvSpPr txBox="1"/>
          <p:nvPr/>
        </p:nvSpPr>
        <p:spPr>
          <a:xfrm>
            <a:off x="114300" y="4469393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During reading data from file, transform the data  </a:t>
            </a:r>
          </a:p>
          <a:p>
            <a:pPr algn="ctr"/>
            <a:r>
              <a:rPr lang="zh-CN" altLang="en-US" sz="2200" dirty="0"/>
              <a:t>当从文件中读取数据时，对数据进行变换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3891D-3DEF-4F54-B68C-4E220520B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5257766"/>
            <a:ext cx="5700254" cy="38103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731CA7-0EB8-43CB-B1F7-14F5CEF517DB}"/>
              </a:ext>
            </a:extLst>
          </p:cNvPr>
          <p:cNvSpPr txBox="1"/>
          <p:nvPr/>
        </p:nvSpPr>
        <p:spPr>
          <a:xfrm>
            <a:off x="381000" y="5715000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66AEE-B97D-42F2-AD48-E6DB2E680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53482"/>
            <a:ext cx="4435224" cy="18137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6036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15854</TotalTime>
  <Words>260</Words>
  <Application>Microsoft Office PowerPoint</Application>
  <PresentationFormat>On-screen Show (4:3)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2.3</vt:lpstr>
      <vt:lpstr>1st Idea  第一个想法</vt:lpstr>
      <vt:lpstr>Reduce Complexity 降低复杂度</vt:lpstr>
      <vt:lpstr>2x2 -&gt; 1</vt:lpstr>
      <vt:lpstr>[-1,1] -&gt; {-1,1}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1177</cp:revision>
  <dcterms:created xsi:type="dcterms:W3CDTF">2003-03-13T01:36:43Z</dcterms:created>
  <dcterms:modified xsi:type="dcterms:W3CDTF">2019-11-16T06:06:11Z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2019-11-16 06:06:10Z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