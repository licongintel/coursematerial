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5"/>
  </p:notesMasterIdLst>
  <p:handoutMasterIdLst>
    <p:handoutMasterId r:id="rId6"/>
  </p:handoutMasterIdLst>
  <p:sldIdLst>
    <p:sldId id="286" r:id="rId2"/>
    <p:sldId id="443" r:id="rId3"/>
    <p:sldId id="353" r:id="rId4"/>
  </p:sldIdLst>
  <p:sldSz cx="9144000" cy="6858000" type="screen4x3"/>
  <p:notesSz cx="7010400" cy="92964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99"/>
    <a:srgbClr val="B2B2B2"/>
    <a:srgbClr val="993366"/>
    <a:srgbClr val="339933"/>
    <a:srgbClr val="33CC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63" autoAdjust="0"/>
    <p:restoredTop sz="93504" autoAdjust="0"/>
  </p:normalViewPr>
  <p:slideViewPr>
    <p:cSldViewPr>
      <p:cViewPr varScale="1">
        <p:scale>
          <a:sx n="68" d="100"/>
          <a:sy n="68" d="100"/>
        </p:scale>
        <p:origin x="61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275" y="6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1FF96B3-5193-4D4F-ADAC-C41F873FC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82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806C1B-B03E-46DA-85CD-D90BC0B37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36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D2CF438-6F28-4EDA-8826-7EA47CD870C5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1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71030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57F7688E-3E4A-461B-8D10-9B016CF52F5C}" type="slidenum">
              <a:rPr lang="en-US" altLang="zh-CN" smtClean="0">
                <a:latin typeface="Arial" panose="020B0604020202020204" pitchFamily="34" charset="0"/>
              </a:rPr>
              <a:pPr/>
              <a:t>3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4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F41B76D-9336-435E-89FD-3D5A1B7742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8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380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9853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094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10844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53766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62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944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7928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9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457200"/>
            <a:ext cx="20383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457200"/>
            <a:ext cx="59626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366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717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717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39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39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066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09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00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22363" y="457200"/>
            <a:ext cx="77930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0" y="6243638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462088"/>
          </a:xfrm>
        </p:spPr>
        <p:txBody>
          <a:bodyPr/>
          <a:lstStyle/>
          <a:p>
            <a:pPr algn="ctr" eaLnBrk="1" hangingPunct="1"/>
            <a:r>
              <a:rPr lang="en-US" altLang="zh-CN" sz="3600" b="1" dirty="0">
                <a:ea typeface="SimSun" panose="02010600030101010101" pitchFamily="2" charset="-122"/>
              </a:rPr>
              <a:t>Cookbook for Practice 3.3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876800"/>
            <a:ext cx="6553200" cy="76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SimSun" panose="02010600030101010101" pitchFamily="2" charset="-122"/>
              </a:rPr>
              <a:t>Cong Li </a:t>
            </a:r>
            <a:r>
              <a:rPr lang="zh-CN" altLang="en-US" sz="2800" dirty="0">
                <a:ea typeface="SimSun" panose="02010600030101010101" pitchFamily="2" charset="-122"/>
              </a:rPr>
              <a:t>李聪</a:t>
            </a: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50F980-1D76-4E39-94EB-A1B939407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477465"/>
            <a:ext cx="7772400" cy="115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zh-CN" altLang="en-US" sz="3600" b="1" kern="0" dirty="0">
                <a:ea typeface="SimSun" panose="02010600030101010101" pitchFamily="2" charset="-122"/>
              </a:rPr>
              <a:t>实践</a:t>
            </a:r>
            <a:r>
              <a:rPr lang="en-US" altLang="zh-CN" sz="3600" b="1" kern="0" dirty="0">
                <a:ea typeface="SimSun" panose="02010600030101010101" pitchFamily="2" charset="-122"/>
              </a:rPr>
              <a:t>3.3</a:t>
            </a:r>
            <a:r>
              <a:rPr lang="zh-CN" altLang="en-US" sz="3600" b="1" kern="0" dirty="0">
                <a:ea typeface="SimSun" panose="02010600030101010101" pitchFamily="2" charset="-122"/>
              </a:rPr>
              <a:t>攻略</a:t>
            </a:r>
            <a:endParaRPr lang="en-US" altLang="zh-CN" sz="3600" b="1" kern="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Super Easy </a:t>
            </a:r>
            <a:r>
              <a:rPr lang="zh-CN" altLang="en-US" dirty="0">
                <a:ea typeface="ＭＳ Ｐゴシック" panose="020B0600070205080204" pitchFamily="34" charset="-128"/>
              </a:rPr>
              <a:t>超级简单</a:t>
            </a:r>
            <a:endParaRPr lang="zh-CN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F38F49-F14D-4140-B0B6-48CCDBD7A0A8}"/>
              </a:ext>
            </a:extLst>
          </p:cNvPr>
          <p:cNvSpPr txBox="1"/>
          <p:nvPr/>
        </p:nvSpPr>
        <p:spPr>
          <a:xfrm>
            <a:off x="152400" y="1602555"/>
            <a:ext cx="8839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Use L</a:t>
            </a:r>
            <a:r>
              <a:rPr lang="en-US" altLang="zh-CN" sz="2200" baseline="-25000" dirty="0"/>
              <a:t>2</a:t>
            </a:r>
            <a:r>
              <a:rPr lang="en-US" altLang="zh-CN" sz="2200" dirty="0"/>
              <a:t> norm now </a:t>
            </a:r>
            <a:r>
              <a:rPr lang="zh-CN" altLang="en-US" sz="2200" dirty="0"/>
              <a:t>改用</a:t>
            </a:r>
            <a:r>
              <a:rPr lang="en-US" altLang="zh-CN" sz="2200" dirty="0"/>
              <a:t>L</a:t>
            </a:r>
            <a:r>
              <a:rPr lang="en-US" altLang="zh-CN" sz="2200" baseline="-25000" dirty="0"/>
              <a:t>2</a:t>
            </a:r>
            <a:r>
              <a:rPr lang="zh-CN" altLang="en-US" sz="2200" dirty="0"/>
              <a:t>范数</a:t>
            </a:r>
            <a:endParaRPr lang="en-US" altLang="zh-C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1617F8-3B8C-4106-A49A-85A51F1BC0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1154" y="2133600"/>
            <a:ext cx="6066046" cy="594412"/>
          </a:xfrm>
          <a:prstGeom prst="rect">
            <a:avLst/>
          </a:prstGeom>
          <a:ln>
            <a:solidFill>
              <a:srgbClr val="00B050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539FA44-D28F-4EFC-8949-3710741DE7E8}"/>
                  </a:ext>
                </a:extLst>
              </p:cNvPr>
              <p:cNvSpPr txBox="1"/>
              <p:nvPr/>
            </p:nvSpPr>
            <p:spPr>
              <a:xfrm>
                <a:off x="152400" y="3454400"/>
                <a:ext cx="8839200" cy="8501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L</a:t>
                </a:r>
                <a:r>
                  <a:rPr lang="en-US" altLang="zh-CN" sz="2200" i="1" baseline="-25000" dirty="0" err="1"/>
                  <a:t>p</a:t>
                </a:r>
                <a:r>
                  <a:rPr lang="en-US" altLang="zh-CN" sz="2200" dirty="0"/>
                  <a:t> norm is   </a:t>
                </a:r>
                <a:r>
                  <a:rPr lang="en-US" altLang="zh-CN" sz="2200" dirty="0" err="1"/>
                  <a:t>L</a:t>
                </a:r>
                <a:r>
                  <a:rPr lang="en-US" altLang="zh-CN" sz="2200" i="1" baseline="-25000" dirty="0" err="1"/>
                  <a:t>p</a:t>
                </a:r>
                <a:r>
                  <a:rPr lang="zh-CN" altLang="en-US" sz="2200" dirty="0"/>
                  <a:t>范数是</a:t>
                </a:r>
                <a:endParaRPr lang="en-US" altLang="zh-CN" sz="22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2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  <m: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deg>
                        <m:e>
                          <m:sSup>
                            <m:sSup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  <m:sup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</m:s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  <m:sup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</m:sSup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…+</m:t>
                          </m:r>
                          <m:sSup>
                            <m:s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  <m:sup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altLang="zh-CN" sz="2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539FA44-D28F-4EFC-8949-3710741DE7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3454400"/>
                <a:ext cx="8839200" cy="850169"/>
              </a:xfrm>
              <a:prstGeom prst="rect">
                <a:avLst/>
              </a:prstGeom>
              <a:blipFill>
                <a:blip r:embed="rId4"/>
                <a:stretch>
                  <a:fillRect t="-79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5356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ja-JP" b="1" dirty="0">
                <a:ea typeface="ＭＳ Ｐゴシック" panose="020B0600070205080204" pitchFamily="34" charset="-128"/>
              </a:rPr>
              <a:t>The End </a:t>
            </a:r>
            <a:endParaRPr lang="en-US" altLang="zh-CN" b="1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15916</TotalTime>
  <Words>43</Words>
  <Application>Microsoft Office PowerPoint</Application>
  <PresentationFormat>On-screen Show (4:3)</PresentationFormat>
  <Paragraphs>11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Cambria Math</vt:lpstr>
      <vt:lpstr>Comic Sans MS</vt:lpstr>
      <vt:lpstr>Tahoma</vt:lpstr>
      <vt:lpstr>Times New Roman</vt:lpstr>
      <vt:lpstr>Wingdings</vt:lpstr>
      <vt:lpstr>Blends</vt:lpstr>
      <vt:lpstr>Cookbook for Practice 3.3</vt:lpstr>
      <vt:lpstr>Super Easy 超级简单</vt:lpstr>
      <vt:lpstr>The End </vt:lpstr>
    </vt:vector>
  </TitlesOfParts>
  <Company>Children's Computer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Basics: 1. General Introduction</dc:title>
  <dc:creator>Cong Li</dc:creator>
  <cp:keywords>CTPClassification=CTP_NT</cp:keywords>
  <cp:lastModifiedBy>Li, Cong</cp:lastModifiedBy>
  <cp:revision>1198</cp:revision>
  <dcterms:created xsi:type="dcterms:W3CDTF">2003-03-13T01:36:43Z</dcterms:created>
  <dcterms:modified xsi:type="dcterms:W3CDTF">2023-11-10T07:46:17Z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3a01b7e8-0c50-4c55-8923-07f46a24e22a</vt:lpwstr>
  </property>
  <property fmtid="{D5CDD505-2E9C-101B-9397-08002B2CF9AE}" pid="3" name="CTP_TimeStamp">
    <vt:lpwstr>2019-10-02 08:52:34Z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