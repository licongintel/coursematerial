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38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70" d="100"/>
          <a:sy n="70" d="100"/>
        </p:scale>
        <p:origin x="57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It’s Easy  </a:t>
            </a:r>
            <a:r>
              <a:rPr lang="zh-CN" altLang="en-US" dirty="0">
                <a:ea typeface="ＭＳ Ｐゴシック" panose="020B0600070205080204" pitchFamily="34" charset="-128"/>
              </a:rPr>
              <a:t>这很简单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function ‘</a:t>
            </a:r>
            <a:r>
              <a:rPr lang="en-US" altLang="zh-CN" sz="2200" dirty="0" err="1"/>
              <a:t>generate_data</a:t>
            </a:r>
            <a:r>
              <a:rPr lang="en-US" altLang="zh-CN" sz="2200" dirty="0"/>
              <a:t>’ of ‘test.py’, append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random </a:t>
            </a:r>
            <a:r>
              <a:rPr lang="en-US" altLang="zh-CN" sz="2200"/>
              <a:t>number into </a:t>
            </a:r>
            <a:r>
              <a:rPr lang="en-US" altLang="zh-CN" sz="2200" dirty="0"/>
              <a:t>the attribute array. Be cautious of the order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”的“</a:t>
            </a:r>
            <a:r>
              <a:rPr lang="en-US" altLang="zh-CN" sz="2200" dirty="0" err="1"/>
              <a:t>generate_data</a:t>
            </a:r>
            <a:r>
              <a:rPr lang="zh-CN" altLang="en-US" sz="2200" dirty="0"/>
              <a:t>”函数中，把第二个随机数添加到属性数组中。注意顺序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B4252-D453-4201-987A-F498C093C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397336"/>
            <a:ext cx="1661304" cy="350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8D49A1-C91D-4B9A-B42D-2399E40C2A62}"/>
              </a:ext>
            </a:extLst>
          </p:cNvPr>
          <p:cNvSpPr txBox="1"/>
          <p:nvPr/>
        </p:nvSpPr>
        <p:spPr>
          <a:xfrm>
            <a:off x="114300" y="387875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training data size of 20, 40, 60, 80, 100, 120</a:t>
            </a:r>
          </a:p>
          <a:p>
            <a:pPr algn="ctr"/>
            <a:r>
              <a:rPr lang="zh-CN" altLang="en-US" sz="2200" dirty="0"/>
              <a:t>尝试不同的训练数据量：</a:t>
            </a:r>
            <a:r>
              <a:rPr lang="en-US" altLang="zh-CN" sz="2200" dirty="0"/>
              <a:t>20</a:t>
            </a:r>
            <a:r>
              <a:rPr lang="zh-CN" altLang="en-US" sz="2200" dirty="0"/>
              <a:t>，</a:t>
            </a:r>
            <a:r>
              <a:rPr lang="en-US" altLang="zh-CN" sz="2200" dirty="0"/>
              <a:t>40</a:t>
            </a:r>
            <a:r>
              <a:rPr lang="zh-CN" altLang="en-US" sz="2200" dirty="0"/>
              <a:t>，</a:t>
            </a:r>
            <a:r>
              <a:rPr lang="en-US" altLang="zh-CN" sz="2200" dirty="0"/>
              <a:t>60</a:t>
            </a:r>
            <a:r>
              <a:rPr lang="zh-CN" altLang="en-US" sz="2200" dirty="0"/>
              <a:t>，</a:t>
            </a:r>
            <a:r>
              <a:rPr lang="en-US" altLang="zh-CN" sz="2200" dirty="0"/>
              <a:t>80</a:t>
            </a:r>
            <a:r>
              <a:rPr lang="zh-CN" altLang="en-US" sz="2200" dirty="0"/>
              <a:t>，</a:t>
            </a:r>
            <a:r>
              <a:rPr lang="en-US" altLang="zh-CN" sz="2200" dirty="0"/>
              <a:t>100</a:t>
            </a:r>
            <a:r>
              <a:rPr lang="zh-CN" altLang="en-US" sz="2200" dirty="0"/>
              <a:t>，</a:t>
            </a:r>
            <a:r>
              <a:rPr lang="en-US" altLang="zh-CN" sz="2200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15975</TotalTime>
  <Words>127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4.2</vt:lpstr>
      <vt:lpstr>It’s Easy  这很简单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1208</cp:revision>
  <dcterms:created xsi:type="dcterms:W3CDTF">2003-03-13T01:36:43Z</dcterms:created>
  <dcterms:modified xsi:type="dcterms:W3CDTF">2025-11-22T00:53:47Z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2019-11-03 08:55:50Z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