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286" r:id="rId2"/>
    <p:sldId id="462" r:id="rId3"/>
    <p:sldId id="479" r:id="rId4"/>
    <p:sldId id="472" r:id="rId5"/>
    <p:sldId id="353" r:id="rId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0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551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700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>
                <a:ea typeface="SimSun" panose="02010600030101010101" pitchFamily="2" charset="-122"/>
              </a:rPr>
              <a:t>7.2</a:t>
            </a:r>
            <a:r>
              <a:rPr lang="zh-CN" altLang="en-US" sz="3600" b="1" kern="0">
                <a:ea typeface="SimSun" panose="02010600030101010101" pitchFamily="2" charset="-122"/>
              </a:rPr>
              <a:t>攻</a:t>
            </a:r>
            <a:r>
              <a:rPr lang="zh-CN" altLang="en-US" sz="3600" b="1" kern="0" dirty="0">
                <a:ea typeface="SimSun" panose="02010600030101010101" pitchFamily="2" charset="-122"/>
              </a:rPr>
              <a:t>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Margin Parameter </a:t>
            </a:r>
            <a:r>
              <a:rPr lang="zh-CN" altLang="en-US" dirty="0"/>
              <a:t> 间距参数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847725" y="1679708"/>
            <a:ext cx="74485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‘perceptron.py’, similar to the class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’, in the initialization function of the class ‘Perceptron’, pass in a new variable for the margin parameter, &amp; use a member variable to store it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”文件里，与“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”类型类似，为“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”类型的初始化函数传入一个新的间距参数变量，并用一个成员变量来存储之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A44F4-130C-4BDE-A809-E97DFE259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58" y="4145230"/>
            <a:ext cx="6965284" cy="579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493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Training  </a:t>
            </a:r>
            <a:r>
              <a:rPr lang="zh-CN" altLang="en-US" dirty="0"/>
              <a:t>训练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847725" y="1679708"/>
            <a:ext cx="7448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training, when creating the binary classifiers for one-vs.-rest, pass in the margin parameter</a:t>
            </a:r>
          </a:p>
          <a:p>
            <a:pPr algn="ctr"/>
            <a:r>
              <a:rPr lang="zh-CN" altLang="en-US" sz="2200" dirty="0"/>
              <a:t>在训练时，当为一对其余创建两类分类器时，传入间距参数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70985-16EE-428F-9D53-DAF262BDF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819400"/>
            <a:ext cx="5898392" cy="8535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050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Run It  </a:t>
            </a:r>
            <a:r>
              <a:rPr lang="zh-CN" altLang="en-US" dirty="0"/>
              <a:t>运行之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5.2, in ‘test.py’, pass in a margin parameter in creating an instance of class ‘Perceptron’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5.2</a:t>
            </a:r>
            <a:r>
              <a:rPr lang="zh-CN" altLang="en-US" sz="2200" dirty="0"/>
              <a:t>，在“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”中，在创建一个“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”类型的实例时传入一个间隔参数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581400"/>
            <a:ext cx="8205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C7E6D-C4AA-41EF-9F2D-58050811CE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58" y="3048000"/>
            <a:ext cx="6325148" cy="3962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542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28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17069</TotalTime>
  <Words>241</Words>
  <Application>Microsoft Office PowerPoint</Application>
  <PresentationFormat>On-screen Show (4:3)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7.2</vt:lpstr>
      <vt:lpstr>Margin Parameter  间距参数</vt:lpstr>
      <vt:lpstr>Training  训练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1317</cp:revision>
  <dcterms:created xsi:type="dcterms:W3CDTF">2003-03-13T01:36:43Z</dcterms:created>
  <dcterms:modified xsi:type="dcterms:W3CDTF">2024-03-08T06:21:37Z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5d35a4fe-4951-409c-a617-c846ca133b4a</vt:lpwstr>
  </property>
  <property fmtid="{D5CDD505-2E9C-101B-9397-08002B2CF9AE}" pid="3" name="CTP_TimeStamp">
    <vt:lpwstr>2020-02-05 05:13:27Z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