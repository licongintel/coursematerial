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286" r:id="rId2"/>
    <p:sldId id="462" r:id="rId3"/>
    <p:sldId id="476" r:id="rId4"/>
    <p:sldId id="475" r:id="rId5"/>
    <p:sldId id="477" r:id="rId6"/>
    <p:sldId id="478" r:id="rId7"/>
    <p:sldId id="472" r:id="rId8"/>
    <p:sldId id="353" r:id="rId9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93504" autoAdjust="0"/>
  </p:normalViewPr>
  <p:slideViewPr>
    <p:cSldViewPr>
      <p:cViewPr varScale="1">
        <p:scale>
          <a:sx n="68" d="100"/>
          <a:sy n="68" d="100"/>
        </p:scale>
        <p:origin x="11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705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2194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723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967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102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700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7.1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7.1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Margin Parameter </a:t>
            </a:r>
            <a:r>
              <a:rPr lang="zh-CN" altLang="en-US" dirty="0"/>
              <a:t> 间距参数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00050" y="1696949"/>
            <a:ext cx="83439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‘perceptron.py’, in the initialization function of the class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’, pass in a new variable for the margin parameter, &amp; use a member variable to store it</a:t>
            </a:r>
          </a:p>
          <a:p>
            <a:pPr algn="ctr"/>
            <a:r>
              <a:rPr lang="zh-CN" altLang="en-US" sz="2200" dirty="0"/>
              <a:t>在“</a:t>
            </a:r>
            <a:r>
              <a:rPr lang="en-US" altLang="zh-CN" sz="2200" dirty="0"/>
              <a:t>perceptron.py</a:t>
            </a:r>
            <a:r>
              <a:rPr lang="zh-CN" altLang="en-US" sz="2200" dirty="0"/>
              <a:t>”文件里，为“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”类型的初始化函数传入一个新的间距参数变量，并用一个成员变量来存储之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BA44F4-130C-4BDE-A809-E97DFE259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58" y="3459430"/>
            <a:ext cx="6965284" cy="579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493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Calculate Confidence Threshold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计算置信度阈值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00050" y="1696949"/>
            <a:ext cx="83439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same class, add a member function to calculate the maximum length of the training samples &amp; the confidence threshold. Store them in 2 member variables</a:t>
            </a:r>
          </a:p>
          <a:p>
            <a:pPr algn="ctr"/>
            <a:r>
              <a:rPr lang="zh-CN" altLang="en-US" sz="2200" dirty="0"/>
              <a:t>在这个类型里，加入一个新的成员函数，计算训练数据的最大长度及置信度阈值，并用两个成员变量来存储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AEB5B-BAD6-49CC-A7E1-4AEF65607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" y="3455593"/>
            <a:ext cx="7117696" cy="236240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279F443-B080-45EC-87C7-8BE6E78F3E43}"/>
              </a:ext>
            </a:extLst>
          </p:cNvPr>
          <p:cNvGrpSpPr/>
          <p:nvPr/>
        </p:nvGrpSpPr>
        <p:grpSpPr>
          <a:xfrm>
            <a:off x="1612102" y="4008017"/>
            <a:ext cx="6526058" cy="2781224"/>
            <a:chOff x="1219200" y="3922294"/>
            <a:chExt cx="6526058" cy="278122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B73C82-7332-4472-9A35-A761F0E7B515}"/>
                </a:ext>
              </a:extLst>
            </p:cNvPr>
            <p:cNvSpPr/>
            <p:nvPr/>
          </p:nvSpPr>
          <p:spPr bwMode="auto">
            <a:xfrm>
              <a:off x="1219200" y="3922294"/>
              <a:ext cx="6526058" cy="1234543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03A956F-D866-412D-9220-E3368BAB1017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 bwMode="auto">
            <a:xfrm flipV="1">
              <a:off x="4482229" y="5156837"/>
              <a:ext cx="0" cy="7772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D35861-ECAB-445C-A4BF-8A170A79B01C}"/>
                </a:ext>
              </a:extLst>
            </p:cNvPr>
            <p:cNvSpPr txBox="1"/>
            <p:nvPr/>
          </p:nvSpPr>
          <p:spPr>
            <a:xfrm>
              <a:off x="2577229" y="5934077"/>
              <a:ext cx="381000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Calculate maximum length</a:t>
              </a:r>
            </a:p>
            <a:p>
              <a:pPr algn="ctr"/>
              <a:r>
                <a:rPr lang="en-US" altLang="zh-CN" sz="2200" dirty="0"/>
                <a:t> </a:t>
              </a:r>
              <a:r>
                <a:rPr lang="zh-CN" altLang="en-US" sz="2200" dirty="0"/>
                <a:t>计算最大长度</a:t>
              </a:r>
              <a:endParaRPr lang="en-US" altLang="zh-CN" sz="220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99171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Calculate Confidence Threshold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计算置信度阈值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00050" y="1696949"/>
            <a:ext cx="83439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same class, add a member function to calculate the maximum length of the training samples &amp; the confidence threshold. Store them in 2 member variables</a:t>
            </a:r>
          </a:p>
          <a:p>
            <a:pPr algn="ctr"/>
            <a:r>
              <a:rPr lang="zh-CN" altLang="en-US" sz="2200" dirty="0"/>
              <a:t>在这个类型里，加入一个新的成员函数，计算训练数据的最大长度及置信度阈值，并用两个成员变量来存储</a:t>
            </a:r>
            <a:endParaRPr lang="en-US" altLang="zh-CN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AEB5B-BAD6-49CC-A7E1-4AEF65607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" y="3455593"/>
            <a:ext cx="7117696" cy="236240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279F443-B080-45EC-87C7-8BE6E78F3E43}"/>
              </a:ext>
            </a:extLst>
          </p:cNvPr>
          <p:cNvGrpSpPr/>
          <p:nvPr/>
        </p:nvGrpSpPr>
        <p:grpSpPr>
          <a:xfrm>
            <a:off x="1612102" y="5270500"/>
            <a:ext cx="6338098" cy="1515020"/>
            <a:chOff x="1219200" y="5184777"/>
            <a:chExt cx="6338098" cy="151502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B73C82-7332-4472-9A35-A761F0E7B515}"/>
                </a:ext>
              </a:extLst>
            </p:cNvPr>
            <p:cNvSpPr/>
            <p:nvPr/>
          </p:nvSpPr>
          <p:spPr bwMode="auto">
            <a:xfrm>
              <a:off x="1219200" y="5184777"/>
              <a:ext cx="6338098" cy="5080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03A956F-D866-412D-9220-E3368BAB1017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 bwMode="auto">
            <a:xfrm flipH="1" flipV="1">
              <a:off x="4388249" y="5692777"/>
              <a:ext cx="399" cy="2375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D35861-ECAB-445C-A4BF-8A170A79B01C}"/>
                </a:ext>
              </a:extLst>
            </p:cNvPr>
            <p:cNvSpPr txBox="1"/>
            <p:nvPr/>
          </p:nvSpPr>
          <p:spPr>
            <a:xfrm>
              <a:off x="2255048" y="5930356"/>
              <a:ext cx="426719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Calculate confidence threshold</a:t>
              </a:r>
            </a:p>
            <a:p>
              <a:pPr algn="ctr"/>
              <a:r>
                <a:rPr lang="en-US" altLang="zh-CN" sz="2200" dirty="0"/>
                <a:t> </a:t>
              </a:r>
              <a:r>
                <a:rPr lang="zh-CN" altLang="en-US" sz="2200" dirty="0"/>
                <a:t>计算置信度阈值</a:t>
              </a:r>
              <a:endParaRPr lang="en-US" altLang="zh-CN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9280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Training  </a:t>
            </a:r>
            <a:r>
              <a:rPr lang="zh-CN" altLang="en-US" dirty="0"/>
              <a:t>训练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97456" y="1668550"/>
            <a:ext cx="8349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training, first call the newly written member function </a:t>
            </a:r>
          </a:p>
          <a:p>
            <a:pPr algn="ctr"/>
            <a:r>
              <a:rPr lang="zh-CN" altLang="en-US" sz="2200" dirty="0"/>
              <a:t>在训练时，先调用新写的成员函数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F96EC-C682-459B-AED7-3F403FBD6906}"/>
              </a:ext>
            </a:extLst>
          </p:cNvPr>
          <p:cNvSpPr txBox="1"/>
          <p:nvPr/>
        </p:nvSpPr>
        <p:spPr>
          <a:xfrm>
            <a:off x="549856" y="3148318"/>
            <a:ext cx="83490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Next, change the parameter update condition as well as the way to update the bias term</a:t>
            </a:r>
          </a:p>
          <a:p>
            <a:pPr algn="ctr"/>
            <a:r>
              <a:rPr lang="zh-CN" altLang="en-US" sz="2200" dirty="0"/>
              <a:t>然后修改参数更新的条件以及修改偏向的方式</a:t>
            </a:r>
            <a:endParaRPr lang="en-US" altLang="zh-CN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C27FC5-DB42-4178-9F25-A1BD9264EA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236624"/>
            <a:ext cx="5319220" cy="109737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70B00-3A49-449C-9E76-E98468F45B5A}"/>
              </a:ext>
            </a:extLst>
          </p:cNvPr>
          <p:cNvGrpSpPr/>
          <p:nvPr/>
        </p:nvGrpSpPr>
        <p:grpSpPr>
          <a:xfrm>
            <a:off x="2954866" y="4301671"/>
            <a:ext cx="4515153" cy="2166862"/>
            <a:chOff x="2561964" y="4215948"/>
            <a:chExt cx="4515153" cy="216686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814F049-0C8C-4C4D-A263-72AD64A2666E}"/>
                </a:ext>
              </a:extLst>
            </p:cNvPr>
            <p:cNvSpPr/>
            <p:nvPr/>
          </p:nvSpPr>
          <p:spPr bwMode="auto">
            <a:xfrm>
              <a:off x="2699658" y="4215948"/>
              <a:ext cx="4233526" cy="237672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DFB3B8A-99AC-4B97-8EAB-FF6FCB5714CD}"/>
                </a:ext>
              </a:extLst>
            </p:cNvPr>
            <p:cNvCxnSpPr>
              <a:cxnSpLocks/>
              <a:stCxn id="22" idx="0"/>
              <a:endCxn id="20" idx="2"/>
            </p:cNvCxnSpPr>
            <p:nvPr/>
          </p:nvCxnSpPr>
          <p:spPr bwMode="auto">
            <a:xfrm flipH="1" flipV="1">
              <a:off x="4816421" y="4453620"/>
              <a:ext cx="3120" cy="115974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07E00B-281F-41FF-96E9-9C98D0A53810}"/>
                </a:ext>
              </a:extLst>
            </p:cNvPr>
            <p:cNvSpPr txBox="1"/>
            <p:nvPr/>
          </p:nvSpPr>
          <p:spPr>
            <a:xfrm>
              <a:off x="2561964" y="5613369"/>
              <a:ext cx="45151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New parameter update condition</a:t>
              </a:r>
            </a:p>
            <a:p>
              <a:pPr algn="ctr"/>
              <a:r>
                <a:rPr lang="zh-CN" altLang="en-US" sz="2200" dirty="0"/>
                <a:t>新的参数更新条件</a:t>
              </a:r>
              <a:endParaRPr lang="en-US" altLang="zh-CN" sz="2200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0A28414-F37F-49AE-904E-33C8258ED1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07" y="2407864"/>
            <a:ext cx="5136326" cy="640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356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Training  </a:t>
            </a:r>
            <a:r>
              <a:rPr lang="zh-CN" altLang="en-US" dirty="0"/>
              <a:t>训练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397456" y="1668550"/>
            <a:ext cx="83490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training, first call the newly written member function </a:t>
            </a:r>
          </a:p>
          <a:p>
            <a:pPr algn="ctr"/>
            <a:r>
              <a:rPr lang="zh-CN" altLang="en-US" sz="2200" dirty="0"/>
              <a:t>在训练时，先调用新写的成员函数</a:t>
            </a:r>
            <a:endParaRPr lang="en-US" altLang="zh-CN" sz="2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F96EC-C682-459B-AED7-3F403FBD6906}"/>
              </a:ext>
            </a:extLst>
          </p:cNvPr>
          <p:cNvSpPr txBox="1"/>
          <p:nvPr/>
        </p:nvSpPr>
        <p:spPr>
          <a:xfrm>
            <a:off x="549856" y="3148318"/>
            <a:ext cx="83490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Next, change the parameter update condition as well as the way to update the bias term</a:t>
            </a:r>
          </a:p>
          <a:p>
            <a:pPr algn="ctr"/>
            <a:r>
              <a:rPr lang="zh-CN" altLang="en-US" sz="2200" dirty="0"/>
              <a:t>然后修改参数更新的条件以及修改偏向的方式</a:t>
            </a:r>
            <a:endParaRPr lang="en-US" altLang="zh-CN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C27FC5-DB42-4178-9F25-A1BD9264E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4236624"/>
            <a:ext cx="5319220" cy="109737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D5A70B00-3A49-449C-9E76-E98468F45B5A}"/>
              </a:ext>
            </a:extLst>
          </p:cNvPr>
          <p:cNvGrpSpPr/>
          <p:nvPr/>
        </p:nvGrpSpPr>
        <p:grpSpPr>
          <a:xfrm>
            <a:off x="3200400" y="4775199"/>
            <a:ext cx="4699000" cy="1854631"/>
            <a:chOff x="2693331" y="4166377"/>
            <a:chExt cx="4699000" cy="185463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814F049-0C8C-4C4D-A263-72AD64A2666E}"/>
                </a:ext>
              </a:extLst>
            </p:cNvPr>
            <p:cNvSpPr/>
            <p:nvPr/>
          </p:nvSpPr>
          <p:spPr bwMode="auto">
            <a:xfrm>
              <a:off x="2693331" y="4166377"/>
              <a:ext cx="4699000" cy="51646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DFB3B8A-99AC-4B97-8EAB-FF6FCB5714CD}"/>
                </a:ext>
              </a:extLst>
            </p:cNvPr>
            <p:cNvCxnSpPr>
              <a:cxnSpLocks/>
              <a:stCxn id="22" idx="0"/>
              <a:endCxn id="20" idx="2"/>
            </p:cNvCxnSpPr>
            <p:nvPr/>
          </p:nvCxnSpPr>
          <p:spPr bwMode="auto">
            <a:xfrm flipV="1">
              <a:off x="5042831" y="4682844"/>
              <a:ext cx="0" cy="56872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07E00B-281F-41FF-96E9-9C98D0A53810}"/>
                </a:ext>
              </a:extLst>
            </p:cNvPr>
            <p:cNvSpPr txBox="1"/>
            <p:nvPr/>
          </p:nvSpPr>
          <p:spPr>
            <a:xfrm>
              <a:off x="2785254" y="5251567"/>
              <a:ext cx="451515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New way to update the bias term</a:t>
              </a:r>
            </a:p>
            <a:p>
              <a:pPr algn="ctr"/>
              <a:r>
                <a:rPr lang="zh-CN" altLang="en-US" sz="2200" dirty="0"/>
                <a:t>新的修改偏向的方式</a:t>
              </a:r>
              <a:endParaRPr lang="en-US" altLang="zh-CN" sz="2200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0552D45B-7944-4599-851E-3EF62AC146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207" y="2407864"/>
            <a:ext cx="5136326" cy="6401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3440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8021637" cy="914400"/>
          </a:xfrm>
        </p:spPr>
        <p:txBody>
          <a:bodyPr/>
          <a:lstStyle/>
          <a:p>
            <a:r>
              <a:rPr lang="en-US" altLang="zh-CN" dirty="0"/>
              <a:t>Run It  </a:t>
            </a:r>
            <a:r>
              <a:rPr lang="zh-CN" altLang="en-US" dirty="0"/>
              <a:t>运行之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268317-4080-45A4-B02D-99077E586DE5}"/>
              </a:ext>
            </a:extLst>
          </p:cNvPr>
          <p:cNvSpPr txBox="1"/>
          <p:nvPr/>
        </p:nvSpPr>
        <p:spPr>
          <a:xfrm>
            <a:off x="469173" y="1619951"/>
            <a:ext cx="82056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Based on Practice 6.1, in ‘test.py’, pass in a margin parameter in creating an instance of class ‘</a:t>
            </a:r>
            <a:r>
              <a:rPr lang="en-US" altLang="zh-CN" sz="2200" dirty="0" err="1"/>
              <a:t>BinaryPerceptron</a:t>
            </a:r>
            <a:r>
              <a:rPr lang="en-US" altLang="zh-CN" sz="2200" dirty="0"/>
              <a:t>’</a:t>
            </a:r>
          </a:p>
          <a:p>
            <a:pPr algn="ctr"/>
            <a:r>
              <a:rPr lang="zh-CN" altLang="en-US" sz="2200" dirty="0"/>
              <a:t>基于实践</a:t>
            </a:r>
            <a:r>
              <a:rPr lang="en-US" altLang="zh-CN" sz="2200" dirty="0"/>
              <a:t>6.1</a:t>
            </a:r>
            <a:r>
              <a:rPr lang="zh-CN" altLang="en-US" sz="2200" dirty="0"/>
              <a:t>，在“</a:t>
            </a:r>
            <a:r>
              <a:rPr lang="en-US" altLang="zh-CN" sz="2200" dirty="0"/>
              <a:t>test.py</a:t>
            </a:r>
            <a:r>
              <a:rPr lang="zh-CN" altLang="en-US" sz="2200" dirty="0"/>
              <a:t>”中，在创建一个“</a:t>
            </a:r>
            <a:r>
              <a:rPr lang="en-US" altLang="zh-CN" sz="2200" dirty="0" err="1"/>
              <a:t>BinaryPerceptron</a:t>
            </a:r>
            <a:r>
              <a:rPr lang="zh-CN" altLang="en-US" sz="2200" dirty="0"/>
              <a:t>”类型的实例时传入一个间隔参数</a:t>
            </a:r>
            <a:endParaRPr lang="en-US" altLang="zh-C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D2C02-9F15-4E7A-BD20-A68EAE035509}"/>
              </a:ext>
            </a:extLst>
          </p:cNvPr>
          <p:cNvSpPr txBox="1"/>
          <p:nvPr/>
        </p:nvSpPr>
        <p:spPr>
          <a:xfrm>
            <a:off x="448488" y="3581400"/>
            <a:ext cx="82056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Run it w/ the training size of 20</a:t>
            </a:r>
          </a:p>
          <a:p>
            <a:pPr algn="ctr"/>
            <a:r>
              <a:rPr lang="zh-CN" altLang="en-US" sz="2200" dirty="0"/>
              <a:t>以训练数据量</a:t>
            </a:r>
            <a:r>
              <a:rPr lang="en-US" altLang="zh-CN" sz="2200" dirty="0"/>
              <a:t>20</a:t>
            </a:r>
            <a:r>
              <a:rPr lang="zh-CN" altLang="en-US" sz="2200" dirty="0"/>
              <a:t>运行该程序</a:t>
            </a:r>
            <a:endParaRPr lang="en-US" altLang="zh-C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CF7BEF-EDA3-44B3-855B-D01659379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96" y="3028370"/>
            <a:ext cx="7056732" cy="4115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542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4|47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4|11.8|11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3.1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17102</TotalTime>
  <Words>550</Words>
  <Application>Microsoft Office PowerPoint</Application>
  <PresentationFormat>On-screen Show (4:3)</PresentationFormat>
  <Paragraphs>44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Comic Sans MS</vt:lpstr>
      <vt:lpstr>Tahoma</vt:lpstr>
      <vt:lpstr>Times New Roman</vt:lpstr>
      <vt:lpstr>Wingdings</vt:lpstr>
      <vt:lpstr>Blends</vt:lpstr>
      <vt:lpstr>Cookbook for Practice 7.1</vt:lpstr>
      <vt:lpstr>Margin Parameter  间距参数</vt:lpstr>
      <vt:lpstr>Calculate Confidence Threshold   计算置信度阈值</vt:lpstr>
      <vt:lpstr>Calculate Confidence Threshold   计算置信度阈值</vt:lpstr>
      <vt:lpstr>Training  训练</vt:lpstr>
      <vt:lpstr>Training  训练</vt:lpstr>
      <vt:lpstr>Run It  运行之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1313</cp:revision>
  <dcterms:created xsi:type="dcterms:W3CDTF">2003-03-13T01:36:43Z</dcterms:created>
  <dcterms:modified xsi:type="dcterms:W3CDTF">2024-03-01T05:53:38Z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3a01b7e8-0c50-4c55-8923-07f46a24e22a</vt:lpwstr>
  </property>
  <property fmtid="{D5CDD505-2E9C-101B-9397-08002B2CF9AE}" pid="3" name="CTP_TimeStamp">
    <vt:lpwstr>2020-01-20 04:36:49Z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