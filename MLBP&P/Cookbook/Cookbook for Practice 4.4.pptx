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286" r:id="rId2"/>
    <p:sldId id="440" r:id="rId3"/>
    <p:sldId id="453" r:id="rId4"/>
    <p:sldId id="454" r:id="rId5"/>
    <p:sldId id="353" r:id="rId6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6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3593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3604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4.4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4.4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8F51E3-46CB-4293-984E-8D51420CA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22" y="3448633"/>
            <a:ext cx="5197290" cy="8839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Cosine Similarity </a:t>
            </a:r>
            <a:r>
              <a:rPr lang="zh-CN" altLang="en-US" dirty="0">
                <a:ea typeface="ＭＳ Ｐゴシック" panose="020B0600070205080204" pitchFamily="34" charset="-128"/>
              </a:rPr>
              <a:t>余弦相似度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28600" y="1600200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initialization function of the class ‘</a:t>
            </a:r>
            <a:r>
              <a:rPr lang="en-US" altLang="zh-CN" sz="2200" dirty="0" err="1"/>
              <a:t>NearestNeighbor</a:t>
            </a:r>
            <a:r>
              <a:rPr lang="en-US" altLang="zh-CN" sz="2200" dirty="0"/>
              <a:t>’, pass in an augment for the distance type (default value: 0) &amp; store in a member variable  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 err="1"/>
              <a:t>NearestNeighbor</a:t>
            </a:r>
            <a:r>
              <a:rPr lang="zh-CN" altLang="en-US" sz="2200" dirty="0"/>
              <a:t>”类型的初始化函数中，传入距离类型的参数（缺省值：</a:t>
            </a:r>
            <a:r>
              <a:rPr lang="en-US" altLang="zh-CN" sz="2200" dirty="0"/>
              <a:t>0</a:t>
            </a:r>
            <a:r>
              <a:rPr lang="zh-CN" altLang="en-US" sz="2200" dirty="0"/>
              <a:t>），并用一个成员变量将它记下来</a:t>
            </a:r>
            <a:endParaRPr lang="en-US" altLang="zh-CN" sz="2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840D38-0AD2-4506-A5C3-A0193D0DAF45}"/>
              </a:ext>
            </a:extLst>
          </p:cNvPr>
          <p:cNvGrpSpPr/>
          <p:nvPr/>
        </p:nvGrpSpPr>
        <p:grpSpPr>
          <a:xfrm>
            <a:off x="3108960" y="3489961"/>
            <a:ext cx="4648200" cy="1760296"/>
            <a:chOff x="367288" y="3652191"/>
            <a:chExt cx="4648200" cy="176029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1837CD7-9E73-45FF-BC32-C9F98BD292A4}"/>
                </a:ext>
              </a:extLst>
            </p:cNvPr>
            <p:cNvSpPr/>
            <p:nvPr/>
          </p:nvSpPr>
          <p:spPr bwMode="auto">
            <a:xfrm>
              <a:off x="2424688" y="3652191"/>
              <a:ext cx="533400" cy="289559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D492432-2E3D-421F-9C84-7BD6BC9A5DE7}"/>
                </a:ext>
              </a:extLst>
            </p:cNvPr>
            <p:cNvCxnSpPr>
              <a:cxnSpLocks/>
              <a:stCxn id="16" idx="0"/>
              <a:endCxn id="14" idx="2"/>
            </p:cNvCxnSpPr>
            <p:nvPr/>
          </p:nvCxnSpPr>
          <p:spPr bwMode="auto">
            <a:xfrm flipV="1">
              <a:off x="2691388" y="3941750"/>
              <a:ext cx="0" cy="7012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6308450-EC4B-4FF0-8D22-EF39F76D0A27}"/>
                </a:ext>
              </a:extLst>
            </p:cNvPr>
            <p:cNvSpPr txBox="1"/>
            <p:nvPr/>
          </p:nvSpPr>
          <p:spPr>
            <a:xfrm>
              <a:off x="367288" y="4643046"/>
              <a:ext cx="46482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Default value is 0</a:t>
              </a:r>
            </a:p>
            <a:p>
              <a:pPr algn="ctr"/>
              <a:r>
                <a:rPr lang="zh-CN" altLang="en-US" sz="2200" dirty="0"/>
                <a:t>缺省值为</a:t>
              </a:r>
              <a:r>
                <a:rPr lang="en-US" altLang="zh-CN" sz="22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205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Cosine Similarity </a:t>
            </a:r>
            <a:r>
              <a:rPr lang="zh-CN" altLang="en-US" dirty="0">
                <a:ea typeface="ＭＳ Ｐゴシック" panose="020B0600070205080204" pitchFamily="34" charset="-128"/>
              </a:rPr>
              <a:t>余弦相似度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384315-8414-4649-82CA-83783E82E812}"/>
              </a:ext>
            </a:extLst>
          </p:cNvPr>
          <p:cNvSpPr txBox="1"/>
          <p:nvPr/>
        </p:nvSpPr>
        <p:spPr>
          <a:xfrm>
            <a:off x="228600" y="1676400"/>
            <a:ext cx="830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beginning of the ‘classify’ member function, calculate the vector length of the sample to be classified to avoid duplicate calculation later  </a:t>
            </a:r>
            <a:r>
              <a:rPr lang="zh-CN" altLang="en-US" sz="2200" dirty="0"/>
              <a:t>在“</a:t>
            </a:r>
            <a:r>
              <a:rPr lang="en-US" altLang="zh-CN" sz="2200" dirty="0"/>
              <a:t>classify</a:t>
            </a:r>
            <a:r>
              <a:rPr lang="zh-CN" altLang="en-US" sz="2200" dirty="0"/>
              <a:t>”成员函数的开始处计算待分类的数据的向量长度，以避免后面反复计算</a:t>
            </a:r>
            <a:r>
              <a:rPr lang="en-US" altLang="zh-CN" sz="22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84499D-AB84-4DEB-9FD9-EB96AB1E1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271" y="3063208"/>
            <a:ext cx="6218458" cy="365792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43F561-FA16-4C92-9425-FA8C3437F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14" y="4343400"/>
            <a:ext cx="6614734" cy="1828958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6AF8B47-08C7-49DB-8C77-65B65A7388FA}"/>
              </a:ext>
            </a:extLst>
          </p:cNvPr>
          <p:cNvSpPr txBox="1"/>
          <p:nvPr/>
        </p:nvSpPr>
        <p:spPr>
          <a:xfrm>
            <a:off x="419100" y="353957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Modify the line of distance calculation, now based on the distance type  </a:t>
            </a:r>
            <a:r>
              <a:rPr lang="zh-CN" altLang="en-US" sz="2200" dirty="0"/>
              <a:t>现在，根据不同的距离类型修改距离的计算</a:t>
            </a:r>
            <a:endParaRPr lang="en-US" altLang="zh-CN" sz="22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6F8E4D2-D83E-4274-B55B-6D2CACE8DD53}"/>
              </a:ext>
            </a:extLst>
          </p:cNvPr>
          <p:cNvGrpSpPr/>
          <p:nvPr/>
        </p:nvGrpSpPr>
        <p:grpSpPr>
          <a:xfrm>
            <a:off x="419100" y="5329986"/>
            <a:ext cx="3972425" cy="1440871"/>
            <a:chOff x="-1861052" y="3973733"/>
            <a:chExt cx="3959444" cy="134811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B3805D-98A3-4E51-83E0-71DA57C8C4B5}"/>
                </a:ext>
              </a:extLst>
            </p:cNvPr>
            <p:cNvSpPr/>
            <p:nvPr/>
          </p:nvSpPr>
          <p:spPr bwMode="auto">
            <a:xfrm>
              <a:off x="1546749" y="3973733"/>
              <a:ext cx="551643" cy="281427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91F1F19-4CA0-4728-AE1F-F5581B652769}"/>
                </a:ext>
              </a:extLst>
            </p:cNvPr>
            <p:cNvCxnSpPr>
              <a:cxnSpLocks/>
              <a:stCxn id="12" idx="3"/>
              <a:endCxn id="10" idx="2"/>
            </p:cNvCxnSpPr>
            <p:nvPr/>
          </p:nvCxnSpPr>
          <p:spPr bwMode="auto">
            <a:xfrm flipV="1">
              <a:off x="838184" y="4255160"/>
              <a:ext cx="984387" cy="54835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4C1B804-F80B-4BC6-A689-C9FB066948FE}"/>
                </a:ext>
              </a:extLst>
            </p:cNvPr>
            <p:cNvSpPr txBox="1"/>
            <p:nvPr/>
          </p:nvSpPr>
          <p:spPr>
            <a:xfrm>
              <a:off x="-1861052" y="4285179"/>
              <a:ext cx="2699236" cy="10366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Convert similarity to distance </a:t>
              </a:r>
              <a:r>
                <a:rPr lang="zh-CN" altLang="en-US" sz="2200" dirty="0"/>
                <a:t>把相似度变换成距离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2732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</a:t>
            </a:r>
            <a:r>
              <a:rPr lang="zh-CN" altLang="en-US" dirty="0">
                <a:ea typeface="ＭＳ Ｐゴシック" panose="020B0600070205080204" pitchFamily="34" charset="-128"/>
              </a:rPr>
              <a:t>运行之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384315-8414-4649-82CA-83783E82E812}"/>
              </a:ext>
            </a:extLst>
          </p:cNvPr>
          <p:cNvSpPr txBox="1"/>
          <p:nvPr/>
        </p:nvSpPr>
        <p:spPr>
          <a:xfrm>
            <a:off x="419100" y="1662376"/>
            <a:ext cx="830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main section of ‘test.py’, when creating a new instance of the class ‘</a:t>
            </a:r>
            <a:r>
              <a:rPr lang="en-US" altLang="zh-CN" sz="2200" dirty="0" err="1"/>
              <a:t>NearestNeighbor</a:t>
            </a:r>
            <a:r>
              <a:rPr lang="en-US" altLang="zh-CN" sz="2200" dirty="0"/>
              <a:t>’, pass in the augment w/ value 1  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”的</a:t>
            </a:r>
            <a:r>
              <a:rPr lang="en-US" altLang="zh-CN" sz="2200" dirty="0"/>
              <a:t>main</a:t>
            </a:r>
            <a:r>
              <a:rPr lang="zh-CN" altLang="en-US" sz="2200" dirty="0"/>
              <a:t>部分，当生成“</a:t>
            </a:r>
            <a:r>
              <a:rPr lang="en-US" altLang="zh-CN" sz="2200" dirty="0" err="1"/>
              <a:t>NearestNeighbor</a:t>
            </a:r>
            <a:r>
              <a:rPr lang="zh-CN" altLang="en-US" sz="2200" dirty="0"/>
              <a:t>”类型的一个实例时，传入值为</a:t>
            </a:r>
            <a:r>
              <a:rPr lang="en-US" altLang="zh-CN" sz="2200" dirty="0"/>
              <a:t>1</a:t>
            </a:r>
            <a:r>
              <a:rPr lang="zh-CN" altLang="en-US" sz="2200" dirty="0"/>
              <a:t>的参数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60C0EF-E502-4402-A7F1-51DC4916F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" y="3108926"/>
            <a:ext cx="6325148" cy="396274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1912D4-4898-4D3C-B875-5917E7ADDE6E}"/>
              </a:ext>
            </a:extLst>
          </p:cNvPr>
          <p:cNvSpPr txBox="1"/>
          <p:nvPr/>
        </p:nvSpPr>
        <p:spPr>
          <a:xfrm>
            <a:off x="419100" y="3607713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419788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16474</TotalTime>
  <Words>302</Words>
  <Application>Microsoft Office PowerPoint</Application>
  <PresentationFormat>On-screen Show (4:3)</PresentationFormat>
  <Paragraphs>22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Comic Sans MS</vt:lpstr>
      <vt:lpstr>Tahoma</vt:lpstr>
      <vt:lpstr>Times New Roman</vt:lpstr>
      <vt:lpstr>Wingdings</vt:lpstr>
      <vt:lpstr>Blends</vt:lpstr>
      <vt:lpstr>Cookbook for Practice 4.4</vt:lpstr>
      <vt:lpstr>Cosine Similarity 余弦相似度 (1)</vt:lpstr>
      <vt:lpstr>Cosine Similarity 余弦相似度 (2)</vt:lpstr>
      <vt:lpstr>Run It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1246</cp:revision>
  <dcterms:created xsi:type="dcterms:W3CDTF">2003-03-13T01:36:43Z</dcterms:created>
  <dcterms:modified xsi:type="dcterms:W3CDTF">2023-12-01T07:01:19Z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3a01b7e8-0c50-4c55-8923-07f46a24e22a</vt:lpwstr>
  </property>
  <property fmtid="{D5CDD505-2E9C-101B-9397-08002B2CF9AE}" pid="3" name="CTP_TimeStamp">
    <vt:lpwstr>2019-11-17 07:22:27Z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