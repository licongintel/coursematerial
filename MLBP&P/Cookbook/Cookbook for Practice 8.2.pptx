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0"/>
  </p:notesMasterIdLst>
  <p:handoutMasterIdLst>
    <p:handoutMasterId r:id="rId11"/>
  </p:handoutMasterIdLst>
  <p:sldIdLst>
    <p:sldId id="286" r:id="rId2"/>
    <p:sldId id="440" r:id="rId3"/>
    <p:sldId id="462" r:id="rId4"/>
    <p:sldId id="471" r:id="rId5"/>
    <p:sldId id="467" r:id="rId6"/>
    <p:sldId id="468" r:id="rId7"/>
    <p:sldId id="470" r:id="rId8"/>
    <p:sldId id="353" r:id="rId9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30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2062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2765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6814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7888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047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8.2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8.2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Control Printing  </a:t>
            </a:r>
            <a:r>
              <a:rPr lang="zh-CN" altLang="en-US" dirty="0">
                <a:ea typeface="ＭＳ Ｐゴシック" panose="020B0600070205080204" pitchFamily="34" charset="-128"/>
              </a:rPr>
              <a:t>控制输出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800100" y="1524000"/>
            <a:ext cx="7543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class of ‘</a:t>
            </a:r>
            <a:r>
              <a:rPr lang="en-US" altLang="zh-CN" sz="2200" dirty="0" err="1"/>
              <a:t>BinaryLogisticRegression</a:t>
            </a:r>
            <a:r>
              <a:rPr lang="en-US" altLang="zh-CN" sz="2200" dirty="0"/>
              <a:t>’ in ‘logisticRegression.py’, remove printing of the loss as there can be too many for a large number of iterations</a:t>
            </a:r>
          </a:p>
          <a:p>
            <a:pPr algn="ctr"/>
            <a:r>
              <a:rPr lang="zh-CN" altLang="en-US" sz="2200" dirty="0"/>
              <a:t>因为训练轮数很多时会大量地输出损失，所以在文件“</a:t>
            </a:r>
            <a:r>
              <a:rPr lang="en-US" altLang="zh-CN" sz="2200" dirty="0"/>
              <a:t>logisticRegression.py</a:t>
            </a:r>
            <a:r>
              <a:rPr lang="zh-CN" altLang="en-US" sz="2200" dirty="0"/>
              <a:t>”的“</a:t>
            </a:r>
            <a:r>
              <a:rPr lang="en-US" altLang="zh-CN" sz="2200" dirty="0" err="1"/>
              <a:t>BinaryLogisticRegression</a:t>
            </a:r>
            <a:r>
              <a:rPr lang="zh-CN" altLang="en-US" sz="2200" dirty="0"/>
              <a:t>”类型中，删除损失的输出。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1F1504-B3C4-4EF5-B5B7-B14AFCC0B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516" y="3590302"/>
            <a:ext cx="6496956" cy="857370"/>
          </a:xfrm>
          <a:prstGeom prst="rect">
            <a:avLst/>
          </a:prstGeom>
          <a:ln>
            <a:solidFill>
              <a:srgbClr val="C00000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2CFCE8-F569-4722-BBBD-5C34B1BABE8B}"/>
              </a:ext>
            </a:extLst>
          </p:cNvPr>
          <p:cNvCxnSpPr>
            <a:cxnSpLocks/>
          </p:cNvCxnSpPr>
          <p:nvPr/>
        </p:nvCxnSpPr>
        <p:spPr bwMode="auto">
          <a:xfrm>
            <a:off x="2097504" y="3757864"/>
            <a:ext cx="646496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116858-7D9C-4498-B7C6-4E3C3283065D}"/>
              </a:ext>
            </a:extLst>
          </p:cNvPr>
          <p:cNvCxnSpPr>
            <a:cxnSpLocks/>
          </p:cNvCxnSpPr>
          <p:nvPr/>
        </p:nvCxnSpPr>
        <p:spPr bwMode="auto">
          <a:xfrm>
            <a:off x="3204408" y="4002504"/>
            <a:ext cx="513949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EA0F30-3455-4A19-ABAA-E0CC6A7D4BDC}"/>
              </a:ext>
            </a:extLst>
          </p:cNvPr>
          <p:cNvCxnSpPr>
            <a:cxnSpLocks/>
          </p:cNvCxnSpPr>
          <p:nvPr/>
        </p:nvCxnSpPr>
        <p:spPr bwMode="auto">
          <a:xfrm>
            <a:off x="2077456" y="4243136"/>
            <a:ext cx="470434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8F533A-9FF0-4E15-A3BB-5F810A130CFB}"/>
              </a:ext>
            </a:extLst>
          </p:cNvPr>
          <p:cNvSpPr txBox="1"/>
          <p:nvPr/>
        </p:nvSpPr>
        <p:spPr>
          <a:xfrm>
            <a:off x="190500" y="4596064"/>
            <a:ext cx="8763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Meanwhile, print something for every 100 iterations in training</a:t>
            </a:r>
          </a:p>
          <a:p>
            <a:pPr algn="ctr"/>
            <a:r>
              <a:rPr lang="zh-CN" altLang="en-US" sz="2200" dirty="0"/>
              <a:t>同时，训练每</a:t>
            </a:r>
            <a:r>
              <a:rPr lang="en-US" altLang="zh-CN" sz="2200" dirty="0"/>
              <a:t>100</a:t>
            </a:r>
            <a:r>
              <a:rPr lang="zh-CN" altLang="en-US" sz="2200" dirty="0"/>
              <a:t>轮输出点信息</a:t>
            </a:r>
            <a:endParaRPr lang="en-US" altLang="zh-CN" sz="2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5C0CC0-5AB5-482F-8F92-F71B29903C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936" y="5313943"/>
            <a:ext cx="4991796" cy="81926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381000" y="1676400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beginning of the file, import the class of data for one vs. rest   </a:t>
            </a:r>
            <a:r>
              <a:rPr lang="zh-CN" altLang="en-US" sz="2200" dirty="0"/>
              <a:t>在文件起始处导入一对其余的数据的类型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38169-00BC-48FE-9B46-C33523E6E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33" y="2426368"/>
            <a:ext cx="4496428" cy="362000"/>
          </a:xfrm>
          <a:prstGeom prst="rect">
            <a:avLst/>
          </a:prstGeom>
          <a:ln>
            <a:solidFill>
              <a:srgbClr val="C00000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7C36C1-DA97-4B39-AD65-DB06501B7144}"/>
              </a:ext>
            </a:extLst>
          </p:cNvPr>
          <p:cNvCxnSpPr>
            <a:cxnSpLocks/>
            <a:stCxn id="11" idx="0"/>
            <a:endCxn id="4" idx="2"/>
          </p:cNvCxnSpPr>
          <p:nvPr/>
        </p:nvCxnSpPr>
        <p:spPr bwMode="auto">
          <a:xfrm flipV="1">
            <a:off x="2443947" y="2788368"/>
            <a:ext cx="0" cy="793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D2EDAC6-4BE2-41BD-AB36-2780F22AFB7C}"/>
              </a:ext>
            </a:extLst>
          </p:cNvPr>
          <p:cNvSpPr txBox="1"/>
          <p:nvPr/>
        </p:nvSpPr>
        <p:spPr>
          <a:xfrm>
            <a:off x="466681" y="3581400"/>
            <a:ext cx="3954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 way to import a class</a:t>
            </a:r>
          </a:p>
          <a:p>
            <a:pPr algn="ctr"/>
            <a:r>
              <a:rPr lang="zh-CN" altLang="en-US" sz="2200" dirty="0"/>
              <a:t>导入一个类型的写法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05608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381000" y="1676400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beginning of the file, import the class of data for one vs. rest   </a:t>
            </a:r>
            <a:r>
              <a:rPr lang="zh-CN" altLang="en-US" sz="2200" dirty="0"/>
              <a:t>在文件起始处导入一对其余的数据的类型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38169-00BC-48FE-9B46-C33523E6E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33" y="2426368"/>
            <a:ext cx="4496428" cy="3620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9B4600-EB43-4B6D-A37A-74FDEBF5DF40}"/>
              </a:ext>
            </a:extLst>
          </p:cNvPr>
          <p:cNvSpPr txBox="1"/>
          <p:nvPr/>
        </p:nvSpPr>
        <p:spPr>
          <a:xfrm>
            <a:off x="381000" y="2971800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Taking multi-class perceptron as the reference, write the new class for multi-class logistic regression, starting from the initialization function w/ the 4 input parameters</a:t>
            </a:r>
          </a:p>
          <a:p>
            <a:pPr algn="ctr"/>
            <a:r>
              <a:rPr lang="zh-CN" altLang="en-US" sz="2200" dirty="0"/>
              <a:t>参考多类感知器，为多类对数几率回归写一个新的类型，从接受</a:t>
            </a:r>
            <a:r>
              <a:rPr lang="en-US" altLang="zh-CN" sz="2200" dirty="0"/>
              <a:t>4</a:t>
            </a:r>
            <a:r>
              <a:rPr lang="zh-CN" altLang="en-US" sz="2200" dirty="0"/>
              <a:t>个输入参数的初始化函数开始</a:t>
            </a:r>
            <a:endParaRPr lang="en-US" altLang="zh-CN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C68EC-530A-4246-8347-8A18C7026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32" y="4731841"/>
            <a:ext cx="8592750" cy="18481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042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381000" y="1676400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During training, create a binary classifier for each class label</a:t>
            </a:r>
          </a:p>
          <a:p>
            <a:pPr algn="ctr"/>
            <a:r>
              <a:rPr lang="zh-CN" altLang="en-US" sz="2200" dirty="0"/>
              <a:t>在训练时，为每一个类别标记创建一个两类分类器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2976CA-8484-42EE-8A5A-A4F2493E3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6" y="2438006"/>
            <a:ext cx="7392432" cy="28197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77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Multi-class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381000" y="1640304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construct the one-vs.-rest data &amp; train the classifiers</a:t>
            </a:r>
          </a:p>
          <a:p>
            <a:pPr algn="ctr"/>
            <a:r>
              <a:rPr lang="zh-CN" altLang="en-US" sz="2200" dirty="0"/>
              <a:t>然后构造一对其余的数据，并训练分类器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1249A-1981-4421-8574-5528F80A6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72" y="2350168"/>
            <a:ext cx="6039692" cy="10860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E74FA7-2C1E-413E-9833-8B36D3F382C8}"/>
              </a:ext>
            </a:extLst>
          </p:cNvPr>
          <p:cNvSpPr txBox="1"/>
          <p:nvPr/>
        </p:nvSpPr>
        <p:spPr>
          <a:xfrm>
            <a:off x="381000" y="3553903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Perform multi-class classification by comparing the scores</a:t>
            </a:r>
          </a:p>
          <a:p>
            <a:pPr algn="ctr"/>
            <a:r>
              <a:rPr lang="zh-CN" altLang="en-US" sz="2200" dirty="0"/>
              <a:t>通过比较得分进行多类分类</a:t>
            </a:r>
            <a:endParaRPr lang="en-US" altLang="zh-CN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BA2112-E5B9-427E-8549-F6DBB5781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24" y="4271860"/>
            <a:ext cx="6344536" cy="25340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163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8A4B6E2-DB1E-4760-AC76-D3FB052F3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52" y="3309143"/>
            <a:ext cx="6325482" cy="83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534207-A3E3-4F8D-8A41-F7DABA419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38" y="2675024"/>
            <a:ext cx="3391374" cy="5715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4799" y="1590514"/>
            <a:ext cx="8534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Based on Practice 7.2, in file ‘test.py’, now replace the perceptron related lines w/ the logistic regression related lines</a:t>
            </a:r>
          </a:p>
          <a:p>
            <a:pPr algn="ctr"/>
            <a:r>
              <a:rPr lang="zh-CN" altLang="en-US" sz="2200" dirty="0"/>
              <a:t>基于实践</a:t>
            </a:r>
            <a:r>
              <a:rPr lang="en-US" altLang="zh-CN" sz="2200" dirty="0"/>
              <a:t>7.2</a:t>
            </a:r>
            <a:r>
              <a:rPr lang="zh-CN" altLang="en-US" sz="2200" dirty="0"/>
              <a:t>，把感知器相关的语句换成对数几率回归相关的语句</a:t>
            </a:r>
            <a:endParaRPr lang="en-US" altLang="zh-CN" sz="22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2D2652-1B95-47B3-A945-E556EF212203}"/>
              </a:ext>
            </a:extLst>
          </p:cNvPr>
          <p:cNvCxnSpPr>
            <a:cxnSpLocks/>
          </p:cNvCxnSpPr>
          <p:nvPr/>
        </p:nvCxnSpPr>
        <p:spPr bwMode="auto">
          <a:xfrm>
            <a:off x="173006" y="2847045"/>
            <a:ext cx="226539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7F412A-3A60-4376-B0EE-2BB1D494E979}"/>
              </a:ext>
            </a:extLst>
          </p:cNvPr>
          <p:cNvCxnSpPr>
            <a:cxnSpLocks/>
          </p:cNvCxnSpPr>
          <p:nvPr/>
        </p:nvCxnSpPr>
        <p:spPr bwMode="auto">
          <a:xfrm>
            <a:off x="723900" y="3481804"/>
            <a:ext cx="6121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EB1753B-841E-4BBC-99A7-E9DB22C9018C}"/>
              </a:ext>
            </a:extLst>
          </p:cNvPr>
          <p:cNvSpPr txBox="1"/>
          <p:nvPr/>
        </p:nvSpPr>
        <p:spPr>
          <a:xfrm>
            <a:off x="304799" y="4378404"/>
            <a:ext cx="85343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94713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16894</TotalTime>
  <Words>484</Words>
  <Application>Microsoft Office PowerPoint</Application>
  <PresentationFormat>On-screen Show (4:3)</PresentationFormat>
  <Paragraphs>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Cookbook for Practice 8.2</vt:lpstr>
      <vt:lpstr>Control Printing  控制输出</vt:lpstr>
      <vt:lpstr>Multi-class Logistic Regression 多类对数几率回归 (1)</vt:lpstr>
      <vt:lpstr>Multi-class Logistic Regression 多类对数几率回归 (1)</vt:lpstr>
      <vt:lpstr>Multi-class Logistic Regression 多类对数几率回归 (2)</vt:lpstr>
      <vt:lpstr>Multi-class Logistic Regression 多类对数几率回归 (3)</vt:lpstr>
      <vt:lpstr>Run It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1291</cp:revision>
  <dcterms:created xsi:type="dcterms:W3CDTF">2003-03-13T01:36:43Z</dcterms:created>
  <dcterms:modified xsi:type="dcterms:W3CDTF">2025-03-15T09:18:22Z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494501d1-d67f-46d2-82fd-83a108f5436c</vt:lpwstr>
  </property>
  <property fmtid="{D5CDD505-2E9C-101B-9397-08002B2CF9AE}" pid="3" name="CTP_TimeStamp">
    <vt:lpwstr>2020-02-06 11:38:13Z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