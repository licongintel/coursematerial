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6"/>
  </p:notesMasterIdLst>
  <p:handoutMasterIdLst>
    <p:handoutMasterId r:id="rId7"/>
  </p:handoutMasterIdLst>
  <p:sldIdLst>
    <p:sldId id="286" r:id="rId2"/>
    <p:sldId id="440" r:id="rId3"/>
    <p:sldId id="492" r:id="rId4"/>
    <p:sldId id="353" r:id="rId5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5" autoAdjust="0"/>
    <p:restoredTop sz="93504" autoAdjust="0"/>
  </p:normalViewPr>
  <p:slideViewPr>
    <p:cSldViewPr>
      <p:cViewPr varScale="1">
        <p:scale>
          <a:sx n="68" d="100"/>
          <a:sy n="68" d="100"/>
        </p:scale>
        <p:origin x="115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922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2047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10.1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10.1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Generate Data  </a:t>
            </a:r>
            <a:r>
              <a:rPr lang="zh-CN" altLang="en-US" dirty="0">
                <a:ea typeface="ＭＳ Ｐゴシック" panose="020B0600070205080204" pitchFamily="34" charset="-128"/>
              </a:rPr>
              <a:t>生成数据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400050" y="1559469"/>
            <a:ext cx="8343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Base on Practice 4.1 &amp; take ‘perceptron.py’ from Practice 9.1</a:t>
            </a:r>
          </a:p>
          <a:p>
            <a:pPr algn="ctr"/>
            <a:r>
              <a:rPr lang="zh-CN" altLang="en-US" sz="2200" dirty="0"/>
              <a:t>基于实践</a:t>
            </a:r>
            <a:r>
              <a:rPr lang="en-US" altLang="zh-CN" sz="2200" dirty="0"/>
              <a:t>4.1</a:t>
            </a:r>
            <a:r>
              <a:rPr lang="zh-CN" altLang="en-US" sz="2200" dirty="0"/>
              <a:t>，从实践</a:t>
            </a:r>
            <a:r>
              <a:rPr lang="en-US" altLang="zh-CN" sz="2200" dirty="0"/>
              <a:t>9.1</a:t>
            </a:r>
            <a:r>
              <a:rPr lang="zh-CN" altLang="en-US" sz="2200" dirty="0"/>
              <a:t>中获取“</a:t>
            </a:r>
            <a:r>
              <a:rPr lang="en-US" altLang="zh-CN" sz="2200" dirty="0"/>
              <a:t>perceptron.py</a:t>
            </a:r>
            <a:r>
              <a:rPr lang="zh-CN" altLang="en-US" sz="2200" dirty="0"/>
              <a:t>”</a:t>
            </a:r>
            <a:endParaRPr lang="en-US" altLang="zh-C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33B4F7-7B40-4108-9269-8AC48EF5AA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59" y="3035968"/>
            <a:ext cx="5106112" cy="25721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7E187B-F76B-44A2-9D70-F7A893CD509D}"/>
              </a:ext>
            </a:extLst>
          </p:cNvPr>
          <p:cNvSpPr txBox="1"/>
          <p:nvPr/>
        </p:nvSpPr>
        <p:spPr>
          <a:xfrm>
            <a:off x="400050" y="2274839"/>
            <a:ext cx="8343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‘test.py’, rewrite the function ‘</a:t>
            </a:r>
            <a:r>
              <a:rPr lang="en-US" altLang="zh-CN" sz="2200" dirty="0" err="1"/>
              <a:t>generate_data</a:t>
            </a:r>
            <a:r>
              <a:rPr lang="en-US" altLang="zh-CN" sz="2200" dirty="0"/>
              <a:t>’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”中，重写“</a:t>
            </a:r>
            <a:r>
              <a:rPr lang="en-US" altLang="zh-CN" sz="2200" dirty="0" err="1"/>
              <a:t>generate_data</a:t>
            </a:r>
            <a:r>
              <a:rPr lang="zh-CN" altLang="en-US" sz="2200" dirty="0"/>
              <a:t>”函数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205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B317886-EE02-4D2C-95CC-5B4AD421DC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88" y="3328736"/>
            <a:ext cx="6192114" cy="8573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9D9730-EDC7-4EE7-B5F0-832D3A8F22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76" y="2679032"/>
            <a:ext cx="3010320" cy="5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</a:t>
            </a:r>
            <a:r>
              <a:rPr lang="zh-CN" altLang="en-US" dirty="0">
                <a:ea typeface="ＭＳ Ｐゴシック" panose="020B0600070205080204" pitchFamily="34" charset="-128"/>
              </a:rPr>
              <a:t>运行之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1676397" y="1565990"/>
            <a:ext cx="57912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Replace the nearest neighbor related lines w/ the perceptron related lines</a:t>
            </a:r>
          </a:p>
          <a:p>
            <a:pPr algn="ctr"/>
            <a:r>
              <a:rPr lang="zh-CN" altLang="en-US" sz="2200" dirty="0"/>
              <a:t>把最近邻相关的语句</a:t>
            </a:r>
            <a:r>
              <a:rPr lang="zh-CN" altLang="en-US" sz="2200"/>
              <a:t>换成感知器相</a:t>
            </a:r>
            <a:r>
              <a:rPr lang="zh-CN" altLang="en-US" sz="2200" dirty="0"/>
              <a:t>关的语句</a:t>
            </a:r>
            <a:endParaRPr lang="en-US" altLang="zh-CN" sz="22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2D2652-1B95-47B3-A945-E556EF212203}"/>
              </a:ext>
            </a:extLst>
          </p:cNvPr>
          <p:cNvCxnSpPr/>
          <p:nvPr/>
        </p:nvCxnSpPr>
        <p:spPr bwMode="auto">
          <a:xfrm>
            <a:off x="173006" y="2847045"/>
            <a:ext cx="2887694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97F412A-3A60-4376-B0EE-2BB1D494E979}"/>
              </a:ext>
            </a:extLst>
          </p:cNvPr>
          <p:cNvCxnSpPr>
            <a:cxnSpLocks/>
          </p:cNvCxnSpPr>
          <p:nvPr/>
        </p:nvCxnSpPr>
        <p:spPr bwMode="auto">
          <a:xfrm>
            <a:off x="723900" y="3517900"/>
            <a:ext cx="6121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EB1753B-841E-4BBC-99A7-E9DB22C9018C}"/>
              </a:ext>
            </a:extLst>
          </p:cNvPr>
          <p:cNvSpPr txBox="1"/>
          <p:nvPr/>
        </p:nvSpPr>
        <p:spPr>
          <a:xfrm>
            <a:off x="304799" y="4378404"/>
            <a:ext cx="85343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w/ the command line below  </a:t>
            </a:r>
            <a:r>
              <a:rPr lang="zh-CN" altLang="en-US" sz="2200" dirty="0"/>
              <a:t>用以下命令行运行</a:t>
            </a:r>
            <a:endParaRPr lang="en-US" altLang="zh-CN" sz="2200" dirty="0"/>
          </a:p>
          <a:p>
            <a:pPr algn="ctr"/>
            <a:r>
              <a:rPr lang="en-US" altLang="zh-CN" sz="2200" dirty="0"/>
              <a:t>test.py 50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514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14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3.9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17301</TotalTime>
  <Words>143</Words>
  <Application>Microsoft Office PowerPoint</Application>
  <PresentationFormat>On-screen Show (4:3)</PresentationFormat>
  <Paragraphs>18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ＭＳ Ｐゴシック</vt:lpstr>
      <vt:lpstr>SimSun</vt:lpstr>
      <vt:lpstr>Arial</vt:lpstr>
      <vt:lpstr>Comic Sans MS</vt:lpstr>
      <vt:lpstr>Tahoma</vt:lpstr>
      <vt:lpstr>Times New Roman</vt:lpstr>
      <vt:lpstr>Wingdings</vt:lpstr>
      <vt:lpstr>Blends</vt:lpstr>
      <vt:lpstr>Cookbook for Practice 10.1</vt:lpstr>
      <vt:lpstr>Generate Data  生成数据</vt:lpstr>
      <vt:lpstr>Run It 运行之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1331</cp:revision>
  <dcterms:created xsi:type="dcterms:W3CDTF">2003-03-13T01:36:43Z</dcterms:created>
  <dcterms:modified xsi:type="dcterms:W3CDTF">2024-04-20T01:27:30Z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d4c30054-39fe-4645-8043-55a61c37087a</vt:lpwstr>
  </property>
  <property fmtid="{D5CDD505-2E9C-101B-9397-08002B2CF9AE}" pid="3" name="CTP_TimeStamp">
    <vt:lpwstr>2020-02-05 01:28:18Z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