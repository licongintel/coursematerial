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5"/>
  </p:notesMasterIdLst>
  <p:handoutMasterIdLst>
    <p:handoutMasterId r:id="rId6"/>
  </p:handoutMasterIdLst>
  <p:sldIdLst>
    <p:sldId id="286" r:id="rId2"/>
    <p:sldId id="453" r:id="rId3"/>
    <p:sldId id="353" r:id="rId4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5" autoAdjust="0"/>
    <p:restoredTop sz="93504" autoAdjust="0"/>
  </p:normalViewPr>
  <p:slideViewPr>
    <p:cSldViewPr>
      <p:cViewPr varScale="1">
        <p:scale>
          <a:sx n="68" d="100"/>
          <a:sy n="68" d="100"/>
        </p:scale>
        <p:origin x="44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433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11.2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11.2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Dropout  </a:t>
            </a:r>
            <a:r>
              <a:rPr lang="zh-CN" altLang="en-US" dirty="0">
                <a:ea typeface="ＭＳ Ｐゴシック" panose="020B0600070205080204" pitchFamily="34" charset="-128"/>
              </a:rPr>
              <a:t>信息遗失</a:t>
            </a:r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7040D6-11A4-4B19-AB0A-61988AA8013B}"/>
              </a:ext>
            </a:extLst>
          </p:cNvPr>
          <p:cNvSpPr txBox="1"/>
          <p:nvPr/>
        </p:nvSpPr>
        <p:spPr>
          <a:xfrm>
            <a:off x="152398" y="1653668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Base on practice 11.1, in ‘uspsCNN.py’, import the ‘Dropout’ class</a:t>
            </a:r>
          </a:p>
          <a:p>
            <a:pPr algn="ctr"/>
            <a:r>
              <a:rPr lang="zh-CN" altLang="en-US" sz="2200" dirty="0"/>
              <a:t>基于实践</a:t>
            </a:r>
            <a:r>
              <a:rPr lang="en-US" altLang="zh-CN" sz="2200" dirty="0"/>
              <a:t>11.1</a:t>
            </a:r>
            <a:r>
              <a:rPr lang="zh-CN" altLang="en-US" sz="2200" dirty="0"/>
              <a:t>，在“</a:t>
            </a:r>
            <a:r>
              <a:rPr lang="en-US" altLang="zh-CN" sz="2200" dirty="0"/>
              <a:t>uspsCNN.py</a:t>
            </a:r>
            <a:r>
              <a:rPr lang="zh-CN" altLang="en-US" sz="2200" dirty="0"/>
              <a:t>”导入“</a:t>
            </a:r>
            <a:r>
              <a:rPr lang="en-US" altLang="zh-CN" sz="2200" dirty="0"/>
              <a:t>Dropout</a:t>
            </a:r>
            <a:r>
              <a:rPr lang="zh-CN" altLang="en-US" sz="2200" dirty="0"/>
              <a:t>”类型</a:t>
            </a:r>
            <a:endParaRPr lang="en-US" altLang="zh-CN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7B4CE4-9CFE-454C-9178-33C21C186AA4}"/>
              </a:ext>
            </a:extLst>
          </p:cNvPr>
          <p:cNvSpPr txBox="1"/>
          <p:nvPr/>
        </p:nvSpPr>
        <p:spPr>
          <a:xfrm>
            <a:off x="1257300" y="312420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dropout before the last </a:t>
            </a:r>
            <a:r>
              <a:rPr lang="en-US" altLang="zh-CN" sz="2200" dirty="0" err="1"/>
              <a:t>softmax</a:t>
            </a:r>
            <a:r>
              <a:rPr lang="en-US" altLang="zh-CN" sz="2200" dirty="0"/>
              <a:t> layer </a:t>
            </a:r>
          </a:p>
          <a:p>
            <a:pPr algn="ctr"/>
            <a:r>
              <a:rPr lang="zh-CN" altLang="en-US" sz="2200" dirty="0"/>
              <a:t>在最后的指数归一化层前加上信息遗失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DD9BDA-D9B5-46B3-8044-16C23FBE03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08" y="2386264"/>
            <a:ext cx="4382112" cy="381054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A4DD3C-38F0-4C83-AE50-FE743B449C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040" y="3851520"/>
            <a:ext cx="3791480" cy="323896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CA83DF-2017-499D-BA56-896B20688A81}"/>
              </a:ext>
            </a:extLst>
          </p:cNvPr>
          <p:cNvSpPr txBox="1"/>
          <p:nvPr/>
        </p:nvSpPr>
        <p:spPr>
          <a:xfrm>
            <a:off x="304799" y="4522113"/>
            <a:ext cx="85343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93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10.2|19.5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18333</TotalTime>
  <Words>88</Words>
  <Application>Microsoft Office PowerPoint</Application>
  <PresentationFormat>On-screen Show (4:3)</PresentationFormat>
  <Paragraphs>13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ＭＳ Ｐゴシック</vt:lpstr>
      <vt:lpstr>SimSun</vt:lpstr>
      <vt:lpstr>Arial</vt:lpstr>
      <vt:lpstr>Comic Sans MS</vt:lpstr>
      <vt:lpstr>Tahoma</vt:lpstr>
      <vt:lpstr>Times New Roman</vt:lpstr>
      <vt:lpstr>Wingdings</vt:lpstr>
      <vt:lpstr>Blends</vt:lpstr>
      <vt:lpstr>Cookbook for Practice 11.2</vt:lpstr>
      <vt:lpstr>Dropout  信息遗失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1427</cp:revision>
  <dcterms:created xsi:type="dcterms:W3CDTF">2003-03-13T01:36:43Z</dcterms:created>
  <dcterms:modified xsi:type="dcterms:W3CDTF">2024-05-25T09:29:00Z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154b97a3-3342-4bf2-a4a5-45b99e55f15d</vt:lpwstr>
  </property>
  <property fmtid="{D5CDD505-2E9C-101B-9397-08002B2CF9AE}" pid="3" name="CTP_TimeStamp">
    <vt:lpwstr>2020-02-06 11:40:18Z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