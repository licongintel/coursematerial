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5"/>
  </p:notesMasterIdLst>
  <p:handoutMasterIdLst>
    <p:handoutMasterId r:id="rId6"/>
  </p:handoutMasterIdLst>
  <p:sldIdLst>
    <p:sldId id="286" r:id="rId2"/>
    <p:sldId id="440" r:id="rId3"/>
    <p:sldId id="353" r:id="rId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5" autoAdjust="0"/>
    <p:restoredTop sz="93504" autoAdjust="0"/>
  </p:normalViewPr>
  <p:slideViewPr>
    <p:cSldViewPr>
      <p:cViewPr varScale="1">
        <p:scale>
          <a:sx n="68" d="100"/>
          <a:sy n="68" d="100"/>
        </p:scale>
        <p:origin x="62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10.2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10.2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400050" y="1559469"/>
            <a:ext cx="8343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10.1, in data generation in ‘test.py’, change the classification boundary &amp; negative class label assignment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10.1</a:t>
            </a:r>
            <a:r>
              <a:rPr lang="zh-CN" altLang="en-US" sz="2200" dirty="0"/>
              <a:t>，在“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”中，修改分类边界和反例标注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C263F-001B-4F8B-A65D-0438DAE61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96" y="2642850"/>
            <a:ext cx="5087060" cy="6096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F3B866-B239-48FD-BB2D-20617AFCEC7F}"/>
              </a:ext>
            </a:extLst>
          </p:cNvPr>
          <p:cNvSpPr txBox="1"/>
          <p:nvPr/>
        </p:nvSpPr>
        <p:spPr>
          <a:xfrm>
            <a:off x="304799" y="3392904"/>
            <a:ext cx="8534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w/ the command line below  </a:t>
            </a:r>
            <a:r>
              <a:rPr lang="zh-CN" altLang="en-US" sz="2200" dirty="0"/>
              <a:t>用以下命令行运行</a:t>
            </a:r>
            <a:endParaRPr lang="en-US" altLang="zh-CN" sz="2200" dirty="0"/>
          </a:p>
          <a:p>
            <a:pPr algn="ctr"/>
            <a:r>
              <a:rPr lang="en-US" altLang="zh-CN" sz="2200" dirty="0"/>
              <a:t>test.py 50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5.4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17323</TotalTime>
  <Words>90</Words>
  <Application>Microsoft Office PowerPoint</Application>
  <PresentationFormat>On-screen Show (4:3)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10.2</vt:lpstr>
      <vt:lpstr>Run It 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1332</cp:revision>
  <dcterms:created xsi:type="dcterms:W3CDTF">2003-03-13T01:36:43Z</dcterms:created>
  <dcterms:modified xsi:type="dcterms:W3CDTF">2024-04-18T07:26:27Z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d4c30054-39fe-4645-8043-55a61c37087a</vt:lpwstr>
  </property>
  <property fmtid="{D5CDD505-2E9C-101B-9397-08002B2CF9AE}" pid="3" name="CTP_TimeStamp">
    <vt:lpwstr>2020-02-05 01:38:31Z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