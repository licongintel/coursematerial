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286" r:id="rId2"/>
    <p:sldId id="444" r:id="rId3"/>
    <p:sldId id="438" r:id="rId4"/>
    <p:sldId id="443" r:id="rId5"/>
    <p:sldId id="353" r:id="rId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93504" autoAdjust="0"/>
  </p:normalViewPr>
  <p:slideViewPr>
    <p:cSldViewPr>
      <p:cViewPr>
        <p:scale>
          <a:sx n="90" d="100"/>
          <a:sy n="90" d="100"/>
        </p:scale>
        <p:origin x="5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3208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7103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3.2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3.2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Install NumPy  </a:t>
            </a:r>
            <a:r>
              <a:rPr lang="zh-CN" altLang="en-US" dirty="0">
                <a:ea typeface="ＭＳ Ｐゴシック" panose="020B0600070205080204" pitchFamily="34" charset="-128"/>
              </a:rPr>
              <a:t>安装</a:t>
            </a:r>
            <a:r>
              <a:rPr lang="en-US" altLang="zh-CN" dirty="0">
                <a:ea typeface="ＭＳ Ｐゴシック" panose="020B0600070205080204" pitchFamily="34" charset="-128"/>
              </a:rPr>
              <a:t>NumPy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Go to the directory w/ the file ‘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-….</a:t>
            </a:r>
            <a:r>
              <a:rPr lang="en-US" altLang="zh-CN" sz="2200" dirty="0" err="1"/>
              <a:t>whl</a:t>
            </a:r>
            <a:r>
              <a:rPr lang="en-US" altLang="zh-CN" sz="2200" dirty="0"/>
              <a:t>’, &amp; run the command line below  </a:t>
            </a:r>
          </a:p>
          <a:p>
            <a:pPr algn="ctr"/>
            <a:r>
              <a:rPr lang="zh-CN" altLang="en-US" sz="2200" dirty="0"/>
              <a:t>进入文件“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-….</a:t>
            </a:r>
            <a:r>
              <a:rPr lang="en-US" altLang="zh-CN" sz="2200" dirty="0" err="1"/>
              <a:t>whl</a:t>
            </a:r>
            <a:r>
              <a:rPr lang="zh-CN" altLang="en-US" sz="2200" dirty="0"/>
              <a:t>”所在目录，运行以下命令行</a:t>
            </a:r>
            <a:endParaRPr lang="en-US" altLang="zh-CN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6FEEFB-830C-4C60-B074-2440FACC3775}"/>
              </a:ext>
            </a:extLst>
          </p:cNvPr>
          <p:cNvSpPr txBox="1"/>
          <p:nvPr/>
        </p:nvSpPr>
        <p:spPr>
          <a:xfrm>
            <a:off x="609600" y="28194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pip install 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-….</a:t>
            </a:r>
            <a:r>
              <a:rPr lang="en-US" altLang="zh-CN" sz="2200" dirty="0" err="1"/>
              <a:t>whl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09029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NumPy Array NumPy</a:t>
            </a:r>
            <a:r>
              <a:rPr lang="zh-CN" altLang="en-US" dirty="0">
                <a:ea typeface="ＭＳ Ｐゴシック" panose="020B0600070205080204" pitchFamily="34" charset="-128"/>
              </a:rPr>
              <a:t>数组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‘uspsData.py’, import ‘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’</a:t>
            </a:r>
          </a:p>
          <a:p>
            <a:pPr algn="ctr"/>
            <a:r>
              <a:rPr lang="zh-CN" altLang="en-US" sz="2200" dirty="0"/>
              <a:t>在文件“</a:t>
            </a:r>
            <a:r>
              <a:rPr lang="en-US" altLang="zh-CN" sz="2200" dirty="0"/>
              <a:t>uspsData.py</a:t>
            </a:r>
            <a:r>
              <a:rPr lang="zh-CN" altLang="en-US" sz="2200" dirty="0"/>
              <a:t>”中，导入“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69573A-EEF6-4FF1-8E87-62EE913A6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369641"/>
            <a:ext cx="1691786" cy="365792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10FFCF-55A7-4F66-ADBB-609A74E5E097}"/>
              </a:ext>
            </a:extLst>
          </p:cNvPr>
          <p:cNvSpPr txBox="1"/>
          <p:nvPr/>
        </p:nvSpPr>
        <p:spPr>
          <a:xfrm>
            <a:off x="609600" y="2895600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During data reading, now for each data item, we use the ‘</a:t>
            </a:r>
            <a:r>
              <a:rPr lang="en-US" altLang="zh-CN" sz="2200" dirty="0" err="1"/>
              <a:t>numpy.array</a:t>
            </a:r>
            <a:r>
              <a:rPr lang="en-US" altLang="zh-CN" sz="2200" dirty="0"/>
              <a:t>’ class (rather than the normal array) to store the attributes   </a:t>
            </a:r>
            <a:r>
              <a:rPr lang="zh-CN" altLang="en-US" sz="2200" dirty="0"/>
              <a:t>在读文件时，我们用“</a:t>
            </a:r>
            <a:r>
              <a:rPr lang="en-US" altLang="zh-CN" sz="2200" dirty="0" err="1"/>
              <a:t>numpy.array</a:t>
            </a:r>
            <a:r>
              <a:rPr lang="zh-CN" altLang="en-US" sz="2200" dirty="0"/>
              <a:t>”类型（而非常规数组）来存储每个数据的属性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35D75-5CA6-41DD-B2AC-C89E9F9DE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01" y="4343400"/>
            <a:ext cx="4618120" cy="41151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7506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NumPy Calculation NumPy</a:t>
            </a:r>
            <a:r>
              <a:rPr lang="zh-CN" altLang="en-US" dirty="0">
                <a:ea typeface="ＭＳ Ｐゴシック" panose="020B0600070205080204" pitchFamily="34" charset="-128"/>
              </a:rPr>
              <a:t>计算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‘nearestNeighbor.py’, import ‘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’</a:t>
            </a:r>
          </a:p>
          <a:p>
            <a:pPr algn="ctr"/>
            <a:r>
              <a:rPr lang="zh-CN" altLang="en-US" sz="2200" dirty="0"/>
              <a:t>在文件“</a:t>
            </a:r>
            <a:r>
              <a:rPr lang="en-US" altLang="zh-CN" sz="2200" dirty="0"/>
              <a:t>nearestNeighbor.py</a:t>
            </a:r>
            <a:r>
              <a:rPr lang="zh-CN" altLang="en-US" sz="2200" dirty="0"/>
              <a:t>”中，导入“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73611E-118D-4F75-AD5F-77D6942CB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369641"/>
            <a:ext cx="1691786" cy="365792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F38F49-F14D-4140-B0B6-48CCDBD7A0A8}"/>
              </a:ext>
            </a:extLst>
          </p:cNvPr>
          <p:cNvSpPr txBox="1"/>
          <p:nvPr/>
        </p:nvSpPr>
        <p:spPr>
          <a:xfrm>
            <a:off x="152400" y="2795587"/>
            <a:ext cx="88392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use the ‘-’ operator to get the difference of the two ‘</a:t>
            </a:r>
            <a:r>
              <a:rPr lang="en-US" altLang="zh-CN" sz="2200" dirty="0" err="1"/>
              <a:t>numpy.array</a:t>
            </a:r>
            <a:r>
              <a:rPr lang="en-US" altLang="zh-CN" sz="2200" dirty="0"/>
              <a:t>’ instances, the result is also an instance of ‘</a:t>
            </a:r>
            <a:r>
              <a:rPr lang="en-US" altLang="zh-CN" sz="2200" dirty="0" err="1"/>
              <a:t>numpy.array</a:t>
            </a:r>
            <a:r>
              <a:rPr lang="en-US" altLang="zh-CN" sz="2200" dirty="0"/>
              <a:t>’. Then use the ‘</a:t>
            </a:r>
            <a:r>
              <a:rPr lang="en-US" altLang="zh-CN" sz="2200" dirty="0" err="1"/>
              <a:t>numpy.linalg.norm</a:t>
            </a:r>
            <a:r>
              <a:rPr lang="en-US" altLang="zh-CN" sz="2200" dirty="0"/>
              <a:t>’ function to calculate its L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norm. The result is actually the distance we want.  </a:t>
            </a:r>
            <a:r>
              <a:rPr lang="zh-CN" altLang="en-US" sz="2200" dirty="0"/>
              <a:t>现在用减号运算来获取两个“</a:t>
            </a:r>
            <a:r>
              <a:rPr lang="en-US" altLang="zh-CN" sz="2200" dirty="0" err="1"/>
              <a:t>numpy.array</a:t>
            </a:r>
            <a:r>
              <a:rPr lang="zh-CN" altLang="en-US" sz="2200" dirty="0"/>
              <a:t>”类型的实例之差，运算结果也是“</a:t>
            </a:r>
            <a:r>
              <a:rPr lang="en-US" altLang="zh-CN" sz="2200" dirty="0" err="1"/>
              <a:t>numpy.array</a:t>
            </a:r>
            <a:r>
              <a:rPr lang="zh-CN" altLang="en-US" sz="2200" dirty="0"/>
              <a:t>”类型的实例。然后再用“</a:t>
            </a:r>
            <a:r>
              <a:rPr lang="en-US" altLang="zh-CN" sz="2200" dirty="0" err="1"/>
              <a:t>numpy.linalg.norm</a:t>
            </a:r>
            <a:r>
              <a:rPr lang="zh-CN" altLang="en-US" sz="2200" dirty="0"/>
              <a:t>”函数来计算这个实例的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范数，其结果正是我们要的距离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566F43-3EA2-46C0-B059-87E07E983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720" y="5333948"/>
            <a:ext cx="6020322" cy="609652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2B7ADE-FA36-46FF-8AB0-30FFEC1E3F2E}"/>
              </a:ext>
            </a:extLst>
          </p:cNvPr>
          <p:cNvSpPr txBox="1"/>
          <p:nvPr/>
        </p:nvSpPr>
        <p:spPr>
          <a:xfrm>
            <a:off x="609600" y="6019748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611414-8552-D364-8503-BC1E5AFAB297}"/>
              </a:ext>
            </a:extLst>
          </p:cNvPr>
          <p:cNvGrpSpPr/>
          <p:nvPr/>
        </p:nvGrpSpPr>
        <p:grpSpPr>
          <a:xfrm>
            <a:off x="5486400" y="5369890"/>
            <a:ext cx="3581400" cy="1372601"/>
            <a:chOff x="4643965" y="3407614"/>
            <a:chExt cx="3581400" cy="13726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9099AD-0B68-B42E-15FC-AD68636E5EF8}"/>
                </a:ext>
              </a:extLst>
            </p:cNvPr>
            <p:cNvSpPr/>
            <p:nvPr/>
          </p:nvSpPr>
          <p:spPr bwMode="auto">
            <a:xfrm>
              <a:off x="5058833" y="3407614"/>
              <a:ext cx="2023531" cy="268909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664FD5C-C935-A3E6-22FB-8AB5BFB3C47A}"/>
                </a:ext>
              </a:extLst>
            </p:cNvPr>
            <p:cNvCxnSpPr>
              <a:cxnSpLocks/>
              <a:stCxn id="11" idx="0"/>
              <a:endCxn id="5" idx="2"/>
            </p:cNvCxnSpPr>
            <p:nvPr/>
          </p:nvCxnSpPr>
          <p:spPr bwMode="auto">
            <a:xfrm flipH="1" flipV="1">
              <a:off x="6070599" y="3676523"/>
              <a:ext cx="364066" cy="33425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CE72E7-B50B-9503-7621-FD0F2361D139}"/>
                </a:ext>
              </a:extLst>
            </p:cNvPr>
            <p:cNvSpPr txBox="1"/>
            <p:nvPr/>
          </p:nvSpPr>
          <p:spPr>
            <a:xfrm>
              <a:off x="4643965" y="4010774"/>
              <a:ext cx="35814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Element-wise operation</a:t>
              </a:r>
            </a:p>
            <a:p>
              <a:pPr algn="ctr"/>
              <a:r>
                <a:rPr lang="zh-CN" altLang="en-US" sz="2200" dirty="0"/>
                <a:t>为每个元素计算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535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15921</TotalTime>
  <Words>343</Words>
  <Application>Microsoft Office PowerPoint</Application>
  <PresentationFormat>On-screen Show (4:3)</PresentationFormat>
  <Paragraphs>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3.2</vt:lpstr>
      <vt:lpstr>Install NumPy  安装NumPy</vt:lpstr>
      <vt:lpstr>NumPy Array NumPy数组</vt:lpstr>
      <vt:lpstr>NumPy Calculation NumPy计算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1198</cp:revision>
  <dcterms:created xsi:type="dcterms:W3CDTF">2003-03-13T01:36:43Z</dcterms:created>
  <dcterms:modified xsi:type="dcterms:W3CDTF">2023-11-11T00:07:48Z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48d28149-2c16-407f-8daf-15a12f547354</vt:lpwstr>
  </property>
  <property fmtid="{D5CDD505-2E9C-101B-9397-08002B2CF9AE}" pid="3" name="CTP_TimeStamp">
    <vt:lpwstr>2019-11-30 05:17:09Z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