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6"/>
  </p:notesMasterIdLst>
  <p:handoutMasterIdLst>
    <p:handoutMasterId r:id="rId7"/>
  </p:handoutMasterIdLst>
  <p:sldIdLst>
    <p:sldId id="286" r:id="rId2"/>
    <p:sldId id="450" r:id="rId3"/>
    <p:sldId id="449" r:id="rId4"/>
    <p:sldId id="353" r:id="rId5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5" autoAdjust="0"/>
    <p:restoredTop sz="93504" autoAdjust="0"/>
  </p:normalViewPr>
  <p:slideViewPr>
    <p:cSldViewPr>
      <p:cViewPr varScale="1">
        <p:scale>
          <a:sx n="68" d="100"/>
          <a:sy n="68" d="100"/>
        </p:scale>
        <p:origin x="62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9600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3145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10.5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10.5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0E0A-0D60-423C-93D7-008F60EB0CFA}"/>
              </a:ext>
            </a:extLst>
          </p:cNvPr>
          <p:cNvSpPr txBox="1"/>
          <p:nvPr/>
        </p:nvSpPr>
        <p:spPr>
          <a:xfrm>
            <a:off x="442911" y="4259759"/>
            <a:ext cx="82581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‘test.py’ &amp; import the required components   </a:t>
            </a:r>
            <a:r>
              <a:rPr lang="zh-CN" altLang="en-US" sz="2200" dirty="0"/>
              <a:t>创建新文件“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”并导入所需组件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0B4225-C01F-430E-84B2-6C8C13054DE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91" b="103"/>
          <a:stretch/>
        </p:blipFill>
        <p:spPr>
          <a:xfrm>
            <a:off x="465740" y="4992000"/>
            <a:ext cx="3448532" cy="799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694E76-95F4-450B-953E-A935F928C311}"/>
              </a:ext>
            </a:extLst>
          </p:cNvPr>
          <p:cNvSpPr txBox="1"/>
          <p:nvPr/>
        </p:nvSpPr>
        <p:spPr>
          <a:xfrm>
            <a:off x="803273" y="1612232"/>
            <a:ext cx="753745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class ‘Perceptron’ in ‘perceptron.py’, output some information before training each binary classifier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perceptron.py</a:t>
            </a:r>
            <a:r>
              <a:rPr lang="zh-CN" altLang="en-US" sz="2200" dirty="0"/>
              <a:t>”的“</a:t>
            </a:r>
            <a:r>
              <a:rPr lang="en-US" altLang="zh-CN" sz="2200" dirty="0"/>
              <a:t>Perceptron</a:t>
            </a:r>
            <a:r>
              <a:rPr lang="zh-CN" altLang="en-US" sz="2200" dirty="0"/>
              <a:t>”类型中，在训练每个两类分类器前输出一些信息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5A5735-C8ED-4CB3-BF49-81CF212B53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138" y="3008376"/>
            <a:ext cx="6173062" cy="10669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054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F3B866-B239-48FD-BB2D-20617AFCEC7F}"/>
              </a:ext>
            </a:extLst>
          </p:cNvPr>
          <p:cNvSpPr txBox="1"/>
          <p:nvPr/>
        </p:nvSpPr>
        <p:spPr>
          <a:xfrm>
            <a:off x="304799" y="5193792"/>
            <a:ext cx="85343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 </a:t>
            </a:r>
            <a:r>
              <a:rPr lang="zh-CN" altLang="en-US" sz="2200" dirty="0"/>
              <a:t>运行之</a:t>
            </a:r>
            <a:endParaRPr lang="en-US" altLang="zh-CN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18BCFF-7F36-4860-9767-DE234DA1E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40" y="3068786"/>
            <a:ext cx="8021170" cy="19243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D3D4C4-188A-4E28-81E2-109F7A4D93D4}"/>
              </a:ext>
            </a:extLst>
          </p:cNvPr>
          <p:cNvSpPr txBox="1"/>
          <p:nvPr/>
        </p:nvSpPr>
        <p:spPr>
          <a:xfrm>
            <a:off x="1142998" y="1625491"/>
            <a:ext cx="6857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main section, read data from files &amp; create classifier &amp; tester instances for evaluation  </a:t>
            </a:r>
          </a:p>
          <a:p>
            <a:pPr algn="ctr"/>
            <a:r>
              <a:rPr lang="zh-CN" altLang="en-US" sz="2200" dirty="0"/>
              <a:t>在主程序部分，从文件中读取数据，并创建分类器和“</a:t>
            </a:r>
            <a:r>
              <a:rPr lang="en-US" altLang="zh-CN" sz="2200" dirty="0"/>
              <a:t>Tester</a:t>
            </a:r>
            <a:r>
              <a:rPr lang="zh-CN" altLang="en-US" sz="2200" dirty="0"/>
              <a:t>”类型的实例以评估准去率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035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0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68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17740</TotalTime>
  <Words>175</Words>
  <Application>Microsoft Office PowerPoint</Application>
  <PresentationFormat>On-screen Show (4:3)</PresentationFormat>
  <Paragraphs>16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Cookbook for Practice 10.5</vt:lpstr>
      <vt:lpstr>Run It  运行之 (1)</vt:lpstr>
      <vt:lpstr>Run It  运行之 (2)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1362</cp:revision>
  <dcterms:created xsi:type="dcterms:W3CDTF">2003-03-13T01:36:43Z</dcterms:created>
  <dcterms:modified xsi:type="dcterms:W3CDTF">2024-04-18T07:27:53Z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d4c30054-39fe-4645-8043-55a61c37087a</vt:lpwstr>
  </property>
  <property fmtid="{D5CDD505-2E9C-101B-9397-08002B2CF9AE}" pid="3" name="CTP_TimeStamp">
    <vt:lpwstr>2020-02-06 08:34:18Z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