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40" r:id="rId3"/>
    <p:sldId id="462" r:id="rId4"/>
    <p:sldId id="463" r:id="rId5"/>
    <p:sldId id="456" r:id="rId6"/>
    <p:sldId id="464" r:id="rId7"/>
    <p:sldId id="465" r:id="rId8"/>
    <p:sldId id="466" r:id="rId9"/>
    <p:sldId id="460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062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83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07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1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759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46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424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5.2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5.2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Data for One vs. Rest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一对其余的数据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1DD98-CBAC-4DDE-AD4F-8E730A870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221384"/>
            <a:ext cx="6050804" cy="11126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752600"/>
            <a:ext cx="8305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file ‘perceptron.py’, create a class, ‘</a:t>
            </a:r>
            <a:r>
              <a:rPr lang="en-US" altLang="zh-CN" sz="2200" dirty="0" err="1"/>
              <a:t>BinaryData</a:t>
            </a:r>
            <a:r>
              <a:rPr lang="en-US" altLang="zh-CN" sz="2200" dirty="0"/>
              <a:t>’, for data used in one vs. rest. In its initialization, pass in the original data &amp; the current class label of interest, &amp; store them in member variables</a:t>
            </a:r>
          </a:p>
          <a:p>
            <a:pPr algn="ctr"/>
            <a:r>
              <a:rPr lang="zh-CN" altLang="en-US" sz="2200" dirty="0"/>
              <a:t>在文件“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”中，创建“</a:t>
            </a:r>
            <a:r>
              <a:rPr lang="en-US" altLang="zh-CN" sz="2200" dirty="0" err="1"/>
              <a:t>BinaryData</a:t>
            </a:r>
            <a:r>
              <a:rPr lang="zh-CN" altLang="en-US" sz="2200" dirty="0"/>
              <a:t>”类型，并在其初始化函数中接受原来的数据和当前关注的类别标记，存储于成员变量中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Data for One vs. Rest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一对其余的数据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7526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we write the 3 member functions to get data size, the attributes of a data sample, &amp; the its class label. Reuse the original data’s member functions for the first two. </a:t>
            </a:r>
          </a:p>
          <a:p>
            <a:pPr algn="ctr"/>
            <a:r>
              <a:rPr lang="zh-CN" altLang="en-US" sz="2200" dirty="0"/>
              <a:t>现在我们来写获取数据数量、某个数据的属性及其类别标记的</a:t>
            </a:r>
            <a:r>
              <a:rPr lang="en-US" altLang="zh-CN" sz="2200" dirty="0"/>
              <a:t>3</a:t>
            </a:r>
            <a:r>
              <a:rPr lang="zh-CN" altLang="en-US" sz="2200" dirty="0"/>
              <a:t>个成员函数。对前两个，直接调用原来的数据的对应成员函数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32EE8-DF13-41A1-AB59-0273A2B9E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66040"/>
            <a:ext cx="5243014" cy="1386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608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Data for One vs. Rest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一对其余的数据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7526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the member function to get the class label of the data sample, compare the label w/ the label of interest, &amp; then return 1 or -1 for </a:t>
            </a:r>
            <a:r>
              <a:rPr lang="en-US" altLang="zh-CN" sz="2200" dirty="0">
                <a:solidFill>
                  <a:srgbClr val="FF0000"/>
                </a:solidFill>
              </a:rPr>
              <a:t>the one</a:t>
            </a:r>
            <a:r>
              <a:rPr lang="en-US" altLang="zh-CN" sz="2200" dirty="0"/>
              <a:t> or </a:t>
            </a:r>
            <a:r>
              <a:rPr lang="en-US" altLang="zh-CN" sz="2200" dirty="0">
                <a:solidFill>
                  <a:srgbClr val="FF0000"/>
                </a:solidFill>
              </a:rPr>
              <a:t>the rest</a:t>
            </a:r>
            <a:r>
              <a:rPr lang="en-US" altLang="zh-CN" sz="2200" dirty="0"/>
              <a:t> </a:t>
            </a:r>
          </a:p>
          <a:p>
            <a:pPr algn="ctr"/>
            <a:r>
              <a:rPr lang="zh-CN" altLang="en-US" sz="2200" dirty="0"/>
              <a:t>对于获得某数据类别标记的成员函数，比较其标记和当前关注的标记，返回</a:t>
            </a:r>
            <a:r>
              <a:rPr lang="en-US" altLang="zh-CN" sz="2200" dirty="0"/>
              <a:t>1</a:t>
            </a:r>
            <a:r>
              <a:rPr lang="zh-CN" altLang="en-US" sz="2200" dirty="0"/>
              <a:t>或</a:t>
            </a:r>
            <a:r>
              <a:rPr lang="en-US" altLang="zh-CN" sz="2200" dirty="0"/>
              <a:t>-1</a:t>
            </a:r>
            <a:r>
              <a:rPr lang="zh-CN" altLang="en-US" sz="2200" dirty="0"/>
              <a:t>，表示</a:t>
            </a:r>
            <a:r>
              <a:rPr lang="zh-CN" altLang="en-US" sz="2200" dirty="0">
                <a:solidFill>
                  <a:srgbClr val="FF0000"/>
                </a:solidFill>
              </a:rPr>
              <a:t>一</a:t>
            </a:r>
            <a:r>
              <a:rPr lang="zh-CN" altLang="en-US" sz="2200" dirty="0"/>
              <a:t>或</a:t>
            </a:r>
            <a:r>
              <a:rPr lang="zh-CN" altLang="en-US" sz="2200" dirty="0">
                <a:solidFill>
                  <a:srgbClr val="FF0000"/>
                </a:solidFill>
              </a:rPr>
              <a:t>其余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B1493-A9A1-42D7-8A64-26A2FD976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81282"/>
            <a:ext cx="6431838" cy="1371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567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same file, create a class of ‘Perceptron’ for multi-class perceptron. Similar to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’, take a input parameter for maximum number of rounds in training</a:t>
            </a:r>
          </a:p>
          <a:p>
            <a:pPr algn="ctr"/>
            <a:r>
              <a:rPr lang="zh-CN" altLang="en-US" sz="2200" dirty="0"/>
              <a:t>在同一个文件中，为多类感知器创建类型“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”。和 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”类似，在其初始化函数中接受一个最大训练轮数的参数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20E24-61EF-43F5-8244-7C28A412E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57" y="3657600"/>
            <a:ext cx="5898392" cy="8687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163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599" y="1600200"/>
            <a:ext cx="84458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train a multi-class perceptron, we need to figure out how many unique classes there are in the training data. We use a dictionary to associate each class label w/ a binary perceptron</a:t>
            </a:r>
          </a:p>
          <a:p>
            <a:pPr algn="ctr"/>
            <a:r>
              <a:rPr lang="zh-CN" altLang="en-US" sz="2200" dirty="0"/>
              <a:t>为了训练多类感知器，我们需要知道训练数据中一共有多少不同的类别。我们用一个字典，为每种类别标记关联一个两类感知器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44E99-B3DC-423D-9767-C174A11EC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337400"/>
            <a:ext cx="7544454" cy="1844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417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599" y="1635204"/>
            <a:ext cx="84458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each class label, we create data for one-vs.-rest, &amp; train the binary perceptron 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zh-CN" altLang="en-US" sz="2200" dirty="0"/>
              <a:t>对每种类别，我们创建一对其余的数据，并训练两类感知器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5201F-D915-48D3-A25C-C358E6A52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061" y="2743200"/>
            <a:ext cx="6172734" cy="8382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679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599" y="1635204"/>
            <a:ext cx="84458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During classification, we loop over all those binary </a:t>
            </a:r>
            <a:r>
              <a:rPr lang="en-US" altLang="zh-CN" sz="2200" dirty="0" err="1"/>
              <a:t>perceptrons</a:t>
            </a:r>
            <a:r>
              <a:rPr lang="en-US" altLang="zh-CN" sz="2200" dirty="0"/>
              <a:t> to generate scores, &amp; find the one w/ the best score</a:t>
            </a:r>
          </a:p>
          <a:p>
            <a:pPr algn="ctr"/>
            <a:r>
              <a:rPr lang="zh-CN" altLang="en-US" sz="2200" dirty="0"/>
              <a:t>在分类时，我们遍历所有的两类感知器来获取得分，最终选择得分最高的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A56E0-FA1D-4998-A571-FC6A84AA9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20" y="3048000"/>
            <a:ext cx="6508044" cy="26215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4862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4.4, in file ‘test.py’, now import ‘perceptron’ &amp; create the instance of the ‘Perceptron’ class for classification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4.4</a:t>
            </a:r>
            <a:r>
              <a:rPr lang="zh-CN" altLang="en-US" sz="2200" dirty="0"/>
              <a:t>，在文件“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”中，导入“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”，创建“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”类型的实例，进行分类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40366-8790-4616-BD05-7C005F6A7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7" y="2974197"/>
            <a:ext cx="2331922" cy="365792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BFBE8F-C102-4B79-A24D-B3E4B042A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10" y="3408155"/>
            <a:ext cx="4861982" cy="39627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C013812-BAEE-4119-9820-C2143022085C}"/>
              </a:ext>
            </a:extLst>
          </p:cNvPr>
          <p:cNvSpPr txBox="1"/>
          <p:nvPr/>
        </p:nvSpPr>
        <p:spPr>
          <a:xfrm>
            <a:off x="609600" y="38862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</p:spTree>
    <p:extLst>
      <p:ext uri="{BB962C8B-B14F-4D97-AF65-F5344CB8AC3E}">
        <p14:creationId xmlns:p14="http://schemas.microsoft.com/office/powerpoint/2010/main" val="40779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16786</TotalTime>
  <Words>741</Words>
  <Application>Microsoft Office PowerPoint</Application>
  <PresentationFormat>On-screen Show (4:3)</PresentationFormat>
  <Paragraphs>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5.2</vt:lpstr>
      <vt:lpstr>Data for One vs. Rest 一对其余的数据 (1)</vt:lpstr>
      <vt:lpstr>Data for One vs. Rest 一对其余的数据 (2)</vt:lpstr>
      <vt:lpstr>Data for One vs. Rest 一对其余的数据 (3)</vt:lpstr>
      <vt:lpstr>Multi-class Perceptron  多类感知器 (1)</vt:lpstr>
      <vt:lpstr>Multi-class Perceptron  多类感知器 (2)</vt:lpstr>
      <vt:lpstr>Multi-class Perceptron  多类感知器 (3)</vt:lpstr>
      <vt:lpstr>Multi-class Perceptron  多类感知器 (4)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1276</cp:revision>
  <dcterms:created xsi:type="dcterms:W3CDTF">2003-03-13T01:36:43Z</dcterms:created>
  <dcterms:modified xsi:type="dcterms:W3CDTF">2023-12-15T07:14:42Z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2019-12-01 05:53:08Z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